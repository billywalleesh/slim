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8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8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1.xml" ContentType="application/vnd.openxmlformats-officedocument.drawingml.chartshapes+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4"/>
  </p:sldMasterIdLst>
  <p:notesMasterIdLst>
    <p:notesMasterId r:id="rId117"/>
  </p:notesMasterIdLst>
  <p:handoutMasterIdLst>
    <p:handoutMasterId r:id="rId118"/>
  </p:handoutMasterIdLst>
  <p:sldIdLst>
    <p:sldId id="346" r:id="rId5"/>
    <p:sldId id="451" r:id="rId6"/>
    <p:sldId id="430" r:id="rId7"/>
    <p:sldId id="452" r:id="rId8"/>
    <p:sldId id="453" r:id="rId9"/>
    <p:sldId id="349" r:id="rId10"/>
    <p:sldId id="372" r:id="rId11"/>
    <p:sldId id="413" r:id="rId12"/>
    <p:sldId id="414" r:id="rId13"/>
    <p:sldId id="415" r:id="rId14"/>
    <p:sldId id="348" r:id="rId15"/>
    <p:sldId id="416" r:id="rId16"/>
    <p:sldId id="417" r:id="rId17"/>
    <p:sldId id="389" r:id="rId18"/>
    <p:sldId id="354" r:id="rId19"/>
    <p:sldId id="419" r:id="rId20"/>
    <p:sldId id="420" r:id="rId21"/>
    <p:sldId id="421" r:id="rId22"/>
    <p:sldId id="432" r:id="rId23"/>
    <p:sldId id="371" r:id="rId24"/>
    <p:sldId id="422" r:id="rId25"/>
    <p:sldId id="423" r:id="rId26"/>
    <p:sldId id="473" r:id="rId27"/>
    <p:sldId id="483" r:id="rId28"/>
    <p:sldId id="431" r:id="rId29"/>
    <p:sldId id="481" r:id="rId30"/>
    <p:sldId id="482" r:id="rId31"/>
    <p:sldId id="390" r:id="rId32"/>
    <p:sldId id="356" r:id="rId33"/>
    <p:sldId id="403" r:id="rId34"/>
    <p:sldId id="445" r:id="rId35"/>
    <p:sldId id="412" r:id="rId36"/>
    <p:sldId id="398" r:id="rId37"/>
    <p:sldId id="373" r:id="rId38"/>
    <p:sldId id="396" r:id="rId39"/>
    <p:sldId id="434" r:id="rId40"/>
    <p:sldId id="397" r:id="rId41"/>
    <p:sldId id="446" r:id="rId42"/>
    <p:sldId id="493" r:id="rId43"/>
    <p:sldId id="495" r:id="rId44"/>
    <p:sldId id="492" r:id="rId45"/>
    <p:sldId id="494" r:id="rId46"/>
    <p:sldId id="399" r:id="rId47"/>
    <p:sldId id="440" r:id="rId48"/>
    <p:sldId id="361" r:id="rId49"/>
    <p:sldId id="441" r:id="rId50"/>
    <p:sldId id="442" r:id="rId51"/>
    <p:sldId id="484" r:id="rId52"/>
    <p:sldId id="443" r:id="rId53"/>
    <p:sldId id="444" r:id="rId54"/>
    <p:sldId id="490" r:id="rId55"/>
    <p:sldId id="410" r:id="rId56"/>
    <p:sldId id="485" r:id="rId57"/>
    <p:sldId id="487" r:id="rId58"/>
    <p:sldId id="488" r:id="rId59"/>
    <p:sldId id="489" r:id="rId60"/>
    <p:sldId id="491" r:id="rId61"/>
    <p:sldId id="411" r:id="rId62"/>
    <p:sldId id="435" r:id="rId63"/>
    <p:sldId id="436" r:id="rId64"/>
    <p:sldId id="437" r:id="rId65"/>
    <p:sldId id="439" r:id="rId66"/>
    <p:sldId id="501" r:id="rId67"/>
    <p:sldId id="433" r:id="rId68"/>
    <p:sldId id="377" r:id="rId69"/>
    <p:sldId id="375" r:id="rId70"/>
    <p:sldId id="378" r:id="rId71"/>
    <p:sldId id="379" r:id="rId72"/>
    <p:sldId id="382" r:id="rId73"/>
    <p:sldId id="383" r:id="rId74"/>
    <p:sldId id="384" r:id="rId75"/>
    <p:sldId id="385" r:id="rId76"/>
    <p:sldId id="502" r:id="rId77"/>
    <p:sldId id="503" r:id="rId78"/>
    <p:sldId id="504" r:id="rId79"/>
    <p:sldId id="505" r:id="rId80"/>
    <p:sldId id="360" r:id="rId81"/>
    <p:sldId id="454" r:id="rId82"/>
    <p:sldId id="455" r:id="rId83"/>
    <p:sldId id="456" r:id="rId84"/>
    <p:sldId id="363" r:id="rId85"/>
    <p:sldId id="447" r:id="rId86"/>
    <p:sldId id="448" r:id="rId87"/>
    <p:sldId id="449" r:id="rId88"/>
    <p:sldId id="450" r:id="rId89"/>
    <p:sldId id="395" r:id="rId90"/>
    <p:sldId id="400" r:id="rId91"/>
    <p:sldId id="460" r:id="rId92"/>
    <p:sldId id="461" r:id="rId93"/>
    <p:sldId id="462" r:id="rId94"/>
    <p:sldId id="401" r:id="rId95"/>
    <p:sldId id="496" r:id="rId96"/>
    <p:sldId id="497" r:id="rId97"/>
    <p:sldId id="498" r:id="rId98"/>
    <p:sldId id="365" r:id="rId99"/>
    <p:sldId id="506" r:id="rId100"/>
    <p:sldId id="391" r:id="rId101"/>
    <p:sldId id="393" r:id="rId102"/>
    <p:sldId id="457" r:id="rId103"/>
    <p:sldId id="500" r:id="rId104"/>
    <p:sldId id="499" r:id="rId105"/>
    <p:sldId id="366" r:id="rId106"/>
    <p:sldId id="394" r:id="rId107"/>
    <p:sldId id="387" r:id="rId108"/>
    <p:sldId id="472" r:id="rId109"/>
    <p:sldId id="369" r:id="rId110"/>
    <p:sldId id="474" r:id="rId111"/>
    <p:sldId id="476" r:id="rId112"/>
    <p:sldId id="475" r:id="rId113"/>
    <p:sldId id="477" r:id="rId114"/>
    <p:sldId id="478" r:id="rId115"/>
    <p:sldId id="479" r:id="rId116"/>
  </p:sldIdLst>
  <p:sldSz cx="12192000" cy="6858000"/>
  <p:notesSz cx="6858000" cy="9144000"/>
  <p:defaultTextStyle>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9152458D-D975-4659-9756-A6BAF0E2F024}">
          <p14:sldIdLst>
            <p14:sldId id="346"/>
            <p14:sldId id="451"/>
            <p14:sldId id="430"/>
            <p14:sldId id="452"/>
            <p14:sldId id="453"/>
            <p14:sldId id="349"/>
            <p14:sldId id="372"/>
            <p14:sldId id="413"/>
            <p14:sldId id="414"/>
            <p14:sldId id="415"/>
            <p14:sldId id="348"/>
            <p14:sldId id="416"/>
            <p14:sldId id="417"/>
            <p14:sldId id="389"/>
            <p14:sldId id="354"/>
            <p14:sldId id="419"/>
            <p14:sldId id="420"/>
            <p14:sldId id="421"/>
            <p14:sldId id="432"/>
            <p14:sldId id="371"/>
            <p14:sldId id="422"/>
            <p14:sldId id="423"/>
            <p14:sldId id="473"/>
            <p14:sldId id="483"/>
            <p14:sldId id="431"/>
            <p14:sldId id="481"/>
            <p14:sldId id="482"/>
            <p14:sldId id="390"/>
            <p14:sldId id="356"/>
            <p14:sldId id="403"/>
            <p14:sldId id="445"/>
            <p14:sldId id="412"/>
            <p14:sldId id="398"/>
            <p14:sldId id="373"/>
            <p14:sldId id="396"/>
            <p14:sldId id="434"/>
            <p14:sldId id="397"/>
            <p14:sldId id="446"/>
            <p14:sldId id="493"/>
            <p14:sldId id="495"/>
            <p14:sldId id="492"/>
            <p14:sldId id="494"/>
            <p14:sldId id="399"/>
            <p14:sldId id="440"/>
            <p14:sldId id="361"/>
            <p14:sldId id="441"/>
            <p14:sldId id="442"/>
            <p14:sldId id="484"/>
            <p14:sldId id="443"/>
            <p14:sldId id="444"/>
            <p14:sldId id="490"/>
            <p14:sldId id="410"/>
            <p14:sldId id="485"/>
            <p14:sldId id="487"/>
            <p14:sldId id="488"/>
            <p14:sldId id="489"/>
            <p14:sldId id="491"/>
            <p14:sldId id="411"/>
            <p14:sldId id="435"/>
            <p14:sldId id="436"/>
            <p14:sldId id="437"/>
            <p14:sldId id="439"/>
            <p14:sldId id="501"/>
            <p14:sldId id="433"/>
            <p14:sldId id="377"/>
            <p14:sldId id="375"/>
            <p14:sldId id="378"/>
            <p14:sldId id="379"/>
            <p14:sldId id="382"/>
            <p14:sldId id="383"/>
            <p14:sldId id="384"/>
            <p14:sldId id="385"/>
            <p14:sldId id="502"/>
            <p14:sldId id="503"/>
            <p14:sldId id="504"/>
            <p14:sldId id="505"/>
            <p14:sldId id="360"/>
            <p14:sldId id="454"/>
            <p14:sldId id="455"/>
            <p14:sldId id="456"/>
            <p14:sldId id="363"/>
            <p14:sldId id="447"/>
            <p14:sldId id="448"/>
            <p14:sldId id="449"/>
            <p14:sldId id="450"/>
            <p14:sldId id="395"/>
            <p14:sldId id="400"/>
            <p14:sldId id="460"/>
            <p14:sldId id="461"/>
            <p14:sldId id="462"/>
            <p14:sldId id="401"/>
            <p14:sldId id="496"/>
            <p14:sldId id="497"/>
            <p14:sldId id="498"/>
            <p14:sldId id="365"/>
            <p14:sldId id="506"/>
            <p14:sldId id="391"/>
            <p14:sldId id="393"/>
            <p14:sldId id="457"/>
            <p14:sldId id="500"/>
            <p14:sldId id="499"/>
            <p14:sldId id="366"/>
            <p14:sldId id="394"/>
            <p14:sldId id="387"/>
            <p14:sldId id="472"/>
            <p14:sldId id="369"/>
            <p14:sldId id="474"/>
            <p14:sldId id="476"/>
            <p14:sldId id="475"/>
            <p14:sldId id="477"/>
            <p14:sldId id="478"/>
            <p14:sldId id="47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182B"/>
    <a:srgbClr val="E0908A"/>
    <a:srgbClr val="F7F7F7"/>
    <a:srgbClr val="98ABD2"/>
    <a:srgbClr val="2166AC"/>
    <a:srgbClr val="E7F0FB"/>
    <a:srgbClr val="FFFFFF"/>
    <a:srgbClr val="F0EFEC"/>
    <a:srgbClr val="EAB1AC"/>
    <a:srgbClr val="B4BF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0E951-F767-40FB-8981-BDCADE0C3650}">
  <a:tblStyle styleId="{CA20E951-F767-40FB-8981-BDCADE0C3650}" styleName="UZH Standard">
    <a:wholeTbl>
      <a:tcTxStyle>
        <a:fontRef idx="minor">
          <a:prstClr val="black"/>
        </a:fontRef>
        <a:schemeClr val="dk1"/>
      </a:tcTxStyle>
      <a:tcStyle>
        <a:tcBdr>
          <a:left>
            <a:ln>
              <a:noFill/>
            </a:ln>
          </a:left>
          <a:right>
            <a:ln>
              <a:noFill/>
            </a:ln>
          </a:right>
          <a:top>
            <a:ln>
              <a:noFill/>
            </a:ln>
          </a:top>
          <a:bottom>
            <a:ln w="4233" cmpd="sng">
              <a:solidFill>
                <a:schemeClr val="dk1"/>
              </a:solidFill>
            </a:ln>
          </a:bottom>
          <a:insideH>
            <a:ln w="4233" cmpd="sng">
              <a:solidFill>
                <a:schemeClr val="dk1"/>
              </a:solidFill>
            </a:ln>
          </a:insideH>
          <a:insideV>
            <a:ln>
              <a:noFill/>
            </a:ln>
          </a:insideV>
        </a:tcBdr>
        <a:fill>
          <a:noFill/>
        </a:fill>
      </a:tcStyle>
    </a:wholeTbl>
    <a:band1H>
      <a:tcTxStyle>
        <a:schemeClr val="dk1"/>
      </a:tcTxStyle>
      <a:tcStyle>
        <a:tcBdr/>
        <a:fill>
          <a:noFill/>
        </a:fill>
      </a:tcStyle>
    </a:band1H>
    <a:band2H>
      <a:tcTxStyle>
        <a:schemeClr val="dk1"/>
      </a:tcTxStyle>
      <a:tcStyle>
        <a:tcBdr/>
        <a:fill>
          <a:noFill/>
        </a:fill>
      </a:tcStyle>
    </a:band2H>
    <a:band1V>
      <a:tcTxStyle>
        <a:schemeClr val="dk1"/>
      </a:tcTxStyle>
      <a:tcStyle>
        <a:tcBdr/>
        <a:fill>
          <a:noFill/>
        </a:fill>
      </a:tcStyle>
    </a:band1V>
    <a:band2V>
      <a:tcTxStyle>
        <a:schemeClr val="dk1"/>
      </a:tcTxStyle>
      <a:tcStyle>
        <a:tcBdr/>
        <a:fill>
          <a:noFill/>
        </a:fill>
      </a:tcStyle>
    </a:band2V>
    <a:lastCol>
      <a:tcTxStyle>
        <a:fontRef idx="major"/>
        <a:schemeClr val="dk1"/>
      </a:tcTxStyle>
      <a:tcStyle>
        <a:tcBdr/>
        <a:fill>
          <a:noFill/>
        </a:fill>
      </a:tcStyle>
    </a:lastCol>
    <a:firstCol>
      <a:tcTxStyle>
        <a:fontRef idx="major"/>
        <a:schemeClr val="dk1"/>
      </a:tcTxStyle>
      <a:tcStyle>
        <a:tcBdr/>
        <a:fill>
          <a:noFill/>
        </a:fill>
      </a:tcStyle>
    </a:firstCol>
    <a:lastRow>
      <a:tcTxStyle>
        <a:fontRef idx="major"/>
        <a:schemeClr val="dk1"/>
      </a:tcTxStyle>
      <a:tcStyle>
        <a:tcBdr>
          <a:top>
            <a:ln w="4233" cmpd="sng">
              <a:solidFill>
                <a:schemeClr val="dk1"/>
              </a:solidFill>
            </a:ln>
          </a:top>
          <a:bottom>
            <a:ln w="4233" cmpd="sng">
              <a:solidFill>
                <a:schemeClr val="dk1"/>
              </a:solidFill>
            </a:ln>
          </a:bottom>
        </a:tcBdr>
        <a:fill>
          <a:noFill/>
        </a:fill>
      </a:tcStyle>
    </a:lastRow>
    <a:firstRow>
      <a:tcTxStyle b="on">
        <a:fontRef idx="major"/>
        <a:schemeClr val="dk1"/>
      </a:tcTxStyle>
      <a:tcStyle>
        <a:tcBdr>
          <a:top>
            <a:ln>
              <a:noFill/>
            </a:ln>
          </a:top>
          <a:bottom>
            <a:ln w="12700" cmpd="sng">
              <a:solidFill>
                <a:schemeClr val="dk1"/>
              </a:solidFill>
            </a:ln>
          </a:bottom>
        </a:tcBdr>
        <a:fill>
          <a:no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52" autoAdjust="0"/>
    <p:restoredTop sz="90194" autoAdjust="0"/>
  </p:normalViewPr>
  <p:slideViewPr>
    <p:cSldViewPr showGuides="1">
      <p:cViewPr varScale="1">
        <p:scale>
          <a:sx n="67" d="100"/>
          <a:sy n="67" d="100"/>
        </p:scale>
        <p:origin x="860" y="44"/>
      </p:cViewPr>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3" d="100"/>
          <a:sy n="53" d="100"/>
        </p:scale>
        <p:origin x="2334" y="2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notesMaster" Target="notesMasters/notesMaster1.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handoutMaster" Target="handoutMasters/handoutMaster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presProps" Target="presProps.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WilliamWallisch\msc_workspace\SLiM\Lab%20Presentation\geneva_temperatur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WilliamWallisch\msc_workspace\SLiM\Lab%20Presentation\geneva_temperatur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WilliamWallisch\msc_workspace\SLiM\Lab%20Presentation\geneva_temperatur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WilliamWallisch\msc_workspace\SLiM\Lab%20Presentation\population_size_chart_run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WilliamWallisch\msc_workspace\SLiM\Lab%20Presentation\population_size_chart_run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WilliamWallisch\msc_workspace\SLiM\Lab%20Presentation\population_size_chart_run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WilliamWallisch\msc_workspace\SLiM\Lab%20Presentation\willi_fig2.xlsx" TargetMode="Externa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800" b="1" i="0" u="none" strike="noStrike" kern="1200" spc="-1" baseline="0">
                <a:solidFill>
                  <a:srgbClr val="000000"/>
                </a:solidFill>
                <a:latin typeface="Calibri"/>
                <a:ea typeface="+mn-ea"/>
                <a:cs typeface="+mn-cs"/>
              </a:defRPr>
            </a:pPr>
            <a:r>
              <a:rPr lang="en-US" sz="1800" b="1" strike="noStrike" spc="-1">
                <a:solidFill>
                  <a:srgbClr val="000000"/>
                </a:solidFill>
                <a:latin typeface="Calibri"/>
              </a:rPr>
              <a:t>Mean annual temperature: Geneva</a:t>
            </a:r>
          </a:p>
        </c:rich>
      </c:tx>
      <c:overlay val="0"/>
      <c:spPr>
        <a:noFill/>
        <a:ln w="0">
          <a:noFill/>
        </a:ln>
        <a:effectLst/>
      </c:spPr>
      <c:txPr>
        <a:bodyPr rot="0" spcFirstLastPara="1" vertOverflow="ellipsis" vert="horz" wrap="square" anchor="ctr" anchorCtr="1"/>
        <a:lstStyle/>
        <a:p>
          <a:pPr>
            <a:defRPr sz="1800" b="1" i="0" u="none" strike="noStrike" kern="1200" spc="-1" baseline="0">
              <a:solidFill>
                <a:srgbClr val="000000"/>
              </a:solidFill>
              <a:latin typeface="Calibri"/>
              <a:ea typeface="+mn-ea"/>
              <a:cs typeface="+mn-cs"/>
            </a:defRPr>
          </a:pPr>
          <a:endParaRPr lang="en-CH"/>
        </a:p>
      </c:txPr>
    </c:title>
    <c:autoTitleDeleted val="0"/>
    <c:plotArea>
      <c:layout/>
      <c:lineChart>
        <c:grouping val="standard"/>
        <c:varyColors val="0"/>
        <c:ser>
          <c:idx val="0"/>
          <c:order val="0"/>
          <c:tx>
            <c:strRef>
              <c:f>Geneva!$B$4</c:f>
              <c:strCache>
                <c:ptCount val="1"/>
                <c:pt idx="0">
                  <c:v>Annual mean (°C)</c:v>
                </c:pt>
              </c:strCache>
            </c:strRef>
          </c:tx>
          <c:spPr>
            <a:ln w="19050" cap="rnd" cmpd="sng" algn="ctr">
              <a:solidFill>
                <a:schemeClr val="dk1">
                  <a:tint val="88500"/>
                </a:schemeClr>
              </a:solidFill>
              <a:prstDash val="solid"/>
              <a:round/>
            </a:ln>
            <a:effectLst/>
          </c:spPr>
          <c:marker>
            <c:symbol val="none"/>
          </c:marker>
          <c:dLbls>
            <c:spPr>
              <a:noFill/>
              <a:ln>
                <a:noFill/>
              </a:ln>
              <a:effectLst/>
            </c:spPr>
            <c:txPr>
              <a:bodyPr rot="0" spcFirstLastPara="1" vertOverflow="ellipsis" vert="horz" wrap="none" anchor="ctr" anchorCtr="1"/>
              <a:lstStyle/>
              <a:p>
                <a:pPr>
                  <a:defRPr sz="1000" b="0" i="0" u="none" strike="noStrike" kern="1200" spc="-1" baseline="0">
                    <a:solidFill>
                      <a:schemeClr val="tx1"/>
                    </a:solidFill>
                    <a:latin typeface="Arial"/>
                    <a:ea typeface="+mn-ea"/>
                    <a:cs typeface="+mn-cs"/>
                  </a:defRPr>
                </a:pPr>
                <a:endParaRPr lang="en-CH"/>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numRef>
              <c:f>Geneva!$A$5:$A$90</c:f>
              <c:numCache>
                <c:formatCode>General</c:formatCode>
                <c:ptCount val="86"/>
                <c:pt idx="0">
                  <c:v>1940</c:v>
                </c:pt>
                <c:pt idx="1">
                  <c:v>1941</c:v>
                </c:pt>
                <c:pt idx="2">
                  <c:v>1942</c:v>
                </c:pt>
                <c:pt idx="3">
                  <c:v>1943</c:v>
                </c:pt>
                <c:pt idx="4">
                  <c:v>1944</c:v>
                </c:pt>
                <c:pt idx="5">
                  <c:v>1945</c:v>
                </c:pt>
                <c:pt idx="6">
                  <c:v>1946</c:v>
                </c:pt>
                <c:pt idx="7">
                  <c:v>1947</c:v>
                </c:pt>
                <c:pt idx="8">
                  <c:v>1948</c:v>
                </c:pt>
                <c:pt idx="9">
                  <c:v>1949</c:v>
                </c:pt>
                <c:pt idx="10">
                  <c:v>1950</c:v>
                </c:pt>
                <c:pt idx="11">
                  <c:v>1951</c:v>
                </c:pt>
                <c:pt idx="12">
                  <c:v>1952</c:v>
                </c:pt>
                <c:pt idx="13">
                  <c:v>1953</c:v>
                </c:pt>
                <c:pt idx="14">
                  <c:v>1954</c:v>
                </c:pt>
                <c:pt idx="15">
                  <c:v>1955</c:v>
                </c:pt>
                <c:pt idx="16">
                  <c:v>1956</c:v>
                </c:pt>
                <c:pt idx="17">
                  <c:v>1957</c:v>
                </c:pt>
                <c:pt idx="18">
                  <c:v>1958</c:v>
                </c:pt>
                <c:pt idx="19">
                  <c:v>1959</c:v>
                </c:pt>
                <c:pt idx="20">
                  <c:v>1960</c:v>
                </c:pt>
                <c:pt idx="21">
                  <c:v>1961</c:v>
                </c:pt>
                <c:pt idx="22">
                  <c:v>1962</c:v>
                </c:pt>
                <c:pt idx="23">
                  <c:v>1963</c:v>
                </c:pt>
                <c:pt idx="24">
                  <c:v>1964</c:v>
                </c:pt>
                <c:pt idx="25">
                  <c:v>1965</c:v>
                </c:pt>
                <c:pt idx="26">
                  <c:v>1966</c:v>
                </c:pt>
                <c:pt idx="27">
                  <c:v>1967</c:v>
                </c:pt>
                <c:pt idx="28">
                  <c:v>1968</c:v>
                </c:pt>
                <c:pt idx="29">
                  <c:v>1969</c:v>
                </c:pt>
                <c:pt idx="30">
                  <c:v>1970</c:v>
                </c:pt>
                <c:pt idx="31">
                  <c:v>1971</c:v>
                </c:pt>
                <c:pt idx="32">
                  <c:v>1972</c:v>
                </c:pt>
                <c:pt idx="33">
                  <c:v>1973</c:v>
                </c:pt>
                <c:pt idx="34">
                  <c:v>1974</c:v>
                </c:pt>
                <c:pt idx="35">
                  <c:v>1975</c:v>
                </c:pt>
                <c:pt idx="36">
                  <c:v>1976</c:v>
                </c:pt>
                <c:pt idx="37">
                  <c:v>1977</c:v>
                </c:pt>
                <c:pt idx="38">
                  <c:v>1978</c:v>
                </c:pt>
                <c:pt idx="39">
                  <c:v>1979</c:v>
                </c:pt>
                <c:pt idx="40">
                  <c:v>1980</c:v>
                </c:pt>
                <c:pt idx="41">
                  <c:v>1981</c:v>
                </c:pt>
                <c:pt idx="42">
                  <c:v>1982</c:v>
                </c:pt>
                <c:pt idx="43">
                  <c:v>1983</c:v>
                </c:pt>
                <c:pt idx="44">
                  <c:v>1984</c:v>
                </c:pt>
                <c:pt idx="45">
                  <c:v>1985</c:v>
                </c:pt>
                <c:pt idx="46">
                  <c:v>1986</c:v>
                </c:pt>
                <c:pt idx="47">
                  <c:v>1987</c:v>
                </c:pt>
                <c:pt idx="48">
                  <c:v>1988</c:v>
                </c:pt>
                <c:pt idx="49">
                  <c:v>1989</c:v>
                </c:pt>
                <c:pt idx="50">
                  <c:v>1990</c:v>
                </c:pt>
                <c:pt idx="51">
                  <c:v>1991</c:v>
                </c:pt>
                <c:pt idx="52">
                  <c:v>1992</c:v>
                </c:pt>
                <c:pt idx="53">
                  <c:v>1993</c:v>
                </c:pt>
                <c:pt idx="54">
                  <c:v>1994</c:v>
                </c:pt>
                <c:pt idx="55">
                  <c:v>1995</c:v>
                </c:pt>
                <c:pt idx="56">
                  <c:v>1996</c:v>
                </c:pt>
                <c:pt idx="57">
                  <c:v>1997</c:v>
                </c:pt>
                <c:pt idx="58">
                  <c:v>1998</c:v>
                </c:pt>
                <c:pt idx="59">
                  <c:v>1999</c:v>
                </c:pt>
                <c:pt idx="60">
                  <c:v>2000</c:v>
                </c:pt>
                <c:pt idx="61">
                  <c:v>2001</c:v>
                </c:pt>
                <c:pt idx="62">
                  <c:v>2002</c:v>
                </c:pt>
                <c:pt idx="63">
                  <c:v>2003</c:v>
                </c:pt>
                <c:pt idx="64">
                  <c:v>2004</c:v>
                </c:pt>
                <c:pt idx="65">
                  <c:v>2005</c:v>
                </c:pt>
                <c:pt idx="66">
                  <c:v>2006</c:v>
                </c:pt>
                <c:pt idx="67">
                  <c:v>2007</c:v>
                </c:pt>
                <c:pt idx="68">
                  <c:v>2008</c:v>
                </c:pt>
                <c:pt idx="69">
                  <c:v>2009</c:v>
                </c:pt>
                <c:pt idx="70">
                  <c:v>2010</c:v>
                </c:pt>
                <c:pt idx="71">
                  <c:v>2011</c:v>
                </c:pt>
                <c:pt idx="72">
                  <c:v>2012</c:v>
                </c:pt>
                <c:pt idx="73">
                  <c:v>2013</c:v>
                </c:pt>
                <c:pt idx="74">
                  <c:v>2014</c:v>
                </c:pt>
                <c:pt idx="75">
                  <c:v>2015</c:v>
                </c:pt>
                <c:pt idx="76">
                  <c:v>2016</c:v>
                </c:pt>
                <c:pt idx="77">
                  <c:v>2017</c:v>
                </c:pt>
                <c:pt idx="78">
                  <c:v>2018</c:v>
                </c:pt>
                <c:pt idx="79">
                  <c:v>2019</c:v>
                </c:pt>
                <c:pt idx="80">
                  <c:v>2020</c:v>
                </c:pt>
                <c:pt idx="81">
                  <c:v>2021</c:v>
                </c:pt>
                <c:pt idx="82">
                  <c:v>2022</c:v>
                </c:pt>
                <c:pt idx="83">
                  <c:v>2023</c:v>
                </c:pt>
                <c:pt idx="84">
                  <c:v>2024</c:v>
                </c:pt>
                <c:pt idx="85">
                  <c:v>2025</c:v>
                </c:pt>
              </c:numCache>
            </c:numRef>
          </c:cat>
          <c:val>
            <c:numRef>
              <c:f>Geneva!$B$5:$B$90</c:f>
              <c:numCache>
                <c:formatCode>0.00</c:formatCode>
                <c:ptCount val="86"/>
                <c:pt idx="0">
                  <c:v>10.395</c:v>
                </c:pt>
                <c:pt idx="1">
                  <c:v>9.9749999999999996</c:v>
                </c:pt>
                <c:pt idx="2">
                  <c:v>11.255000000000001</c:v>
                </c:pt>
                <c:pt idx="3">
                  <c:v>11.64</c:v>
                </c:pt>
                <c:pt idx="4">
                  <c:v>10.557</c:v>
                </c:pt>
                <c:pt idx="5">
                  <c:v>11.688000000000001</c:v>
                </c:pt>
                <c:pt idx="6">
                  <c:v>11.65</c:v>
                </c:pt>
                <c:pt idx="7">
                  <c:v>12.33</c:v>
                </c:pt>
                <c:pt idx="8">
                  <c:v>11.791</c:v>
                </c:pt>
                <c:pt idx="9">
                  <c:v>12.125999999999999</c:v>
                </c:pt>
                <c:pt idx="10">
                  <c:v>11.468999999999999</c:v>
                </c:pt>
                <c:pt idx="11">
                  <c:v>10.954000000000001</c:v>
                </c:pt>
                <c:pt idx="12">
                  <c:v>10.837</c:v>
                </c:pt>
                <c:pt idx="13">
                  <c:v>11.407999999999999</c:v>
                </c:pt>
                <c:pt idx="14">
                  <c:v>10.167999999999999</c:v>
                </c:pt>
                <c:pt idx="15">
                  <c:v>11.097</c:v>
                </c:pt>
                <c:pt idx="16">
                  <c:v>9.8439999999999994</c:v>
                </c:pt>
                <c:pt idx="17">
                  <c:v>11.542</c:v>
                </c:pt>
                <c:pt idx="18">
                  <c:v>11.028</c:v>
                </c:pt>
                <c:pt idx="19">
                  <c:v>12.003</c:v>
                </c:pt>
                <c:pt idx="20">
                  <c:v>11.250999999999999</c:v>
                </c:pt>
                <c:pt idx="21">
                  <c:v>12.288</c:v>
                </c:pt>
                <c:pt idx="22">
                  <c:v>10.391</c:v>
                </c:pt>
                <c:pt idx="23">
                  <c:v>10.201000000000001</c:v>
                </c:pt>
                <c:pt idx="24">
                  <c:v>11.324999999999999</c:v>
                </c:pt>
                <c:pt idx="25">
                  <c:v>10.119</c:v>
                </c:pt>
                <c:pt idx="26">
                  <c:v>10.974</c:v>
                </c:pt>
                <c:pt idx="27">
                  <c:v>11.536</c:v>
                </c:pt>
                <c:pt idx="28">
                  <c:v>10.962</c:v>
                </c:pt>
                <c:pt idx="29">
                  <c:v>10.837999999999999</c:v>
                </c:pt>
                <c:pt idx="30">
                  <c:v>10.675000000000001</c:v>
                </c:pt>
                <c:pt idx="31">
                  <c:v>11.58</c:v>
                </c:pt>
                <c:pt idx="32">
                  <c:v>11.172000000000001</c:v>
                </c:pt>
                <c:pt idx="33">
                  <c:v>11.183</c:v>
                </c:pt>
                <c:pt idx="34">
                  <c:v>11.164</c:v>
                </c:pt>
                <c:pt idx="35">
                  <c:v>11.319000000000001</c:v>
                </c:pt>
                <c:pt idx="36">
                  <c:v>11.519</c:v>
                </c:pt>
                <c:pt idx="37">
                  <c:v>11.238</c:v>
                </c:pt>
                <c:pt idx="38">
                  <c:v>10.797000000000001</c:v>
                </c:pt>
                <c:pt idx="39">
                  <c:v>11.19</c:v>
                </c:pt>
                <c:pt idx="40">
                  <c:v>10.529</c:v>
                </c:pt>
                <c:pt idx="41">
                  <c:v>11.122999999999999</c:v>
                </c:pt>
                <c:pt idx="42">
                  <c:v>12.045</c:v>
                </c:pt>
                <c:pt idx="43">
                  <c:v>12.102</c:v>
                </c:pt>
                <c:pt idx="44">
                  <c:v>11.057</c:v>
                </c:pt>
                <c:pt idx="45">
                  <c:v>11.192</c:v>
                </c:pt>
                <c:pt idx="46">
                  <c:v>11.502000000000001</c:v>
                </c:pt>
                <c:pt idx="47">
                  <c:v>11.446</c:v>
                </c:pt>
                <c:pt idx="48">
                  <c:v>12.145</c:v>
                </c:pt>
                <c:pt idx="49">
                  <c:v>12.967000000000001</c:v>
                </c:pt>
                <c:pt idx="50">
                  <c:v>12.664</c:v>
                </c:pt>
                <c:pt idx="51">
                  <c:v>12.058</c:v>
                </c:pt>
                <c:pt idx="52">
                  <c:v>12.438000000000001</c:v>
                </c:pt>
                <c:pt idx="53">
                  <c:v>12.03</c:v>
                </c:pt>
                <c:pt idx="54">
                  <c:v>13.337</c:v>
                </c:pt>
                <c:pt idx="55">
                  <c:v>12.209</c:v>
                </c:pt>
                <c:pt idx="56">
                  <c:v>11.564</c:v>
                </c:pt>
                <c:pt idx="57">
                  <c:v>13.102</c:v>
                </c:pt>
                <c:pt idx="58">
                  <c:v>12.396000000000001</c:v>
                </c:pt>
                <c:pt idx="59">
                  <c:v>12.305</c:v>
                </c:pt>
                <c:pt idx="60">
                  <c:v>13.068</c:v>
                </c:pt>
                <c:pt idx="61">
                  <c:v>12.48</c:v>
                </c:pt>
                <c:pt idx="62">
                  <c:v>12.861000000000001</c:v>
                </c:pt>
                <c:pt idx="63">
                  <c:v>13.676</c:v>
                </c:pt>
                <c:pt idx="64">
                  <c:v>12.178000000000001</c:v>
                </c:pt>
                <c:pt idx="65">
                  <c:v>12.029</c:v>
                </c:pt>
                <c:pt idx="66">
                  <c:v>13.039</c:v>
                </c:pt>
                <c:pt idx="67">
                  <c:v>12.771000000000001</c:v>
                </c:pt>
                <c:pt idx="68">
                  <c:v>12.512</c:v>
                </c:pt>
                <c:pt idx="69">
                  <c:v>13.151</c:v>
                </c:pt>
                <c:pt idx="70">
                  <c:v>11.686999999999999</c:v>
                </c:pt>
                <c:pt idx="71">
                  <c:v>13.853</c:v>
                </c:pt>
                <c:pt idx="72">
                  <c:v>12.77</c:v>
                </c:pt>
                <c:pt idx="73">
                  <c:v>12.164999999999999</c:v>
                </c:pt>
                <c:pt idx="74">
                  <c:v>13.781000000000001</c:v>
                </c:pt>
                <c:pt idx="75">
                  <c:v>14.034000000000001</c:v>
                </c:pt>
                <c:pt idx="76">
                  <c:v>13.007</c:v>
                </c:pt>
                <c:pt idx="77">
                  <c:v>13.442</c:v>
                </c:pt>
                <c:pt idx="78">
                  <c:v>14.318</c:v>
                </c:pt>
                <c:pt idx="79">
                  <c:v>13.808</c:v>
                </c:pt>
                <c:pt idx="80">
                  <c:v>14.243</c:v>
                </c:pt>
                <c:pt idx="81">
                  <c:v>12.928000000000001</c:v>
                </c:pt>
                <c:pt idx="82">
                  <c:v>15.311</c:v>
                </c:pt>
                <c:pt idx="83">
                  <c:v>14.465</c:v>
                </c:pt>
                <c:pt idx="84">
                  <c:v>14.025</c:v>
                </c:pt>
                <c:pt idx="85">
                  <c:v>14.512</c:v>
                </c:pt>
              </c:numCache>
            </c:numRef>
          </c:val>
          <c:smooth val="0"/>
          <c:extLst>
            <c:ext xmlns:c16="http://schemas.microsoft.com/office/drawing/2014/chart" uri="{C3380CC4-5D6E-409C-BE32-E72D297353CC}">
              <c16:uniqueId val="{00000000-A0E8-415E-9784-BA9F710918BF}"/>
            </c:ext>
          </c:extLst>
        </c:ser>
        <c:dLbls>
          <c:showLegendKey val="0"/>
          <c:showVal val="0"/>
          <c:showCatName val="0"/>
          <c:showSerName val="0"/>
          <c:showPercent val="0"/>
          <c:showBubbleSize val="0"/>
        </c:dLbls>
        <c:hiLowLines>
          <c:spPr>
            <a:ln w="0" cap="flat" cmpd="sng" algn="ctr">
              <a:noFill/>
              <a:prstDash val="solid"/>
              <a:round/>
            </a:ln>
            <a:effectLst/>
          </c:spPr>
        </c:hiLowLines>
        <c:smooth val="0"/>
        <c:axId val="93461051"/>
        <c:axId val="64474180"/>
      </c:lineChart>
      <c:catAx>
        <c:axId val="93461051"/>
        <c:scaling>
          <c:orientation val="minMax"/>
        </c:scaling>
        <c:delete val="0"/>
        <c:axPos val="b"/>
        <c:title>
          <c:tx>
            <c:rich>
              <a:bodyPr rot="0" spcFirstLastPara="1" vertOverflow="ellipsis" vert="horz" wrap="square" anchor="ctr" anchorCtr="1"/>
              <a:lstStyle/>
              <a:p>
                <a:pPr>
                  <a:defRPr sz="1000" b="1" i="0" u="none" strike="noStrike" kern="1200" spc="-1" baseline="0">
                    <a:solidFill>
                      <a:srgbClr val="000000"/>
                    </a:solidFill>
                    <a:latin typeface="Calibri"/>
                    <a:ea typeface="+mn-ea"/>
                    <a:cs typeface="+mn-cs"/>
                  </a:defRPr>
                </a:pPr>
                <a:r>
                  <a:rPr lang="en-US" sz="2400" b="1" strike="noStrike" spc="-1" dirty="0">
                    <a:solidFill>
                      <a:srgbClr val="000000"/>
                    </a:solidFill>
                    <a:latin typeface="Calibri"/>
                  </a:rPr>
                  <a:t>Year</a:t>
                </a:r>
              </a:p>
            </c:rich>
          </c:tx>
          <c:overlay val="0"/>
          <c:spPr>
            <a:noFill/>
            <a:ln w="0">
              <a:noFill/>
            </a:ln>
            <a:effectLst/>
          </c:spPr>
          <c:txPr>
            <a:bodyPr rot="0" spcFirstLastPara="1" vertOverflow="ellipsis" vert="horz" wrap="square" anchor="ctr" anchorCtr="1"/>
            <a:lstStyle/>
            <a:p>
              <a:pPr>
                <a:defRPr sz="1000" b="1" i="0" u="none" strike="noStrike" kern="1200" spc="-1" baseline="0">
                  <a:solidFill>
                    <a:srgbClr val="000000"/>
                  </a:solidFill>
                  <a:latin typeface="Calibri"/>
                  <a:ea typeface="+mn-ea"/>
                  <a:cs typeface="+mn-cs"/>
                </a:defRPr>
              </a:pPr>
              <a:endParaRPr lang="en-CH"/>
            </a:p>
          </c:txPr>
        </c:title>
        <c:numFmt formatCode="General" sourceLinked="1"/>
        <c:majorTickMark val="none"/>
        <c:minorTickMark val="none"/>
        <c:tickLblPos val="nextTo"/>
        <c:spPr>
          <a:noFill/>
          <a:ln w="9360" cap="flat" cmpd="sng" algn="ctr">
            <a:solidFill>
              <a:srgbClr val="878787"/>
            </a:solidFill>
            <a:prstDash val="solid"/>
            <a:round/>
          </a:ln>
          <a:effectLst/>
        </c:spPr>
        <c:txPr>
          <a:bodyPr rot="-60000000" spcFirstLastPara="1" vertOverflow="ellipsis" vert="horz" wrap="square" anchor="ctr" anchorCtr="1"/>
          <a:lstStyle/>
          <a:p>
            <a:pPr>
              <a:defRPr sz="1000" b="0" i="0" u="none" strike="noStrike" kern="1200" spc="-1" baseline="0">
                <a:solidFill>
                  <a:srgbClr val="000000"/>
                </a:solidFill>
                <a:latin typeface="Calibri"/>
                <a:ea typeface="+mn-ea"/>
                <a:cs typeface="+mn-cs"/>
              </a:defRPr>
            </a:pPr>
            <a:endParaRPr lang="en-CH"/>
          </a:p>
        </c:txPr>
        <c:crossAx val="64474180"/>
        <c:crosses val="autoZero"/>
        <c:auto val="0"/>
        <c:lblAlgn val="ctr"/>
        <c:lblOffset val="100"/>
        <c:noMultiLvlLbl val="0"/>
      </c:catAx>
      <c:valAx>
        <c:axId val="64474180"/>
        <c:scaling>
          <c:orientation val="minMax"/>
          <c:min val="9"/>
        </c:scaling>
        <c:delete val="0"/>
        <c:axPos val="l"/>
        <c:majorGridlines>
          <c:spPr>
            <a:ln w="9360" cap="flat" cmpd="sng" algn="ctr">
              <a:solidFill>
                <a:srgbClr val="878787"/>
              </a:solidFill>
              <a:prstDash val="solid"/>
              <a:round/>
            </a:ln>
            <a:effectLst/>
          </c:spPr>
        </c:majorGridlines>
        <c:title>
          <c:tx>
            <c:rich>
              <a:bodyPr rot="-5400000" spcFirstLastPara="1" vertOverflow="ellipsis" vert="horz" wrap="square" anchor="ctr" anchorCtr="1"/>
              <a:lstStyle/>
              <a:p>
                <a:pPr>
                  <a:defRPr sz="1000" b="1" i="0" u="none" strike="noStrike" kern="1200" spc="-1" baseline="0">
                    <a:solidFill>
                      <a:srgbClr val="000000"/>
                    </a:solidFill>
                    <a:latin typeface="Calibri"/>
                    <a:ea typeface="+mn-ea"/>
                    <a:cs typeface="+mn-cs"/>
                  </a:defRPr>
                </a:pPr>
                <a:r>
                  <a:rPr lang="en-US" sz="2400" b="1" strike="noStrike" spc="-1" dirty="0">
                    <a:solidFill>
                      <a:srgbClr val="000000"/>
                    </a:solidFill>
                    <a:latin typeface="Calibri"/>
                  </a:rPr>
                  <a:t>°C</a:t>
                </a:r>
              </a:p>
            </c:rich>
          </c:tx>
          <c:overlay val="0"/>
          <c:spPr>
            <a:noFill/>
            <a:ln w="0">
              <a:noFill/>
            </a:ln>
            <a:effectLst/>
          </c:spPr>
          <c:txPr>
            <a:bodyPr rot="-5400000" spcFirstLastPara="1" vertOverflow="ellipsis" vert="horz" wrap="square" anchor="ctr" anchorCtr="1"/>
            <a:lstStyle/>
            <a:p>
              <a:pPr>
                <a:defRPr sz="1000" b="1" i="0" u="none" strike="noStrike" kern="1200" spc="-1" baseline="0">
                  <a:solidFill>
                    <a:srgbClr val="000000"/>
                  </a:solidFill>
                  <a:latin typeface="Calibri"/>
                  <a:ea typeface="+mn-ea"/>
                  <a:cs typeface="+mn-cs"/>
                </a:defRPr>
              </a:pPr>
              <a:endParaRPr lang="en-CH"/>
            </a:p>
          </c:txPr>
        </c:title>
        <c:numFmt formatCode="0.00" sourceLinked="1"/>
        <c:majorTickMark val="none"/>
        <c:minorTickMark val="none"/>
        <c:tickLblPos val="nextTo"/>
        <c:spPr>
          <a:noFill/>
          <a:ln w="9360" cap="flat" cmpd="sng" algn="ctr">
            <a:solidFill>
              <a:srgbClr val="878787"/>
            </a:solidFill>
            <a:prstDash val="solid"/>
            <a:round/>
          </a:ln>
          <a:effectLst/>
        </c:spPr>
        <c:txPr>
          <a:bodyPr rot="-60000000" spcFirstLastPara="1" vertOverflow="ellipsis" vert="horz" wrap="square" anchor="ctr" anchorCtr="1"/>
          <a:lstStyle/>
          <a:p>
            <a:pPr>
              <a:defRPr sz="1000" b="0" i="0" u="none" strike="noStrike" kern="1200" spc="-1" baseline="0">
                <a:solidFill>
                  <a:srgbClr val="000000"/>
                </a:solidFill>
                <a:latin typeface="Calibri"/>
                <a:ea typeface="+mn-ea"/>
                <a:cs typeface="+mn-cs"/>
              </a:defRPr>
            </a:pPr>
            <a:endParaRPr lang="en-CH"/>
          </a:p>
        </c:txPr>
        <c:crossAx val="93461051"/>
        <c:crosses val="autoZero"/>
        <c:crossBetween val="between"/>
      </c:valAx>
      <c:spPr>
        <a:noFill/>
        <a:ln w="0">
          <a:noFill/>
        </a:ln>
        <a:effectLst/>
      </c:spPr>
    </c:plotArea>
    <c:plotVisOnly val="1"/>
    <c:dispBlanksAs val="zero"/>
    <c:showDLblsOverMax val="1"/>
  </c:chart>
  <c:spPr>
    <a:solidFill>
      <a:srgbClr val="FFFFFF"/>
    </a:solidFill>
    <a:ln w="9360" cap="flat" cmpd="sng" algn="ctr">
      <a:solidFill>
        <a:srgbClr val="D9D9D9"/>
      </a:solidFill>
      <a:prstDash val="solid"/>
      <a:round/>
    </a:ln>
    <a:effectLst/>
  </c:spPr>
  <c:txPr>
    <a:bodyPr/>
    <a:lstStyle/>
    <a:p>
      <a:pPr>
        <a:defRPr/>
      </a:pPr>
      <a:endParaRPr lang="en-CH"/>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800" b="1" i="0" u="none" strike="noStrike" kern="1200" spc="-1" baseline="0">
                <a:solidFill>
                  <a:srgbClr val="000000"/>
                </a:solidFill>
                <a:latin typeface="Calibri"/>
                <a:ea typeface="+mn-ea"/>
                <a:cs typeface="+mn-cs"/>
              </a:defRPr>
            </a:pPr>
            <a:r>
              <a:rPr lang="en-US" sz="1800" b="1" strike="noStrike" spc="-1">
                <a:solidFill>
                  <a:srgbClr val="000000"/>
                </a:solidFill>
                <a:latin typeface="Calibri"/>
              </a:rPr>
              <a:t>Mean annual temperature: Geneva</a:t>
            </a:r>
          </a:p>
        </c:rich>
      </c:tx>
      <c:overlay val="0"/>
      <c:spPr>
        <a:noFill/>
        <a:ln w="0">
          <a:noFill/>
        </a:ln>
        <a:effectLst/>
      </c:spPr>
      <c:txPr>
        <a:bodyPr rot="0" spcFirstLastPara="1" vertOverflow="ellipsis" vert="horz" wrap="square" anchor="ctr" anchorCtr="1"/>
        <a:lstStyle/>
        <a:p>
          <a:pPr>
            <a:defRPr sz="1800" b="1" i="0" u="none" strike="noStrike" kern="1200" spc="-1" baseline="0">
              <a:solidFill>
                <a:srgbClr val="000000"/>
              </a:solidFill>
              <a:latin typeface="Calibri"/>
              <a:ea typeface="+mn-ea"/>
              <a:cs typeface="+mn-cs"/>
            </a:defRPr>
          </a:pPr>
          <a:endParaRPr lang="en-CH"/>
        </a:p>
      </c:txPr>
    </c:title>
    <c:autoTitleDeleted val="0"/>
    <c:plotArea>
      <c:layout/>
      <c:lineChart>
        <c:grouping val="standard"/>
        <c:varyColors val="0"/>
        <c:ser>
          <c:idx val="0"/>
          <c:order val="0"/>
          <c:tx>
            <c:strRef>
              <c:f>Geneva!$B$4</c:f>
              <c:strCache>
                <c:ptCount val="1"/>
                <c:pt idx="0">
                  <c:v>Annual mean (°C)</c:v>
                </c:pt>
              </c:strCache>
            </c:strRef>
          </c:tx>
          <c:spPr>
            <a:ln w="19050" cap="rnd" cmpd="sng" algn="ctr">
              <a:solidFill>
                <a:schemeClr val="dk1">
                  <a:tint val="88500"/>
                </a:schemeClr>
              </a:solidFill>
              <a:prstDash val="solid"/>
              <a:round/>
            </a:ln>
            <a:effectLst/>
          </c:spPr>
          <c:marker>
            <c:symbol val="none"/>
          </c:marker>
          <c:dLbls>
            <c:spPr>
              <a:noFill/>
              <a:ln>
                <a:noFill/>
              </a:ln>
              <a:effectLst/>
            </c:spPr>
            <c:txPr>
              <a:bodyPr rot="0" spcFirstLastPara="1" vertOverflow="ellipsis" vert="horz" wrap="none" anchor="ctr" anchorCtr="1"/>
              <a:lstStyle/>
              <a:p>
                <a:pPr>
                  <a:defRPr sz="1000" b="0" i="0" u="none" strike="noStrike" kern="1200" spc="-1" baseline="0">
                    <a:solidFill>
                      <a:schemeClr val="tx1"/>
                    </a:solidFill>
                    <a:latin typeface="Arial"/>
                    <a:ea typeface="+mn-ea"/>
                    <a:cs typeface="+mn-cs"/>
                  </a:defRPr>
                </a:pPr>
                <a:endParaRPr lang="en-CH"/>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numRef>
              <c:f>Geneva!$A$5:$A$90</c:f>
              <c:numCache>
                <c:formatCode>General</c:formatCode>
                <c:ptCount val="86"/>
                <c:pt idx="0">
                  <c:v>1940</c:v>
                </c:pt>
                <c:pt idx="1">
                  <c:v>1941</c:v>
                </c:pt>
                <c:pt idx="2">
                  <c:v>1942</c:v>
                </c:pt>
                <c:pt idx="3">
                  <c:v>1943</c:v>
                </c:pt>
                <c:pt idx="4">
                  <c:v>1944</c:v>
                </c:pt>
                <c:pt idx="5">
                  <c:v>1945</c:v>
                </c:pt>
                <c:pt idx="6">
                  <c:v>1946</c:v>
                </c:pt>
                <c:pt idx="7">
                  <c:v>1947</c:v>
                </c:pt>
                <c:pt idx="8">
                  <c:v>1948</c:v>
                </c:pt>
                <c:pt idx="9">
                  <c:v>1949</c:v>
                </c:pt>
                <c:pt idx="10">
                  <c:v>1950</c:v>
                </c:pt>
                <c:pt idx="11">
                  <c:v>1951</c:v>
                </c:pt>
                <c:pt idx="12">
                  <c:v>1952</c:v>
                </c:pt>
                <c:pt idx="13">
                  <c:v>1953</c:v>
                </c:pt>
                <c:pt idx="14">
                  <c:v>1954</c:v>
                </c:pt>
                <c:pt idx="15">
                  <c:v>1955</c:v>
                </c:pt>
                <c:pt idx="16">
                  <c:v>1956</c:v>
                </c:pt>
                <c:pt idx="17">
                  <c:v>1957</c:v>
                </c:pt>
                <c:pt idx="18">
                  <c:v>1958</c:v>
                </c:pt>
                <c:pt idx="19">
                  <c:v>1959</c:v>
                </c:pt>
                <c:pt idx="20">
                  <c:v>1960</c:v>
                </c:pt>
                <c:pt idx="21">
                  <c:v>1961</c:v>
                </c:pt>
                <c:pt idx="22">
                  <c:v>1962</c:v>
                </c:pt>
                <c:pt idx="23">
                  <c:v>1963</c:v>
                </c:pt>
                <c:pt idx="24">
                  <c:v>1964</c:v>
                </c:pt>
                <c:pt idx="25">
                  <c:v>1965</c:v>
                </c:pt>
                <c:pt idx="26">
                  <c:v>1966</c:v>
                </c:pt>
                <c:pt idx="27">
                  <c:v>1967</c:v>
                </c:pt>
                <c:pt idx="28">
                  <c:v>1968</c:v>
                </c:pt>
                <c:pt idx="29">
                  <c:v>1969</c:v>
                </c:pt>
                <c:pt idx="30">
                  <c:v>1970</c:v>
                </c:pt>
                <c:pt idx="31">
                  <c:v>1971</c:v>
                </c:pt>
                <c:pt idx="32">
                  <c:v>1972</c:v>
                </c:pt>
                <c:pt idx="33">
                  <c:v>1973</c:v>
                </c:pt>
                <c:pt idx="34">
                  <c:v>1974</c:v>
                </c:pt>
                <c:pt idx="35">
                  <c:v>1975</c:v>
                </c:pt>
                <c:pt idx="36">
                  <c:v>1976</c:v>
                </c:pt>
                <c:pt idx="37">
                  <c:v>1977</c:v>
                </c:pt>
                <c:pt idx="38">
                  <c:v>1978</c:v>
                </c:pt>
                <c:pt idx="39">
                  <c:v>1979</c:v>
                </c:pt>
                <c:pt idx="40">
                  <c:v>1980</c:v>
                </c:pt>
                <c:pt idx="41">
                  <c:v>1981</c:v>
                </c:pt>
                <c:pt idx="42">
                  <c:v>1982</c:v>
                </c:pt>
                <c:pt idx="43">
                  <c:v>1983</c:v>
                </c:pt>
                <c:pt idx="44">
                  <c:v>1984</c:v>
                </c:pt>
                <c:pt idx="45">
                  <c:v>1985</c:v>
                </c:pt>
                <c:pt idx="46">
                  <c:v>1986</c:v>
                </c:pt>
                <c:pt idx="47">
                  <c:v>1987</c:v>
                </c:pt>
                <c:pt idx="48">
                  <c:v>1988</c:v>
                </c:pt>
                <c:pt idx="49">
                  <c:v>1989</c:v>
                </c:pt>
                <c:pt idx="50">
                  <c:v>1990</c:v>
                </c:pt>
                <c:pt idx="51">
                  <c:v>1991</c:v>
                </c:pt>
                <c:pt idx="52">
                  <c:v>1992</c:v>
                </c:pt>
                <c:pt idx="53">
                  <c:v>1993</c:v>
                </c:pt>
                <c:pt idx="54">
                  <c:v>1994</c:v>
                </c:pt>
                <c:pt idx="55">
                  <c:v>1995</c:v>
                </c:pt>
                <c:pt idx="56">
                  <c:v>1996</c:v>
                </c:pt>
                <c:pt idx="57">
                  <c:v>1997</c:v>
                </c:pt>
                <c:pt idx="58">
                  <c:v>1998</c:v>
                </c:pt>
                <c:pt idx="59">
                  <c:v>1999</c:v>
                </c:pt>
                <c:pt idx="60">
                  <c:v>2000</c:v>
                </c:pt>
                <c:pt idx="61">
                  <c:v>2001</c:v>
                </c:pt>
                <c:pt idx="62">
                  <c:v>2002</c:v>
                </c:pt>
                <c:pt idx="63">
                  <c:v>2003</c:v>
                </c:pt>
                <c:pt idx="64">
                  <c:v>2004</c:v>
                </c:pt>
                <c:pt idx="65">
                  <c:v>2005</c:v>
                </c:pt>
                <c:pt idx="66">
                  <c:v>2006</c:v>
                </c:pt>
                <c:pt idx="67">
                  <c:v>2007</c:v>
                </c:pt>
                <c:pt idx="68">
                  <c:v>2008</c:v>
                </c:pt>
                <c:pt idx="69">
                  <c:v>2009</c:v>
                </c:pt>
                <c:pt idx="70">
                  <c:v>2010</c:v>
                </c:pt>
                <c:pt idx="71">
                  <c:v>2011</c:v>
                </c:pt>
                <c:pt idx="72">
                  <c:v>2012</c:v>
                </c:pt>
                <c:pt idx="73">
                  <c:v>2013</c:v>
                </c:pt>
                <c:pt idx="74">
                  <c:v>2014</c:v>
                </c:pt>
                <c:pt idx="75">
                  <c:v>2015</c:v>
                </c:pt>
                <c:pt idx="76">
                  <c:v>2016</c:v>
                </c:pt>
                <c:pt idx="77">
                  <c:v>2017</c:v>
                </c:pt>
                <c:pt idx="78">
                  <c:v>2018</c:v>
                </c:pt>
                <c:pt idx="79">
                  <c:v>2019</c:v>
                </c:pt>
                <c:pt idx="80">
                  <c:v>2020</c:v>
                </c:pt>
                <c:pt idx="81">
                  <c:v>2021</c:v>
                </c:pt>
                <c:pt idx="82">
                  <c:v>2022</c:v>
                </c:pt>
                <c:pt idx="83">
                  <c:v>2023</c:v>
                </c:pt>
                <c:pt idx="84">
                  <c:v>2024</c:v>
                </c:pt>
                <c:pt idx="85">
                  <c:v>2025</c:v>
                </c:pt>
              </c:numCache>
            </c:numRef>
          </c:cat>
          <c:val>
            <c:numRef>
              <c:f>Geneva!$B$5:$B$90</c:f>
              <c:numCache>
                <c:formatCode>0.00</c:formatCode>
                <c:ptCount val="86"/>
                <c:pt idx="0">
                  <c:v>10.395</c:v>
                </c:pt>
                <c:pt idx="1">
                  <c:v>9.9749999999999996</c:v>
                </c:pt>
                <c:pt idx="2">
                  <c:v>11.255000000000001</c:v>
                </c:pt>
                <c:pt idx="3">
                  <c:v>11.64</c:v>
                </c:pt>
                <c:pt idx="4">
                  <c:v>10.557</c:v>
                </c:pt>
                <c:pt idx="5">
                  <c:v>11.688000000000001</c:v>
                </c:pt>
                <c:pt idx="6">
                  <c:v>11.65</c:v>
                </c:pt>
                <c:pt idx="7">
                  <c:v>12.33</c:v>
                </c:pt>
                <c:pt idx="8">
                  <c:v>11.791</c:v>
                </c:pt>
                <c:pt idx="9">
                  <c:v>12.125999999999999</c:v>
                </c:pt>
                <c:pt idx="10">
                  <c:v>11.468999999999999</c:v>
                </c:pt>
                <c:pt idx="11">
                  <c:v>10.954000000000001</c:v>
                </c:pt>
                <c:pt idx="12">
                  <c:v>10.837</c:v>
                </c:pt>
                <c:pt idx="13">
                  <c:v>11.407999999999999</c:v>
                </c:pt>
                <c:pt idx="14">
                  <c:v>10.167999999999999</c:v>
                </c:pt>
                <c:pt idx="15">
                  <c:v>11.097</c:v>
                </c:pt>
                <c:pt idx="16">
                  <c:v>9.8439999999999994</c:v>
                </c:pt>
                <c:pt idx="17">
                  <c:v>11.542</c:v>
                </c:pt>
                <c:pt idx="18">
                  <c:v>11.028</c:v>
                </c:pt>
                <c:pt idx="19">
                  <c:v>12.003</c:v>
                </c:pt>
                <c:pt idx="20">
                  <c:v>11.250999999999999</c:v>
                </c:pt>
                <c:pt idx="21">
                  <c:v>12.288</c:v>
                </c:pt>
                <c:pt idx="22">
                  <c:v>10.391</c:v>
                </c:pt>
                <c:pt idx="23">
                  <c:v>10.201000000000001</c:v>
                </c:pt>
                <c:pt idx="24">
                  <c:v>11.324999999999999</c:v>
                </c:pt>
                <c:pt idx="25">
                  <c:v>10.119</c:v>
                </c:pt>
                <c:pt idx="26">
                  <c:v>10.974</c:v>
                </c:pt>
                <c:pt idx="27">
                  <c:v>11.536</c:v>
                </c:pt>
                <c:pt idx="28">
                  <c:v>10.962</c:v>
                </c:pt>
                <c:pt idx="29">
                  <c:v>10.837999999999999</c:v>
                </c:pt>
                <c:pt idx="30">
                  <c:v>10.675000000000001</c:v>
                </c:pt>
                <c:pt idx="31">
                  <c:v>11.58</c:v>
                </c:pt>
                <c:pt idx="32">
                  <c:v>11.172000000000001</c:v>
                </c:pt>
                <c:pt idx="33">
                  <c:v>11.183</c:v>
                </c:pt>
                <c:pt idx="34">
                  <c:v>11.164</c:v>
                </c:pt>
                <c:pt idx="35">
                  <c:v>11.319000000000001</c:v>
                </c:pt>
                <c:pt idx="36">
                  <c:v>11.519</c:v>
                </c:pt>
                <c:pt idx="37">
                  <c:v>11.238</c:v>
                </c:pt>
                <c:pt idx="38">
                  <c:v>10.797000000000001</c:v>
                </c:pt>
                <c:pt idx="39">
                  <c:v>11.19</c:v>
                </c:pt>
                <c:pt idx="40">
                  <c:v>10.529</c:v>
                </c:pt>
                <c:pt idx="41">
                  <c:v>11.122999999999999</c:v>
                </c:pt>
                <c:pt idx="42">
                  <c:v>12.045</c:v>
                </c:pt>
                <c:pt idx="43">
                  <c:v>12.102</c:v>
                </c:pt>
                <c:pt idx="44">
                  <c:v>11.057</c:v>
                </c:pt>
                <c:pt idx="45">
                  <c:v>11.192</c:v>
                </c:pt>
                <c:pt idx="46">
                  <c:v>11.502000000000001</c:v>
                </c:pt>
                <c:pt idx="47">
                  <c:v>11.446</c:v>
                </c:pt>
                <c:pt idx="48">
                  <c:v>12.145</c:v>
                </c:pt>
                <c:pt idx="49">
                  <c:v>12.967000000000001</c:v>
                </c:pt>
                <c:pt idx="50">
                  <c:v>12.664</c:v>
                </c:pt>
                <c:pt idx="51">
                  <c:v>12.058</c:v>
                </c:pt>
                <c:pt idx="52">
                  <c:v>12.438000000000001</c:v>
                </c:pt>
                <c:pt idx="53">
                  <c:v>12.03</c:v>
                </c:pt>
                <c:pt idx="54">
                  <c:v>13.337</c:v>
                </c:pt>
                <c:pt idx="55">
                  <c:v>12.209</c:v>
                </c:pt>
                <c:pt idx="56">
                  <c:v>11.564</c:v>
                </c:pt>
                <c:pt idx="57">
                  <c:v>13.102</c:v>
                </c:pt>
                <c:pt idx="58">
                  <c:v>12.396000000000001</c:v>
                </c:pt>
                <c:pt idx="59">
                  <c:v>12.305</c:v>
                </c:pt>
                <c:pt idx="60">
                  <c:v>13.068</c:v>
                </c:pt>
                <c:pt idx="61">
                  <c:v>12.48</c:v>
                </c:pt>
                <c:pt idx="62">
                  <c:v>12.861000000000001</c:v>
                </c:pt>
                <c:pt idx="63">
                  <c:v>13.676</c:v>
                </c:pt>
                <c:pt idx="64">
                  <c:v>12.178000000000001</c:v>
                </c:pt>
                <c:pt idx="65">
                  <c:v>12.029</c:v>
                </c:pt>
                <c:pt idx="66">
                  <c:v>13.039</c:v>
                </c:pt>
                <c:pt idx="67">
                  <c:v>12.771000000000001</c:v>
                </c:pt>
                <c:pt idx="68">
                  <c:v>12.512</c:v>
                </c:pt>
                <c:pt idx="69">
                  <c:v>13.151</c:v>
                </c:pt>
                <c:pt idx="70">
                  <c:v>11.686999999999999</c:v>
                </c:pt>
                <c:pt idx="71">
                  <c:v>13.853</c:v>
                </c:pt>
                <c:pt idx="72">
                  <c:v>12.77</c:v>
                </c:pt>
                <c:pt idx="73">
                  <c:v>12.164999999999999</c:v>
                </c:pt>
                <c:pt idx="74">
                  <c:v>13.781000000000001</c:v>
                </c:pt>
                <c:pt idx="75">
                  <c:v>14.034000000000001</c:v>
                </c:pt>
                <c:pt idx="76">
                  <c:v>13.007</c:v>
                </c:pt>
                <c:pt idx="77">
                  <c:v>13.442</c:v>
                </c:pt>
                <c:pt idx="78">
                  <c:v>14.318</c:v>
                </c:pt>
                <c:pt idx="79">
                  <c:v>13.808</c:v>
                </c:pt>
                <c:pt idx="80">
                  <c:v>14.243</c:v>
                </c:pt>
                <c:pt idx="81">
                  <c:v>12.928000000000001</c:v>
                </c:pt>
                <c:pt idx="82">
                  <c:v>15.311</c:v>
                </c:pt>
                <c:pt idx="83">
                  <c:v>14.465</c:v>
                </c:pt>
                <c:pt idx="84">
                  <c:v>14.025</c:v>
                </c:pt>
                <c:pt idx="85">
                  <c:v>14.512</c:v>
                </c:pt>
              </c:numCache>
            </c:numRef>
          </c:val>
          <c:smooth val="0"/>
          <c:extLst>
            <c:ext xmlns:c16="http://schemas.microsoft.com/office/drawing/2014/chart" uri="{C3380CC4-5D6E-409C-BE32-E72D297353CC}">
              <c16:uniqueId val="{00000000-A0E8-415E-9784-BA9F710918BF}"/>
            </c:ext>
          </c:extLst>
        </c:ser>
        <c:dLbls>
          <c:showLegendKey val="0"/>
          <c:showVal val="0"/>
          <c:showCatName val="0"/>
          <c:showSerName val="0"/>
          <c:showPercent val="0"/>
          <c:showBubbleSize val="0"/>
        </c:dLbls>
        <c:hiLowLines>
          <c:spPr>
            <a:ln w="0" cap="flat" cmpd="sng" algn="ctr">
              <a:noFill/>
              <a:prstDash val="solid"/>
              <a:round/>
            </a:ln>
            <a:effectLst/>
          </c:spPr>
        </c:hiLowLines>
        <c:smooth val="0"/>
        <c:axId val="93461051"/>
        <c:axId val="64474180"/>
      </c:lineChart>
      <c:catAx>
        <c:axId val="93461051"/>
        <c:scaling>
          <c:orientation val="minMax"/>
        </c:scaling>
        <c:delete val="0"/>
        <c:axPos val="b"/>
        <c:title>
          <c:tx>
            <c:rich>
              <a:bodyPr rot="0" spcFirstLastPara="1" vertOverflow="ellipsis" vert="horz" wrap="square" anchor="ctr" anchorCtr="1"/>
              <a:lstStyle/>
              <a:p>
                <a:pPr>
                  <a:defRPr sz="1000" b="1" i="0" u="none" strike="noStrike" kern="1200" spc="-1" baseline="0">
                    <a:solidFill>
                      <a:srgbClr val="000000"/>
                    </a:solidFill>
                    <a:latin typeface="Calibri"/>
                    <a:ea typeface="+mn-ea"/>
                    <a:cs typeface="+mn-cs"/>
                  </a:defRPr>
                </a:pPr>
                <a:r>
                  <a:rPr lang="en-US" sz="2400" b="1" strike="noStrike" spc="-1" dirty="0">
                    <a:solidFill>
                      <a:srgbClr val="000000"/>
                    </a:solidFill>
                    <a:latin typeface="Calibri"/>
                  </a:rPr>
                  <a:t>Year</a:t>
                </a:r>
              </a:p>
            </c:rich>
          </c:tx>
          <c:overlay val="0"/>
          <c:spPr>
            <a:noFill/>
            <a:ln w="0">
              <a:noFill/>
            </a:ln>
            <a:effectLst/>
          </c:spPr>
          <c:txPr>
            <a:bodyPr rot="0" spcFirstLastPara="1" vertOverflow="ellipsis" vert="horz" wrap="square" anchor="ctr" anchorCtr="1"/>
            <a:lstStyle/>
            <a:p>
              <a:pPr>
                <a:defRPr sz="1000" b="1" i="0" u="none" strike="noStrike" kern="1200" spc="-1" baseline="0">
                  <a:solidFill>
                    <a:srgbClr val="000000"/>
                  </a:solidFill>
                  <a:latin typeface="Calibri"/>
                  <a:ea typeface="+mn-ea"/>
                  <a:cs typeface="+mn-cs"/>
                </a:defRPr>
              </a:pPr>
              <a:endParaRPr lang="en-CH"/>
            </a:p>
          </c:txPr>
        </c:title>
        <c:numFmt formatCode="General" sourceLinked="1"/>
        <c:majorTickMark val="none"/>
        <c:minorTickMark val="none"/>
        <c:tickLblPos val="nextTo"/>
        <c:spPr>
          <a:noFill/>
          <a:ln w="9360" cap="flat" cmpd="sng" algn="ctr">
            <a:solidFill>
              <a:srgbClr val="878787"/>
            </a:solidFill>
            <a:prstDash val="solid"/>
            <a:round/>
          </a:ln>
          <a:effectLst/>
        </c:spPr>
        <c:txPr>
          <a:bodyPr rot="-60000000" spcFirstLastPara="1" vertOverflow="ellipsis" vert="horz" wrap="square" anchor="ctr" anchorCtr="1"/>
          <a:lstStyle/>
          <a:p>
            <a:pPr>
              <a:defRPr sz="1000" b="0" i="0" u="none" strike="noStrike" kern="1200" spc="-1" baseline="0">
                <a:solidFill>
                  <a:srgbClr val="000000"/>
                </a:solidFill>
                <a:latin typeface="Calibri"/>
                <a:ea typeface="+mn-ea"/>
                <a:cs typeface="+mn-cs"/>
              </a:defRPr>
            </a:pPr>
            <a:endParaRPr lang="en-CH"/>
          </a:p>
        </c:txPr>
        <c:crossAx val="64474180"/>
        <c:crosses val="autoZero"/>
        <c:auto val="0"/>
        <c:lblAlgn val="ctr"/>
        <c:lblOffset val="100"/>
        <c:noMultiLvlLbl val="0"/>
      </c:catAx>
      <c:valAx>
        <c:axId val="64474180"/>
        <c:scaling>
          <c:orientation val="minMax"/>
          <c:min val="9"/>
        </c:scaling>
        <c:delete val="0"/>
        <c:axPos val="l"/>
        <c:majorGridlines>
          <c:spPr>
            <a:ln w="9360" cap="flat" cmpd="sng" algn="ctr">
              <a:solidFill>
                <a:srgbClr val="878787"/>
              </a:solidFill>
              <a:prstDash val="solid"/>
              <a:round/>
            </a:ln>
            <a:effectLst/>
          </c:spPr>
        </c:majorGridlines>
        <c:title>
          <c:tx>
            <c:rich>
              <a:bodyPr rot="-5400000" spcFirstLastPara="1" vertOverflow="ellipsis" vert="horz" wrap="square" anchor="ctr" anchorCtr="1"/>
              <a:lstStyle/>
              <a:p>
                <a:pPr>
                  <a:defRPr sz="1000" b="1" i="0" u="none" strike="noStrike" kern="1200" spc="-1" baseline="0">
                    <a:solidFill>
                      <a:srgbClr val="000000"/>
                    </a:solidFill>
                    <a:latin typeface="Calibri"/>
                    <a:ea typeface="+mn-ea"/>
                    <a:cs typeface="+mn-cs"/>
                  </a:defRPr>
                </a:pPr>
                <a:r>
                  <a:rPr lang="en-US" sz="2400" b="1" strike="noStrike" spc="-1" dirty="0">
                    <a:solidFill>
                      <a:srgbClr val="000000"/>
                    </a:solidFill>
                    <a:latin typeface="Calibri"/>
                  </a:rPr>
                  <a:t>°C</a:t>
                </a:r>
              </a:p>
            </c:rich>
          </c:tx>
          <c:overlay val="0"/>
          <c:spPr>
            <a:noFill/>
            <a:ln w="0">
              <a:noFill/>
            </a:ln>
            <a:effectLst/>
          </c:spPr>
          <c:txPr>
            <a:bodyPr rot="-5400000" spcFirstLastPara="1" vertOverflow="ellipsis" vert="horz" wrap="square" anchor="ctr" anchorCtr="1"/>
            <a:lstStyle/>
            <a:p>
              <a:pPr>
                <a:defRPr sz="1000" b="1" i="0" u="none" strike="noStrike" kern="1200" spc="-1" baseline="0">
                  <a:solidFill>
                    <a:srgbClr val="000000"/>
                  </a:solidFill>
                  <a:latin typeface="Calibri"/>
                  <a:ea typeface="+mn-ea"/>
                  <a:cs typeface="+mn-cs"/>
                </a:defRPr>
              </a:pPr>
              <a:endParaRPr lang="en-CH"/>
            </a:p>
          </c:txPr>
        </c:title>
        <c:numFmt formatCode="0.00" sourceLinked="1"/>
        <c:majorTickMark val="none"/>
        <c:minorTickMark val="none"/>
        <c:tickLblPos val="nextTo"/>
        <c:spPr>
          <a:noFill/>
          <a:ln w="9360" cap="flat" cmpd="sng" algn="ctr">
            <a:solidFill>
              <a:srgbClr val="878787"/>
            </a:solidFill>
            <a:prstDash val="solid"/>
            <a:round/>
          </a:ln>
          <a:effectLst/>
        </c:spPr>
        <c:txPr>
          <a:bodyPr rot="-60000000" spcFirstLastPara="1" vertOverflow="ellipsis" vert="horz" wrap="square" anchor="ctr" anchorCtr="1"/>
          <a:lstStyle/>
          <a:p>
            <a:pPr>
              <a:defRPr sz="1000" b="0" i="0" u="none" strike="noStrike" kern="1200" spc="-1" baseline="0">
                <a:solidFill>
                  <a:srgbClr val="000000"/>
                </a:solidFill>
                <a:latin typeface="Calibri"/>
                <a:ea typeface="+mn-ea"/>
                <a:cs typeface="+mn-cs"/>
              </a:defRPr>
            </a:pPr>
            <a:endParaRPr lang="en-CH"/>
          </a:p>
        </c:txPr>
        <c:crossAx val="93461051"/>
        <c:crosses val="autoZero"/>
        <c:crossBetween val="between"/>
      </c:valAx>
      <c:spPr>
        <a:noFill/>
        <a:ln w="0">
          <a:noFill/>
        </a:ln>
        <a:effectLst/>
      </c:spPr>
    </c:plotArea>
    <c:plotVisOnly val="1"/>
    <c:dispBlanksAs val="zero"/>
    <c:showDLblsOverMax val="1"/>
  </c:chart>
  <c:spPr>
    <a:solidFill>
      <a:srgbClr val="FFFFFF"/>
    </a:solidFill>
    <a:ln w="9360" cap="flat" cmpd="sng" algn="ctr">
      <a:solidFill>
        <a:srgbClr val="D9D9D9"/>
      </a:solidFill>
      <a:prstDash val="solid"/>
      <a:round/>
    </a:ln>
    <a:effectLst/>
  </c:spPr>
  <c:txPr>
    <a:bodyPr/>
    <a:lstStyle/>
    <a:p>
      <a:pPr>
        <a:defRPr/>
      </a:pPr>
      <a:endParaRPr lang="en-CH"/>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800" b="1" i="0" u="none" strike="noStrike" kern="1200" spc="-1" baseline="0">
                <a:solidFill>
                  <a:srgbClr val="000000"/>
                </a:solidFill>
                <a:latin typeface="Calibri"/>
                <a:ea typeface="+mn-ea"/>
                <a:cs typeface="+mn-cs"/>
              </a:defRPr>
            </a:pPr>
            <a:r>
              <a:rPr lang="en-US" sz="1800" b="1" strike="noStrike" spc="-1">
                <a:solidFill>
                  <a:srgbClr val="000000"/>
                </a:solidFill>
                <a:latin typeface="Calibri"/>
              </a:rPr>
              <a:t>Mean annual temperature: Geneva</a:t>
            </a:r>
          </a:p>
        </c:rich>
      </c:tx>
      <c:overlay val="0"/>
      <c:spPr>
        <a:noFill/>
        <a:ln w="0">
          <a:noFill/>
        </a:ln>
        <a:effectLst/>
      </c:spPr>
      <c:txPr>
        <a:bodyPr rot="0" spcFirstLastPara="1" vertOverflow="ellipsis" vert="horz" wrap="square" anchor="ctr" anchorCtr="1"/>
        <a:lstStyle/>
        <a:p>
          <a:pPr>
            <a:defRPr sz="1800" b="1" i="0" u="none" strike="noStrike" kern="1200" spc="-1" baseline="0">
              <a:solidFill>
                <a:srgbClr val="000000"/>
              </a:solidFill>
              <a:latin typeface="Calibri"/>
              <a:ea typeface="+mn-ea"/>
              <a:cs typeface="+mn-cs"/>
            </a:defRPr>
          </a:pPr>
          <a:endParaRPr lang="en-CH"/>
        </a:p>
      </c:txPr>
    </c:title>
    <c:autoTitleDeleted val="0"/>
    <c:plotArea>
      <c:layout/>
      <c:lineChart>
        <c:grouping val="standard"/>
        <c:varyColors val="0"/>
        <c:ser>
          <c:idx val="0"/>
          <c:order val="0"/>
          <c:tx>
            <c:strRef>
              <c:f>Geneva!$B$4</c:f>
              <c:strCache>
                <c:ptCount val="1"/>
                <c:pt idx="0">
                  <c:v>Annual mean (°C)</c:v>
                </c:pt>
              </c:strCache>
            </c:strRef>
          </c:tx>
          <c:spPr>
            <a:ln w="19050" cap="rnd" cmpd="sng" algn="ctr">
              <a:solidFill>
                <a:schemeClr val="dk1">
                  <a:tint val="88500"/>
                </a:schemeClr>
              </a:solidFill>
              <a:prstDash val="solid"/>
              <a:round/>
            </a:ln>
            <a:effectLst/>
          </c:spPr>
          <c:marker>
            <c:symbol val="none"/>
          </c:marker>
          <c:dLbls>
            <c:spPr>
              <a:noFill/>
              <a:ln>
                <a:noFill/>
              </a:ln>
              <a:effectLst/>
            </c:spPr>
            <c:txPr>
              <a:bodyPr rot="0" spcFirstLastPara="1" vertOverflow="ellipsis" vert="horz" wrap="none" anchor="ctr" anchorCtr="1"/>
              <a:lstStyle/>
              <a:p>
                <a:pPr>
                  <a:defRPr sz="1000" b="0" i="0" u="none" strike="noStrike" kern="1200" spc="-1" baseline="0">
                    <a:solidFill>
                      <a:schemeClr val="tx1"/>
                    </a:solidFill>
                    <a:latin typeface="Arial"/>
                    <a:ea typeface="+mn-ea"/>
                    <a:cs typeface="+mn-cs"/>
                  </a:defRPr>
                </a:pPr>
                <a:endParaRPr lang="en-CH"/>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numRef>
              <c:f>Geneva!$A$5:$A$90</c:f>
              <c:numCache>
                <c:formatCode>General</c:formatCode>
                <c:ptCount val="86"/>
                <c:pt idx="0">
                  <c:v>1940</c:v>
                </c:pt>
                <c:pt idx="1">
                  <c:v>1941</c:v>
                </c:pt>
                <c:pt idx="2">
                  <c:v>1942</c:v>
                </c:pt>
                <c:pt idx="3">
                  <c:v>1943</c:v>
                </c:pt>
                <c:pt idx="4">
                  <c:v>1944</c:v>
                </c:pt>
                <c:pt idx="5">
                  <c:v>1945</c:v>
                </c:pt>
                <c:pt idx="6">
                  <c:v>1946</c:v>
                </c:pt>
                <c:pt idx="7">
                  <c:v>1947</c:v>
                </c:pt>
                <c:pt idx="8">
                  <c:v>1948</c:v>
                </c:pt>
                <c:pt idx="9">
                  <c:v>1949</c:v>
                </c:pt>
                <c:pt idx="10">
                  <c:v>1950</c:v>
                </c:pt>
                <c:pt idx="11">
                  <c:v>1951</c:v>
                </c:pt>
                <c:pt idx="12">
                  <c:v>1952</c:v>
                </c:pt>
                <c:pt idx="13">
                  <c:v>1953</c:v>
                </c:pt>
                <c:pt idx="14">
                  <c:v>1954</c:v>
                </c:pt>
                <c:pt idx="15">
                  <c:v>1955</c:v>
                </c:pt>
                <c:pt idx="16">
                  <c:v>1956</c:v>
                </c:pt>
                <c:pt idx="17">
                  <c:v>1957</c:v>
                </c:pt>
                <c:pt idx="18">
                  <c:v>1958</c:v>
                </c:pt>
                <c:pt idx="19">
                  <c:v>1959</c:v>
                </c:pt>
                <c:pt idx="20">
                  <c:v>1960</c:v>
                </c:pt>
                <c:pt idx="21">
                  <c:v>1961</c:v>
                </c:pt>
                <c:pt idx="22">
                  <c:v>1962</c:v>
                </c:pt>
                <c:pt idx="23">
                  <c:v>1963</c:v>
                </c:pt>
                <c:pt idx="24">
                  <c:v>1964</c:v>
                </c:pt>
                <c:pt idx="25">
                  <c:v>1965</c:v>
                </c:pt>
                <c:pt idx="26">
                  <c:v>1966</c:v>
                </c:pt>
                <c:pt idx="27">
                  <c:v>1967</c:v>
                </c:pt>
                <c:pt idx="28">
                  <c:v>1968</c:v>
                </c:pt>
                <c:pt idx="29">
                  <c:v>1969</c:v>
                </c:pt>
                <c:pt idx="30">
                  <c:v>1970</c:v>
                </c:pt>
                <c:pt idx="31">
                  <c:v>1971</c:v>
                </c:pt>
                <c:pt idx="32">
                  <c:v>1972</c:v>
                </c:pt>
                <c:pt idx="33">
                  <c:v>1973</c:v>
                </c:pt>
                <c:pt idx="34">
                  <c:v>1974</c:v>
                </c:pt>
                <c:pt idx="35">
                  <c:v>1975</c:v>
                </c:pt>
                <c:pt idx="36">
                  <c:v>1976</c:v>
                </c:pt>
                <c:pt idx="37">
                  <c:v>1977</c:v>
                </c:pt>
                <c:pt idx="38">
                  <c:v>1978</c:v>
                </c:pt>
                <c:pt idx="39">
                  <c:v>1979</c:v>
                </c:pt>
                <c:pt idx="40">
                  <c:v>1980</c:v>
                </c:pt>
                <c:pt idx="41">
                  <c:v>1981</c:v>
                </c:pt>
                <c:pt idx="42">
                  <c:v>1982</c:v>
                </c:pt>
                <c:pt idx="43">
                  <c:v>1983</c:v>
                </c:pt>
                <c:pt idx="44">
                  <c:v>1984</c:v>
                </c:pt>
                <c:pt idx="45">
                  <c:v>1985</c:v>
                </c:pt>
                <c:pt idx="46">
                  <c:v>1986</c:v>
                </c:pt>
                <c:pt idx="47">
                  <c:v>1987</c:v>
                </c:pt>
                <c:pt idx="48">
                  <c:v>1988</c:v>
                </c:pt>
                <c:pt idx="49">
                  <c:v>1989</c:v>
                </c:pt>
                <c:pt idx="50">
                  <c:v>1990</c:v>
                </c:pt>
                <c:pt idx="51">
                  <c:v>1991</c:v>
                </c:pt>
                <c:pt idx="52">
                  <c:v>1992</c:v>
                </c:pt>
                <c:pt idx="53">
                  <c:v>1993</c:v>
                </c:pt>
                <c:pt idx="54">
                  <c:v>1994</c:v>
                </c:pt>
                <c:pt idx="55">
                  <c:v>1995</c:v>
                </c:pt>
                <c:pt idx="56">
                  <c:v>1996</c:v>
                </c:pt>
                <c:pt idx="57">
                  <c:v>1997</c:v>
                </c:pt>
                <c:pt idx="58">
                  <c:v>1998</c:v>
                </c:pt>
                <c:pt idx="59">
                  <c:v>1999</c:v>
                </c:pt>
                <c:pt idx="60">
                  <c:v>2000</c:v>
                </c:pt>
                <c:pt idx="61">
                  <c:v>2001</c:v>
                </c:pt>
                <c:pt idx="62">
                  <c:v>2002</c:v>
                </c:pt>
                <c:pt idx="63">
                  <c:v>2003</c:v>
                </c:pt>
                <c:pt idx="64">
                  <c:v>2004</c:v>
                </c:pt>
                <c:pt idx="65">
                  <c:v>2005</c:v>
                </c:pt>
                <c:pt idx="66">
                  <c:v>2006</c:v>
                </c:pt>
                <c:pt idx="67">
                  <c:v>2007</c:v>
                </c:pt>
                <c:pt idx="68">
                  <c:v>2008</c:v>
                </c:pt>
                <c:pt idx="69">
                  <c:v>2009</c:v>
                </c:pt>
                <c:pt idx="70">
                  <c:v>2010</c:v>
                </c:pt>
                <c:pt idx="71">
                  <c:v>2011</c:v>
                </c:pt>
                <c:pt idx="72">
                  <c:v>2012</c:v>
                </c:pt>
                <c:pt idx="73">
                  <c:v>2013</c:v>
                </c:pt>
                <c:pt idx="74">
                  <c:v>2014</c:v>
                </c:pt>
                <c:pt idx="75">
                  <c:v>2015</c:v>
                </c:pt>
                <c:pt idx="76">
                  <c:v>2016</c:v>
                </c:pt>
                <c:pt idx="77">
                  <c:v>2017</c:v>
                </c:pt>
                <c:pt idx="78">
                  <c:v>2018</c:v>
                </c:pt>
                <c:pt idx="79">
                  <c:v>2019</c:v>
                </c:pt>
                <c:pt idx="80">
                  <c:v>2020</c:v>
                </c:pt>
                <c:pt idx="81">
                  <c:v>2021</c:v>
                </c:pt>
                <c:pt idx="82">
                  <c:v>2022</c:v>
                </c:pt>
                <c:pt idx="83">
                  <c:v>2023</c:v>
                </c:pt>
                <c:pt idx="84">
                  <c:v>2024</c:v>
                </c:pt>
                <c:pt idx="85">
                  <c:v>2025</c:v>
                </c:pt>
              </c:numCache>
            </c:numRef>
          </c:cat>
          <c:val>
            <c:numRef>
              <c:f>Geneva!$B$5:$B$90</c:f>
              <c:numCache>
                <c:formatCode>0.00</c:formatCode>
                <c:ptCount val="86"/>
                <c:pt idx="0">
                  <c:v>10.395</c:v>
                </c:pt>
                <c:pt idx="1">
                  <c:v>9.9749999999999996</c:v>
                </c:pt>
                <c:pt idx="2">
                  <c:v>11.255000000000001</c:v>
                </c:pt>
                <c:pt idx="3">
                  <c:v>11.64</c:v>
                </c:pt>
                <c:pt idx="4">
                  <c:v>10.557</c:v>
                </c:pt>
                <c:pt idx="5">
                  <c:v>11.688000000000001</c:v>
                </c:pt>
                <c:pt idx="6">
                  <c:v>11.65</c:v>
                </c:pt>
                <c:pt idx="7">
                  <c:v>12.33</c:v>
                </c:pt>
                <c:pt idx="8">
                  <c:v>11.791</c:v>
                </c:pt>
                <c:pt idx="9">
                  <c:v>12.125999999999999</c:v>
                </c:pt>
                <c:pt idx="10">
                  <c:v>11.468999999999999</c:v>
                </c:pt>
                <c:pt idx="11">
                  <c:v>10.954000000000001</c:v>
                </c:pt>
                <c:pt idx="12">
                  <c:v>10.837</c:v>
                </c:pt>
                <c:pt idx="13">
                  <c:v>11.407999999999999</c:v>
                </c:pt>
                <c:pt idx="14">
                  <c:v>10.167999999999999</c:v>
                </c:pt>
                <c:pt idx="15">
                  <c:v>11.097</c:v>
                </c:pt>
                <c:pt idx="16">
                  <c:v>9.8439999999999994</c:v>
                </c:pt>
                <c:pt idx="17">
                  <c:v>11.542</c:v>
                </c:pt>
                <c:pt idx="18">
                  <c:v>11.028</c:v>
                </c:pt>
                <c:pt idx="19">
                  <c:v>12.003</c:v>
                </c:pt>
                <c:pt idx="20">
                  <c:v>11.250999999999999</c:v>
                </c:pt>
                <c:pt idx="21">
                  <c:v>12.288</c:v>
                </c:pt>
                <c:pt idx="22">
                  <c:v>10.391</c:v>
                </c:pt>
                <c:pt idx="23">
                  <c:v>10.201000000000001</c:v>
                </c:pt>
                <c:pt idx="24">
                  <c:v>11.324999999999999</c:v>
                </c:pt>
                <c:pt idx="25">
                  <c:v>10.119</c:v>
                </c:pt>
                <c:pt idx="26">
                  <c:v>10.974</c:v>
                </c:pt>
                <c:pt idx="27">
                  <c:v>11.536</c:v>
                </c:pt>
                <c:pt idx="28">
                  <c:v>10.962</c:v>
                </c:pt>
                <c:pt idx="29">
                  <c:v>10.837999999999999</c:v>
                </c:pt>
                <c:pt idx="30">
                  <c:v>10.675000000000001</c:v>
                </c:pt>
                <c:pt idx="31">
                  <c:v>11.58</c:v>
                </c:pt>
                <c:pt idx="32">
                  <c:v>11.172000000000001</c:v>
                </c:pt>
                <c:pt idx="33">
                  <c:v>11.183</c:v>
                </c:pt>
                <c:pt idx="34">
                  <c:v>11.164</c:v>
                </c:pt>
                <c:pt idx="35">
                  <c:v>11.319000000000001</c:v>
                </c:pt>
                <c:pt idx="36">
                  <c:v>11.519</c:v>
                </c:pt>
                <c:pt idx="37">
                  <c:v>11.238</c:v>
                </c:pt>
                <c:pt idx="38">
                  <c:v>10.797000000000001</c:v>
                </c:pt>
                <c:pt idx="39">
                  <c:v>11.19</c:v>
                </c:pt>
                <c:pt idx="40">
                  <c:v>10.529</c:v>
                </c:pt>
                <c:pt idx="41">
                  <c:v>11.122999999999999</c:v>
                </c:pt>
                <c:pt idx="42">
                  <c:v>12.045</c:v>
                </c:pt>
                <c:pt idx="43">
                  <c:v>12.102</c:v>
                </c:pt>
                <c:pt idx="44">
                  <c:v>11.057</c:v>
                </c:pt>
                <c:pt idx="45">
                  <c:v>11.192</c:v>
                </c:pt>
                <c:pt idx="46">
                  <c:v>11.502000000000001</c:v>
                </c:pt>
                <c:pt idx="47">
                  <c:v>11.446</c:v>
                </c:pt>
                <c:pt idx="48">
                  <c:v>12.145</c:v>
                </c:pt>
                <c:pt idx="49">
                  <c:v>12.967000000000001</c:v>
                </c:pt>
                <c:pt idx="50">
                  <c:v>12.664</c:v>
                </c:pt>
                <c:pt idx="51">
                  <c:v>12.058</c:v>
                </c:pt>
                <c:pt idx="52">
                  <c:v>12.438000000000001</c:v>
                </c:pt>
                <c:pt idx="53">
                  <c:v>12.03</c:v>
                </c:pt>
                <c:pt idx="54">
                  <c:v>13.337</c:v>
                </c:pt>
                <c:pt idx="55">
                  <c:v>12.209</c:v>
                </c:pt>
                <c:pt idx="56">
                  <c:v>11.564</c:v>
                </c:pt>
                <c:pt idx="57">
                  <c:v>13.102</c:v>
                </c:pt>
                <c:pt idx="58">
                  <c:v>12.396000000000001</c:v>
                </c:pt>
                <c:pt idx="59">
                  <c:v>12.305</c:v>
                </c:pt>
                <c:pt idx="60">
                  <c:v>13.068</c:v>
                </c:pt>
                <c:pt idx="61">
                  <c:v>12.48</c:v>
                </c:pt>
                <c:pt idx="62">
                  <c:v>12.861000000000001</c:v>
                </c:pt>
                <c:pt idx="63">
                  <c:v>13.676</c:v>
                </c:pt>
                <c:pt idx="64">
                  <c:v>12.178000000000001</c:v>
                </c:pt>
                <c:pt idx="65">
                  <c:v>12.029</c:v>
                </c:pt>
                <c:pt idx="66">
                  <c:v>13.039</c:v>
                </c:pt>
                <c:pt idx="67">
                  <c:v>12.771000000000001</c:v>
                </c:pt>
                <c:pt idx="68">
                  <c:v>12.512</c:v>
                </c:pt>
                <c:pt idx="69">
                  <c:v>13.151</c:v>
                </c:pt>
                <c:pt idx="70">
                  <c:v>11.686999999999999</c:v>
                </c:pt>
                <c:pt idx="71">
                  <c:v>13.853</c:v>
                </c:pt>
                <c:pt idx="72">
                  <c:v>12.77</c:v>
                </c:pt>
                <c:pt idx="73">
                  <c:v>12.164999999999999</c:v>
                </c:pt>
                <c:pt idx="74">
                  <c:v>13.781000000000001</c:v>
                </c:pt>
                <c:pt idx="75">
                  <c:v>14.034000000000001</c:v>
                </c:pt>
                <c:pt idx="76">
                  <c:v>13.007</c:v>
                </c:pt>
                <c:pt idx="77">
                  <c:v>13.442</c:v>
                </c:pt>
                <c:pt idx="78">
                  <c:v>14.318</c:v>
                </c:pt>
                <c:pt idx="79">
                  <c:v>13.808</c:v>
                </c:pt>
                <c:pt idx="80">
                  <c:v>14.243</c:v>
                </c:pt>
                <c:pt idx="81">
                  <c:v>12.928000000000001</c:v>
                </c:pt>
                <c:pt idx="82">
                  <c:v>15.311</c:v>
                </c:pt>
                <c:pt idx="83">
                  <c:v>14.465</c:v>
                </c:pt>
                <c:pt idx="84">
                  <c:v>14.025</c:v>
                </c:pt>
                <c:pt idx="85">
                  <c:v>14.512</c:v>
                </c:pt>
              </c:numCache>
            </c:numRef>
          </c:val>
          <c:smooth val="0"/>
          <c:extLst>
            <c:ext xmlns:c16="http://schemas.microsoft.com/office/drawing/2014/chart" uri="{C3380CC4-5D6E-409C-BE32-E72D297353CC}">
              <c16:uniqueId val="{00000000-A0E8-415E-9784-BA9F710918BF}"/>
            </c:ext>
          </c:extLst>
        </c:ser>
        <c:dLbls>
          <c:showLegendKey val="0"/>
          <c:showVal val="0"/>
          <c:showCatName val="0"/>
          <c:showSerName val="0"/>
          <c:showPercent val="0"/>
          <c:showBubbleSize val="0"/>
        </c:dLbls>
        <c:hiLowLines>
          <c:spPr>
            <a:ln w="0" cap="flat" cmpd="sng" algn="ctr">
              <a:noFill/>
              <a:prstDash val="solid"/>
              <a:round/>
            </a:ln>
            <a:effectLst/>
          </c:spPr>
        </c:hiLowLines>
        <c:smooth val="0"/>
        <c:axId val="93461051"/>
        <c:axId val="64474180"/>
      </c:lineChart>
      <c:catAx>
        <c:axId val="93461051"/>
        <c:scaling>
          <c:orientation val="minMax"/>
        </c:scaling>
        <c:delete val="0"/>
        <c:axPos val="b"/>
        <c:title>
          <c:tx>
            <c:rich>
              <a:bodyPr rot="0" spcFirstLastPara="1" vertOverflow="ellipsis" vert="horz" wrap="square" anchor="ctr" anchorCtr="1"/>
              <a:lstStyle/>
              <a:p>
                <a:pPr>
                  <a:defRPr sz="1000" b="1" i="0" u="none" strike="noStrike" kern="1200" spc="-1" baseline="0">
                    <a:solidFill>
                      <a:srgbClr val="000000"/>
                    </a:solidFill>
                    <a:latin typeface="Calibri"/>
                    <a:ea typeface="+mn-ea"/>
                    <a:cs typeface="+mn-cs"/>
                  </a:defRPr>
                </a:pPr>
                <a:r>
                  <a:rPr lang="en-US" sz="2400" b="1" strike="noStrike" spc="-1" dirty="0">
                    <a:solidFill>
                      <a:srgbClr val="000000"/>
                    </a:solidFill>
                    <a:latin typeface="Calibri"/>
                  </a:rPr>
                  <a:t>Year</a:t>
                </a:r>
              </a:p>
            </c:rich>
          </c:tx>
          <c:overlay val="0"/>
          <c:spPr>
            <a:noFill/>
            <a:ln w="0">
              <a:noFill/>
            </a:ln>
            <a:effectLst/>
          </c:spPr>
          <c:txPr>
            <a:bodyPr rot="0" spcFirstLastPara="1" vertOverflow="ellipsis" vert="horz" wrap="square" anchor="ctr" anchorCtr="1"/>
            <a:lstStyle/>
            <a:p>
              <a:pPr>
                <a:defRPr sz="1000" b="1" i="0" u="none" strike="noStrike" kern="1200" spc="-1" baseline="0">
                  <a:solidFill>
                    <a:srgbClr val="000000"/>
                  </a:solidFill>
                  <a:latin typeface="Calibri"/>
                  <a:ea typeface="+mn-ea"/>
                  <a:cs typeface="+mn-cs"/>
                </a:defRPr>
              </a:pPr>
              <a:endParaRPr lang="en-CH"/>
            </a:p>
          </c:txPr>
        </c:title>
        <c:numFmt formatCode="General" sourceLinked="1"/>
        <c:majorTickMark val="none"/>
        <c:minorTickMark val="none"/>
        <c:tickLblPos val="nextTo"/>
        <c:spPr>
          <a:noFill/>
          <a:ln w="9360" cap="flat" cmpd="sng" algn="ctr">
            <a:solidFill>
              <a:srgbClr val="878787"/>
            </a:solidFill>
            <a:prstDash val="solid"/>
            <a:round/>
          </a:ln>
          <a:effectLst/>
        </c:spPr>
        <c:txPr>
          <a:bodyPr rot="-60000000" spcFirstLastPara="1" vertOverflow="ellipsis" vert="horz" wrap="square" anchor="ctr" anchorCtr="1"/>
          <a:lstStyle/>
          <a:p>
            <a:pPr>
              <a:defRPr sz="1000" b="0" i="0" u="none" strike="noStrike" kern="1200" spc="-1" baseline="0">
                <a:solidFill>
                  <a:srgbClr val="000000"/>
                </a:solidFill>
                <a:latin typeface="Calibri"/>
                <a:ea typeface="+mn-ea"/>
                <a:cs typeface="+mn-cs"/>
              </a:defRPr>
            </a:pPr>
            <a:endParaRPr lang="en-CH"/>
          </a:p>
        </c:txPr>
        <c:crossAx val="64474180"/>
        <c:crosses val="autoZero"/>
        <c:auto val="0"/>
        <c:lblAlgn val="ctr"/>
        <c:lblOffset val="100"/>
        <c:noMultiLvlLbl val="0"/>
      </c:catAx>
      <c:valAx>
        <c:axId val="64474180"/>
        <c:scaling>
          <c:orientation val="minMax"/>
          <c:min val="9"/>
        </c:scaling>
        <c:delete val="0"/>
        <c:axPos val="l"/>
        <c:majorGridlines>
          <c:spPr>
            <a:ln w="9360" cap="flat" cmpd="sng" algn="ctr">
              <a:solidFill>
                <a:srgbClr val="878787"/>
              </a:solidFill>
              <a:prstDash val="solid"/>
              <a:round/>
            </a:ln>
            <a:effectLst/>
          </c:spPr>
        </c:majorGridlines>
        <c:title>
          <c:tx>
            <c:rich>
              <a:bodyPr rot="-5400000" spcFirstLastPara="1" vertOverflow="ellipsis" vert="horz" wrap="square" anchor="ctr" anchorCtr="1"/>
              <a:lstStyle/>
              <a:p>
                <a:pPr>
                  <a:defRPr sz="1000" b="1" i="0" u="none" strike="noStrike" kern="1200" spc="-1" baseline="0">
                    <a:solidFill>
                      <a:srgbClr val="000000"/>
                    </a:solidFill>
                    <a:latin typeface="Calibri"/>
                    <a:ea typeface="+mn-ea"/>
                    <a:cs typeface="+mn-cs"/>
                  </a:defRPr>
                </a:pPr>
                <a:r>
                  <a:rPr lang="en-US" sz="2400" b="1" strike="noStrike" spc="-1" dirty="0">
                    <a:solidFill>
                      <a:srgbClr val="000000"/>
                    </a:solidFill>
                    <a:latin typeface="Calibri"/>
                  </a:rPr>
                  <a:t>°C</a:t>
                </a:r>
              </a:p>
            </c:rich>
          </c:tx>
          <c:overlay val="0"/>
          <c:spPr>
            <a:noFill/>
            <a:ln w="0">
              <a:noFill/>
            </a:ln>
            <a:effectLst/>
          </c:spPr>
          <c:txPr>
            <a:bodyPr rot="-5400000" spcFirstLastPara="1" vertOverflow="ellipsis" vert="horz" wrap="square" anchor="ctr" anchorCtr="1"/>
            <a:lstStyle/>
            <a:p>
              <a:pPr>
                <a:defRPr sz="1000" b="1" i="0" u="none" strike="noStrike" kern="1200" spc="-1" baseline="0">
                  <a:solidFill>
                    <a:srgbClr val="000000"/>
                  </a:solidFill>
                  <a:latin typeface="Calibri"/>
                  <a:ea typeface="+mn-ea"/>
                  <a:cs typeface="+mn-cs"/>
                </a:defRPr>
              </a:pPr>
              <a:endParaRPr lang="en-CH"/>
            </a:p>
          </c:txPr>
        </c:title>
        <c:numFmt formatCode="0.00" sourceLinked="1"/>
        <c:majorTickMark val="none"/>
        <c:minorTickMark val="none"/>
        <c:tickLblPos val="nextTo"/>
        <c:spPr>
          <a:noFill/>
          <a:ln w="9360" cap="flat" cmpd="sng" algn="ctr">
            <a:solidFill>
              <a:srgbClr val="878787"/>
            </a:solidFill>
            <a:prstDash val="solid"/>
            <a:round/>
          </a:ln>
          <a:effectLst/>
        </c:spPr>
        <c:txPr>
          <a:bodyPr rot="-60000000" spcFirstLastPara="1" vertOverflow="ellipsis" vert="horz" wrap="square" anchor="ctr" anchorCtr="1"/>
          <a:lstStyle/>
          <a:p>
            <a:pPr>
              <a:defRPr sz="1000" b="0" i="0" u="none" strike="noStrike" kern="1200" spc="-1" baseline="0">
                <a:solidFill>
                  <a:srgbClr val="000000"/>
                </a:solidFill>
                <a:latin typeface="Calibri"/>
                <a:ea typeface="+mn-ea"/>
                <a:cs typeface="+mn-cs"/>
              </a:defRPr>
            </a:pPr>
            <a:endParaRPr lang="en-CH"/>
          </a:p>
        </c:txPr>
        <c:crossAx val="93461051"/>
        <c:crosses val="autoZero"/>
        <c:crossBetween val="between"/>
      </c:valAx>
      <c:spPr>
        <a:noFill/>
        <a:ln w="0">
          <a:noFill/>
        </a:ln>
        <a:effectLst/>
      </c:spPr>
    </c:plotArea>
    <c:plotVisOnly val="1"/>
    <c:dispBlanksAs val="zero"/>
    <c:showDLblsOverMax val="1"/>
  </c:chart>
  <c:spPr>
    <a:solidFill>
      <a:srgbClr val="FFFFFF"/>
    </a:solidFill>
    <a:ln w="9360" cap="flat" cmpd="sng" algn="ctr">
      <a:solidFill>
        <a:srgbClr val="D9D9D9"/>
      </a:solidFill>
      <a:prstDash val="solid"/>
      <a:round/>
    </a:ln>
    <a:effectLst/>
  </c:spPr>
  <c:txPr>
    <a:bodyPr/>
    <a:lstStyle/>
    <a:p>
      <a:pPr>
        <a:defRPr/>
      </a:pPr>
      <a:endParaRPr lang="en-CH"/>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'chart data'!$B$1</c:f>
              <c:strCache>
                <c:ptCount val="1"/>
                <c:pt idx="0">
                  <c:v>Population size</c:v>
                </c:pt>
              </c:strCache>
            </c:strRef>
          </c:tx>
          <c:spPr>
            <a:ln w="38100" cap="rnd">
              <a:solidFill>
                <a:schemeClr val="tx1"/>
              </a:solidFill>
              <a:round/>
            </a:ln>
            <a:effectLst/>
          </c:spPr>
          <c:marker>
            <c:symbol val="none"/>
          </c:marker>
          <c:cat>
            <c:numRef>
              <c:f>'chart data'!$A$2:$A$57</c:f>
              <c:numCache>
                <c:formatCode>General</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'chart data'!$B$2:$B$57</c:f>
              <c:numCache>
                <c:formatCode>General</c:formatCode>
                <c:ptCount val="56"/>
                <c:pt idx="0">
                  <c:v>3810</c:v>
                </c:pt>
                <c:pt idx="1">
                  <c:v>3755</c:v>
                </c:pt>
                <c:pt idx="2">
                  <c:v>3777</c:v>
                </c:pt>
                <c:pt idx="3">
                  <c:v>3760</c:v>
                </c:pt>
                <c:pt idx="4">
                  <c:v>3693</c:v>
                </c:pt>
                <c:pt idx="5">
                  <c:v>3665</c:v>
                </c:pt>
                <c:pt idx="6">
                  <c:v>3687</c:v>
                </c:pt>
                <c:pt idx="7">
                  <c:v>3712</c:v>
                </c:pt>
                <c:pt idx="8">
                  <c:v>3718</c:v>
                </c:pt>
                <c:pt idx="9">
                  <c:v>3671</c:v>
                </c:pt>
                <c:pt idx="10">
                  <c:v>3641</c:v>
                </c:pt>
                <c:pt idx="11">
                  <c:v>3635</c:v>
                </c:pt>
                <c:pt idx="12">
                  <c:v>3453</c:v>
                </c:pt>
                <c:pt idx="13">
                  <c:v>3433</c:v>
                </c:pt>
                <c:pt idx="14">
                  <c:v>3476</c:v>
                </c:pt>
                <c:pt idx="15">
                  <c:v>3444</c:v>
                </c:pt>
                <c:pt idx="16">
                  <c:v>3465</c:v>
                </c:pt>
                <c:pt idx="17">
                  <c:v>3475</c:v>
                </c:pt>
                <c:pt idx="18">
                  <c:v>3393</c:v>
                </c:pt>
                <c:pt idx="19">
                  <c:v>3081</c:v>
                </c:pt>
                <c:pt idx="20">
                  <c:v>3119</c:v>
                </c:pt>
                <c:pt idx="21">
                  <c:v>3131</c:v>
                </c:pt>
                <c:pt idx="22">
                  <c:v>3160</c:v>
                </c:pt>
                <c:pt idx="23">
                  <c:v>3190</c:v>
                </c:pt>
                <c:pt idx="24">
                  <c:v>2821</c:v>
                </c:pt>
                <c:pt idx="25">
                  <c:v>2932</c:v>
                </c:pt>
                <c:pt idx="26">
                  <c:v>2973</c:v>
                </c:pt>
                <c:pt idx="27">
                  <c:v>2930</c:v>
                </c:pt>
                <c:pt idx="28">
                  <c:v>2940</c:v>
                </c:pt>
                <c:pt idx="29">
                  <c:v>2986</c:v>
                </c:pt>
                <c:pt idx="30">
                  <c:v>2835</c:v>
                </c:pt>
                <c:pt idx="31">
                  <c:v>2812</c:v>
                </c:pt>
                <c:pt idx="32">
                  <c:v>2814</c:v>
                </c:pt>
                <c:pt idx="33">
                  <c:v>2523</c:v>
                </c:pt>
                <c:pt idx="34">
                  <c:v>2527</c:v>
                </c:pt>
                <c:pt idx="35">
                  <c:v>2602</c:v>
                </c:pt>
                <c:pt idx="36">
                  <c:v>2524</c:v>
                </c:pt>
                <c:pt idx="37">
                  <c:v>2484</c:v>
                </c:pt>
                <c:pt idx="38">
                  <c:v>2559</c:v>
                </c:pt>
                <c:pt idx="39">
                  <c:v>2497</c:v>
                </c:pt>
                <c:pt idx="40">
                  <c:v>2459</c:v>
                </c:pt>
                <c:pt idx="41">
                  <c:v>2268</c:v>
                </c:pt>
                <c:pt idx="42">
                  <c:v>2274</c:v>
                </c:pt>
                <c:pt idx="43">
                  <c:v>2261</c:v>
                </c:pt>
                <c:pt idx="44">
                  <c:v>2131</c:v>
                </c:pt>
                <c:pt idx="45">
                  <c:v>2068</c:v>
                </c:pt>
                <c:pt idx="46">
                  <c:v>2120</c:v>
                </c:pt>
                <c:pt idx="47">
                  <c:v>2112</c:v>
                </c:pt>
                <c:pt idx="48">
                  <c:v>1752</c:v>
                </c:pt>
                <c:pt idx="49">
                  <c:v>1755</c:v>
                </c:pt>
                <c:pt idx="50">
                  <c:v>1658</c:v>
                </c:pt>
                <c:pt idx="51">
                  <c:v>1679</c:v>
                </c:pt>
                <c:pt idx="52">
                  <c:v>1319</c:v>
                </c:pt>
                <c:pt idx="53">
                  <c:v>1156</c:v>
                </c:pt>
                <c:pt idx="54">
                  <c:v>1079</c:v>
                </c:pt>
                <c:pt idx="55">
                  <c:v>1048</c:v>
                </c:pt>
              </c:numCache>
            </c:numRef>
          </c:val>
          <c:smooth val="0"/>
          <c:extLst>
            <c:ext xmlns:c16="http://schemas.microsoft.com/office/drawing/2014/chart" uri="{C3380CC4-5D6E-409C-BE32-E72D297353CC}">
              <c16:uniqueId val="{00000000-AC5A-4283-A749-E0818EEF4C46}"/>
            </c:ext>
          </c:extLst>
        </c:ser>
        <c:ser>
          <c:idx val="1"/>
          <c:order val="1"/>
          <c:tx>
            <c:strRef>
              <c:f>'chart data'!$D$1</c:f>
              <c:strCache>
                <c:ptCount val="1"/>
                <c:pt idx="0">
                  <c:v>Marker: predictor year</c:v>
                </c:pt>
              </c:strCache>
            </c:strRef>
          </c:tx>
          <c:spPr>
            <a:ln w="28575" cap="rnd">
              <a:solidFill>
                <a:schemeClr val="accent2"/>
              </a:solidFill>
              <a:round/>
            </a:ln>
            <a:effectLst/>
          </c:spPr>
          <c:marker>
            <c:symbol val="none"/>
          </c:marker>
          <c:dPt>
            <c:idx val="30"/>
            <c:marker>
              <c:symbol val="circle"/>
              <c:size val="10"/>
              <c:spPr>
                <a:solidFill>
                  <a:srgbClr val="2A78D6"/>
                </a:solidFill>
                <a:ln w="25400">
                  <a:solidFill>
                    <a:schemeClr val="bg1"/>
                  </a:solidFill>
                </a:ln>
                <a:effectLst/>
              </c:spPr>
            </c:marker>
            <c:bubble3D val="0"/>
            <c:spPr>
              <a:ln w="28575" cap="rnd">
                <a:noFill/>
                <a:round/>
              </a:ln>
              <a:effectLst/>
            </c:spPr>
            <c:extLst>
              <c:ext xmlns:c16="http://schemas.microsoft.com/office/drawing/2014/chart" uri="{C3380CC4-5D6E-409C-BE32-E72D297353CC}">
                <c16:uniqueId val="{00000002-AC5A-4283-A749-E0818EEF4C46}"/>
              </c:ext>
            </c:extLst>
          </c:dPt>
          <c:errBars>
            <c:errDir val="y"/>
            <c:errBarType val="minus"/>
            <c:errValType val="percentage"/>
            <c:noEndCap val="1"/>
            <c:val val="100"/>
            <c:spPr>
              <a:noFill/>
              <a:ln w="28575" cap="flat" cmpd="sng" algn="ctr">
                <a:solidFill>
                  <a:srgbClr val="2A78D6"/>
                </a:solidFill>
                <a:prstDash val="dash"/>
                <a:round/>
              </a:ln>
              <a:effectLst/>
            </c:spPr>
          </c:errBars>
          <c:cat>
            <c:numRef>
              <c:f>'chart data'!$A$2:$A$57</c:f>
              <c:numCache>
                <c:formatCode>General</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'chart data'!$D$2:$D$57</c:f>
              <c:numCache>
                <c:formatCode>General</c:formatCode>
                <c:ptCount val="56"/>
                <c:pt idx="30">
                  <c:v>2835</c:v>
                </c:pt>
              </c:numCache>
            </c:numRef>
          </c:val>
          <c:smooth val="0"/>
          <c:extLst>
            <c:ext xmlns:c16="http://schemas.microsoft.com/office/drawing/2014/chart" uri="{C3380CC4-5D6E-409C-BE32-E72D297353CC}">
              <c16:uniqueId val="{00000003-AC5A-4283-A749-E0818EEF4C46}"/>
            </c:ext>
          </c:extLst>
        </c:ser>
        <c:ser>
          <c:idx val="2"/>
          <c:order val="2"/>
          <c:tx>
            <c:strRef>
              <c:f>'chart data'!$E$1</c:f>
              <c:strCache>
                <c:ptCount val="1"/>
                <c:pt idx="0">
                  <c:v>Marker: outcome year</c:v>
                </c:pt>
              </c:strCache>
            </c:strRef>
          </c:tx>
          <c:spPr>
            <a:ln w="28575" cap="rnd">
              <a:solidFill>
                <a:schemeClr val="accent3"/>
              </a:solidFill>
              <a:round/>
            </a:ln>
            <a:effectLst/>
          </c:spPr>
          <c:marker>
            <c:symbol val="none"/>
          </c:marker>
          <c:dPt>
            <c:idx val="55"/>
            <c:marker>
              <c:symbol val="circle"/>
              <c:size val="10"/>
              <c:spPr>
                <a:solidFill>
                  <a:srgbClr val="2A78D6"/>
                </a:solidFill>
                <a:ln w="25400">
                  <a:solidFill>
                    <a:schemeClr val="bg1"/>
                  </a:solidFill>
                </a:ln>
                <a:effectLst/>
              </c:spPr>
            </c:marker>
            <c:bubble3D val="0"/>
            <c:spPr>
              <a:ln w="28575" cap="rnd">
                <a:noFill/>
                <a:round/>
              </a:ln>
              <a:effectLst/>
            </c:spPr>
            <c:extLst>
              <c:ext xmlns:c16="http://schemas.microsoft.com/office/drawing/2014/chart" uri="{C3380CC4-5D6E-409C-BE32-E72D297353CC}">
                <c16:uniqueId val="{00000005-AC5A-4283-A749-E0818EEF4C46}"/>
              </c:ext>
            </c:extLst>
          </c:dPt>
          <c:errBars>
            <c:errDir val="y"/>
            <c:errBarType val="minus"/>
            <c:errValType val="percentage"/>
            <c:noEndCap val="0"/>
            <c:val val="100"/>
            <c:spPr>
              <a:noFill/>
              <a:ln w="28575" cap="flat" cmpd="sng" algn="ctr">
                <a:solidFill>
                  <a:srgbClr val="2A78D6"/>
                </a:solidFill>
                <a:prstDash val="dash"/>
                <a:round/>
              </a:ln>
              <a:effectLst/>
            </c:spPr>
          </c:errBars>
          <c:cat>
            <c:numRef>
              <c:f>'chart data'!$A$2:$A$57</c:f>
              <c:numCache>
                <c:formatCode>General</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'chart data'!$E$2:$E$57</c:f>
              <c:numCache>
                <c:formatCode>General</c:formatCode>
                <c:ptCount val="56"/>
                <c:pt idx="55">
                  <c:v>1048</c:v>
                </c:pt>
              </c:numCache>
            </c:numRef>
          </c:val>
          <c:smooth val="0"/>
          <c:extLst>
            <c:ext xmlns:c16="http://schemas.microsoft.com/office/drawing/2014/chart" uri="{C3380CC4-5D6E-409C-BE32-E72D297353CC}">
              <c16:uniqueId val="{00000006-AC5A-4283-A749-E0818EEF4C46}"/>
            </c:ext>
          </c:extLst>
        </c:ser>
        <c:dLbls>
          <c:showLegendKey val="0"/>
          <c:showVal val="0"/>
          <c:showCatName val="0"/>
          <c:showSerName val="0"/>
          <c:showPercent val="0"/>
          <c:showBubbleSize val="0"/>
        </c:dLbls>
        <c:smooth val="0"/>
        <c:axId val="1116241408"/>
        <c:axId val="1113307856"/>
      </c:lineChart>
      <c:catAx>
        <c:axId val="1116241408"/>
        <c:scaling>
          <c:orientation val="minMax"/>
        </c:scaling>
        <c:delete val="0"/>
        <c:axPos val="b"/>
        <c:title>
          <c:tx>
            <c:rich>
              <a:bodyPr rot="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a:t>Year</a:t>
                </a:r>
              </a:p>
            </c:rich>
          </c:tx>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CH"/>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CH"/>
          </a:p>
        </c:txPr>
        <c:crossAx val="1113307856"/>
        <c:crosses val="autoZero"/>
        <c:auto val="1"/>
        <c:lblAlgn val="ctr"/>
        <c:lblOffset val="100"/>
        <c:tickLblSkip val="5"/>
        <c:noMultiLvlLbl val="0"/>
      </c:catAx>
      <c:valAx>
        <c:axId val="1113307856"/>
        <c:scaling>
          <c:orientation val="minMax"/>
          <c:max val="4000"/>
          <c:min val="0"/>
        </c:scaling>
        <c:delete val="0"/>
        <c:axPos val="l"/>
        <c:title>
          <c:tx>
            <c:rich>
              <a:bodyPr rot="-540000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a:t>Population Size</a:t>
                </a:r>
              </a:p>
            </c:rich>
          </c:tx>
          <c:overlay val="0"/>
          <c:spPr>
            <a:noFill/>
            <a:ln>
              <a:noFill/>
            </a:ln>
            <a:effectLst/>
          </c:spPr>
          <c:txPr>
            <a:bodyPr rot="-540000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CH"/>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CH"/>
          </a:p>
        </c:txPr>
        <c:crossAx val="1116241408"/>
        <c:crosses val="autoZero"/>
        <c:crossBetween val="between"/>
      </c:valAx>
      <c:spPr>
        <a:noFill/>
        <a:ln>
          <a:noFill/>
        </a:ln>
        <a:effectLst/>
      </c:spPr>
    </c:plotArea>
    <c:plotVisOnly val="1"/>
    <c:dispBlanksAs val="gap"/>
    <c:showDLblsOverMax val="0"/>
  </c:chart>
  <c:spPr>
    <a:noFill/>
    <a:ln>
      <a:noFill/>
    </a:ln>
    <a:effectLst/>
  </c:spPr>
  <c:txPr>
    <a:bodyPr rot="2700000"/>
    <a:lstStyle/>
    <a:p>
      <a:pPr>
        <a:defRPr sz="2400">
          <a:latin typeface="Arial" panose="020B0604020202020204" pitchFamily="34" charset="0"/>
          <a:cs typeface="Arial" panose="020B0604020202020204" pitchFamily="34" charset="0"/>
        </a:defRPr>
      </a:pPr>
      <a:endParaRPr lang="en-CH"/>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'chart data'!$B$1</c:f>
              <c:strCache>
                <c:ptCount val="1"/>
                <c:pt idx="0">
                  <c:v>Population size</c:v>
                </c:pt>
              </c:strCache>
            </c:strRef>
          </c:tx>
          <c:spPr>
            <a:ln w="38100" cap="rnd">
              <a:solidFill>
                <a:schemeClr val="tx1"/>
              </a:solidFill>
              <a:round/>
            </a:ln>
            <a:effectLst/>
          </c:spPr>
          <c:marker>
            <c:symbol val="none"/>
          </c:marker>
          <c:cat>
            <c:numRef>
              <c:f>'chart data'!$A$2:$A$57</c:f>
              <c:numCache>
                <c:formatCode>General</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'chart data'!$B$2:$B$57</c:f>
              <c:numCache>
                <c:formatCode>General</c:formatCode>
                <c:ptCount val="56"/>
                <c:pt idx="0">
                  <c:v>3810</c:v>
                </c:pt>
                <c:pt idx="1">
                  <c:v>3755</c:v>
                </c:pt>
                <c:pt idx="2">
                  <c:v>3777</c:v>
                </c:pt>
                <c:pt idx="3">
                  <c:v>3760</c:v>
                </c:pt>
                <c:pt idx="4">
                  <c:v>3693</c:v>
                </c:pt>
                <c:pt idx="5">
                  <c:v>3665</c:v>
                </c:pt>
                <c:pt idx="6">
                  <c:v>3687</c:v>
                </c:pt>
                <c:pt idx="7">
                  <c:v>3712</c:v>
                </c:pt>
                <c:pt idx="8">
                  <c:v>3718</c:v>
                </c:pt>
                <c:pt idx="9">
                  <c:v>3671</c:v>
                </c:pt>
                <c:pt idx="10">
                  <c:v>3641</c:v>
                </c:pt>
                <c:pt idx="11">
                  <c:v>3635</c:v>
                </c:pt>
                <c:pt idx="12">
                  <c:v>3453</c:v>
                </c:pt>
                <c:pt idx="13">
                  <c:v>3433</c:v>
                </c:pt>
                <c:pt idx="14">
                  <c:v>3476</c:v>
                </c:pt>
                <c:pt idx="15">
                  <c:v>3444</c:v>
                </c:pt>
                <c:pt idx="16">
                  <c:v>3465</c:v>
                </c:pt>
                <c:pt idx="17">
                  <c:v>3475</c:v>
                </c:pt>
                <c:pt idx="18">
                  <c:v>3393</c:v>
                </c:pt>
                <c:pt idx="19">
                  <c:v>3081</c:v>
                </c:pt>
                <c:pt idx="20">
                  <c:v>3119</c:v>
                </c:pt>
                <c:pt idx="21">
                  <c:v>3131</c:v>
                </c:pt>
                <c:pt idx="22">
                  <c:v>3160</c:v>
                </c:pt>
                <c:pt idx="23">
                  <c:v>3190</c:v>
                </c:pt>
                <c:pt idx="24">
                  <c:v>2821</c:v>
                </c:pt>
                <c:pt idx="25">
                  <c:v>2932</c:v>
                </c:pt>
                <c:pt idx="26">
                  <c:v>2973</c:v>
                </c:pt>
                <c:pt idx="27">
                  <c:v>2930</c:v>
                </c:pt>
                <c:pt idx="28">
                  <c:v>2940</c:v>
                </c:pt>
                <c:pt idx="29">
                  <c:v>2986</c:v>
                </c:pt>
                <c:pt idx="30">
                  <c:v>2835</c:v>
                </c:pt>
                <c:pt idx="31">
                  <c:v>2812</c:v>
                </c:pt>
                <c:pt idx="32">
                  <c:v>2814</c:v>
                </c:pt>
                <c:pt idx="33">
                  <c:v>2523</c:v>
                </c:pt>
                <c:pt idx="34">
                  <c:v>2527</c:v>
                </c:pt>
                <c:pt idx="35">
                  <c:v>2602</c:v>
                </c:pt>
                <c:pt idx="36">
                  <c:v>2524</c:v>
                </c:pt>
                <c:pt idx="37">
                  <c:v>2484</c:v>
                </c:pt>
                <c:pt idx="38">
                  <c:v>2559</c:v>
                </c:pt>
                <c:pt idx="39">
                  <c:v>2497</c:v>
                </c:pt>
                <c:pt idx="40">
                  <c:v>2459</c:v>
                </c:pt>
                <c:pt idx="41">
                  <c:v>2268</c:v>
                </c:pt>
                <c:pt idx="42">
                  <c:v>2274</c:v>
                </c:pt>
                <c:pt idx="43">
                  <c:v>2261</c:v>
                </c:pt>
                <c:pt idx="44">
                  <c:v>2131</c:v>
                </c:pt>
                <c:pt idx="45">
                  <c:v>2068</c:v>
                </c:pt>
                <c:pt idx="46">
                  <c:v>2120</c:v>
                </c:pt>
                <c:pt idx="47">
                  <c:v>2112</c:v>
                </c:pt>
                <c:pt idx="48">
                  <c:v>1752</c:v>
                </c:pt>
                <c:pt idx="49">
                  <c:v>1755</c:v>
                </c:pt>
                <c:pt idx="50">
                  <c:v>1658</c:v>
                </c:pt>
                <c:pt idx="51">
                  <c:v>1679</c:v>
                </c:pt>
                <c:pt idx="52">
                  <c:v>1319</c:v>
                </c:pt>
                <c:pt idx="53">
                  <c:v>1156</c:v>
                </c:pt>
                <c:pt idx="54">
                  <c:v>1079</c:v>
                </c:pt>
                <c:pt idx="55">
                  <c:v>1048</c:v>
                </c:pt>
              </c:numCache>
            </c:numRef>
          </c:val>
          <c:smooth val="0"/>
          <c:extLst>
            <c:ext xmlns:c16="http://schemas.microsoft.com/office/drawing/2014/chart" uri="{C3380CC4-5D6E-409C-BE32-E72D297353CC}">
              <c16:uniqueId val="{00000000-FCB5-4DD8-A6E2-353230694D02}"/>
            </c:ext>
          </c:extLst>
        </c:ser>
        <c:ser>
          <c:idx val="1"/>
          <c:order val="1"/>
          <c:tx>
            <c:strRef>
              <c:f>'chart data'!$D$1</c:f>
              <c:strCache>
                <c:ptCount val="1"/>
                <c:pt idx="0">
                  <c:v>Marker: predictor year</c:v>
                </c:pt>
              </c:strCache>
            </c:strRef>
          </c:tx>
          <c:spPr>
            <a:ln w="28575" cap="rnd">
              <a:solidFill>
                <a:schemeClr val="accent2"/>
              </a:solidFill>
              <a:round/>
            </a:ln>
            <a:effectLst/>
          </c:spPr>
          <c:marker>
            <c:symbol val="none"/>
          </c:marker>
          <c:dPt>
            <c:idx val="30"/>
            <c:marker>
              <c:symbol val="circle"/>
              <c:size val="10"/>
              <c:spPr>
                <a:solidFill>
                  <a:srgbClr val="2A78D6"/>
                </a:solidFill>
                <a:ln w="25400">
                  <a:solidFill>
                    <a:schemeClr val="bg1"/>
                  </a:solidFill>
                </a:ln>
                <a:effectLst/>
              </c:spPr>
            </c:marker>
            <c:bubble3D val="0"/>
            <c:spPr>
              <a:ln w="28575" cap="rnd">
                <a:noFill/>
                <a:round/>
              </a:ln>
              <a:effectLst/>
            </c:spPr>
            <c:extLst>
              <c:ext xmlns:c16="http://schemas.microsoft.com/office/drawing/2014/chart" uri="{C3380CC4-5D6E-409C-BE32-E72D297353CC}">
                <c16:uniqueId val="{00000002-FCB5-4DD8-A6E2-353230694D02}"/>
              </c:ext>
            </c:extLst>
          </c:dPt>
          <c:errBars>
            <c:errDir val="y"/>
            <c:errBarType val="minus"/>
            <c:errValType val="percentage"/>
            <c:noEndCap val="1"/>
            <c:val val="100"/>
            <c:spPr>
              <a:noFill/>
              <a:ln w="28575" cap="flat" cmpd="sng" algn="ctr">
                <a:solidFill>
                  <a:srgbClr val="2A78D6"/>
                </a:solidFill>
                <a:prstDash val="dash"/>
                <a:round/>
              </a:ln>
              <a:effectLst/>
            </c:spPr>
          </c:errBars>
          <c:cat>
            <c:numRef>
              <c:f>'chart data'!$A$2:$A$57</c:f>
              <c:numCache>
                <c:formatCode>General</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'chart data'!$D$2:$D$57</c:f>
              <c:numCache>
                <c:formatCode>General</c:formatCode>
                <c:ptCount val="56"/>
                <c:pt idx="30">
                  <c:v>2835</c:v>
                </c:pt>
              </c:numCache>
            </c:numRef>
          </c:val>
          <c:smooth val="0"/>
          <c:extLst>
            <c:ext xmlns:c16="http://schemas.microsoft.com/office/drawing/2014/chart" uri="{C3380CC4-5D6E-409C-BE32-E72D297353CC}">
              <c16:uniqueId val="{00000003-FCB5-4DD8-A6E2-353230694D02}"/>
            </c:ext>
          </c:extLst>
        </c:ser>
        <c:ser>
          <c:idx val="2"/>
          <c:order val="2"/>
          <c:tx>
            <c:strRef>
              <c:f>'chart data'!$E$1</c:f>
              <c:strCache>
                <c:ptCount val="1"/>
                <c:pt idx="0">
                  <c:v>Marker: outcome year</c:v>
                </c:pt>
              </c:strCache>
            </c:strRef>
          </c:tx>
          <c:spPr>
            <a:ln w="28575" cap="rnd">
              <a:solidFill>
                <a:schemeClr val="accent3"/>
              </a:solidFill>
              <a:round/>
            </a:ln>
            <a:effectLst/>
          </c:spPr>
          <c:marker>
            <c:symbol val="none"/>
          </c:marker>
          <c:dPt>
            <c:idx val="55"/>
            <c:marker>
              <c:symbol val="circle"/>
              <c:size val="10"/>
              <c:spPr>
                <a:solidFill>
                  <a:srgbClr val="2A78D6"/>
                </a:solidFill>
                <a:ln w="25400">
                  <a:solidFill>
                    <a:schemeClr val="bg1"/>
                  </a:solidFill>
                </a:ln>
                <a:effectLst/>
              </c:spPr>
            </c:marker>
            <c:bubble3D val="0"/>
            <c:spPr>
              <a:ln w="28575" cap="rnd">
                <a:noFill/>
                <a:round/>
              </a:ln>
              <a:effectLst/>
            </c:spPr>
            <c:extLst>
              <c:ext xmlns:c16="http://schemas.microsoft.com/office/drawing/2014/chart" uri="{C3380CC4-5D6E-409C-BE32-E72D297353CC}">
                <c16:uniqueId val="{00000005-FCB5-4DD8-A6E2-353230694D02}"/>
              </c:ext>
            </c:extLst>
          </c:dPt>
          <c:errBars>
            <c:errDir val="y"/>
            <c:errBarType val="minus"/>
            <c:errValType val="percentage"/>
            <c:noEndCap val="0"/>
            <c:val val="100"/>
            <c:spPr>
              <a:noFill/>
              <a:ln w="28575" cap="flat" cmpd="sng" algn="ctr">
                <a:solidFill>
                  <a:srgbClr val="2A78D6"/>
                </a:solidFill>
                <a:prstDash val="dash"/>
                <a:round/>
              </a:ln>
              <a:effectLst/>
            </c:spPr>
          </c:errBars>
          <c:cat>
            <c:numRef>
              <c:f>'chart data'!$A$2:$A$57</c:f>
              <c:numCache>
                <c:formatCode>General</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'chart data'!$E$2:$E$57</c:f>
              <c:numCache>
                <c:formatCode>General</c:formatCode>
                <c:ptCount val="56"/>
                <c:pt idx="55">
                  <c:v>1048</c:v>
                </c:pt>
              </c:numCache>
            </c:numRef>
          </c:val>
          <c:smooth val="0"/>
          <c:extLst>
            <c:ext xmlns:c16="http://schemas.microsoft.com/office/drawing/2014/chart" uri="{C3380CC4-5D6E-409C-BE32-E72D297353CC}">
              <c16:uniqueId val="{00000006-FCB5-4DD8-A6E2-353230694D02}"/>
            </c:ext>
          </c:extLst>
        </c:ser>
        <c:dLbls>
          <c:showLegendKey val="0"/>
          <c:showVal val="0"/>
          <c:showCatName val="0"/>
          <c:showSerName val="0"/>
          <c:showPercent val="0"/>
          <c:showBubbleSize val="0"/>
        </c:dLbls>
        <c:smooth val="0"/>
        <c:axId val="1116241408"/>
        <c:axId val="1113307856"/>
      </c:lineChart>
      <c:catAx>
        <c:axId val="1116241408"/>
        <c:scaling>
          <c:orientation val="minMax"/>
        </c:scaling>
        <c:delete val="0"/>
        <c:axPos val="b"/>
        <c:title>
          <c:tx>
            <c:rich>
              <a:bodyPr rot="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a:t>Year</a:t>
                </a:r>
              </a:p>
            </c:rich>
          </c:tx>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CH"/>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CH"/>
          </a:p>
        </c:txPr>
        <c:crossAx val="1113307856"/>
        <c:crosses val="autoZero"/>
        <c:auto val="1"/>
        <c:lblAlgn val="ctr"/>
        <c:lblOffset val="100"/>
        <c:tickLblSkip val="5"/>
        <c:noMultiLvlLbl val="0"/>
      </c:catAx>
      <c:valAx>
        <c:axId val="1113307856"/>
        <c:scaling>
          <c:orientation val="minMax"/>
          <c:max val="4000"/>
          <c:min val="0"/>
        </c:scaling>
        <c:delete val="0"/>
        <c:axPos val="l"/>
        <c:title>
          <c:tx>
            <c:rich>
              <a:bodyPr rot="-540000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a:t>Population Size</a:t>
                </a:r>
              </a:p>
            </c:rich>
          </c:tx>
          <c:overlay val="0"/>
          <c:spPr>
            <a:noFill/>
            <a:ln>
              <a:noFill/>
            </a:ln>
            <a:effectLst/>
          </c:spPr>
          <c:txPr>
            <a:bodyPr rot="-540000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CH"/>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CH"/>
          </a:p>
        </c:txPr>
        <c:crossAx val="1116241408"/>
        <c:crosses val="autoZero"/>
        <c:crossBetween val="between"/>
      </c:valAx>
      <c:spPr>
        <a:noFill/>
        <a:ln>
          <a:noFill/>
        </a:ln>
        <a:effectLst/>
      </c:spPr>
    </c:plotArea>
    <c:plotVisOnly val="1"/>
    <c:dispBlanksAs val="gap"/>
    <c:showDLblsOverMax val="0"/>
  </c:chart>
  <c:spPr>
    <a:noFill/>
    <a:ln>
      <a:noFill/>
    </a:ln>
    <a:effectLst/>
  </c:spPr>
  <c:txPr>
    <a:bodyPr rot="2700000"/>
    <a:lstStyle/>
    <a:p>
      <a:pPr>
        <a:defRPr sz="2400">
          <a:latin typeface="Arial" panose="020B0604020202020204" pitchFamily="34" charset="0"/>
          <a:cs typeface="Arial" panose="020B0604020202020204" pitchFamily="34" charset="0"/>
        </a:defRPr>
      </a:pPr>
      <a:endParaRPr lang="en-CH"/>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'chart data'!$B$1</c:f>
              <c:strCache>
                <c:ptCount val="1"/>
                <c:pt idx="0">
                  <c:v>Population size</c:v>
                </c:pt>
              </c:strCache>
            </c:strRef>
          </c:tx>
          <c:spPr>
            <a:ln w="38100" cap="rnd">
              <a:solidFill>
                <a:schemeClr val="tx1"/>
              </a:solidFill>
              <a:round/>
            </a:ln>
            <a:effectLst/>
          </c:spPr>
          <c:marker>
            <c:symbol val="none"/>
          </c:marker>
          <c:cat>
            <c:numRef>
              <c:f>'chart data'!$A$2:$A$57</c:f>
              <c:numCache>
                <c:formatCode>General</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'chart data'!$B$2:$B$57</c:f>
              <c:numCache>
                <c:formatCode>General</c:formatCode>
                <c:ptCount val="56"/>
                <c:pt idx="0">
                  <c:v>3810</c:v>
                </c:pt>
                <c:pt idx="1">
                  <c:v>3755</c:v>
                </c:pt>
                <c:pt idx="2">
                  <c:v>3777</c:v>
                </c:pt>
                <c:pt idx="3">
                  <c:v>3760</c:v>
                </c:pt>
                <c:pt idx="4">
                  <c:v>3693</c:v>
                </c:pt>
                <c:pt idx="5">
                  <c:v>3665</c:v>
                </c:pt>
                <c:pt idx="6">
                  <c:v>3687</c:v>
                </c:pt>
                <c:pt idx="7">
                  <c:v>3712</c:v>
                </c:pt>
                <c:pt idx="8">
                  <c:v>3718</c:v>
                </c:pt>
                <c:pt idx="9">
                  <c:v>3671</c:v>
                </c:pt>
                <c:pt idx="10">
                  <c:v>3641</c:v>
                </c:pt>
                <c:pt idx="11">
                  <c:v>3635</c:v>
                </c:pt>
                <c:pt idx="12">
                  <c:v>3453</c:v>
                </c:pt>
                <c:pt idx="13">
                  <c:v>3433</c:v>
                </c:pt>
                <c:pt idx="14">
                  <c:v>3476</c:v>
                </c:pt>
                <c:pt idx="15">
                  <c:v>3444</c:v>
                </c:pt>
                <c:pt idx="16">
                  <c:v>3465</c:v>
                </c:pt>
                <c:pt idx="17">
                  <c:v>3475</c:v>
                </c:pt>
                <c:pt idx="18">
                  <c:v>3393</c:v>
                </c:pt>
                <c:pt idx="19">
                  <c:v>3081</c:v>
                </c:pt>
                <c:pt idx="20">
                  <c:v>3119</c:v>
                </c:pt>
                <c:pt idx="21">
                  <c:v>3131</c:v>
                </c:pt>
                <c:pt idx="22">
                  <c:v>3160</c:v>
                </c:pt>
                <c:pt idx="23">
                  <c:v>3190</c:v>
                </c:pt>
                <c:pt idx="24">
                  <c:v>2821</c:v>
                </c:pt>
                <c:pt idx="25">
                  <c:v>2932</c:v>
                </c:pt>
                <c:pt idx="26">
                  <c:v>2973</c:v>
                </c:pt>
                <c:pt idx="27">
                  <c:v>2930</c:v>
                </c:pt>
                <c:pt idx="28">
                  <c:v>2940</c:v>
                </c:pt>
                <c:pt idx="29">
                  <c:v>2986</c:v>
                </c:pt>
                <c:pt idx="30">
                  <c:v>2835</c:v>
                </c:pt>
                <c:pt idx="31">
                  <c:v>2812</c:v>
                </c:pt>
                <c:pt idx="32">
                  <c:v>2814</c:v>
                </c:pt>
                <c:pt idx="33">
                  <c:v>2523</c:v>
                </c:pt>
                <c:pt idx="34">
                  <c:v>2527</c:v>
                </c:pt>
                <c:pt idx="35">
                  <c:v>2602</c:v>
                </c:pt>
                <c:pt idx="36">
                  <c:v>2524</c:v>
                </c:pt>
                <c:pt idx="37">
                  <c:v>2484</c:v>
                </c:pt>
                <c:pt idx="38">
                  <c:v>2559</c:v>
                </c:pt>
                <c:pt idx="39">
                  <c:v>2497</c:v>
                </c:pt>
                <c:pt idx="40">
                  <c:v>2459</c:v>
                </c:pt>
                <c:pt idx="41">
                  <c:v>2268</c:v>
                </c:pt>
                <c:pt idx="42">
                  <c:v>2274</c:v>
                </c:pt>
                <c:pt idx="43">
                  <c:v>2261</c:v>
                </c:pt>
                <c:pt idx="44">
                  <c:v>2131</c:v>
                </c:pt>
                <c:pt idx="45">
                  <c:v>2068</c:v>
                </c:pt>
                <c:pt idx="46">
                  <c:v>2120</c:v>
                </c:pt>
                <c:pt idx="47">
                  <c:v>2112</c:v>
                </c:pt>
                <c:pt idx="48">
                  <c:v>1752</c:v>
                </c:pt>
                <c:pt idx="49">
                  <c:v>1755</c:v>
                </c:pt>
                <c:pt idx="50">
                  <c:v>1658</c:v>
                </c:pt>
                <c:pt idx="51">
                  <c:v>1679</c:v>
                </c:pt>
                <c:pt idx="52">
                  <c:v>1319</c:v>
                </c:pt>
                <c:pt idx="53">
                  <c:v>1156</c:v>
                </c:pt>
                <c:pt idx="54">
                  <c:v>1079</c:v>
                </c:pt>
                <c:pt idx="55">
                  <c:v>1048</c:v>
                </c:pt>
              </c:numCache>
            </c:numRef>
          </c:val>
          <c:smooth val="0"/>
          <c:extLst>
            <c:ext xmlns:c16="http://schemas.microsoft.com/office/drawing/2014/chart" uri="{C3380CC4-5D6E-409C-BE32-E72D297353CC}">
              <c16:uniqueId val="{00000000-12C6-4128-8597-46EAC846548A}"/>
            </c:ext>
          </c:extLst>
        </c:ser>
        <c:ser>
          <c:idx val="1"/>
          <c:order val="1"/>
          <c:tx>
            <c:strRef>
              <c:f>'chart data'!$D$1</c:f>
              <c:strCache>
                <c:ptCount val="1"/>
                <c:pt idx="0">
                  <c:v>Marker: predictor year</c:v>
                </c:pt>
              </c:strCache>
            </c:strRef>
          </c:tx>
          <c:spPr>
            <a:ln w="28575" cap="rnd">
              <a:solidFill>
                <a:schemeClr val="accent2"/>
              </a:solidFill>
              <a:round/>
            </a:ln>
            <a:effectLst/>
          </c:spPr>
          <c:marker>
            <c:symbol val="none"/>
          </c:marker>
          <c:dPt>
            <c:idx val="30"/>
            <c:marker>
              <c:symbol val="circle"/>
              <c:size val="10"/>
              <c:spPr>
                <a:solidFill>
                  <a:srgbClr val="2A78D6"/>
                </a:solidFill>
                <a:ln w="25400">
                  <a:solidFill>
                    <a:schemeClr val="bg1"/>
                  </a:solidFill>
                </a:ln>
                <a:effectLst/>
              </c:spPr>
            </c:marker>
            <c:bubble3D val="0"/>
            <c:spPr>
              <a:ln w="28575" cap="rnd">
                <a:noFill/>
                <a:round/>
              </a:ln>
              <a:effectLst/>
            </c:spPr>
            <c:extLst>
              <c:ext xmlns:c16="http://schemas.microsoft.com/office/drawing/2014/chart" uri="{C3380CC4-5D6E-409C-BE32-E72D297353CC}">
                <c16:uniqueId val="{00000002-12C6-4128-8597-46EAC846548A}"/>
              </c:ext>
            </c:extLst>
          </c:dPt>
          <c:errBars>
            <c:errDir val="y"/>
            <c:errBarType val="minus"/>
            <c:errValType val="percentage"/>
            <c:noEndCap val="1"/>
            <c:val val="100"/>
            <c:spPr>
              <a:noFill/>
              <a:ln w="28575" cap="flat" cmpd="sng" algn="ctr">
                <a:solidFill>
                  <a:srgbClr val="2A78D6"/>
                </a:solidFill>
                <a:prstDash val="dash"/>
                <a:round/>
              </a:ln>
              <a:effectLst/>
            </c:spPr>
          </c:errBars>
          <c:cat>
            <c:numRef>
              <c:f>'chart data'!$A$2:$A$57</c:f>
              <c:numCache>
                <c:formatCode>General</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'chart data'!$D$2:$D$57</c:f>
              <c:numCache>
                <c:formatCode>General</c:formatCode>
                <c:ptCount val="56"/>
                <c:pt idx="30">
                  <c:v>2835</c:v>
                </c:pt>
              </c:numCache>
            </c:numRef>
          </c:val>
          <c:smooth val="0"/>
          <c:extLst>
            <c:ext xmlns:c16="http://schemas.microsoft.com/office/drawing/2014/chart" uri="{C3380CC4-5D6E-409C-BE32-E72D297353CC}">
              <c16:uniqueId val="{00000003-12C6-4128-8597-46EAC846548A}"/>
            </c:ext>
          </c:extLst>
        </c:ser>
        <c:ser>
          <c:idx val="2"/>
          <c:order val="2"/>
          <c:tx>
            <c:strRef>
              <c:f>'chart data'!$E$1</c:f>
              <c:strCache>
                <c:ptCount val="1"/>
                <c:pt idx="0">
                  <c:v>Marker: outcome year</c:v>
                </c:pt>
              </c:strCache>
            </c:strRef>
          </c:tx>
          <c:spPr>
            <a:ln w="28575" cap="rnd">
              <a:solidFill>
                <a:schemeClr val="accent3"/>
              </a:solidFill>
              <a:round/>
            </a:ln>
            <a:effectLst/>
          </c:spPr>
          <c:marker>
            <c:symbol val="none"/>
          </c:marker>
          <c:dPt>
            <c:idx val="55"/>
            <c:marker>
              <c:symbol val="circle"/>
              <c:size val="10"/>
              <c:spPr>
                <a:solidFill>
                  <a:srgbClr val="2A78D6"/>
                </a:solidFill>
                <a:ln w="25400">
                  <a:solidFill>
                    <a:schemeClr val="bg1"/>
                  </a:solidFill>
                </a:ln>
                <a:effectLst/>
              </c:spPr>
            </c:marker>
            <c:bubble3D val="0"/>
            <c:spPr>
              <a:ln w="28575" cap="rnd">
                <a:noFill/>
                <a:round/>
              </a:ln>
              <a:effectLst/>
            </c:spPr>
            <c:extLst>
              <c:ext xmlns:c16="http://schemas.microsoft.com/office/drawing/2014/chart" uri="{C3380CC4-5D6E-409C-BE32-E72D297353CC}">
                <c16:uniqueId val="{00000005-12C6-4128-8597-46EAC846548A}"/>
              </c:ext>
            </c:extLst>
          </c:dPt>
          <c:errBars>
            <c:errDir val="y"/>
            <c:errBarType val="minus"/>
            <c:errValType val="percentage"/>
            <c:noEndCap val="0"/>
            <c:val val="100"/>
            <c:spPr>
              <a:noFill/>
              <a:ln w="28575" cap="flat" cmpd="sng" algn="ctr">
                <a:solidFill>
                  <a:srgbClr val="2A78D6"/>
                </a:solidFill>
                <a:prstDash val="dash"/>
                <a:round/>
              </a:ln>
              <a:effectLst/>
            </c:spPr>
          </c:errBars>
          <c:cat>
            <c:numRef>
              <c:f>'chart data'!$A$2:$A$57</c:f>
              <c:numCache>
                <c:formatCode>General</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'chart data'!$E$2:$E$57</c:f>
              <c:numCache>
                <c:formatCode>General</c:formatCode>
                <c:ptCount val="56"/>
                <c:pt idx="55">
                  <c:v>1048</c:v>
                </c:pt>
              </c:numCache>
            </c:numRef>
          </c:val>
          <c:smooth val="0"/>
          <c:extLst>
            <c:ext xmlns:c16="http://schemas.microsoft.com/office/drawing/2014/chart" uri="{C3380CC4-5D6E-409C-BE32-E72D297353CC}">
              <c16:uniqueId val="{00000006-12C6-4128-8597-46EAC846548A}"/>
            </c:ext>
          </c:extLst>
        </c:ser>
        <c:dLbls>
          <c:showLegendKey val="0"/>
          <c:showVal val="0"/>
          <c:showCatName val="0"/>
          <c:showSerName val="0"/>
          <c:showPercent val="0"/>
          <c:showBubbleSize val="0"/>
        </c:dLbls>
        <c:smooth val="0"/>
        <c:axId val="1116241408"/>
        <c:axId val="1113307856"/>
      </c:lineChart>
      <c:catAx>
        <c:axId val="1116241408"/>
        <c:scaling>
          <c:orientation val="minMax"/>
        </c:scaling>
        <c:delete val="0"/>
        <c:axPos val="b"/>
        <c:title>
          <c:tx>
            <c:rich>
              <a:bodyPr rot="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a:t>Year</a:t>
                </a:r>
              </a:p>
            </c:rich>
          </c:tx>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CH"/>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CH"/>
          </a:p>
        </c:txPr>
        <c:crossAx val="1113307856"/>
        <c:crosses val="autoZero"/>
        <c:auto val="1"/>
        <c:lblAlgn val="ctr"/>
        <c:lblOffset val="100"/>
        <c:tickLblSkip val="5"/>
        <c:noMultiLvlLbl val="0"/>
      </c:catAx>
      <c:valAx>
        <c:axId val="1113307856"/>
        <c:scaling>
          <c:orientation val="minMax"/>
          <c:max val="4000"/>
          <c:min val="0"/>
        </c:scaling>
        <c:delete val="0"/>
        <c:axPos val="l"/>
        <c:title>
          <c:tx>
            <c:rich>
              <a:bodyPr rot="-540000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a:t>Population Size</a:t>
                </a:r>
              </a:p>
            </c:rich>
          </c:tx>
          <c:overlay val="0"/>
          <c:spPr>
            <a:noFill/>
            <a:ln>
              <a:noFill/>
            </a:ln>
            <a:effectLst/>
          </c:spPr>
          <c:txPr>
            <a:bodyPr rot="-540000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CH"/>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CH"/>
          </a:p>
        </c:txPr>
        <c:crossAx val="1116241408"/>
        <c:crosses val="autoZero"/>
        <c:crossBetween val="between"/>
      </c:valAx>
      <c:spPr>
        <a:noFill/>
        <a:ln>
          <a:noFill/>
        </a:ln>
        <a:effectLst/>
      </c:spPr>
    </c:plotArea>
    <c:plotVisOnly val="1"/>
    <c:dispBlanksAs val="gap"/>
    <c:showDLblsOverMax val="0"/>
  </c:chart>
  <c:spPr>
    <a:noFill/>
    <a:ln>
      <a:noFill/>
    </a:ln>
    <a:effectLst/>
  </c:spPr>
  <c:txPr>
    <a:bodyPr rot="2700000"/>
    <a:lstStyle/>
    <a:p>
      <a:pPr>
        <a:defRPr sz="2400">
          <a:latin typeface="Arial" panose="020B0604020202020204" pitchFamily="34" charset="0"/>
          <a:cs typeface="Arial" panose="020B0604020202020204" pitchFamily="34" charset="0"/>
        </a:defRPr>
      </a:pPr>
      <a:endParaRPr lang="en-CH"/>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solidFill>
                <a:schemeClr val="bg1">
                  <a:lumMod val="50000"/>
                </a:schemeClr>
              </a:solidFill>
              <a:round/>
            </a:ln>
            <a:effectLst/>
          </c:spPr>
          <c:marker>
            <c:symbol val="none"/>
          </c:marker>
          <c:xVal>
            <c:numRef>
              <c:f>'Panel A - drift'!$A$8:$A$208</c:f>
              <c:numCache>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Cache>
            </c:numRef>
          </c:xVal>
          <c:yVal>
            <c:numRef>
              <c:f>'Panel A - drift'!$B$8:$B$208</c:f>
              <c:numCache>
                <c:formatCode>0.0000</c:formatCode>
                <c:ptCount val="201"/>
                <c:pt idx="0">
                  <c:v>1</c:v>
                </c:pt>
                <c:pt idx="1">
                  <c:v>0.75</c:v>
                </c:pt>
                <c:pt idx="2">
                  <c:v>0.5625</c:v>
                </c:pt>
                <c:pt idx="3">
                  <c:v>0.421875</c:v>
                </c:pt>
                <c:pt idx="4">
                  <c:v>0.31640625</c:v>
                </c:pt>
                <c:pt idx="5">
                  <c:v>0.2373046875</c:v>
                </c:pt>
                <c:pt idx="6">
                  <c:v>0.177978515625</c:v>
                </c:pt>
                <c:pt idx="7">
                  <c:v>0.13348388671875</c:v>
                </c:pt>
                <c:pt idx="8">
                  <c:v>0.1001129150390625</c:v>
                </c:pt>
                <c:pt idx="9">
                  <c:v>7.5084686279296875E-2</c:v>
                </c:pt>
                <c:pt idx="10">
                  <c:v>5.6313514709472656E-2</c:v>
                </c:pt>
                <c:pt idx="11">
                  <c:v>4.2235136032104492E-2</c:v>
                </c:pt>
                <c:pt idx="12">
                  <c:v>3.1676352024078369E-2</c:v>
                </c:pt>
                <c:pt idx="13">
                  <c:v>2.3757264018058777E-2</c:v>
                </c:pt>
                <c:pt idx="14">
                  <c:v>1.7817948013544083E-2</c:v>
                </c:pt>
                <c:pt idx="15">
                  <c:v>1.3363461010158062E-2</c:v>
                </c:pt>
                <c:pt idx="16">
                  <c:v>1.0022595757618546E-2</c:v>
                </c:pt>
                <c:pt idx="17">
                  <c:v>7.5169468182139099E-3</c:v>
                </c:pt>
                <c:pt idx="18">
                  <c:v>5.6377101136604324E-3</c:v>
                </c:pt>
                <c:pt idx="19">
                  <c:v>4.2282825852453243E-3</c:v>
                </c:pt>
                <c:pt idx="20">
                  <c:v>3.1712119389339932E-3</c:v>
                </c:pt>
                <c:pt idx="21">
                  <c:v>2.3784089542004949E-3</c:v>
                </c:pt>
                <c:pt idx="22">
                  <c:v>1.7838067156503712E-3</c:v>
                </c:pt>
                <c:pt idx="23">
                  <c:v>1.3378550367377784E-3</c:v>
                </c:pt>
                <c:pt idx="24">
                  <c:v>1.0033912775533338E-3</c:v>
                </c:pt>
                <c:pt idx="25">
                  <c:v>7.5254345816500035E-4</c:v>
                </c:pt>
                <c:pt idx="26">
                  <c:v>5.6440759362375026E-4</c:v>
                </c:pt>
                <c:pt idx="27">
                  <c:v>4.2330569521781269E-4</c:v>
                </c:pt>
                <c:pt idx="28">
                  <c:v>3.1747927141335952E-4</c:v>
                </c:pt>
                <c:pt idx="29">
                  <c:v>2.3810945356001964E-4</c:v>
                </c:pt>
                <c:pt idx="30">
                  <c:v>1.7858209017001473E-4</c:v>
                </c:pt>
                <c:pt idx="31">
                  <c:v>1.3393656762751105E-4</c:v>
                </c:pt>
                <c:pt idx="32">
                  <c:v>1.0045242572063329E-4</c:v>
                </c:pt>
                <c:pt idx="33">
                  <c:v>7.5339319290474964E-5</c:v>
                </c:pt>
                <c:pt idx="34">
                  <c:v>5.650448946785622E-5</c:v>
                </c:pt>
                <c:pt idx="35">
                  <c:v>4.2378367100892165E-5</c:v>
                </c:pt>
                <c:pt idx="36">
                  <c:v>3.1783775325669129E-5</c:v>
                </c:pt>
                <c:pt idx="37">
                  <c:v>2.3837831494251845E-5</c:v>
                </c:pt>
                <c:pt idx="38">
                  <c:v>1.7878373620688882E-5</c:v>
                </c:pt>
                <c:pt idx="39">
                  <c:v>1.3408780215516662E-5</c:v>
                </c:pt>
                <c:pt idx="40">
                  <c:v>1.0056585161637497E-5</c:v>
                </c:pt>
                <c:pt idx="41">
                  <c:v>7.542438871228123E-6</c:v>
                </c:pt>
                <c:pt idx="42">
                  <c:v>5.6568291534210922E-6</c:v>
                </c:pt>
                <c:pt idx="43">
                  <c:v>4.2426218650658185E-6</c:v>
                </c:pt>
                <c:pt idx="44">
                  <c:v>3.1819663987993641E-6</c:v>
                </c:pt>
                <c:pt idx="45">
                  <c:v>2.3864747990995231E-6</c:v>
                </c:pt>
                <c:pt idx="46">
                  <c:v>1.7898560993246424E-6</c:v>
                </c:pt>
                <c:pt idx="47">
                  <c:v>1.3423920744934817E-6</c:v>
                </c:pt>
                <c:pt idx="48">
                  <c:v>1.0067940558701114E-6</c:v>
                </c:pt>
                <c:pt idx="49">
                  <c:v>7.5509554190258349E-7</c:v>
                </c:pt>
                <c:pt idx="50">
                  <c:v>5.6632165642693762E-7</c:v>
                </c:pt>
                <c:pt idx="51">
                  <c:v>4.2474124232020321E-7</c:v>
                </c:pt>
                <c:pt idx="52">
                  <c:v>3.185559317401524E-7</c:v>
                </c:pt>
                <c:pt idx="53">
                  <c:v>2.3891694880511431E-7</c:v>
                </c:pt>
                <c:pt idx="54">
                  <c:v>1.7918771160383575E-7</c:v>
                </c:pt>
                <c:pt idx="55">
                  <c:v>1.3439078370287679E-7</c:v>
                </c:pt>
                <c:pt idx="56">
                  <c:v>1.0079308777715761E-7</c:v>
                </c:pt>
                <c:pt idx="57">
                  <c:v>7.5594815832868201E-8</c:v>
                </c:pt>
                <c:pt idx="58">
                  <c:v>5.6696111874651151E-8</c:v>
                </c:pt>
                <c:pt idx="59">
                  <c:v>4.2522083905988365E-8</c:v>
                </c:pt>
                <c:pt idx="60">
                  <c:v>3.1891562929491272E-8</c:v>
                </c:pt>
                <c:pt idx="61">
                  <c:v>2.3918672197118452E-8</c:v>
                </c:pt>
                <c:pt idx="62">
                  <c:v>1.7939004147838842E-8</c:v>
                </c:pt>
                <c:pt idx="63">
                  <c:v>1.345425311087913E-8</c:v>
                </c:pt>
                <c:pt idx="64">
                  <c:v>1.0090689833159348E-8</c:v>
                </c:pt>
                <c:pt idx="65">
                  <c:v>7.5680173748695111E-9</c:v>
                </c:pt>
                <c:pt idx="66">
                  <c:v>5.6760130311521329E-9</c:v>
                </c:pt>
                <c:pt idx="67">
                  <c:v>4.2570097733640997E-9</c:v>
                </c:pt>
                <c:pt idx="68">
                  <c:v>3.192757330023075E-9</c:v>
                </c:pt>
                <c:pt idx="69">
                  <c:v>2.394567997517306E-9</c:v>
                </c:pt>
                <c:pt idx="70">
                  <c:v>1.7959259981379796E-9</c:v>
                </c:pt>
                <c:pt idx="71">
                  <c:v>1.3469444986034847E-9</c:v>
                </c:pt>
                <c:pt idx="72">
                  <c:v>1.0102083739526134E-9</c:v>
                </c:pt>
                <c:pt idx="73">
                  <c:v>7.5765628046446018E-10</c:v>
                </c:pt>
                <c:pt idx="74">
                  <c:v>5.6824221034834511E-10</c:v>
                </c:pt>
                <c:pt idx="75">
                  <c:v>4.261816577612588E-10</c:v>
                </c:pt>
                <c:pt idx="76">
                  <c:v>3.1963624332094414E-10</c:v>
                </c:pt>
                <c:pt idx="77">
                  <c:v>2.3972718249070809E-10</c:v>
                </c:pt>
                <c:pt idx="78">
                  <c:v>1.7979538686803106E-10</c:v>
                </c:pt>
                <c:pt idx="79">
                  <c:v>1.348465401510233E-10</c:v>
                </c:pt>
                <c:pt idx="80">
                  <c:v>1.0113490511326748E-10</c:v>
                </c:pt>
                <c:pt idx="81">
                  <c:v>7.5851178834950601E-11</c:v>
                </c:pt>
                <c:pt idx="82">
                  <c:v>5.6888384126212957E-11</c:v>
                </c:pt>
                <c:pt idx="83">
                  <c:v>4.2666288094659715E-11</c:v>
                </c:pt>
                <c:pt idx="84">
                  <c:v>3.1999716070994789E-11</c:v>
                </c:pt>
                <c:pt idx="85">
                  <c:v>2.3999787053246092E-11</c:v>
                </c:pt>
                <c:pt idx="86">
                  <c:v>1.7999840289934567E-11</c:v>
                </c:pt>
                <c:pt idx="87">
                  <c:v>1.3499880217450927E-11</c:v>
                </c:pt>
                <c:pt idx="88">
                  <c:v>1.0124910163088195E-11</c:v>
                </c:pt>
                <c:pt idx="89">
                  <c:v>7.5936826223161466E-12</c:v>
                </c:pt>
                <c:pt idx="90">
                  <c:v>5.6952619667371091E-12</c:v>
                </c:pt>
                <c:pt idx="91">
                  <c:v>4.271446475052832E-12</c:v>
                </c:pt>
                <c:pt idx="92">
                  <c:v>3.203584856289624E-12</c:v>
                </c:pt>
                <c:pt idx="93">
                  <c:v>2.4026886422172181E-12</c:v>
                </c:pt>
                <c:pt idx="94">
                  <c:v>1.8020164816629136E-12</c:v>
                </c:pt>
                <c:pt idx="95">
                  <c:v>1.3515123612471852E-12</c:v>
                </c:pt>
                <c:pt idx="96">
                  <c:v>1.0136342709353888E-12</c:v>
                </c:pt>
                <c:pt idx="97">
                  <c:v>7.602257032015416E-13</c:v>
                </c:pt>
                <c:pt idx="98">
                  <c:v>5.7016927740115615E-13</c:v>
                </c:pt>
                <c:pt idx="99">
                  <c:v>4.2762695805086714E-13</c:v>
                </c:pt>
                <c:pt idx="100">
                  <c:v>3.2072021853815043E-13</c:v>
                </c:pt>
                <c:pt idx="101">
                  <c:v>2.4054016390361281E-13</c:v>
                </c:pt>
                <c:pt idx="102">
                  <c:v>1.8040512292770958E-13</c:v>
                </c:pt>
                <c:pt idx="103">
                  <c:v>1.3530384219578219E-13</c:v>
                </c:pt>
                <c:pt idx="104">
                  <c:v>1.0147788164683664E-13</c:v>
                </c:pt>
                <c:pt idx="105">
                  <c:v>7.6108411235127483E-14</c:v>
                </c:pt>
                <c:pt idx="106">
                  <c:v>5.7081308426345619E-14</c:v>
                </c:pt>
                <c:pt idx="107">
                  <c:v>4.2810981319759204E-14</c:v>
                </c:pt>
                <c:pt idx="108">
                  <c:v>3.2108235989819406E-14</c:v>
                </c:pt>
                <c:pt idx="109">
                  <c:v>2.4081176992364555E-14</c:v>
                </c:pt>
                <c:pt idx="110">
                  <c:v>1.8060882744273417E-14</c:v>
                </c:pt>
                <c:pt idx="111">
                  <c:v>1.3545662058205062E-14</c:v>
                </c:pt>
                <c:pt idx="112">
                  <c:v>1.0159246543653796E-14</c:v>
                </c:pt>
                <c:pt idx="113">
                  <c:v>7.6194349077403481E-15</c:v>
                </c:pt>
                <c:pt idx="114">
                  <c:v>5.7145761808052603E-15</c:v>
                </c:pt>
                <c:pt idx="115">
                  <c:v>4.285932135603945E-15</c:v>
                </c:pt>
                <c:pt idx="116">
                  <c:v>3.2144491017029588E-15</c:v>
                </c:pt>
                <c:pt idx="117">
                  <c:v>2.4108368262772192E-15</c:v>
                </c:pt>
                <c:pt idx="118">
                  <c:v>1.8081276197079145E-15</c:v>
                </c:pt>
                <c:pt idx="119">
                  <c:v>1.3560957147809358E-15</c:v>
                </c:pt>
                <c:pt idx="120">
                  <c:v>1.017071786085702E-15</c:v>
                </c:pt>
                <c:pt idx="121">
                  <c:v>7.6280383956427642E-16</c:v>
                </c:pt>
                <c:pt idx="122">
                  <c:v>5.7210287967320731E-16</c:v>
                </c:pt>
                <c:pt idx="123">
                  <c:v>4.2907715975490553E-16</c:v>
                </c:pt>
                <c:pt idx="124">
                  <c:v>3.2180786981617912E-16</c:v>
                </c:pt>
                <c:pt idx="125">
                  <c:v>2.4135590236213432E-16</c:v>
                </c:pt>
                <c:pt idx="126">
                  <c:v>1.8101692677160076E-16</c:v>
                </c:pt>
                <c:pt idx="127">
                  <c:v>1.3576269507870055E-16</c:v>
                </c:pt>
                <c:pt idx="128">
                  <c:v>1.0182202130902542E-16</c:v>
                </c:pt>
                <c:pt idx="129">
                  <c:v>7.636651598176907E-17</c:v>
                </c:pt>
                <c:pt idx="130">
                  <c:v>5.7274886986326799E-17</c:v>
                </c:pt>
                <c:pt idx="131">
                  <c:v>4.2956165239745102E-17</c:v>
                </c:pt>
                <c:pt idx="132">
                  <c:v>3.2217123929808822E-17</c:v>
                </c:pt>
                <c:pt idx="133">
                  <c:v>2.416284294735662E-17</c:v>
                </c:pt>
                <c:pt idx="134">
                  <c:v>1.8122132210517464E-17</c:v>
                </c:pt>
                <c:pt idx="135">
                  <c:v>1.3591599157888099E-17</c:v>
                </c:pt>
                <c:pt idx="136">
                  <c:v>1.0193699368416073E-17</c:v>
                </c:pt>
                <c:pt idx="137">
                  <c:v>7.6452745263120547E-18</c:v>
                </c:pt>
                <c:pt idx="138">
                  <c:v>5.7339558947340414E-18</c:v>
                </c:pt>
                <c:pt idx="139">
                  <c:v>4.3004669210505313E-18</c:v>
                </c:pt>
                <c:pt idx="140">
                  <c:v>3.2253501907878984E-18</c:v>
                </c:pt>
                <c:pt idx="141">
                  <c:v>2.4190126430909238E-18</c:v>
                </c:pt>
                <c:pt idx="142">
                  <c:v>1.8142594823181926E-18</c:v>
                </c:pt>
                <c:pt idx="143">
                  <c:v>1.3606946117386445E-18</c:v>
                </c:pt>
                <c:pt idx="144">
                  <c:v>1.0205209588039834E-18</c:v>
                </c:pt>
                <c:pt idx="145">
                  <c:v>7.6539071910298756E-19</c:v>
                </c:pt>
                <c:pt idx="146">
                  <c:v>5.7404303932724072E-19</c:v>
                </c:pt>
                <c:pt idx="147">
                  <c:v>4.3053227949543052E-19</c:v>
                </c:pt>
                <c:pt idx="148">
                  <c:v>3.228992096215729E-19</c:v>
                </c:pt>
                <c:pt idx="149">
                  <c:v>2.4217440721617966E-19</c:v>
                </c:pt>
                <c:pt idx="150">
                  <c:v>1.8163080541213476E-19</c:v>
                </c:pt>
                <c:pt idx="151">
                  <c:v>1.3622310405910106E-19</c:v>
                </c:pt>
                <c:pt idx="152">
                  <c:v>1.0216732804432579E-19</c:v>
                </c:pt>
                <c:pt idx="153">
                  <c:v>7.6625496033244343E-20</c:v>
                </c:pt>
                <c:pt idx="154">
                  <c:v>5.7469122024933258E-20</c:v>
                </c:pt>
                <c:pt idx="155">
                  <c:v>4.3101841518699943E-20</c:v>
                </c:pt>
                <c:pt idx="156">
                  <c:v>3.2326381139024956E-20</c:v>
                </c:pt>
                <c:pt idx="157">
                  <c:v>2.4244785854268718E-20</c:v>
                </c:pt>
                <c:pt idx="158">
                  <c:v>1.818358939070154E-20</c:v>
                </c:pt>
                <c:pt idx="159">
                  <c:v>1.3637692043026153E-20</c:v>
                </c:pt>
                <c:pt idx="160">
                  <c:v>1.0228269032269615E-20</c:v>
                </c:pt>
                <c:pt idx="161">
                  <c:v>7.6712017742022112E-21</c:v>
                </c:pt>
                <c:pt idx="162">
                  <c:v>5.7534013306516584E-21</c:v>
                </c:pt>
                <c:pt idx="163">
                  <c:v>4.3150509979887438E-21</c:v>
                </c:pt>
                <c:pt idx="164">
                  <c:v>3.2362882484915584E-21</c:v>
                </c:pt>
                <c:pt idx="165">
                  <c:v>2.4272161863686688E-21</c:v>
                </c:pt>
                <c:pt idx="166">
                  <c:v>1.8204121397765013E-21</c:v>
                </c:pt>
                <c:pt idx="167">
                  <c:v>1.365309104832376E-21</c:v>
                </c:pt>
                <c:pt idx="168">
                  <c:v>1.0239818286242821E-21</c:v>
                </c:pt>
                <c:pt idx="169">
                  <c:v>7.6798637146821156E-22</c:v>
                </c:pt>
                <c:pt idx="170">
                  <c:v>5.7598977860115872E-22</c:v>
                </c:pt>
                <c:pt idx="171">
                  <c:v>4.3199233395086897E-22</c:v>
                </c:pt>
                <c:pt idx="172">
                  <c:v>3.2399425046315175E-22</c:v>
                </c:pt>
                <c:pt idx="173">
                  <c:v>2.4299568784736381E-22</c:v>
                </c:pt>
                <c:pt idx="174">
                  <c:v>1.8224676588552287E-22</c:v>
                </c:pt>
                <c:pt idx="175">
                  <c:v>1.3668507441414215E-22</c:v>
                </c:pt>
                <c:pt idx="176">
                  <c:v>1.0251380581060661E-22</c:v>
                </c:pt>
                <c:pt idx="177">
                  <c:v>7.6885354357954958E-23</c:v>
                </c:pt>
                <c:pt idx="178">
                  <c:v>5.7664015768466221E-23</c:v>
                </c:pt>
                <c:pt idx="179">
                  <c:v>4.3248011826349663E-23</c:v>
                </c:pt>
                <c:pt idx="180">
                  <c:v>3.2436008869762243E-23</c:v>
                </c:pt>
                <c:pt idx="181">
                  <c:v>2.4327006652321686E-23</c:v>
                </c:pt>
                <c:pt idx="182">
                  <c:v>1.8245254989241264E-23</c:v>
                </c:pt>
                <c:pt idx="183">
                  <c:v>1.3683941241930947E-23</c:v>
                </c:pt>
                <c:pt idx="184">
                  <c:v>1.0262955931448211E-23</c:v>
                </c:pt>
                <c:pt idx="185">
                  <c:v>7.6972169485861584E-24</c:v>
                </c:pt>
                <c:pt idx="186">
                  <c:v>5.7729127114396185E-24</c:v>
                </c:pt>
                <c:pt idx="187">
                  <c:v>4.3296845335797138E-24</c:v>
                </c:pt>
                <c:pt idx="188">
                  <c:v>3.2472634001847854E-24</c:v>
                </c:pt>
                <c:pt idx="189">
                  <c:v>2.4354475501385889E-24</c:v>
                </c:pt>
                <c:pt idx="190">
                  <c:v>1.8265856626039421E-24</c:v>
                </c:pt>
                <c:pt idx="191">
                  <c:v>1.3699392469529563E-24</c:v>
                </c:pt>
                <c:pt idx="192">
                  <c:v>1.0274544352147172E-24</c:v>
                </c:pt>
                <c:pt idx="193">
                  <c:v>7.70590826411038E-25</c:v>
                </c:pt>
                <c:pt idx="194">
                  <c:v>5.7794311980827843E-25</c:v>
                </c:pt>
                <c:pt idx="195">
                  <c:v>4.3345733985620882E-25</c:v>
                </c:pt>
                <c:pt idx="196">
                  <c:v>3.2509300489215666E-25</c:v>
                </c:pt>
                <c:pt idx="197">
                  <c:v>2.4381975366911749E-25</c:v>
                </c:pt>
                <c:pt idx="198">
                  <c:v>1.8286481525183811E-25</c:v>
                </c:pt>
                <c:pt idx="199">
                  <c:v>1.3714861143887859E-25</c:v>
                </c:pt>
                <c:pt idx="200">
                  <c:v>1.0286145857915893E-25</c:v>
                </c:pt>
              </c:numCache>
            </c:numRef>
          </c:yVal>
          <c:smooth val="1"/>
          <c:extLst>
            <c:ext xmlns:c16="http://schemas.microsoft.com/office/drawing/2014/chart" uri="{C3380CC4-5D6E-409C-BE32-E72D297353CC}">
              <c16:uniqueId val="{00000000-3C54-4813-BC7C-845BD0137DE9}"/>
            </c:ext>
          </c:extLst>
        </c:ser>
        <c:ser>
          <c:idx val="1"/>
          <c:order val="1"/>
          <c:spPr>
            <a:ln w="19050" cap="rnd">
              <a:solidFill>
                <a:schemeClr val="bg1">
                  <a:lumMod val="50000"/>
                </a:schemeClr>
              </a:solidFill>
              <a:round/>
            </a:ln>
            <a:effectLst/>
          </c:spPr>
          <c:marker>
            <c:symbol val="none"/>
          </c:marker>
          <c:xVal>
            <c:numRef>
              <c:f>'Panel A - drift'!$A$8:$A$208</c:f>
              <c:numCache>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Cache>
            </c:numRef>
          </c:xVal>
          <c:yVal>
            <c:numRef>
              <c:f>'Panel A - drift'!$C$8:$C$208</c:f>
              <c:numCache>
                <c:formatCode>0.0000</c:formatCode>
                <c:ptCount val="201"/>
                <c:pt idx="0">
                  <c:v>1</c:v>
                </c:pt>
                <c:pt idx="1">
                  <c:v>0.95</c:v>
                </c:pt>
                <c:pt idx="2">
                  <c:v>0.90249999999999997</c:v>
                </c:pt>
                <c:pt idx="3">
                  <c:v>0.85737499999999989</c:v>
                </c:pt>
                <c:pt idx="4">
                  <c:v>0.81450624999999999</c:v>
                </c:pt>
                <c:pt idx="5">
                  <c:v>0.77378093749999999</c:v>
                </c:pt>
                <c:pt idx="6">
                  <c:v>0.73509189062499991</c:v>
                </c:pt>
                <c:pt idx="7">
                  <c:v>0.69833729609374995</c:v>
                </c:pt>
                <c:pt idx="8">
                  <c:v>0.66342043128906247</c:v>
                </c:pt>
                <c:pt idx="9">
                  <c:v>0.6302494097246093</c:v>
                </c:pt>
                <c:pt idx="10">
                  <c:v>0.5987369392383789</c:v>
                </c:pt>
                <c:pt idx="11">
                  <c:v>0.56880009227645989</c:v>
                </c:pt>
                <c:pt idx="12">
                  <c:v>0.54036008766263688</c:v>
                </c:pt>
                <c:pt idx="13">
                  <c:v>0.51334208327950503</c:v>
                </c:pt>
                <c:pt idx="14">
                  <c:v>0.48767497911552976</c:v>
                </c:pt>
                <c:pt idx="15">
                  <c:v>0.46329123015975332</c:v>
                </c:pt>
                <c:pt idx="16">
                  <c:v>0.44012666865176564</c:v>
                </c:pt>
                <c:pt idx="17">
                  <c:v>0.41812033521917735</c:v>
                </c:pt>
                <c:pt idx="18">
                  <c:v>0.39721431845821847</c:v>
                </c:pt>
                <c:pt idx="19">
                  <c:v>0.37735360253530753</c:v>
                </c:pt>
                <c:pt idx="20">
                  <c:v>0.35848592240854216</c:v>
                </c:pt>
                <c:pt idx="21">
                  <c:v>0.34056162628811509</c:v>
                </c:pt>
                <c:pt idx="22">
                  <c:v>0.32353354497370929</c:v>
                </c:pt>
                <c:pt idx="23">
                  <c:v>0.30735686772502385</c:v>
                </c:pt>
                <c:pt idx="24">
                  <c:v>0.29198902433877266</c:v>
                </c:pt>
                <c:pt idx="25">
                  <c:v>0.27738957312183399</c:v>
                </c:pt>
                <c:pt idx="26">
                  <c:v>0.26352009446574232</c:v>
                </c:pt>
                <c:pt idx="27">
                  <c:v>0.2503440897424552</c:v>
                </c:pt>
                <c:pt idx="28">
                  <c:v>0.23782688525533241</c:v>
                </c:pt>
                <c:pt idx="29">
                  <c:v>0.2259355409925658</c:v>
                </c:pt>
                <c:pt idx="30">
                  <c:v>0.21463876394293749</c:v>
                </c:pt>
                <c:pt idx="31">
                  <c:v>0.20390682574579064</c:v>
                </c:pt>
                <c:pt idx="32">
                  <c:v>0.19371148445850112</c:v>
                </c:pt>
                <c:pt idx="33">
                  <c:v>0.18402591023557605</c:v>
                </c:pt>
                <c:pt idx="34">
                  <c:v>0.17482461472379726</c:v>
                </c:pt>
                <c:pt idx="35">
                  <c:v>0.16608338398760736</c:v>
                </c:pt>
                <c:pt idx="36">
                  <c:v>0.15777921478822701</c:v>
                </c:pt>
                <c:pt idx="37">
                  <c:v>0.14989025404881567</c:v>
                </c:pt>
                <c:pt idx="38">
                  <c:v>0.14239574134637487</c:v>
                </c:pt>
                <c:pt idx="39">
                  <c:v>0.13527595427905614</c:v>
                </c:pt>
                <c:pt idx="40">
                  <c:v>0.12851215656510334</c:v>
                </c:pt>
                <c:pt idx="41">
                  <c:v>0.12208654873684816</c:v>
                </c:pt>
                <c:pt idx="42">
                  <c:v>0.11598222130000577</c:v>
                </c:pt>
                <c:pt idx="43">
                  <c:v>0.11018311023500546</c:v>
                </c:pt>
                <c:pt idx="44">
                  <c:v>0.10467395472325518</c:v>
                </c:pt>
                <c:pt idx="45">
                  <c:v>9.9440256987092426E-2</c:v>
                </c:pt>
                <c:pt idx="46">
                  <c:v>9.44682441377378E-2</c:v>
                </c:pt>
                <c:pt idx="47">
                  <c:v>8.9744831930850921E-2</c:v>
                </c:pt>
                <c:pt idx="48">
                  <c:v>8.5257590334308367E-2</c:v>
                </c:pt>
                <c:pt idx="49">
                  <c:v>8.0994710817592949E-2</c:v>
                </c:pt>
                <c:pt idx="50">
                  <c:v>7.6944975276713304E-2</c:v>
                </c:pt>
                <c:pt idx="51">
                  <c:v>7.3097726512877631E-2</c:v>
                </c:pt>
                <c:pt idx="52">
                  <c:v>6.9442840187233748E-2</c:v>
                </c:pt>
                <c:pt idx="53">
                  <c:v>6.5970698177872072E-2</c:v>
                </c:pt>
                <c:pt idx="54">
                  <c:v>6.2672163268978454E-2</c:v>
                </c:pt>
                <c:pt idx="55">
                  <c:v>5.9538555105529543E-2</c:v>
                </c:pt>
                <c:pt idx="56">
                  <c:v>5.6561627350253066E-2</c:v>
                </c:pt>
                <c:pt idx="57">
                  <c:v>5.3733545982740404E-2</c:v>
                </c:pt>
                <c:pt idx="58">
                  <c:v>5.1046868683603391E-2</c:v>
                </c:pt>
                <c:pt idx="59">
                  <c:v>4.8494525249423222E-2</c:v>
                </c:pt>
                <c:pt idx="60">
                  <c:v>4.606979898695205E-2</c:v>
                </c:pt>
                <c:pt idx="61">
                  <c:v>4.3766309037604451E-2</c:v>
                </c:pt>
                <c:pt idx="62">
                  <c:v>4.1577993585724227E-2</c:v>
                </c:pt>
                <c:pt idx="63">
                  <c:v>3.9499093906438021E-2</c:v>
                </c:pt>
                <c:pt idx="64">
                  <c:v>3.7524139211116116E-2</c:v>
                </c:pt>
                <c:pt idx="65">
                  <c:v>3.5647932250560309E-2</c:v>
                </c:pt>
                <c:pt idx="66">
                  <c:v>3.3865535638032296E-2</c:v>
                </c:pt>
                <c:pt idx="67">
                  <c:v>3.2172258856130675E-2</c:v>
                </c:pt>
                <c:pt idx="68">
                  <c:v>3.0563645913324146E-2</c:v>
                </c:pt>
                <c:pt idx="69">
                  <c:v>2.903546361765794E-2</c:v>
                </c:pt>
                <c:pt idx="70">
                  <c:v>2.7583690436775037E-2</c:v>
                </c:pt>
                <c:pt idx="71">
                  <c:v>2.6204505914936286E-2</c:v>
                </c:pt>
                <c:pt idx="72">
                  <c:v>2.4894280619189475E-2</c:v>
                </c:pt>
                <c:pt idx="73">
                  <c:v>2.364956658823E-2</c:v>
                </c:pt>
                <c:pt idx="74">
                  <c:v>2.2467088258818501E-2</c:v>
                </c:pt>
                <c:pt idx="75">
                  <c:v>2.1343733845877573E-2</c:v>
                </c:pt>
                <c:pt idx="76">
                  <c:v>2.0276547153583693E-2</c:v>
                </c:pt>
                <c:pt idx="77">
                  <c:v>1.926271979590451E-2</c:v>
                </c:pt>
                <c:pt idx="78">
                  <c:v>1.8299583806109285E-2</c:v>
                </c:pt>
                <c:pt idx="79">
                  <c:v>1.7384604615803819E-2</c:v>
                </c:pt>
                <c:pt idx="80">
                  <c:v>1.6515374385013628E-2</c:v>
                </c:pt>
                <c:pt idx="81">
                  <c:v>1.5689605665762947E-2</c:v>
                </c:pt>
                <c:pt idx="82">
                  <c:v>1.49051253824748E-2</c:v>
                </c:pt>
                <c:pt idx="83">
                  <c:v>1.415986911335106E-2</c:v>
                </c:pt>
                <c:pt idx="84">
                  <c:v>1.3451875657683507E-2</c:v>
                </c:pt>
                <c:pt idx="85">
                  <c:v>1.2779281874799332E-2</c:v>
                </c:pt>
                <c:pt idx="86">
                  <c:v>1.2140317781059364E-2</c:v>
                </c:pt>
                <c:pt idx="87">
                  <c:v>1.1533301892006397E-2</c:v>
                </c:pt>
                <c:pt idx="88">
                  <c:v>1.0956636797406077E-2</c:v>
                </c:pt>
                <c:pt idx="89">
                  <c:v>1.0408804957535772E-2</c:v>
                </c:pt>
                <c:pt idx="90">
                  <c:v>9.8883647096589845E-3</c:v>
                </c:pt>
                <c:pt idx="91">
                  <c:v>9.3939464741760355E-3</c:v>
                </c:pt>
                <c:pt idx="92">
                  <c:v>8.9242491504672328E-3</c:v>
                </c:pt>
                <c:pt idx="93">
                  <c:v>8.4780366929438702E-3</c:v>
                </c:pt>
                <c:pt idx="94">
                  <c:v>8.054134858296676E-3</c:v>
                </c:pt>
                <c:pt idx="95">
                  <c:v>7.6514281153818439E-3</c:v>
                </c:pt>
                <c:pt idx="96">
                  <c:v>7.268856709612752E-3</c:v>
                </c:pt>
                <c:pt idx="97">
                  <c:v>6.9054138741321139E-3</c:v>
                </c:pt>
                <c:pt idx="98">
                  <c:v>6.5601431804255088E-3</c:v>
                </c:pt>
                <c:pt idx="99">
                  <c:v>6.2321360214042318E-3</c:v>
                </c:pt>
                <c:pt idx="100">
                  <c:v>5.9205292203340209E-3</c:v>
                </c:pt>
                <c:pt idx="101">
                  <c:v>5.6245027593173199E-3</c:v>
                </c:pt>
                <c:pt idx="102">
                  <c:v>5.3432776213514534E-3</c:v>
                </c:pt>
                <c:pt idx="103">
                  <c:v>5.0761137402838812E-3</c:v>
                </c:pt>
                <c:pt idx="104">
                  <c:v>4.8223080532696872E-3</c:v>
                </c:pt>
                <c:pt idx="105">
                  <c:v>4.5811926506062021E-3</c:v>
                </c:pt>
                <c:pt idx="106">
                  <c:v>4.3521330180758934E-3</c:v>
                </c:pt>
                <c:pt idx="107">
                  <c:v>4.1345263671720978E-3</c:v>
                </c:pt>
                <c:pt idx="108">
                  <c:v>3.9278000488134927E-3</c:v>
                </c:pt>
                <c:pt idx="109">
                  <c:v>3.731410046372818E-3</c:v>
                </c:pt>
                <c:pt idx="110">
                  <c:v>3.5448395440541773E-3</c:v>
                </c:pt>
                <c:pt idx="111">
                  <c:v>3.3675975668514685E-3</c:v>
                </c:pt>
                <c:pt idx="112">
                  <c:v>3.1992176885088947E-3</c:v>
                </c:pt>
                <c:pt idx="113">
                  <c:v>3.0392568040834502E-3</c:v>
                </c:pt>
                <c:pt idx="114">
                  <c:v>2.8872939638792776E-3</c:v>
                </c:pt>
                <c:pt idx="115">
                  <c:v>2.7429292656853134E-3</c:v>
                </c:pt>
                <c:pt idx="116">
                  <c:v>2.605782802401048E-3</c:v>
                </c:pt>
                <c:pt idx="117">
                  <c:v>2.4754936622809957E-3</c:v>
                </c:pt>
                <c:pt idx="118">
                  <c:v>2.3517189791669455E-3</c:v>
                </c:pt>
                <c:pt idx="119">
                  <c:v>2.2341330302085988E-3</c:v>
                </c:pt>
                <c:pt idx="120">
                  <c:v>2.1224263786981689E-3</c:v>
                </c:pt>
                <c:pt idx="121">
                  <c:v>2.0163050597632598E-3</c:v>
                </c:pt>
                <c:pt idx="122">
                  <c:v>1.9154898067750973E-3</c:v>
                </c:pt>
                <c:pt idx="123">
                  <c:v>1.8197153164363424E-3</c:v>
                </c:pt>
                <c:pt idx="124">
                  <c:v>1.7287295506145249E-3</c:v>
                </c:pt>
                <c:pt idx="125">
                  <c:v>1.6422930730837987E-3</c:v>
                </c:pt>
                <c:pt idx="126">
                  <c:v>1.5601784194296088E-3</c:v>
                </c:pt>
                <c:pt idx="127">
                  <c:v>1.4821694984581285E-3</c:v>
                </c:pt>
                <c:pt idx="128">
                  <c:v>1.4080610235352219E-3</c:v>
                </c:pt>
                <c:pt idx="129">
                  <c:v>1.3376579723584608E-3</c:v>
                </c:pt>
                <c:pt idx="130">
                  <c:v>1.2707750737405378E-3</c:v>
                </c:pt>
                <c:pt idx="131">
                  <c:v>1.2072363200535108E-3</c:v>
                </c:pt>
                <c:pt idx="132">
                  <c:v>1.1468745040508353E-3</c:v>
                </c:pt>
                <c:pt idx="133">
                  <c:v>1.0895307788482936E-3</c:v>
                </c:pt>
                <c:pt idx="134">
                  <c:v>1.0350542399058787E-3</c:v>
                </c:pt>
                <c:pt idx="135">
                  <c:v>9.8330152791058483E-4</c:v>
                </c:pt>
                <c:pt idx="136">
                  <c:v>9.3413645151505561E-4</c:v>
                </c:pt>
                <c:pt idx="137">
                  <c:v>8.8742962893930278E-4</c:v>
                </c:pt>
                <c:pt idx="138">
                  <c:v>8.4305814749233772E-4</c:v>
                </c:pt>
                <c:pt idx="139">
                  <c:v>8.0090524011772082E-4</c:v>
                </c:pt>
                <c:pt idx="140">
                  <c:v>7.608599781118347E-4</c:v>
                </c:pt>
                <c:pt idx="141">
                  <c:v>7.2281697920624293E-4</c:v>
                </c:pt>
                <c:pt idx="142">
                  <c:v>6.8667613024593079E-4</c:v>
                </c:pt>
                <c:pt idx="143">
                  <c:v>6.5234232373363428E-4</c:v>
                </c:pt>
                <c:pt idx="144">
                  <c:v>6.1972520754695261E-4</c:v>
                </c:pt>
                <c:pt idx="145">
                  <c:v>5.887389471696049E-4</c:v>
                </c:pt>
                <c:pt idx="146">
                  <c:v>5.5930199981112474E-4</c:v>
                </c:pt>
                <c:pt idx="147">
                  <c:v>5.3133689982056841E-4</c:v>
                </c:pt>
                <c:pt idx="148">
                  <c:v>5.0477005482953998E-4</c:v>
                </c:pt>
                <c:pt idx="149">
                  <c:v>4.7953155208806309E-4</c:v>
                </c:pt>
                <c:pt idx="150">
                  <c:v>4.5555497448365983E-4</c:v>
                </c:pt>
                <c:pt idx="151">
                  <c:v>4.3277722575947689E-4</c:v>
                </c:pt>
                <c:pt idx="152">
                  <c:v>4.1113836447150307E-4</c:v>
                </c:pt>
                <c:pt idx="153">
                  <c:v>3.9058144624792786E-4</c:v>
                </c:pt>
                <c:pt idx="154">
                  <c:v>3.7105237393553149E-4</c:v>
                </c:pt>
                <c:pt idx="155">
                  <c:v>3.5249975523875493E-4</c:v>
                </c:pt>
                <c:pt idx="156">
                  <c:v>3.348747674768171E-4</c:v>
                </c:pt>
                <c:pt idx="157">
                  <c:v>3.181310291029763E-4</c:v>
                </c:pt>
                <c:pt idx="158">
                  <c:v>3.0222447764782746E-4</c:v>
                </c:pt>
                <c:pt idx="159">
                  <c:v>2.871132537654361E-4</c:v>
                </c:pt>
                <c:pt idx="160">
                  <c:v>2.7275759107716431E-4</c:v>
                </c:pt>
                <c:pt idx="161">
                  <c:v>2.5911971152330608E-4</c:v>
                </c:pt>
                <c:pt idx="162">
                  <c:v>2.4616372594714081E-4</c:v>
                </c:pt>
                <c:pt idx="163">
                  <c:v>2.338555396497837E-4</c:v>
                </c:pt>
                <c:pt idx="164">
                  <c:v>2.2216276266729456E-4</c:v>
                </c:pt>
                <c:pt idx="165">
                  <c:v>2.1105462453392982E-4</c:v>
                </c:pt>
                <c:pt idx="166">
                  <c:v>2.0050189330723332E-4</c:v>
                </c:pt>
                <c:pt idx="167">
                  <c:v>1.9047679864187168E-4</c:v>
                </c:pt>
                <c:pt idx="168">
                  <c:v>1.8095295870977811E-4</c:v>
                </c:pt>
                <c:pt idx="169">
                  <c:v>1.7190531077428917E-4</c:v>
                </c:pt>
                <c:pt idx="170">
                  <c:v>1.6331004523557473E-4</c:v>
                </c:pt>
                <c:pt idx="171">
                  <c:v>1.5514454297379596E-4</c:v>
                </c:pt>
                <c:pt idx="172">
                  <c:v>1.4738731582510616E-4</c:v>
                </c:pt>
                <c:pt idx="173">
                  <c:v>1.4001795003385086E-4</c:v>
                </c:pt>
                <c:pt idx="174">
                  <c:v>1.3301705253215831E-4</c:v>
                </c:pt>
                <c:pt idx="175">
                  <c:v>1.2636619990555041E-4</c:v>
                </c:pt>
                <c:pt idx="176">
                  <c:v>1.2004788991027288E-4</c:v>
                </c:pt>
                <c:pt idx="177">
                  <c:v>1.1404549541475923E-4</c:v>
                </c:pt>
                <c:pt idx="178">
                  <c:v>1.0834322064402127E-4</c:v>
                </c:pt>
                <c:pt idx="179">
                  <c:v>1.029260596118202E-4</c:v>
                </c:pt>
                <c:pt idx="180">
                  <c:v>9.7779756631229188E-5</c:v>
                </c:pt>
                <c:pt idx="181">
                  <c:v>9.2890768799667753E-5</c:v>
                </c:pt>
                <c:pt idx="182">
                  <c:v>8.8246230359684339E-5</c:v>
                </c:pt>
                <c:pt idx="183">
                  <c:v>8.3833918841700136E-5</c:v>
                </c:pt>
                <c:pt idx="184">
                  <c:v>7.9642222899615128E-5</c:v>
                </c:pt>
                <c:pt idx="185">
                  <c:v>7.5660111754634359E-5</c:v>
                </c:pt>
                <c:pt idx="186">
                  <c:v>7.1877106166902651E-5</c:v>
                </c:pt>
                <c:pt idx="187">
                  <c:v>6.8283250858557529E-5</c:v>
                </c:pt>
                <c:pt idx="188">
                  <c:v>6.4869088315629636E-5</c:v>
                </c:pt>
                <c:pt idx="189">
                  <c:v>6.1625633899848161E-5</c:v>
                </c:pt>
                <c:pt idx="190">
                  <c:v>5.8544352204855748E-5</c:v>
                </c:pt>
                <c:pt idx="191">
                  <c:v>5.5617134594612968E-5</c:v>
                </c:pt>
                <c:pt idx="192">
                  <c:v>5.2836277864882315E-5</c:v>
                </c:pt>
                <c:pt idx="193">
                  <c:v>5.0194463971638196E-5</c:v>
                </c:pt>
                <c:pt idx="194">
                  <c:v>4.7684740773056285E-5</c:v>
                </c:pt>
                <c:pt idx="195">
                  <c:v>4.5300503734403463E-5</c:v>
                </c:pt>
                <c:pt idx="196">
                  <c:v>4.3035478547683296E-5</c:v>
                </c:pt>
                <c:pt idx="197">
                  <c:v>4.0883704620299135E-5</c:v>
                </c:pt>
                <c:pt idx="198">
                  <c:v>3.8839519389284171E-5</c:v>
                </c:pt>
                <c:pt idx="199">
                  <c:v>3.6897543419819962E-5</c:v>
                </c:pt>
                <c:pt idx="200">
                  <c:v>3.505266624882897E-5</c:v>
                </c:pt>
              </c:numCache>
            </c:numRef>
          </c:yVal>
          <c:smooth val="1"/>
          <c:extLst>
            <c:ext xmlns:c16="http://schemas.microsoft.com/office/drawing/2014/chart" uri="{C3380CC4-5D6E-409C-BE32-E72D297353CC}">
              <c16:uniqueId val="{00000001-3C54-4813-BC7C-845BD0137DE9}"/>
            </c:ext>
          </c:extLst>
        </c:ser>
        <c:ser>
          <c:idx val="2"/>
          <c:order val="2"/>
          <c:spPr>
            <a:ln w="19050" cap="rnd">
              <a:solidFill>
                <a:schemeClr val="bg1">
                  <a:lumMod val="50000"/>
                </a:schemeClr>
              </a:solidFill>
              <a:round/>
            </a:ln>
            <a:effectLst/>
          </c:spPr>
          <c:marker>
            <c:symbol val="none"/>
          </c:marker>
          <c:xVal>
            <c:numRef>
              <c:f>'Panel A - drift'!$A$8:$A$208</c:f>
              <c:numCache>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Cache>
            </c:numRef>
          </c:xVal>
          <c:yVal>
            <c:numRef>
              <c:f>'Panel A - drift'!$D$8:$D$208</c:f>
              <c:numCache>
                <c:formatCode>0.0000</c:formatCode>
                <c:ptCount val="201"/>
                <c:pt idx="0">
                  <c:v>1</c:v>
                </c:pt>
                <c:pt idx="1">
                  <c:v>0.99</c:v>
                </c:pt>
                <c:pt idx="2">
                  <c:v>0.98009999999999997</c:v>
                </c:pt>
                <c:pt idx="3">
                  <c:v>0.97029899999999991</c:v>
                </c:pt>
                <c:pt idx="4">
                  <c:v>0.96059600999999994</c:v>
                </c:pt>
                <c:pt idx="5">
                  <c:v>0.95099004989999991</c:v>
                </c:pt>
                <c:pt idx="6">
                  <c:v>0.94148014940099989</c:v>
                </c:pt>
                <c:pt idx="7">
                  <c:v>0.93206534790698992</c:v>
                </c:pt>
                <c:pt idx="8">
                  <c:v>0.92274469442791995</c:v>
                </c:pt>
                <c:pt idx="9">
                  <c:v>0.91351724748364072</c:v>
                </c:pt>
                <c:pt idx="10">
                  <c:v>0.9043820750088043</c:v>
                </c:pt>
                <c:pt idx="11">
                  <c:v>0.89533825425871627</c:v>
                </c:pt>
                <c:pt idx="12">
                  <c:v>0.88638487171612912</c:v>
                </c:pt>
                <c:pt idx="13">
                  <c:v>0.87752102299896773</c:v>
                </c:pt>
                <c:pt idx="14">
                  <c:v>0.86874581276897811</c:v>
                </c:pt>
                <c:pt idx="15">
                  <c:v>0.86005835464128833</c:v>
                </c:pt>
                <c:pt idx="16">
                  <c:v>0.85145777109487542</c:v>
                </c:pt>
                <c:pt idx="17">
                  <c:v>0.84294319338392665</c:v>
                </c:pt>
                <c:pt idx="18">
                  <c:v>0.83451376145008738</c:v>
                </c:pt>
                <c:pt idx="19">
                  <c:v>0.82616862383558642</c:v>
                </c:pt>
                <c:pt idx="20">
                  <c:v>0.81790693759723065</c:v>
                </c:pt>
                <c:pt idx="21">
                  <c:v>0.80972786822125831</c:v>
                </c:pt>
                <c:pt idx="22">
                  <c:v>0.80163058953904565</c:v>
                </c:pt>
                <c:pt idx="23">
                  <c:v>0.79361428364365527</c:v>
                </c:pt>
                <c:pt idx="24">
                  <c:v>0.78567814080721865</c:v>
                </c:pt>
                <c:pt idx="25">
                  <c:v>0.77782135939914643</c:v>
                </c:pt>
                <c:pt idx="26">
                  <c:v>0.77004314580515498</c:v>
                </c:pt>
                <c:pt idx="27">
                  <c:v>0.76234271434710343</c:v>
                </c:pt>
                <c:pt idx="28">
                  <c:v>0.75471928720363235</c:v>
                </c:pt>
                <c:pt idx="29">
                  <c:v>0.74717209433159593</c:v>
                </c:pt>
                <c:pt idx="30">
                  <c:v>0.7397003733882801</c:v>
                </c:pt>
                <c:pt idx="31">
                  <c:v>0.73230336965439724</c:v>
                </c:pt>
                <c:pt idx="32">
                  <c:v>0.72498033595785327</c:v>
                </c:pt>
                <c:pt idx="33">
                  <c:v>0.71773053259827468</c:v>
                </c:pt>
                <c:pt idx="34">
                  <c:v>0.71055322727229198</c:v>
                </c:pt>
                <c:pt idx="35">
                  <c:v>0.70344769499956905</c:v>
                </c:pt>
                <c:pt idx="36">
                  <c:v>0.69641321804957335</c:v>
                </c:pt>
                <c:pt idx="37">
                  <c:v>0.6894490858690776</c:v>
                </c:pt>
                <c:pt idx="38">
                  <c:v>0.68255459501038684</c:v>
                </c:pt>
                <c:pt idx="39">
                  <c:v>0.67572904906028297</c:v>
                </c:pt>
                <c:pt idx="40">
                  <c:v>0.66897175856968005</c:v>
                </c:pt>
                <c:pt idx="41">
                  <c:v>0.66228204098398324</c:v>
                </c:pt>
                <c:pt idx="42">
                  <c:v>0.65565922057414339</c:v>
                </c:pt>
                <c:pt idx="43">
                  <c:v>0.64910262836840193</c:v>
                </c:pt>
                <c:pt idx="44">
                  <c:v>0.64261160208471801</c:v>
                </c:pt>
                <c:pt idx="45">
                  <c:v>0.63618548606387071</c:v>
                </c:pt>
                <c:pt idx="46">
                  <c:v>0.62982363120323204</c:v>
                </c:pt>
                <c:pt idx="47">
                  <c:v>0.62352539489119974</c:v>
                </c:pt>
                <c:pt idx="48">
                  <c:v>0.61729014094228774</c:v>
                </c:pt>
                <c:pt idx="49">
                  <c:v>0.61111723953286479</c:v>
                </c:pt>
                <c:pt idx="50">
                  <c:v>0.60500606713753613</c:v>
                </c:pt>
                <c:pt idx="51">
                  <c:v>0.59895600646616076</c:v>
                </c:pt>
                <c:pt idx="52">
                  <c:v>0.5929664464014992</c:v>
                </c:pt>
                <c:pt idx="53">
                  <c:v>0.58703678193748421</c:v>
                </c:pt>
                <c:pt idx="54">
                  <c:v>0.58116641411810932</c:v>
                </c:pt>
                <c:pt idx="55">
                  <c:v>0.57535474997692826</c:v>
                </c:pt>
                <c:pt idx="56">
                  <c:v>0.56960120247715895</c:v>
                </c:pt>
                <c:pt idx="57">
                  <c:v>0.56390519045238729</c:v>
                </c:pt>
                <c:pt idx="58">
                  <c:v>0.55826613854786344</c:v>
                </c:pt>
                <c:pt idx="59">
                  <c:v>0.55268347716238486</c:v>
                </c:pt>
                <c:pt idx="60">
                  <c:v>0.54715664239076089</c:v>
                </c:pt>
                <c:pt idx="61">
                  <c:v>0.54168507596685322</c:v>
                </c:pt>
                <c:pt idx="62">
                  <c:v>0.53626822520718487</c:v>
                </c:pt>
                <c:pt idx="63">
                  <c:v>0.53090554295511294</c:v>
                </c:pt>
                <c:pt idx="64">
                  <c:v>0.52559648752556176</c:v>
                </c:pt>
                <c:pt idx="65">
                  <c:v>0.52034052265030617</c:v>
                </c:pt>
                <c:pt idx="66">
                  <c:v>0.51513711742380308</c:v>
                </c:pt>
                <c:pt idx="67">
                  <c:v>0.50998574624956505</c:v>
                </c:pt>
                <c:pt idx="68">
                  <c:v>0.50488588878706941</c:v>
                </c:pt>
                <c:pt idx="69">
                  <c:v>0.49983702989919865</c:v>
                </c:pt>
                <c:pt idx="70">
                  <c:v>0.49483865960020668</c:v>
                </c:pt>
                <c:pt idx="71">
                  <c:v>0.48989027300420462</c:v>
                </c:pt>
                <c:pt idx="72">
                  <c:v>0.4849913702741625</c:v>
                </c:pt>
                <c:pt idx="73">
                  <c:v>0.48014145657142088</c:v>
                </c:pt>
                <c:pt idx="74">
                  <c:v>0.47534004200570668</c:v>
                </c:pt>
                <c:pt idx="75">
                  <c:v>0.47058664158564961</c:v>
                </c:pt>
                <c:pt idx="76">
                  <c:v>0.46588077516979315</c:v>
                </c:pt>
                <c:pt idx="77">
                  <c:v>0.46122196741809512</c:v>
                </c:pt>
                <c:pt idx="78">
                  <c:v>0.45660974774391422</c:v>
                </c:pt>
                <c:pt idx="79">
                  <c:v>0.45204365026647508</c:v>
                </c:pt>
                <c:pt idx="80">
                  <c:v>0.44752321376381032</c:v>
                </c:pt>
                <c:pt idx="81">
                  <c:v>0.4430479816261722</c:v>
                </c:pt>
                <c:pt idx="82">
                  <c:v>0.43861750180991049</c:v>
                </c:pt>
                <c:pt idx="83">
                  <c:v>0.43423132679181131</c:v>
                </c:pt>
                <c:pt idx="84">
                  <c:v>0.42988901352389325</c:v>
                </c:pt>
                <c:pt idx="85">
                  <c:v>0.42559012338865432</c:v>
                </c:pt>
                <c:pt idx="86">
                  <c:v>0.42133422215476773</c:v>
                </c:pt>
                <c:pt idx="87">
                  <c:v>0.41712087993322011</c:v>
                </c:pt>
                <c:pt idx="88">
                  <c:v>0.41294967113388786</c:v>
                </c:pt>
                <c:pt idx="89">
                  <c:v>0.40882017442254898</c:v>
                </c:pt>
                <c:pt idx="90">
                  <c:v>0.4047319726783235</c:v>
                </c:pt>
                <c:pt idx="91">
                  <c:v>0.40068465295154027</c:v>
                </c:pt>
                <c:pt idx="92">
                  <c:v>0.39667780642202483</c:v>
                </c:pt>
                <c:pt idx="93">
                  <c:v>0.39271102835780453</c:v>
                </c:pt>
                <c:pt idx="94">
                  <c:v>0.38878391807422652</c:v>
                </c:pt>
                <c:pt idx="95">
                  <c:v>0.38489607889348426</c:v>
                </c:pt>
                <c:pt idx="96">
                  <c:v>0.38104711810454939</c:v>
                </c:pt>
                <c:pt idx="97">
                  <c:v>0.37723664692350389</c:v>
                </c:pt>
                <c:pt idx="98">
                  <c:v>0.37346428045426888</c:v>
                </c:pt>
                <c:pt idx="99">
                  <c:v>0.36972963764972616</c:v>
                </c:pt>
                <c:pt idx="100">
                  <c:v>0.36603234127322892</c:v>
                </c:pt>
                <c:pt idx="101">
                  <c:v>0.36237201786049661</c:v>
                </c:pt>
                <c:pt idx="102">
                  <c:v>0.35874829768189165</c:v>
                </c:pt>
                <c:pt idx="103">
                  <c:v>0.35516081470507271</c:v>
                </c:pt>
                <c:pt idx="104">
                  <c:v>0.35160920655802197</c:v>
                </c:pt>
                <c:pt idx="105">
                  <c:v>0.34809311449244174</c:v>
                </c:pt>
                <c:pt idx="106">
                  <c:v>0.34461218334751731</c:v>
                </c:pt>
                <c:pt idx="107">
                  <c:v>0.34116606151404211</c:v>
                </c:pt>
                <c:pt idx="108">
                  <c:v>0.33775440089890174</c:v>
                </c:pt>
                <c:pt idx="109">
                  <c:v>0.33437685688991264</c:v>
                </c:pt>
                <c:pt idx="110">
                  <c:v>0.33103308832101358</c:v>
                </c:pt>
                <c:pt idx="111">
                  <c:v>0.32772275743780344</c:v>
                </c:pt>
                <c:pt idx="112">
                  <c:v>0.3244455298634254</c:v>
                </c:pt>
                <c:pt idx="113">
                  <c:v>0.32120107456479113</c:v>
                </c:pt>
                <c:pt idx="114">
                  <c:v>0.31798906381914321</c:v>
                </c:pt>
                <c:pt idx="115">
                  <c:v>0.31480917318095175</c:v>
                </c:pt>
                <c:pt idx="116">
                  <c:v>0.31166108144914229</c:v>
                </c:pt>
                <c:pt idx="117">
                  <c:v>0.30854447063465085</c:v>
                </c:pt>
                <c:pt idx="118">
                  <c:v>0.30545902592830432</c:v>
                </c:pt>
                <c:pt idx="119">
                  <c:v>0.30240443566902125</c:v>
                </c:pt>
                <c:pt idx="120">
                  <c:v>0.29938039131233107</c:v>
                </c:pt>
                <c:pt idx="121">
                  <c:v>0.2963865873992077</c:v>
                </c:pt>
                <c:pt idx="122">
                  <c:v>0.29342272152521565</c:v>
                </c:pt>
                <c:pt idx="123">
                  <c:v>0.29048849430996354</c:v>
                </c:pt>
                <c:pt idx="124">
                  <c:v>0.28758360936686383</c:v>
                </c:pt>
                <c:pt idx="125">
                  <c:v>0.28470777327319513</c:v>
                </c:pt>
                <c:pt idx="126">
                  <c:v>0.28186069554046328</c:v>
                </c:pt>
                <c:pt idx="127">
                  <c:v>0.27904208858505863</c:v>
                </c:pt>
                <c:pt idx="128">
                  <c:v>0.276251667699208</c:v>
                </c:pt>
                <c:pt idx="129">
                  <c:v>0.27348915102221594</c:v>
                </c:pt>
                <c:pt idx="130">
                  <c:v>0.27075425951199378</c:v>
                </c:pt>
                <c:pt idx="131">
                  <c:v>0.26804671691687382</c:v>
                </c:pt>
                <c:pt idx="132">
                  <c:v>0.26536624974770506</c:v>
                </c:pt>
                <c:pt idx="133">
                  <c:v>0.262712587250228</c:v>
                </c:pt>
                <c:pt idx="134">
                  <c:v>0.2600854613777257</c:v>
                </c:pt>
                <c:pt idx="135">
                  <c:v>0.25748460676394846</c:v>
                </c:pt>
                <c:pt idx="136">
                  <c:v>0.254909760696309</c:v>
                </c:pt>
                <c:pt idx="137">
                  <c:v>0.25236066308934585</c:v>
                </c:pt>
                <c:pt idx="138">
                  <c:v>0.24983705645845242</c:v>
                </c:pt>
                <c:pt idx="139">
                  <c:v>0.2473386858938679</c:v>
                </c:pt>
                <c:pt idx="140">
                  <c:v>0.24486529903492921</c:v>
                </c:pt>
                <c:pt idx="141">
                  <c:v>0.24241664604457991</c:v>
                </c:pt>
                <c:pt idx="142">
                  <c:v>0.23999247958413411</c:v>
                </c:pt>
                <c:pt idx="143">
                  <c:v>0.23759255478829278</c:v>
                </c:pt>
                <c:pt idx="144">
                  <c:v>0.23521662924040984</c:v>
                </c:pt>
                <c:pt idx="145">
                  <c:v>0.23286446294800572</c:v>
                </c:pt>
                <c:pt idx="146">
                  <c:v>0.23053581831852568</c:v>
                </c:pt>
                <c:pt idx="147">
                  <c:v>0.2282304601353404</c:v>
                </c:pt>
                <c:pt idx="148">
                  <c:v>0.22594815553398703</c:v>
                </c:pt>
                <c:pt idx="149">
                  <c:v>0.22368867397864714</c:v>
                </c:pt>
                <c:pt idx="150">
                  <c:v>0.22145178723886064</c:v>
                </c:pt>
                <c:pt idx="151">
                  <c:v>0.21923726936647206</c:v>
                </c:pt>
                <c:pt idx="152">
                  <c:v>0.21704489667280732</c:v>
                </c:pt>
                <c:pt idx="153">
                  <c:v>0.21487444770607925</c:v>
                </c:pt>
                <c:pt idx="154">
                  <c:v>0.21272570322901846</c:v>
                </c:pt>
                <c:pt idx="155">
                  <c:v>0.21059844619672827</c:v>
                </c:pt>
                <c:pt idx="156">
                  <c:v>0.20849246173476096</c:v>
                </c:pt>
                <c:pt idx="157">
                  <c:v>0.20640753711741333</c:v>
                </c:pt>
                <c:pt idx="158">
                  <c:v>0.20434346174623924</c:v>
                </c:pt>
                <c:pt idx="159">
                  <c:v>0.20230002712877682</c:v>
                </c:pt>
                <c:pt idx="160">
                  <c:v>0.20027702685748905</c:v>
                </c:pt>
                <c:pt idx="161">
                  <c:v>0.19827425658891415</c:v>
                </c:pt>
                <c:pt idx="162">
                  <c:v>0.19629151402302503</c:v>
                </c:pt>
                <c:pt idx="163">
                  <c:v>0.19432859888279477</c:v>
                </c:pt>
                <c:pt idx="164">
                  <c:v>0.19238531289396682</c:v>
                </c:pt>
                <c:pt idx="165">
                  <c:v>0.19046145976502715</c:v>
                </c:pt>
                <c:pt idx="166">
                  <c:v>0.18855684516737689</c:v>
                </c:pt>
                <c:pt idx="167">
                  <c:v>0.1866712767157031</c:v>
                </c:pt>
                <c:pt idx="168">
                  <c:v>0.18480456394854605</c:v>
                </c:pt>
                <c:pt idx="169">
                  <c:v>0.1829565183090606</c:v>
                </c:pt>
                <c:pt idx="170">
                  <c:v>0.18112695312596999</c:v>
                </c:pt>
                <c:pt idx="171">
                  <c:v>0.17931568359471028</c:v>
                </c:pt>
                <c:pt idx="172">
                  <c:v>0.1775225267587632</c:v>
                </c:pt>
                <c:pt idx="173">
                  <c:v>0.17574730149117554</c:v>
                </c:pt>
                <c:pt idx="174">
                  <c:v>0.17398982847626379</c:v>
                </c:pt>
                <c:pt idx="175">
                  <c:v>0.17224993019150114</c:v>
                </c:pt>
                <c:pt idx="176">
                  <c:v>0.17052743088958613</c:v>
                </c:pt>
                <c:pt idx="177">
                  <c:v>0.16882215658069027</c:v>
                </c:pt>
                <c:pt idx="178">
                  <c:v>0.16713393501488336</c:v>
                </c:pt>
                <c:pt idx="179">
                  <c:v>0.16546259566473454</c:v>
                </c:pt>
                <c:pt idx="180">
                  <c:v>0.1638079697080872</c:v>
                </c:pt>
                <c:pt idx="181">
                  <c:v>0.16216989001100632</c:v>
                </c:pt>
                <c:pt idx="182">
                  <c:v>0.16054819111089624</c:v>
                </c:pt>
                <c:pt idx="183">
                  <c:v>0.15894270919978729</c:v>
                </c:pt>
                <c:pt idx="184">
                  <c:v>0.1573532821077894</c:v>
                </c:pt>
                <c:pt idx="185">
                  <c:v>0.15577974928671148</c:v>
                </c:pt>
                <c:pt idx="186">
                  <c:v>0.15422195179384438</c:v>
                </c:pt>
                <c:pt idx="187">
                  <c:v>0.15267973227590595</c:v>
                </c:pt>
                <c:pt idx="188">
                  <c:v>0.15115293495314686</c:v>
                </c:pt>
                <c:pt idx="189">
                  <c:v>0.14964140560361539</c:v>
                </c:pt>
                <c:pt idx="190">
                  <c:v>0.14814499154757926</c:v>
                </c:pt>
                <c:pt idx="191">
                  <c:v>0.14666354163210346</c:v>
                </c:pt>
                <c:pt idx="192">
                  <c:v>0.14519690621578241</c:v>
                </c:pt>
                <c:pt idx="193">
                  <c:v>0.1437449371536246</c:v>
                </c:pt>
                <c:pt idx="194">
                  <c:v>0.14230748778208835</c:v>
                </c:pt>
                <c:pt idx="195">
                  <c:v>0.14088441290426745</c:v>
                </c:pt>
                <c:pt idx="196">
                  <c:v>0.1394755687752248</c:v>
                </c:pt>
                <c:pt idx="197">
                  <c:v>0.13808081308747253</c:v>
                </c:pt>
                <c:pt idx="198">
                  <c:v>0.13670000495659779</c:v>
                </c:pt>
                <c:pt idx="199">
                  <c:v>0.13533300490703182</c:v>
                </c:pt>
                <c:pt idx="200">
                  <c:v>0.13397967485796147</c:v>
                </c:pt>
              </c:numCache>
            </c:numRef>
          </c:yVal>
          <c:smooth val="1"/>
          <c:extLst>
            <c:ext xmlns:c16="http://schemas.microsoft.com/office/drawing/2014/chart" uri="{C3380CC4-5D6E-409C-BE32-E72D297353CC}">
              <c16:uniqueId val="{00000002-3C54-4813-BC7C-845BD0137DE9}"/>
            </c:ext>
          </c:extLst>
        </c:ser>
        <c:ser>
          <c:idx val="3"/>
          <c:order val="3"/>
          <c:spPr>
            <a:ln w="19050" cap="rnd">
              <a:solidFill>
                <a:schemeClr val="bg1">
                  <a:lumMod val="50000"/>
                </a:schemeClr>
              </a:solidFill>
              <a:round/>
            </a:ln>
            <a:effectLst/>
          </c:spPr>
          <c:marker>
            <c:symbol val="none"/>
          </c:marker>
          <c:xVal>
            <c:numRef>
              <c:f>'Panel A - drift'!$A$8:$A$208</c:f>
              <c:numCache>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Cache>
            </c:numRef>
          </c:xVal>
          <c:yVal>
            <c:numRef>
              <c:f>'Panel A - drift'!$E$8:$E$208</c:f>
              <c:numCache>
                <c:formatCode>0.0000</c:formatCode>
                <c:ptCount val="201"/>
                <c:pt idx="0">
                  <c:v>1</c:v>
                </c:pt>
                <c:pt idx="1">
                  <c:v>0.995</c:v>
                </c:pt>
                <c:pt idx="2">
                  <c:v>0.99002500000000004</c:v>
                </c:pt>
                <c:pt idx="3">
                  <c:v>0.98507487500000002</c:v>
                </c:pt>
                <c:pt idx="4">
                  <c:v>0.98014950062500006</c:v>
                </c:pt>
                <c:pt idx="5">
                  <c:v>0.97524875312187509</c:v>
                </c:pt>
                <c:pt idx="6">
                  <c:v>0.97037250935626573</c:v>
                </c:pt>
                <c:pt idx="7">
                  <c:v>0.96552064680948435</c:v>
                </c:pt>
                <c:pt idx="8">
                  <c:v>0.96069304357543694</c:v>
                </c:pt>
                <c:pt idx="9">
                  <c:v>0.95588957835755972</c:v>
                </c:pt>
                <c:pt idx="10">
                  <c:v>0.95111013046577197</c:v>
                </c:pt>
                <c:pt idx="11">
                  <c:v>0.94635457981344306</c:v>
                </c:pt>
                <c:pt idx="12">
                  <c:v>0.94162280691437594</c:v>
                </c:pt>
                <c:pt idx="13">
                  <c:v>0.93691469287980411</c:v>
                </c:pt>
                <c:pt idx="14">
                  <c:v>0.93223011941540512</c:v>
                </c:pt>
                <c:pt idx="15">
                  <c:v>0.92756896881832807</c:v>
                </c:pt>
                <c:pt idx="16">
                  <c:v>0.92293112397423638</c:v>
                </c:pt>
                <c:pt idx="17">
                  <c:v>0.9183164683543652</c:v>
                </c:pt>
                <c:pt idx="18">
                  <c:v>0.91372488601259338</c:v>
                </c:pt>
                <c:pt idx="19">
                  <c:v>0.90915626158253038</c:v>
                </c:pt>
                <c:pt idx="20">
                  <c:v>0.90461048027461777</c:v>
                </c:pt>
                <c:pt idx="21">
                  <c:v>0.90008742787324469</c:v>
                </c:pt>
                <c:pt idx="22">
                  <c:v>0.89558699073387849</c:v>
                </c:pt>
                <c:pt idx="23">
                  <c:v>0.89110905578020905</c:v>
                </c:pt>
                <c:pt idx="24">
                  <c:v>0.88665351050130803</c:v>
                </c:pt>
                <c:pt idx="25">
                  <c:v>0.88222024294880153</c:v>
                </c:pt>
                <c:pt idx="26">
                  <c:v>0.87780914173405755</c:v>
                </c:pt>
                <c:pt idx="27">
                  <c:v>0.87342009602538717</c:v>
                </c:pt>
                <c:pt idx="28">
                  <c:v>0.86905299554526039</c:v>
                </c:pt>
                <c:pt idx="29">
                  <c:v>0.86470773056753414</c:v>
                </c:pt>
                <c:pt idx="30">
                  <c:v>0.86038419191469639</c:v>
                </c:pt>
                <c:pt idx="31">
                  <c:v>0.8560822709551229</c:v>
                </c:pt>
                <c:pt idx="32">
                  <c:v>0.85180185960034727</c:v>
                </c:pt>
                <c:pt idx="33">
                  <c:v>0.84754285030234555</c:v>
                </c:pt>
                <c:pt idx="34">
                  <c:v>0.84330513605083379</c:v>
                </c:pt>
                <c:pt idx="35">
                  <c:v>0.83908861037057969</c:v>
                </c:pt>
                <c:pt idx="36">
                  <c:v>0.83489316731872676</c:v>
                </c:pt>
                <c:pt idx="37">
                  <c:v>0.83071870148213323</c:v>
                </c:pt>
                <c:pt idx="38">
                  <c:v>0.82656510797472249</c:v>
                </c:pt>
                <c:pt idx="39">
                  <c:v>0.82243228243484889</c:v>
                </c:pt>
                <c:pt idx="40">
                  <c:v>0.8183201210226746</c:v>
                </c:pt>
                <c:pt idx="41">
                  <c:v>0.81422852041756122</c:v>
                </c:pt>
                <c:pt idx="42">
                  <c:v>0.81015737781547348</c:v>
                </c:pt>
                <c:pt idx="43">
                  <c:v>0.80610659092639603</c:v>
                </c:pt>
                <c:pt idx="44">
                  <c:v>0.80207605797176418</c:v>
                </c:pt>
                <c:pt idx="45">
                  <c:v>0.79806567768190539</c:v>
                </c:pt>
                <c:pt idx="46">
                  <c:v>0.79407534929349588</c:v>
                </c:pt>
                <c:pt idx="47">
                  <c:v>0.79010497254702838</c:v>
                </c:pt>
                <c:pt idx="48">
                  <c:v>0.78615444768429321</c:v>
                </c:pt>
                <c:pt idx="49">
                  <c:v>0.78222367544587168</c:v>
                </c:pt>
                <c:pt idx="50">
                  <c:v>0.77831255706864233</c:v>
                </c:pt>
                <c:pt idx="51">
                  <c:v>0.77442099428329914</c:v>
                </c:pt>
                <c:pt idx="52">
                  <c:v>0.7705488893118827</c:v>
                </c:pt>
                <c:pt idx="53">
                  <c:v>0.76669614486532323</c:v>
                </c:pt>
                <c:pt idx="54">
                  <c:v>0.76286266414099668</c:v>
                </c:pt>
                <c:pt idx="55">
                  <c:v>0.75904835082029165</c:v>
                </c:pt>
                <c:pt idx="56">
                  <c:v>0.75525310906619025</c:v>
                </c:pt>
                <c:pt idx="57">
                  <c:v>0.75147684352085931</c:v>
                </c:pt>
                <c:pt idx="58">
                  <c:v>0.74771945930325501</c:v>
                </c:pt>
                <c:pt idx="59">
                  <c:v>0.74398086200673863</c:v>
                </c:pt>
                <c:pt idx="60">
                  <c:v>0.74026095769670508</c:v>
                </c:pt>
                <c:pt idx="61">
                  <c:v>0.73655965290822167</c:v>
                </c:pt>
                <c:pt idx="62">
                  <c:v>0.73287685464368046</c:v>
                </c:pt>
                <c:pt idx="63">
                  <c:v>0.729212470370462</c:v>
                </c:pt>
                <c:pt idx="64">
                  <c:v>0.72556640801860972</c:v>
                </c:pt>
                <c:pt idx="65">
                  <c:v>0.72193857597851663</c:v>
                </c:pt>
                <c:pt idx="66">
                  <c:v>0.71832888309862408</c:v>
                </c:pt>
                <c:pt idx="67">
                  <c:v>0.71473723868313099</c:v>
                </c:pt>
                <c:pt idx="68">
                  <c:v>0.71116355248971541</c:v>
                </c:pt>
                <c:pt idx="69">
                  <c:v>0.70760773472726679</c:v>
                </c:pt>
                <c:pt idx="70">
                  <c:v>0.70406969605363046</c:v>
                </c:pt>
                <c:pt idx="71">
                  <c:v>0.70054934757336229</c:v>
                </c:pt>
                <c:pt idx="72">
                  <c:v>0.69704660083549552</c:v>
                </c:pt>
                <c:pt idx="73">
                  <c:v>0.69356136783131794</c:v>
                </c:pt>
                <c:pt idx="74">
                  <c:v>0.69009356099216146</c:v>
                </c:pt>
                <c:pt idx="75">
                  <c:v>0.68664309318720063</c:v>
                </c:pt>
                <c:pt idx="76">
                  <c:v>0.68320987772126462</c:v>
                </c:pt>
                <c:pt idx="77">
                  <c:v>0.67979382833265833</c:v>
                </c:pt>
                <c:pt idx="78">
                  <c:v>0.67639485919099507</c:v>
                </c:pt>
                <c:pt idx="79">
                  <c:v>0.67301288489504008</c:v>
                </c:pt>
                <c:pt idx="80">
                  <c:v>0.66964782047056481</c:v>
                </c:pt>
                <c:pt idx="81">
                  <c:v>0.66629958136821199</c:v>
                </c:pt>
                <c:pt idx="82">
                  <c:v>0.66296808346137104</c:v>
                </c:pt>
                <c:pt idx="83">
                  <c:v>0.65965324304406414</c:v>
                </c:pt>
                <c:pt idx="84">
                  <c:v>0.65635497682884381</c:v>
                </c:pt>
                <c:pt idx="85">
                  <c:v>0.65307320194469964</c:v>
                </c:pt>
                <c:pt idx="86">
                  <c:v>0.64980783593497615</c:v>
                </c:pt>
                <c:pt idx="87">
                  <c:v>0.64655879675530126</c:v>
                </c:pt>
                <c:pt idx="88">
                  <c:v>0.64332600277152474</c:v>
                </c:pt>
                <c:pt idx="89">
                  <c:v>0.64010937275766711</c:v>
                </c:pt>
                <c:pt idx="90">
                  <c:v>0.63690882589387876</c:v>
                </c:pt>
                <c:pt idx="91">
                  <c:v>0.63372428176440931</c:v>
                </c:pt>
                <c:pt idx="92">
                  <c:v>0.63055566035558741</c:v>
                </c:pt>
                <c:pt idx="93">
                  <c:v>0.62740288205380956</c:v>
                </c:pt>
                <c:pt idx="94">
                  <c:v>0.62426586764354042</c:v>
                </c:pt>
                <c:pt idx="95">
                  <c:v>0.62114453830532268</c:v>
                </c:pt>
                <c:pt idx="96">
                  <c:v>0.61803881561379603</c:v>
                </c:pt>
                <c:pt idx="97">
                  <c:v>0.61494862153572716</c:v>
                </c:pt>
                <c:pt idx="98">
                  <c:v>0.61187387842804841</c:v>
                </c:pt>
                <c:pt idx="99">
                  <c:v>0.60881450903590828</c:v>
                </c:pt>
                <c:pt idx="100">
                  <c:v>0.6057704364907287</c:v>
                </c:pt>
                <c:pt idx="101">
                  <c:v>0.60274158430827507</c:v>
                </c:pt>
                <c:pt idx="102">
                  <c:v>0.59972787638673375</c:v>
                </c:pt>
                <c:pt idx="103">
                  <c:v>0.59672923700480007</c:v>
                </c:pt>
                <c:pt idx="104">
                  <c:v>0.59374559081977596</c:v>
                </c:pt>
                <c:pt idx="105">
                  <c:v>0.5907768628656771</c:v>
                </c:pt>
                <c:pt idx="106">
                  <c:v>0.5878229785513488</c:v>
                </c:pt>
                <c:pt idx="107">
                  <c:v>0.58488386365859202</c:v>
                </c:pt>
                <c:pt idx="108">
                  <c:v>0.58195944434029911</c:v>
                </c:pt>
                <c:pt idx="109">
                  <c:v>0.57904964711859763</c:v>
                </c:pt>
                <c:pt idx="110">
                  <c:v>0.57615439888300468</c:v>
                </c:pt>
                <c:pt idx="111">
                  <c:v>0.57327362688858963</c:v>
                </c:pt>
                <c:pt idx="112">
                  <c:v>0.57040725875414666</c:v>
                </c:pt>
                <c:pt idx="113">
                  <c:v>0.56755522246037593</c:v>
                </c:pt>
                <c:pt idx="114">
                  <c:v>0.56471744634807397</c:v>
                </c:pt>
                <c:pt idx="115">
                  <c:v>0.5618938591163336</c:v>
                </c:pt>
                <c:pt idx="116">
                  <c:v>0.55908438982075204</c:v>
                </c:pt>
                <c:pt idx="117">
                  <c:v>0.55628896787164817</c:v>
                </c:pt>
                <c:pt idx="118">
                  <c:v>0.55350752303229001</c:v>
                </c:pt>
                <c:pt idx="119">
                  <c:v>0.55073998541712854</c:v>
                </c:pt>
                <c:pt idx="120">
                  <c:v>0.54798628549004291</c:v>
                </c:pt>
                <c:pt idx="121">
                  <c:v>0.5452463540625927</c:v>
                </c:pt>
                <c:pt idx="122">
                  <c:v>0.54252012229227975</c:v>
                </c:pt>
                <c:pt idx="123">
                  <c:v>0.53980752168081825</c:v>
                </c:pt>
                <c:pt idx="124">
                  <c:v>0.53710848407241429</c:v>
                </c:pt>
                <c:pt idx="125">
                  <c:v>0.53442294165205229</c:v>
                </c:pt>
                <c:pt idx="126">
                  <c:v>0.53175082694379194</c:v>
                </c:pt>
                <c:pt idx="127">
                  <c:v>0.529092072809073</c:v>
                </c:pt>
                <c:pt idx="128">
                  <c:v>0.52644661244502766</c:v>
                </c:pt>
                <c:pt idx="129">
                  <c:v>0.52381437938280251</c:v>
                </c:pt>
                <c:pt idx="130">
                  <c:v>0.52119530748588849</c:v>
                </c:pt>
                <c:pt idx="131">
                  <c:v>0.51858933094845905</c:v>
                </c:pt>
                <c:pt idx="132">
                  <c:v>0.51599638429371686</c:v>
                </c:pt>
                <c:pt idx="133">
                  <c:v>0.51341640237224828</c:v>
                </c:pt>
                <c:pt idx="134">
                  <c:v>0.51084932036038699</c:v>
                </c:pt>
                <c:pt idx="135">
                  <c:v>0.50829507375858507</c:v>
                </c:pt>
                <c:pt idx="136">
                  <c:v>0.50575359838979217</c:v>
                </c:pt>
                <c:pt idx="137">
                  <c:v>0.50322483039784316</c:v>
                </c:pt>
                <c:pt idx="138">
                  <c:v>0.50070870624585395</c:v>
                </c:pt>
                <c:pt idx="139">
                  <c:v>0.49820516271462467</c:v>
                </c:pt>
                <c:pt idx="140">
                  <c:v>0.49571413690105159</c:v>
                </c:pt>
                <c:pt idx="141">
                  <c:v>0.49323556621654635</c:v>
                </c:pt>
                <c:pt idx="142">
                  <c:v>0.49076938838546363</c:v>
                </c:pt>
                <c:pt idx="143">
                  <c:v>0.48831554144353628</c:v>
                </c:pt>
                <c:pt idx="144">
                  <c:v>0.48587396373631858</c:v>
                </c:pt>
                <c:pt idx="145">
                  <c:v>0.483444593917637</c:v>
                </c:pt>
                <c:pt idx="146">
                  <c:v>0.48102737094804882</c:v>
                </c:pt>
                <c:pt idx="147">
                  <c:v>0.47862223409330856</c:v>
                </c:pt>
                <c:pt idx="148">
                  <c:v>0.47622912292284203</c:v>
                </c:pt>
                <c:pt idx="149">
                  <c:v>0.47384797730822786</c:v>
                </c:pt>
                <c:pt idx="150">
                  <c:v>0.47147873742168672</c:v>
                </c:pt>
                <c:pt idx="151">
                  <c:v>0.46912134373457826</c:v>
                </c:pt>
                <c:pt idx="152">
                  <c:v>0.46677573701590536</c:v>
                </c:pt>
                <c:pt idx="153">
                  <c:v>0.46444185833082585</c:v>
                </c:pt>
                <c:pt idx="154">
                  <c:v>0.46211964903917174</c:v>
                </c:pt>
                <c:pt idx="155">
                  <c:v>0.45980905079397583</c:v>
                </c:pt>
                <c:pt idx="156">
                  <c:v>0.45751000554000604</c:v>
                </c:pt>
                <c:pt idx="157">
                  <c:v>0.45522245551230606</c:v>
                </c:pt>
                <c:pt idx="158">
                  <c:v>0.45294634323474448</c:v>
                </c:pt>
                <c:pt idx="159">
                  <c:v>0.45068161151857072</c:v>
                </c:pt>
                <c:pt idx="160">
                  <c:v>0.44842820346097789</c:v>
                </c:pt>
                <c:pt idx="161">
                  <c:v>0.44618606244367298</c:v>
                </c:pt>
                <c:pt idx="162">
                  <c:v>0.4439551321314546</c:v>
                </c:pt>
                <c:pt idx="163">
                  <c:v>0.44173535647079737</c:v>
                </c:pt>
                <c:pt idx="164">
                  <c:v>0.43952667968844339</c:v>
                </c:pt>
                <c:pt idx="165">
                  <c:v>0.43732904629000124</c:v>
                </c:pt>
                <c:pt idx="166">
                  <c:v>0.43514240105855118</c:v>
                </c:pt>
                <c:pt idx="167">
                  <c:v>0.43296668905325841</c:v>
                </c:pt>
                <c:pt idx="168">
                  <c:v>0.43080185560799211</c:v>
                </c:pt>
                <c:pt idx="169">
                  <c:v>0.42864784632995212</c:v>
                </c:pt>
                <c:pt idx="170">
                  <c:v>0.4265046070983024</c:v>
                </c:pt>
                <c:pt idx="171">
                  <c:v>0.42437208406281085</c:v>
                </c:pt>
                <c:pt idx="172">
                  <c:v>0.42225022364249687</c:v>
                </c:pt>
                <c:pt idx="173">
                  <c:v>0.42013897252428439</c:v>
                </c:pt>
                <c:pt idx="174">
                  <c:v>0.41803827766166302</c:v>
                </c:pt>
                <c:pt idx="175">
                  <c:v>0.41594808627335467</c:v>
                </c:pt>
                <c:pt idx="176">
                  <c:v>0.41386834584198789</c:v>
                </c:pt>
                <c:pt idx="177">
                  <c:v>0.41179900411277792</c:v>
                </c:pt>
                <c:pt idx="178">
                  <c:v>0.40974000909221403</c:v>
                </c:pt>
                <c:pt idx="179">
                  <c:v>0.40769130904675294</c:v>
                </c:pt>
                <c:pt idx="180">
                  <c:v>0.40565285250151922</c:v>
                </c:pt>
                <c:pt idx="181">
                  <c:v>0.40362458823901159</c:v>
                </c:pt>
                <c:pt idx="182">
                  <c:v>0.40160646529781657</c:v>
                </c:pt>
                <c:pt idx="183">
                  <c:v>0.39959843297132747</c:v>
                </c:pt>
                <c:pt idx="184">
                  <c:v>0.39760044080647089</c:v>
                </c:pt>
                <c:pt idx="185">
                  <c:v>0.3956124386024385</c:v>
                </c:pt>
                <c:pt idx="186">
                  <c:v>0.39363437640942633</c:v>
                </c:pt>
                <c:pt idx="187">
                  <c:v>0.39166620452737916</c:v>
                </c:pt>
                <c:pt idx="188">
                  <c:v>0.38970787350474234</c:v>
                </c:pt>
                <c:pt idx="189">
                  <c:v>0.38775933413721869</c:v>
                </c:pt>
                <c:pt idx="190">
                  <c:v>0.3858205374665325</c:v>
                </c:pt>
                <c:pt idx="191">
                  <c:v>0.38389143477919985</c:v>
                </c:pt>
                <c:pt idx="192">
                  <c:v>0.38197197760530383</c:v>
                </c:pt>
                <c:pt idx="193">
                  <c:v>0.38006211771727733</c:v>
                </c:pt>
                <c:pt idx="194">
                  <c:v>0.37816180712869091</c:v>
                </c:pt>
                <c:pt idx="195">
                  <c:v>0.37627099809304748</c:v>
                </c:pt>
                <c:pt idx="196">
                  <c:v>0.37438964310258227</c:v>
                </c:pt>
                <c:pt idx="197">
                  <c:v>0.37251769488706937</c:v>
                </c:pt>
                <c:pt idx="198">
                  <c:v>0.37065510641263399</c:v>
                </c:pt>
                <c:pt idx="199">
                  <c:v>0.36880183088057084</c:v>
                </c:pt>
                <c:pt idx="200">
                  <c:v>0.36695782172616803</c:v>
                </c:pt>
              </c:numCache>
            </c:numRef>
          </c:yVal>
          <c:smooth val="1"/>
          <c:extLst>
            <c:ext xmlns:c16="http://schemas.microsoft.com/office/drawing/2014/chart" uri="{C3380CC4-5D6E-409C-BE32-E72D297353CC}">
              <c16:uniqueId val="{00000003-3C54-4813-BC7C-845BD0137DE9}"/>
            </c:ext>
          </c:extLst>
        </c:ser>
        <c:ser>
          <c:idx val="4"/>
          <c:order val="4"/>
          <c:spPr>
            <a:ln w="38100" cap="rnd">
              <a:solidFill>
                <a:srgbClr val="EB6834"/>
              </a:solidFill>
              <a:round/>
            </a:ln>
            <a:effectLst/>
          </c:spPr>
          <c:marker>
            <c:symbol val="none"/>
          </c:marker>
          <c:xVal>
            <c:numRef>
              <c:f>'Panel A - drift'!$A$8:$A$208</c:f>
              <c:numCache>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Cache>
            </c:numRef>
          </c:xVal>
          <c:yVal>
            <c:numRef>
              <c:f>'Panel A - drift'!$F$8:$F$208</c:f>
              <c:numCache>
                <c:formatCode>0.0000</c:formatCode>
                <c:ptCount val="201"/>
                <c:pt idx="0">
                  <c:v>1</c:v>
                </c:pt>
                <c:pt idx="1">
                  <c:v>0.999</c:v>
                </c:pt>
                <c:pt idx="2">
                  <c:v>0.99800100000000003</c:v>
                </c:pt>
                <c:pt idx="3">
                  <c:v>0.997002999</c:v>
                </c:pt>
                <c:pt idx="4">
                  <c:v>0.99600599600100004</c:v>
                </c:pt>
                <c:pt idx="5">
                  <c:v>0.99500999000499901</c:v>
                </c:pt>
                <c:pt idx="6">
                  <c:v>0.99401498001499411</c:v>
                </c:pt>
                <c:pt idx="7">
                  <c:v>0.99302096503497905</c:v>
                </c:pt>
                <c:pt idx="8">
                  <c:v>0.9920279440699441</c:v>
                </c:pt>
                <c:pt idx="9">
                  <c:v>0.99103591612587416</c:v>
                </c:pt>
                <c:pt idx="10">
                  <c:v>0.99004488020974835</c:v>
                </c:pt>
                <c:pt idx="11">
                  <c:v>0.98905483532953853</c:v>
                </c:pt>
                <c:pt idx="12">
                  <c:v>0.98806578049420901</c:v>
                </c:pt>
                <c:pt idx="13">
                  <c:v>0.98707771471371475</c:v>
                </c:pt>
                <c:pt idx="14">
                  <c:v>0.98609063699900112</c:v>
                </c:pt>
                <c:pt idx="15">
                  <c:v>0.98510454636200206</c:v>
                </c:pt>
                <c:pt idx="16">
                  <c:v>0.98411944181564015</c:v>
                </c:pt>
                <c:pt idx="17">
                  <c:v>0.98313532237382451</c:v>
                </c:pt>
                <c:pt idx="18">
                  <c:v>0.98215218705145069</c:v>
                </c:pt>
                <c:pt idx="19">
                  <c:v>0.98117003486439924</c:v>
                </c:pt>
                <c:pt idx="20">
                  <c:v>0.98018886482953482</c:v>
                </c:pt>
                <c:pt idx="21">
                  <c:v>0.97920867596470529</c:v>
                </c:pt>
                <c:pt idx="22">
                  <c:v>0.97822946728874072</c:v>
                </c:pt>
                <c:pt idx="23">
                  <c:v>0.97725123782145185</c:v>
                </c:pt>
                <c:pt idx="24">
                  <c:v>0.97627398658363052</c:v>
                </c:pt>
                <c:pt idx="25">
                  <c:v>0.9752977125970469</c:v>
                </c:pt>
                <c:pt idx="26">
                  <c:v>0.97432241488444982</c:v>
                </c:pt>
                <c:pt idx="27">
                  <c:v>0.97334809246956533</c:v>
                </c:pt>
                <c:pt idx="28">
                  <c:v>0.97237474437709581</c:v>
                </c:pt>
                <c:pt idx="29">
                  <c:v>0.97140236963271864</c:v>
                </c:pt>
                <c:pt idx="30">
                  <c:v>0.97043096726308598</c:v>
                </c:pt>
                <c:pt idx="31">
                  <c:v>0.96946053629582285</c:v>
                </c:pt>
                <c:pt idx="32">
                  <c:v>0.96849107575952709</c:v>
                </c:pt>
                <c:pt idx="33">
                  <c:v>0.96752258468376751</c:v>
                </c:pt>
                <c:pt idx="34">
                  <c:v>0.96655506209908382</c:v>
                </c:pt>
                <c:pt idx="35">
                  <c:v>0.96558850703698473</c:v>
                </c:pt>
                <c:pt idx="36">
                  <c:v>0.96462291852994775</c:v>
                </c:pt>
                <c:pt idx="37">
                  <c:v>0.9636582956114178</c:v>
                </c:pt>
                <c:pt idx="38">
                  <c:v>0.96269463731580651</c:v>
                </c:pt>
                <c:pt idx="39">
                  <c:v>0.9617319426784906</c:v>
                </c:pt>
                <c:pt idx="40">
                  <c:v>0.96077021073581215</c:v>
                </c:pt>
                <c:pt idx="41">
                  <c:v>0.95980944052507633</c:v>
                </c:pt>
                <c:pt idx="42">
                  <c:v>0.95884963108455135</c:v>
                </c:pt>
                <c:pt idx="43">
                  <c:v>0.95789078145346673</c:v>
                </c:pt>
                <c:pt idx="44">
                  <c:v>0.95693289067201326</c:v>
                </c:pt>
                <c:pt idx="45">
                  <c:v>0.95597595778134115</c:v>
                </c:pt>
                <c:pt idx="46">
                  <c:v>0.95501998182355996</c:v>
                </c:pt>
                <c:pt idx="47">
                  <c:v>0.95406496184173628</c:v>
                </c:pt>
                <c:pt idx="48">
                  <c:v>0.9531108968798947</c:v>
                </c:pt>
                <c:pt idx="49">
                  <c:v>0.9521577859830147</c:v>
                </c:pt>
                <c:pt idx="50">
                  <c:v>0.95120562819703169</c:v>
                </c:pt>
                <c:pt idx="51">
                  <c:v>0.95025442256883474</c:v>
                </c:pt>
                <c:pt idx="52">
                  <c:v>0.94930416814626584</c:v>
                </c:pt>
                <c:pt idx="53">
                  <c:v>0.94835486397811963</c:v>
                </c:pt>
                <c:pt idx="54">
                  <c:v>0.94740650911414159</c:v>
                </c:pt>
                <c:pt idx="55">
                  <c:v>0.9464591026050273</c:v>
                </c:pt>
                <c:pt idx="56">
                  <c:v>0.94551264350242248</c:v>
                </c:pt>
                <c:pt idx="57">
                  <c:v>0.94456713085891997</c:v>
                </c:pt>
                <c:pt idx="58">
                  <c:v>0.94362256372806108</c:v>
                </c:pt>
                <c:pt idx="59">
                  <c:v>0.94267894116433293</c:v>
                </c:pt>
                <c:pt idx="60">
                  <c:v>0.94173626222316864</c:v>
                </c:pt>
                <c:pt idx="61">
                  <c:v>0.94079452596094548</c:v>
                </c:pt>
                <c:pt idx="62">
                  <c:v>0.93985373143498452</c:v>
                </c:pt>
                <c:pt idx="63">
                  <c:v>0.9389138777035495</c:v>
                </c:pt>
                <c:pt idx="64">
                  <c:v>0.937974963825846</c:v>
                </c:pt>
                <c:pt idx="65">
                  <c:v>0.93703698886202014</c:v>
                </c:pt>
                <c:pt idx="66">
                  <c:v>0.9360999518731582</c:v>
                </c:pt>
                <c:pt idx="67">
                  <c:v>0.93516385192128493</c:v>
                </c:pt>
                <c:pt idx="68">
                  <c:v>0.93422868806936377</c:v>
                </c:pt>
                <c:pt idx="69">
                  <c:v>0.93329445938129429</c:v>
                </c:pt>
                <c:pt idx="70">
                  <c:v>0.93236116492191312</c:v>
                </c:pt>
                <c:pt idx="71">
                  <c:v>0.93142880375699111</c:v>
                </c:pt>
                <c:pt idx="72">
                  <c:v>0.93049737495323415</c:v>
                </c:pt>
                <c:pt idx="73">
                  <c:v>0.92956687757828094</c:v>
                </c:pt>
                <c:pt idx="74">
                  <c:v>0.92863731070070277</c:v>
                </c:pt>
                <c:pt idx="75">
                  <c:v>0.92770867339000196</c:v>
                </c:pt>
                <c:pt idx="76">
                  <c:v>0.92678096471661198</c:v>
                </c:pt>
                <c:pt idx="77">
                  <c:v>0.92585418375189532</c:v>
                </c:pt>
                <c:pt idx="78">
                  <c:v>0.92492832956814353</c:v>
                </c:pt>
                <c:pt idx="79">
                  <c:v>0.92400340123857527</c:v>
                </c:pt>
                <c:pt idx="80">
                  <c:v>0.92307939783733683</c:v>
                </c:pt>
                <c:pt idx="81">
                  <c:v>0.92215631843949952</c:v>
                </c:pt>
                <c:pt idx="82">
                  <c:v>0.92123416212106002</c:v>
                </c:pt>
                <c:pt idx="83">
                  <c:v>0.92031292795893893</c:v>
                </c:pt>
                <c:pt idx="84">
                  <c:v>0.91939261503098002</c:v>
                </c:pt>
                <c:pt idx="85">
                  <c:v>0.91847322241594898</c:v>
                </c:pt>
                <c:pt idx="86">
                  <c:v>0.91755474919353319</c:v>
                </c:pt>
                <c:pt idx="87">
                  <c:v>0.91663719444433955</c:v>
                </c:pt>
                <c:pt idx="88">
                  <c:v>0.91572055724989532</c:v>
                </c:pt>
                <c:pt idx="89">
                  <c:v>0.91480483669264545</c:v>
                </c:pt>
                <c:pt idx="90">
                  <c:v>0.91389003185595274</c:v>
                </c:pt>
                <c:pt idx="91">
                  <c:v>0.9129761418240967</c:v>
                </c:pt>
                <c:pt idx="92">
                  <c:v>0.91206316568227275</c:v>
                </c:pt>
                <c:pt idx="93">
                  <c:v>0.91115110251659037</c:v>
                </c:pt>
                <c:pt idx="94">
                  <c:v>0.91023995141407377</c:v>
                </c:pt>
                <c:pt idx="95">
                  <c:v>0.90932971146265973</c:v>
                </c:pt>
                <c:pt idx="96">
                  <c:v>0.9084203817511971</c:v>
                </c:pt>
                <c:pt idx="97">
                  <c:v>0.9075119613694459</c:v>
                </c:pt>
                <c:pt idx="98">
                  <c:v>0.9066044494080765</c:v>
                </c:pt>
                <c:pt idx="99">
                  <c:v>0.90569784495866845</c:v>
                </c:pt>
                <c:pt idx="100">
                  <c:v>0.9047921471137097</c:v>
                </c:pt>
                <c:pt idx="101">
                  <c:v>0.903887354966596</c:v>
                </c:pt>
                <c:pt idx="102">
                  <c:v>0.90298346761162951</c:v>
                </c:pt>
                <c:pt idx="103">
                  <c:v>0.90208048414401787</c:v>
                </c:pt>
                <c:pt idx="104">
                  <c:v>0.90117840365987378</c:v>
                </c:pt>
                <c:pt idx="105">
                  <c:v>0.90027722525621401</c:v>
                </c:pt>
                <c:pt idx="106">
                  <c:v>0.8993769480309578</c:v>
                </c:pt>
                <c:pt idx="107">
                  <c:v>0.89847757108292681</c:v>
                </c:pt>
                <c:pt idx="108">
                  <c:v>0.89757909351184384</c:v>
                </c:pt>
                <c:pt idx="109">
                  <c:v>0.89668151441833199</c:v>
                </c:pt>
                <c:pt idx="110">
                  <c:v>0.89578483290391375</c:v>
                </c:pt>
                <c:pt idx="111">
                  <c:v>0.89488904807100977</c:v>
                </c:pt>
                <c:pt idx="112">
                  <c:v>0.89399415902293888</c:v>
                </c:pt>
                <c:pt idx="113">
                  <c:v>0.89310016486391586</c:v>
                </c:pt>
                <c:pt idx="114">
                  <c:v>0.89220706469905187</c:v>
                </c:pt>
                <c:pt idx="115">
                  <c:v>0.89131485763435292</c:v>
                </c:pt>
                <c:pt idx="116">
                  <c:v>0.89042354277671854</c:v>
                </c:pt>
                <c:pt idx="117">
                  <c:v>0.88953311923394185</c:v>
                </c:pt>
                <c:pt idx="118">
                  <c:v>0.88864358611470795</c:v>
                </c:pt>
                <c:pt idx="119">
                  <c:v>0.88775494252859311</c:v>
                </c:pt>
                <c:pt idx="120">
                  <c:v>0.88686718758606475</c:v>
                </c:pt>
                <c:pt idx="121">
                  <c:v>0.88598032039847863</c:v>
                </c:pt>
                <c:pt idx="122">
                  <c:v>0.88509434007808019</c:v>
                </c:pt>
                <c:pt idx="123">
                  <c:v>0.88420924573800197</c:v>
                </c:pt>
                <c:pt idx="124">
                  <c:v>0.88332503649226402</c:v>
                </c:pt>
                <c:pt idx="125">
                  <c:v>0.88244171145577177</c:v>
                </c:pt>
                <c:pt idx="126">
                  <c:v>0.88155926974431598</c:v>
                </c:pt>
                <c:pt idx="127">
                  <c:v>0.88067771047457166</c:v>
                </c:pt>
                <c:pt idx="128">
                  <c:v>0.87979703276409715</c:v>
                </c:pt>
                <c:pt idx="129">
                  <c:v>0.87891723573133307</c:v>
                </c:pt>
                <c:pt idx="130">
                  <c:v>0.87803831849560177</c:v>
                </c:pt>
                <c:pt idx="131">
                  <c:v>0.87716028017710612</c:v>
                </c:pt>
                <c:pt idx="132">
                  <c:v>0.87628311989692909</c:v>
                </c:pt>
                <c:pt idx="133">
                  <c:v>0.87540683677703213</c:v>
                </c:pt>
                <c:pt idx="134">
                  <c:v>0.87453142994025512</c:v>
                </c:pt>
                <c:pt idx="135">
                  <c:v>0.87365689851031481</c:v>
                </c:pt>
                <c:pt idx="136">
                  <c:v>0.87278324161180454</c:v>
                </c:pt>
                <c:pt idx="137">
                  <c:v>0.87191045837019276</c:v>
                </c:pt>
                <c:pt idx="138">
                  <c:v>0.87103854791182256</c:v>
                </c:pt>
                <c:pt idx="139">
                  <c:v>0.87016750936391074</c:v>
                </c:pt>
                <c:pt idx="140">
                  <c:v>0.86929734185454688</c:v>
                </c:pt>
                <c:pt idx="141">
                  <c:v>0.86842804451269229</c:v>
                </c:pt>
                <c:pt idx="142">
                  <c:v>0.86755961646817958</c:v>
                </c:pt>
                <c:pt idx="143">
                  <c:v>0.86669205685171136</c:v>
                </c:pt>
                <c:pt idx="144">
                  <c:v>0.86582536479485972</c:v>
                </c:pt>
                <c:pt idx="145">
                  <c:v>0.86495953943006487</c:v>
                </c:pt>
                <c:pt idx="146">
                  <c:v>0.86409457989063487</c:v>
                </c:pt>
                <c:pt idx="147">
                  <c:v>0.8632304853107442</c:v>
                </c:pt>
                <c:pt idx="148">
                  <c:v>0.86236725482543342</c:v>
                </c:pt>
                <c:pt idx="149">
                  <c:v>0.86150488757060806</c:v>
                </c:pt>
                <c:pt idx="150">
                  <c:v>0.86064338268303753</c:v>
                </c:pt>
                <c:pt idx="151">
                  <c:v>0.85978273930035432</c:v>
                </c:pt>
                <c:pt idx="152">
                  <c:v>0.85892295656105411</c:v>
                </c:pt>
                <c:pt idx="153">
                  <c:v>0.85806403360449313</c:v>
                </c:pt>
                <c:pt idx="154">
                  <c:v>0.85720596957088857</c:v>
                </c:pt>
                <c:pt idx="155">
                  <c:v>0.85634876360131762</c:v>
                </c:pt>
                <c:pt idx="156">
                  <c:v>0.85549241483771632</c:v>
                </c:pt>
                <c:pt idx="157">
                  <c:v>0.85463692242287859</c:v>
                </c:pt>
                <c:pt idx="158">
                  <c:v>0.85378228550045576</c:v>
                </c:pt>
                <c:pt idx="159">
                  <c:v>0.85292850321495528</c:v>
                </c:pt>
                <c:pt idx="160">
                  <c:v>0.85207557471174034</c:v>
                </c:pt>
                <c:pt idx="161">
                  <c:v>0.85122349913702855</c:v>
                </c:pt>
                <c:pt idx="162">
                  <c:v>0.85037227563789164</c:v>
                </c:pt>
                <c:pt idx="163">
                  <c:v>0.84952190336225375</c:v>
                </c:pt>
                <c:pt idx="164">
                  <c:v>0.84867238145889146</c:v>
                </c:pt>
                <c:pt idx="165">
                  <c:v>0.84782370907743254</c:v>
                </c:pt>
                <c:pt idx="166">
                  <c:v>0.84697588536835522</c:v>
                </c:pt>
                <c:pt idx="167">
                  <c:v>0.8461289094829868</c:v>
                </c:pt>
                <c:pt idx="168">
                  <c:v>0.84528278057350381</c:v>
                </c:pt>
                <c:pt idx="169">
                  <c:v>0.84443749779293031</c:v>
                </c:pt>
                <c:pt idx="170">
                  <c:v>0.84359306029513748</c:v>
                </c:pt>
                <c:pt idx="171">
                  <c:v>0.84274946723484234</c:v>
                </c:pt>
                <c:pt idx="172">
                  <c:v>0.84190671776760739</c:v>
                </c:pt>
                <c:pt idx="173">
                  <c:v>0.84106481104983977</c:v>
                </c:pt>
                <c:pt idx="174">
                  <c:v>0.84022374623879004</c:v>
                </c:pt>
                <c:pt idx="175">
                  <c:v>0.8393835224925511</c:v>
                </c:pt>
                <c:pt idx="176">
                  <c:v>0.83854413897005875</c:v>
                </c:pt>
                <c:pt idx="177">
                  <c:v>0.83770559483108864</c:v>
                </c:pt>
                <c:pt idx="178">
                  <c:v>0.83686788923625754</c:v>
                </c:pt>
                <c:pt idx="179">
                  <c:v>0.83603102134702134</c:v>
                </c:pt>
                <c:pt idx="180">
                  <c:v>0.83519499032567424</c:v>
                </c:pt>
                <c:pt idx="181">
                  <c:v>0.83435979533534865</c:v>
                </c:pt>
                <c:pt idx="182">
                  <c:v>0.83352543554001335</c:v>
                </c:pt>
                <c:pt idx="183">
                  <c:v>0.83269191010447319</c:v>
                </c:pt>
                <c:pt idx="184">
                  <c:v>0.83185921819436892</c:v>
                </c:pt>
                <c:pt idx="185">
                  <c:v>0.83102735897617441</c:v>
                </c:pt>
                <c:pt idx="186">
                  <c:v>0.8301963316171983</c:v>
                </c:pt>
                <c:pt idx="187">
                  <c:v>0.82936613528558101</c:v>
                </c:pt>
                <c:pt idx="188">
                  <c:v>0.8285367691502955</c:v>
                </c:pt>
                <c:pt idx="189">
                  <c:v>0.82770823238114521</c:v>
                </c:pt>
                <c:pt idx="190">
                  <c:v>0.82688052414876401</c:v>
                </c:pt>
                <c:pt idx="191">
                  <c:v>0.8260536436246152</c:v>
                </c:pt>
                <c:pt idx="192">
                  <c:v>0.82522758998099066</c:v>
                </c:pt>
                <c:pt idx="193">
                  <c:v>0.82440236239100972</c:v>
                </c:pt>
                <c:pt idx="194">
                  <c:v>0.82357796002861872</c:v>
                </c:pt>
                <c:pt idx="195">
                  <c:v>0.82275438206858997</c:v>
                </c:pt>
                <c:pt idx="196">
                  <c:v>0.8219316276865215</c:v>
                </c:pt>
                <c:pt idx="197">
                  <c:v>0.82110969605883488</c:v>
                </c:pt>
                <c:pt idx="198">
                  <c:v>0.82028858636277624</c:v>
                </c:pt>
                <c:pt idx="199">
                  <c:v>0.81946829777641328</c:v>
                </c:pt>
                <c:pt idx="200">
                  <c:v>0.81864882947863693</c:v>
                </c:pt>
              </c:numCache>
            </c:numRef>
          </c:yVal>
          <c:smooth val="1"/>
          <c:extLst>
            <c:ext xmlns:c16="http://schemas.microsoft.com/office/drawing/2014/chart" uri="{C3380CC4-5D6E-409C-BE32-E72D297353CC}">
              <c16:uniqueId val="{00000004-3C54-4813-BC7C-845BD0137DE9}"/>
            </c:ext>
          </c:extLst>
        </c:ser>
        <c:ser>
          <c:idx val="5"/>
          <c:order val="5"/>
          <c:spPr>
            <a:ln w="19050" cap="rnd">
              <a:solidFill>
                <a:schemeClr val="bg1">
                  <a:lumMod val="50000"/>
                </a:schemeClr>
              </a:solidFill>
              <a:round/>
            </a:ln>
            <a:effectLst/>
          </c:spPr>
          <c:marker>
            <c:symbol val="none"/>
          </c:marker>
          <c:xVal>
            <c:numRef>
              <c:f>'Panel A - drift'!$A$8:$A$208</c:f>
              <c:numCache>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Cache>
            </c:numRef>
          </c:xVal>
          <c:yVal>
            <c:numRef>
              <c:f>'Panel A - drift'!$G$8:$G$208</c:f>
              <c:numCache>
                <c:formatCode>0.0000</c:formatCode>
                <c:ptCount val="201"/>
                <c:pt idx="0">
                  <c:v>1</c:v>
                </c:pt>
                <c:pt idx="1">
                  <c:v>0.99950000000000006</c:v>
                </c:pt>
                <c:pt idx="2">
                  <c:v>0.99900025000000015</c:v>
                </c:pt>
                <c:pt idx="3">
                  <c:v>0.99850074987500015</c:v>
                </c:pt>
                <c:pt idx="4">
                  <c:v>0.99800149950006278</c:v>
                </c:pt>
                <c:pt idx="5">
                  <c:v>0.99750249875031283</c:v>
                </c:pt>
                <c:pt idx="6">
                  <c:v>0.99700374750093779</c:v>
                </c:pt>
                <c:pt idx="7">
                  <c:v>0.99650524562718723</c:v>
                </c:pt>
                <c:pt idx="8">
                  <c:v>0.99600699300437379</c:v>
                </c:pt>
                <c:pt idx="9">
                  <c:v>0.9955089895078717</c:v>
                </c:pt>
                <c:pt idx="10">
                  <c:v>0.99501123501311783</c:v>
                </c:pt>
                <c:pt idx="11">
                  <c:v>0.99451372939561122</c:v>
                </c:pt>
                <c:pt idx="12">
                  <c:v>0.99401647253091363</c:v>
                </c:pt>
                <c:pt idx="13">
                  <c:v>0.99351946429464821</c:v>
                </c:pt>
                <c:pt idx="14">
                  <c:v>0.99302270456250097</c:v>
                </c:pt>
                <c:pt idx="15">
                  <c:v>0.99252619321021962</c:v>
                </c:pt>
                <c:pt idx="16">
                  <c:v>0.99202993011361473</c:v>
                </c:pt>
                <c:pt idx="17">
                  <c:v>0.99153391514855793</c:v>
                </c:pt>
                <c:pt idx="18">
                  <c:v>0.99103814819098379</c:v>
                </c:pt>
                <c:pt idx="19">
                  <c:v>0.99054262911688828</c:v>
                </c:pt>
                <c:pt idx="20">
                  <c:v>0.99004735780233</c:v>
                </c:pt>
                <c:pt idx="21">
                  <c:v>0.98955233412342891</c:v>
                </c:pt>
                <c:pt idx="22">
                  <c:v>0.98905755795636729</c:v>
                </c:pt>
                <c:pt idx="23">
                  <c:v>0.98856302917738903</c:v>
                </c:pt>
                <c:pt idx="24">
                  <c:v>0.98806874766280051</c:v>
                </c:pt>
                <c:pt idx="25">
                  <c:v>0.98757471328896917</c:v>
                </c:pt>
                <c:pt idx="26">
                  <c:v>0.98708092593232477</c:v>
                </c:pt>
                <c:pt idx="27">
                  <c:v>0.98658738546935854</c:v>
                </c:pt>
                <c:pt idx="28">
                  <c:v>0.9860940917766241</c:v>
                </c:pt>
                <c:pt idx="29">
                  <c:v>0.98560104473073584</c:v>
                </c:pt>
                <c:pt idx="30">
                  <c:v>0.98510824420837051</c:v>
                </c:pt>
                <c:pt idx="31">
                  <c:v>0.98461569008626626</c:v>
                </c:pt>
                <c:pt idx="32">
                  <c:v>0.98412338224122331</c:v>
                </c:pt>
                <c:pt idx="33">
                  <c:v>0.98363132055010272</c:v>
                </c:pt>
                <c:pt idx="34">
                  <c:v>0.98313950488982782</c:v>
                </c:pt>
                <c:pt idx="35">
                  <c:v>0.98264793513738291</c:v>
                </c:pt>
                <c:pt idx="36">
                  <c:v>0.98215661116981434</c:v>
                </c:pt>
                <c:pt idx="37">
                  <c:v>0.98166553286422953</c:v>
                </c:pt>
                <c:pt idx="38">
                  <c:v>0.9811747000977975</c:v>
                </c:pt>
                <c:pt idx="39">
                  <c:v>0.98068411274774847</c:v>
                </c:pt>
                <c:pt idx="40">
                  <c:v>0.98019377069137481</c:v>
                </c:pt>
                <c:pt idx="41">
                  <c:v>0.97970367380602918</c:v>
                </c:pt>
                <c:pt idx="42">
                  <c:v>0.97921382196912621</c:v>
                </c:pt>
                <c:pt idx="43">
                  <c:v>0.97872421505814167</c:v>
                </c:pt>
                <c:pt idx="44">
                  <c:v>0.97823485295061274</c:v>
                </c:pt>
                <c:pt idx="45">
                  <c:v>0.97774573552413746</c:v>
                </c:pt>
                <c:pt idx="46">
                  <c:v>0.97725686265637546</c:v>
                </c:pt>
                <c:pt idx="47">
                  <c:v>0.97676823422504722</c:v>
                </c:pt>
                <c:pt idx="48">
                  <c:v>0.97627985010793494</c:v>
                </c:pt>
                <c:pt idx="49">
                  <c:v>0.97579171018288091</c:v>
                </c:pt>
                <c:pt idx="50">
                  <c:v>0.97530381432778968</c:v>
                </c:pt>
                <c:pt idx="51">
                  <c:v>0.97481616242062574</c:v>
                </c:pt>
                <c:pt idx="52">
                  <c:v>0.97432875433941557</c:v>
                </c:pt>
                <c:pt idx="53">
                  <c:v>0.9738415899622459</c:v>
                </c:pt>
                <c:pt idx="54">
                  <c:v>0.97335466916726487</c:v>
                </c:pt>
                <c:pt idx="55">
                  <c:v>0.97286799183268124</c:v>
                </c:pt>
                <c:pt idx="56">
                  <c:v>0.97238155783676505</c:v>
                </c:pt>
                <c:pt idx="57">
                  <c:v>0.97189536705784674</c:v>
                </c:pt>
                <c:pt idx="58">
                  <c:v>0.97140941937431791</c:v>
                </c:pt>
                <c:pt idx="59">
                  <c:v>0.97092371466463068</c:v>
                </c:pt>
                <c:pt idx="60">
                  <c:v>0.97043825280729856</c:v>
                </c:pt>
                <c:pt idx="61">
                  <c:v>0.96995303368089503</c:v>
                </c:pt>
                <c:pt idx="62">
                  <c:v>0.9694680571640546</c:v>
                </c:pt>
                <c:pt idx="63">
                  <c:v>0.96898332313547253</c:v>
                </c:pt>
                <c:pt idx="64">
                  <c:v>0.96849883147390492</c:v>
                </c:pt>
                <c:pt idx="65">
                  <c:v>0.96801458205816804</c:v>
                </c:pt>
                <c:pt idx="66">
                  <c:v>0.967530574767139</c:v>
                </c:pt>
                <c:pt idx="67">
                  <c:v>0.96704680947975541</c:v>
                </c:pt>
                <c:pt idx="68">
                  <c:v>0.96656328607501574</c:v>
                </c:pt>
                <c:pt idx="69">
                  <c:v>0.96608000443197828</c:v>
                </c:pt>
                <c:pt idx="70">
                  <c:v>0.96559696442976239</c:v>
                </c:pt>
                <c:pt idx="71">
                  <c:v>0.9651141659475474</c:v>
                </c:pt>
                <c:pt idx="72">
                  <c:v>0.96463160886457378</c:v>
                </c:pt>
                <c:pt idx="73">
                  <c:v>0.96414929306014163</c:v>
                </c:pt>
                <c:pt idx="74">
                  <c:v>0.96366721841361158</c:v>
                </c:pt>
                <c:pt idx="75">
                  <c:v>0.96318538480440474</c:v>
                </c:pt>
                <c:pt idx="76">
                  <c:v>0.96270379211200274</c:v>
                </c:pt>
                <c:pt idx="77">
                  <c:v>0.96222244021594683</c:v>
                </c:pt>
                <c:pt idx="78">
                  <c:v>0.96174132899583886</c:v>
                </c:pt>
                <c:pt idx="79">
                  <c:v>0.96126045833134088</c:v>
                </c:pt>
                <c:pt idx="80">
                  <c:v>0.96077982810217544</c:v>
                </c:pt>
                <c:pt idx="81">
                  <c:v>0.96029943818812435</c:v>
                </c:pt>
                <c:pt idx="82">
                  <c:v>0.95981928846903042</c:v>
                </c:pt>
                <c:pt idx="83">
                  <c:v>0.95933937882479592</c:v>
                </c:pt>
                <c:pt idx="84">
                  <c:v>0.95885970913538365</c:v>
                </c:pt>
                <c:pt idx="85">
                  <c:v>0.95838027928081604</c:v>
                </c:pt>
                <c:pt idx="86">
                  <c:v>0.95790108914117567</c:v>
                </c:pt>
                <c:pt idx="87">
                  <c:v>0.95742213859660508</c:v>
                </c:pt>
                <c:pt idx="88">
                  <c:v>0.95694342752730688</c:v>
                </c:pt>
                <c:pt idx="89">
                  <c:v>0.95646495581354329</c:v>
                </c:pt>
                <c:pt idx="90">
                  <c:v>0.95598672333563661</c:v>
                </c:pt>
                <c:pt idx="91">
                  <c:v>0.95550872997396874</c:v>
                </c:pt>
                <c:pt idx="92">
                  <c:v>0.95503097560898198</c:v>
                </c:pt>
                <c:pt idx="93">
                  <c:v>0.95455346012117759</c:v>
                </c:pt>
                <c:pt idx="94">
                  <c:v>0.95407618339111699</c:v>
                </c:pt>
                <c:pt idx="95">
                  <c:v>0.95359914529942136</c:v>
                </c:pt>
                <c:pt idx="96">
                  <c:v>0.9531223457267719</c:v>
                </c:pt>
                <c:pt idx="97">
                  <c:v>0.95264578455390847</c:v>
                </c:pt>
                <c:pt idx="98">
                  <c:v>0.95216946166163163</c:v>
                </c:pt>
                <c:pt idx="99">
                  <c:v>0.95169337693080092</c:v>
                </c:pt>
                <c:pt idx="100">
                  <c:v>0.95121753024233557</c:v>
                </c:pt>
                <c:pt idx="101">
                  <c:v>0.95074192147721448</c:v>
                </c:pt>
                <c:pt idx="102">
                  <c:v>0.95026655051647602</c:v>
                </c:pt>
                <c:pt idx="103">
                  <c:v>0.94979141724121763</c:v>
                </c:pt>
                <c:pt idx="104">
                  <c:v>0.94931652153259727</c:v>
                </c:pt>
                <c:pt idx="105">
                  <c:v>0.94884186327183095</c:v>
                </c:pt>
                <c:pt idx="106">
                  <c:v>0.9483674423401951</c:v>
                </c:pt>
                <c:pt idx="107">
                  <c:v>0.94789325861902507</c:v>
                </c:pt>
                <c:pt idx="108">
                  <c:v>0.94741931198971563</c:v>
                </c:pt>
                <c:pt idx="109">
                  <c:v>0.94694560233372083</c:v>
                </c:pt>
                <c:pt idx="110">
                  <c:v>0.946472129532554</c:v>
                </c:pt>
                <c:pt idx="111">
                  <c:v>0.94599889346778765</c:v>
                </c:pt>
                <c:pt idx="112">
                  <c:v>0.94552589402105403</c:v>
                </c:pt>
                <c:pt idx="113">
                  <c:v>0.94505313107404343</c:v>
                </c:pt>
                <c:pt idx="114">
                  <c:v>0.94458060450850667</c:v>
                </c:pt>
                <c:pt idx="115">
                  <c:v>0.9441083142062523</c:v>
                </c:pt>
                <c:pt idx="116">
                  <c:v>0.94363626004914936</c:v>
                </c:pt>
                <c:pt idx="117">
                  <c:v>0.94316444191912485</c:v>
                </c:pt>
                <c:pt idx="118">
                  <c:v>0.9426928596981653</c:v>
                </c:pt>
                <c:pt idx="119">
                  <c:v>0.94222151326831627</c:v>
                </c:pt>
                <c:pt idx="120">
                  <c:v>0.94175040251168229</c:v>
                </c:pt>
                <c:pt idx="121">
                  <c:v>0.94127952731042652</c:v>
                </c:pt>
                <c:pt idx="122">
                  <c:v>0.94080888754677139</c:v>
                </c:pt>
                <c:pt idx="123">
                  <c:v>0.94033848310299795</c:v>
                </c:pt>
                <c:pt idx="124">
                  <c:v>0.93986831386144654</c:v>
                </c:pt>
                <c:pt idx="125">
                  <c:v>0.93939837970451601</c:v>
                </c:pt>
                <c:pt idx="126">
                  <c:v>0.93892868051466372</c:v>
                </c:pt>
                <c:pt idx="127">
                  <c:v>0.93845921617440642</c:v>
                </c:pt>
                <c:pt idx="128">
                  <c:v>0.93798998656631927</c:v>
                </c:pt>
                <c:pt idx="129">
                  <c:v>0.93752099157303614</c:v>
                </c:pt>
                <c:pt idx="130">
                  <c:v>0.93705223107724978</c:v>
                </c:pt>
                <c:pt idx="131">
                  <c:v>0.93658370496171106</c:v>
                </c:pt>
                <c:pt idx="132">
                  <c:v>0.93611541310923041</c:v>
                </c:pt>
                <c:pt idx="133">
                  <c:v>0.93564735540267585</c:v>
                </c:pt>
                <c:pt idx="134">
                  <c:v>0.93517953172497459</c:v>
                </c:pt>
                <c:pt idx="135">
                  <c:v>0.934711941959112</c:v>
                </c:pt>
                <c:pt idx="136">
                  <c:v>0.93424458598813265</c:v>
                </c:pt>
                <c:pt idx="137">
                  <c:v>0.9337774636951387</c:v>
                </c:pt>
                <c:pt idx="138">
                  <c:v>0.93331057496329117</c:v>
                </c:pt>
                <c:pt idx="139">
                  <c:v>0.93284391967580949</c:v>
                </c:pt>
                <c:pt idx="140">
                  <c:v>0.93237749771597178</c:v>
                </c:pt>
                <c:pt idx="141">
                  <c:v>0.93191130896711383</c:v>
                </c:pt>
                <c:pt idx="142">
                  <c:v>0.93144535331263034</c:v>
                </c:pt>
                <c:pt idx="143">
                  <c:v>0.93097963063597389</c:v>
                </c:pt>
                <c:pt idx="144">
                  <c:v>0.93051414082065609</c:v>
                </c:pt>
                <c:pt idx="145">
                  <c:v>0.93004888375024575</c:v>
                </c:pt>
                <c:pt idx="146">
                  <c:v>0.92958385930837084</c:v>
                </c:pt>
                <c:pt idx="147">
                  <c:v>0.92911906737871663</c:v>
                </c:pt>
                <c:pt idx="148">
                  <c:v>0.92865450784502734</c:v>
                </c:pt>
                <c:pt idx="149">
                  <c:v>0.92819018059110492</c:v>
                </c:pt>
                <c:pt idx="150">
                  <c:v>0.92772608550080948</c:v>
                </c:pt>
                <c:pt idx="151">
                  <c:v>0.927262222458059</c:v>
                </c:pt>
                <c:pt idx="152">
                  <c:v>0.92679859134683018</c:v>
                </c:pt>
                <c:pt idx="153">
                  <c:v>0.92633519205115677</c:v>
                </c:pt>
                <c:pt idx="154">
                  <c:v>0.92587202445513128</c:v>
                </c:pt>
                <c:pt idx="155">
                  <c:v>0.9254090884429037</c:v>
                </c:pt>
                <c:pt idx="156">
                  <c:v>0.92494638389868244</c:v>
                </c:pt>
                <c:pt idx="157">
                  <c:v>0.92448391070673319</c:v>
                </c:pt>
                <c:pt idx="158">
                  <c:v>0.92402166875137981</c:v>
                </c:pt>
                <c:pt idx="159">
                  <c:v>0.92355965791700412</c:v>
                </c:pt>
                <c:pt idx="160">
                  <c:v>0.92309787808804578</c:v>
                </c:pt>
                <c:pt idx="161">
                  <c:v>0.92263632914900173</c:v>
                </c:pt>
                <c:pt idx="162">
                  <c:v>0.92217501098442733</c:v>
                </c:pt>
                <c:pt idx="163">
                  <c:v>0.92171392347893522</c:v>
                </c:pt>
                <c:pt idx="164">
                  <c:v>0.92125306651719585</c:v>
                </c:pt>
                <c:pt idx="165">
                  <c:v>0.92079243998393734</c:v>
                </c:pt>
                <c:pt idx="166">
                  <c:v>0.9203320437639454</c:v>
                </c:pt>
                <c:pt idx="167">
                  <c:v>0.91987187774206336</c:v>
                </c:pt>
                <c:pt idx="168">
                  <c:v>0.91941194180319252</c:v>
                </c:pt>
                <c:pt idx="169">
                  <c:v>0.91895223583229091</c:v>
                </c:pt>
                <c:pt idx="170">
                  <c:v>0.91849275971437483</c:v>
                </c:pt>
                <c:pt idx="171">
                  <c:v>0.91803351333451766</c:v>
                </c:pt>
                <c:pt idx="172">
                  <c:v>0.91757449657785051</c:v>
                </c:pt>
                <c:pt idx="173">
                  <c:v>0.91711570932956166</c:v>
                </c:pt>
                <c:pt idx="174">
                  <c:v>0.9166571514748969</c:v>
                </c:pt>
                <c:pt idx="175">
                  <c:v>0.91619882289915944</c:v>
                </c:pt>
                <c:pt idx="176">
                  <c:v>0.91574072348771007</c:v>
                </c:pt>
                <c:pt idx="177">
                  <c:v>0.91528285312596613</c:v>
                </c:pt>
                <c:pt idx="178">
                  <c:v>0.91482521169940334</c:v>
                </c:pt>
                <c:pt idx="179">
                  <c:v>0.91436779909355359</c:v>
                </c:pt>
                <c:pt idx="180">
                  <c:v>0.91391061519400696</c:v>
                </c:pt>
                <c:pt idx="181">
                  <c:v>0.91345365988641003</c:v>
                </c:pt>
                <c:pt idx="182">
                  <c:v>0.9129969330564669</c:v>
                </c:pt>
                <c:pt idx="183">
                  <c:v>0.91254043458993872</c:v>
                </c:pt>
                <c:pt idx="184">
                  <c:v>0.91208416437264384</c:v>
                </c:pt>
                <c:pt idx="185">
                  <c:v>0.91162812229045764</c:v>
                </c:pt>
                <c:pt idx="186">
                  <c:v>0.9111723082293125</c:v>
                </c:pt>
                <c:pt idx="187">
                  <c:v>0.91071672207519772</c:v>
                </c:pt>
                <c:pt idx="188">
                  <c:v>0.91026136371416033</c:v>
                </c:pt>
                <c:pt idx="189">
                  <c:v>0.90980623303230335</c:v>
                </c:pt>
                <c:pt idx="190">
                  <c:v>0.90935132991578727</c:v>
                </c:pt>
                <c:pt idx="191">
                  <c:v>0.90889665425082933</c:v>
                </c:pt>
                <c:pt idx="192">
                  <c:v>0.90844220592370395</c:v>
                </c:pt>
                <c:pt idx="193">
                  <c:v>0.90798798482074217</c:v>
                </c:pt>
                <c:pt idx="194">
                  <c:v>0.90753399082833186</c:v>
                </c:pt>
                <c:pt idx="195">
                  <c:v>0.90708022383291764</c:v>
                </c:pt>
                <c:pt idx="196">
                  <c:v>0.90662668372100141</c:v>
                </c:pt>
                <c:pt idx="197">
                  <c:v>0.90617337037914092</c:v>
                </c:pt>
                <c:pt idx="198">
                  <c:v>0.90572028369395152</c:v>
                </c:pt>
                <c:pt idx="199">
                  <c:v>0.90526742355210443</c:v>
                </c:pt>
                <c:pt idx="200">
                  <c:v>0.90481478984032848</c:v>
                </c:pt>
              </c:numCache>
            </c:numRef>
          </c:yVal>
          <c:smooth val="1"/>
          <c:extLst>
            <c:ext xmlns:c16="http://schemas.microsoft.com/office/drawing/2014/chart" uri="{C3380CC4-5D6E-409C-BE32-E72D297353CC}">
              <c16:uniqueId val="{00000005-3C54-4813-BC7C-845BD0137DE9}"/>
            </c:ext>
          </c:extLst>
        </c:ser>
        <c:dLbls>
          <c:showLegendKey val="0"/>
          <c:showVal val="0"/>
          <c:showCatName val="0"/>
          <c:showSerName val="0"/>
          <c:showPercent val="0"/>
          <c:showBubbleSize val="0"/>
        </c:dLbls>
        <c:axId val="240114656"/>
        <c:axId val="240348240"/>
      </c:scatterChart>
      <c:valAx>
        <c:axId val="24011465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2400" b="1" dirty="0"/>
                  <a:t>Generations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CH"/>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CH"/>
          </a:p>
        </c:txPr>
        <c:crossAx val="240348240"/>
        <c:crosses val="autoZero"/>
        <c:crossBetween val="midCat"/>
      </c:valAx>
      <c:valAx>
        <c:axId val="240348240"/>
        <c:scaling>
          <c:orientation val="minMax"/>
          <c:max val="1"/>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2400" b="1" dirty="0"/>
                  <a:t>Genetic</a:t>
                </a:r>
                <a:r>
                  <a:rPr lang="en-US" sz="2400" b="1" baseline="0" dirty="0"/>
                  <a:t> Diversity</a:t>
                </a:r>
                <a:endParaRPr lang="en-US" sz="2400" b="1"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CH"/>
          </a:p>
        </c:txPr>
        <c:crossAx val="24011465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CH"/>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0.71234</cdr:x>
      <cdr:y>0.43353</cdr:y>
    </cdr:from>
    <cdr:to>
      <cdr:x>0.84108</cdr:x>
      <cdr:y>0.49605</cdr:y>
    </cdr:to>
    <mc:AlternateContent xmlns:mc="http://schemas.openxmlformats.org/markup-compatibility/2006" xmlns:a14="http://schemas.microsoft.com/office/drawing/2010/main">
      <mc:Choice Requires="a14">
        <cdr:sp macro="" textlink="">
          <cdr:nvSpPr>
            <cdr:cNvPr id="2" name="TextBox 16">
              <a:extLst xmlns:a="http://schemas.openxmlformats.org/drawingml/2006/main">
                <a:ext uri="{FF2B5EF4-FFF2-40B4-BE49-F238E27FC236}">
                  <a16:creationId xmlns:a16="http://schemas.microsoft.com/office/drawing/2014/main" id="{6555C3AF-E69D-3A3B-11D3-F8F9B6784F96}"/>
                </a:ext>
              </a:extLst>
            </cdr:cNvPr>
            <cdr:cNvSpPr txBox="1"/>
          </cdr:nvSpPr>
          <cdr:spPr>
            <a:xfrm xmlns:a="http://schemas.openxmlformats.org/drawingml/2006/main">
              <a:off x="5976664" y="2091597"/>
              <a:ext cx="1080120" cy="301621"/>
            </a:xfrm>
            <a:prstGeom xmlns:a="http://schemas.openxmlformats.org/drawingml/2006/main" prst="rect">
              <a:avLst/>
            </a:prstGeom>
            <a:noFill xmlns:a="http://schemas.openxmlformats.org/drawingml/2006/main"/>
          </cdr:spPr>
          <cdr:txBody>
            <a:bodyPr xmlns:a="http://schemas.openxmlformats.org/drawingml/2006/main" wrap="square" lIns="0" tIns="0" rIns="0" bIns="0" rtlCol="0">
              <a:spAutoFit/>
            </a:bodyPr>
            <a:lstStyle xmlns:a="http://schemas.openxmlformats.org/drawingml/2006/main">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xmlns:a="http://schemas.openxmlformats.org/drawingml/2006/main">
              <a14:m>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𝑵</m:t>
                      </m:r>
                    </m:e>
                    <m:sub>
                      <m:r>
                        <a:rPr lang="en-US" sz="2000" b="1" i="1">
                          <a:latin typeface="Cambria Math" panose="02040503050406030204" pitchFamily="18" charset="0"/>
                        </a:rPr>
                        <m:t>𝒆</m:t>
                      </m:r>
                    </m:sub>
                  </m:sSub>
                  <m:r>
                    <a:rPr lang="en-US" sz="2000" b="1" i="1">
                      <a:latin typeface="Cambria Math" panose="02040503050406030204" pitchFamily="18" charset="0"/>
                    </a:rPr>
                    <m:t> </m:t>
                  </m:r>
                </m:oMath>
              </a14:m>
              <a:r>
                <a:rPr lang="en-US" sz="2000" b="1" dirty="0"/>
                <a:t>= 100</a:t>
              </a:r>
              <a:endParaRPr lang="en-CH" sz="2000" b="1" dirty="0"/>
            </a:p>
          </cdr:txBody>
        </cdr:sp>
      </mc:Choice>
      <mc:Fallback xmlns="">
        <cdr:sp macro="" textlink="">
          <cdr:nvSpPr>
            <cdr:cNvPr id="2" name="TextBox 16">
              <a:extLst xmlns:a="http://schemas.openxmlformats.org/drawingml/2006/main">
                <a:ext uri="{FF2B5EF4-FFF2-40B4-BE49-F238E27FC236}">
                  <a16:creationId xmlns:a16="http://schemas.microsoft.com/office/drawing/2014/main" id="{6555C3AF-E69D-3A3B-11D3-F8F9B6784F96}"/>
                </a:ext>
              </a:extLst>
            </cdr:cNvPr>
            <cdr:cNvSpPr txBox="1"/>
          </cdr:nvSpPr>
          <cdr:spPr>
            <a:xfrm xmlns:a="http://schemas.openxmlformats.org/drawingml/2006/main">
              <a:off x="5976664" y="2091597"/>
              <a:ext cx="1080120" cy="301621"/>
            </a:xfrm>
            <a:prstGeom xmlns:a="http://schemas.openxmlformats.org/drawingml/2006/main" prst="rect">
              <a:avLst/>
            </a:prstGeom>
            <a:noFill xmlns:a="http://schemas.openxmlformats.org/drawingml/2006/main"/>
          </cdr:spPr>
          <cdr:txBody>
            <a:bodyPr xmlns:a="http://schemas.openxmlformats.org/drawingml/2006/main" wrap="square" lIns="0" tIns="0" rIns="0" bIns="0" rtlCol="0">
              <a:spAutoFit/>
            </a:bodyPr>
            <a:lstStyle xmlns:a="http://schemas.openxmlformats.org/drawingml/2006/main">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xmlns:a="http://schemas.openxmlformats.org/drawingml/2006/main">
              <a:r>
                <a:rPr lang="en-US" sz="2000" b="1" i="0">
                  <a:latin typeface="Cambria Math" panose="02040503050406030204" pitchFamily="18" charset="0"/>
                </a:rPr>
                <a:t>𝑵_𝒆  </a:t>
              </a:r>
              <a:r>
                <a:rPr lang="en-US" sz="2000" b="1" dirty="0"/>
                <a:t>= 100</a:t>
              </a:r>
              <a:endParaRPr lang="en-CH" sz="2000" b="1" dirty="0"/>
            </a:p>
          </cdr:txBody>
        </cdr:sp>
      </mc:Fallback>
    </mc:AlternateContent>
  </cdr:relSizeAnchor>
  <cdr:relSizeAnchor xmlns:cdr="http://schemas.openxmlformats.org/drawingml/2006/chartDrawing">
    <cdr:from>
      <cdr:x>0.67801</cdr:x>
      <cdr:y>0.59882</cdr:y>
    </cdr:from>
    <cdr:to>
      <cdr:x>0.80675</cdr:x>
      <cdr:y>0.66134</cdr:y>
    </cdr:to>
    <mc:AlternateContent xmlns:mc="http://schemas.openxmlformats.org/markup-compatibility/2006" xmlns:a14="http://schemas.microsoft.com/office/drawing/2010/main">
      <mc:Choice Requires="a14">
        <cdr:sp macro="" textlink="">
          <cdr:nvSpPr>
            <cdr:cNvPr id="3" name="TextBox 16">
              <a:extLst xmlns:a="http://schemas.openxmlformats.org/drawingml/2006/main">
                <a:ext uri="{FF2B5EF4-FFF2-40B4-BE49-F238E27FC236}">
                  <a16:creationId xmlns:a16="http://schemas.microsoft.com/office/drawing/2014/main" id="{B36D255E-6EE4-42EC-8934-72A9271081E8}"/>
                </a:ext>
              </a:extLst>
            </cdr:cNvPr>
            <cdr:cNvSpPr txBox="1"/>
          </cdr:nvSpPr>
          <cdr:spPr>
            <a:xfrm xmlns:a="http://schemas.openxmlformats.org/drawingml/2006/main">
              <a:off x="5688632" y="2889023"/>
              <a:ext cx="1080120" cy="301621"/>
            </a:xfrm>
            <a:prstGeom xmlns:a="http://schemas.openxmlformats.org/drawingml/2006/main" prst="rect">
              <a:avLst/>
            </a:prstGeom>
            <a:noFill xmlns:a="http://schemas.openxmlformats.org/drawingml/2006/main"/>
          </cdr:spPr>
          <cdr:txBody>
            <a:bodyPr xmlns:a="http://schemas.openxmlformats.org/drawingml/2006/main" wrap="square" lIns="0" tIns="0" rIns="0" bIns="0" rtlCol="0">
              <a:spAutoFit/>
            </a:bodyPr>
            <a:lstStyle xmlns:a="http://schemas.openxmlformats.org/drawingml/2006/main">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xmlns:a="http://schemas.openxmlformats.org/drawingml/2006/main">
              <a:r>
                <a:rPr lang="en-US" sz="2000" b="1" i="0" dirty="0">
                  <a:latin typeface="Cambria Math" panose="02040503050406030204" pitchFamily="18" charset="0"/>
                </a:rPr>
                <a:t> </a:t>
              </a:r>
              <a14:m>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𝑵</m:t>
                      </m:r>
                    </m:e>
                    <m:sub>
                      <m:r>
                        <a:rPr lang="en-US" sz="2000" b="1" i="1">
                          <a:latin typeface="Cambria Math" panose="02040503050406030204" pitchFamily="18" charset="0"/>
                        </a:rPr>
                        <m:t>𝒆</m:t>
                      </m:r>
                    </m:sub>
                  </m:sSub>
                  <m:r>
                    <a:rPr lang="en-US" sz="2000" b="1" i="1">
                      <a:latin typeface="Cambria Math" panose="02040503050406030204" pitchFamily="18" charset="0"/>
                    </a:rPr>
                    <m:t> </m:t>
                  </m:r>
                </m:oMath>
              </a14:m>
              <a:r>
                <a:rPr lang="en-US" sz="2000" b="1" dirty="0"/>
                <a:t>= 50</a:t>
              </a:r>
              <a:endParaRPr lang="en-CH" sz="2000" b="1" dirty="0"/>
            </a:p>
          </cdr:txBody>
        </cdr:sp>
      </mc:Choice>
      <mc:Fallback xmlns="">
        <cdr:sp macro="" textlink="">
          <cdr:nvSpPr>
            <cdr:cNvPr id="3" name="TextBox 16">
              <a:extLst xmlns:a="http://schemas.openxmlformats.org/drawingml/2006/main">
                <a:ext uri="{FF2B5EF4-FFF2-40B4-BE49-F238E27FC236}">
                  <a16:creationId xmlns:a16="http://schemas.microsoft.com/office/drawing/2014/main" id="{B36D255E-6EE4-42EC-8934-72A9271081E8}"/>
                </a:ext>
              </a:extLst>
            </cdr:cNvPr>
            <cdr:cNvSpPr txBox="1"/>
          </cdr:nvSpPr>
          <cdr:spPr>
            <a:xfrm xmlns:a="http://schemas.openxmlformats.org/drawingml/2006/main">
              <a:off x="5688632" y="2889023"/>
              <a:ext cx="1080120" cy="301621"/>
            </a:xfrm>
            <a:prstGeom xmlns:a="http://schemas.openxmlformats.org/drawingml/2006/main" prst="rect">
              <a:avLst/>
            </a:prstGeom>
            <a:noFill xmlns:a="http://schemas.openxmlformats.org/drawingml/2006/main"/>
          </cdr:spPr>
          <cdr:txBody>
            <a:bodyPr xmlns:a="http://schemas.openxmlformats.org/drawingml/2006/main" wrap="square" lIns="0" tIns="0" rIns="0" bIns="0" rtlCol="0">
              <a:spAutoFit/>
            </a:bodyPr>
            <a:lstStyle xmlns:a="http://schemas.openxmlformats.org/drawingml/2006/main">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xmlns:a="http://schemas.openxmlformats.org/drawingml/2006/main">
              <a:r>
                <a:rPr lang="en-US" sz="2000" b="1" i="0" dirty="0">
                  <a:latin typeface="Cambria Math" panose="02040503050406030204" pitchFamily="18" charset="0"/>
                </a:rPr>
                <a:t> </a:t>
              </a:r>
              <a:r>
                <a:rPr lang="en-US" sz="2000" b="1" i="0">
                  <a:latin typeface="Cambria Math" panose="02040503050406030204" pitchFamily="18" charset="0"/>
                </a:rPr>
                <a:t>𝑵_𝒆  </a:t>
              </a:r>
              <a:r>
                <a:rPr lang="en-US" sz="2000" b="1" dirty="0"/>
                <a:t>= 50</a:t>
              </a:r>
              <a:endParaRPr lang="en-CH" sz="2000" b="1" dirty="0"/>
            </a:p>
          </cdr:txBody>
        </cdr:sp>
      </mc:Fallback>
    </mc:AlternateContent>
  </cdr:relSizeAnchor>
  <cdr:relSizeAnchor xmlns:cdr="http://schemas.openxmlformats.org/drawingml/2006/chartDrawing">
    <cdr:from>
      <cdr:x>0.6981</cdr:x>
      <cdr:y>0.74679</cdr:y>
    </cdr:from>
    <cdr:to>
      <cdr:x>0.82684</cdr:x>
      <cdr:y>0.8093</cdr:y>
    </cdr:to>
    <mc:AlternateContent xmlns:mc="http://schemas.openxmlformats.org/markup-compatibility/2006" xmlns:a14="http://schemas.microsoft.com/office/drawing/2010/main">
      <mc:Choice Requires="a14">
        <cdr:sp macro="" textlink="">
          <cdr:nvSpPr>
            <cdr:cNvPr id="4" name="TextBox 16">
              <a:extLst xmlns:a="http://schemas.openxmlformats.org/drawingml/2006/main">
                <a:ext uri="{FF2B5EF4-FFF2-40B4-BE49-F238E27FC236}">
                  <a16:creationId xmlns:a16="http://schemas.microsoft.com/office/drawing/2014/main" id="{D41CC426-6D27-DC6F-E0CF-F3809D619179}"/>
                </a:ext>
              </a:extLst>
            </cdr:cNvPr>
            <cdr:cNvSpPr txBox="1"/>
          </cdr:nvSpPr>
          <cdr:spPr>
            <a:xfrm xmlns:a="http://schemas.openxmlformats.org/drawingml/2006/main">
              <a:off x="5857192" y="3602892"/>
              <a:ext cx="1080120" cy="301621"/>
            </a:xfrm>
            <a:prstGeom xmlns:a="http://schemas.openxmlformats.org/drawingml/2006/main" prst="rect">
              <a:avLst/>
            </a:prstGeom>
            <a:noFill xmlns:a="http://schemas.openxmlformats.org/drawingml/2006/main"/>
          </cdr:spPr>
          <cdr:txBody>
            <a:bodyPr xmlns:a="http://schemas.openxmlformats.org/drawingml/2006/main" wrap="square" lIns="0" tIns="0" rIns="0" bIns="0" rtlCol="0">
              <a:spAutoFit/>
            </a:bodyPr>
            <a:lstStyle xmlns:a="http://schemas.openxmlformats.org/drawingml/2006/main">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xmlns:a="http://schemas.openxmlformats.org/drawingml/2006/main">
              <a14:m>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𝑵</m:t>
                      </m:r>
                    </m:e>
                    <m:sub>
                      <m:r>
                        <a:rPr lang="en-US" sz="2000" b="1" i="1">
                          <a:latin typeface="Cambria Math" panose="02040503050406030204" pitchFamily="18" charset="0"/>
                        </a:rPr>
                        <m:t>𝒆</m:t>
                      </m:r>
                    </m:sub>
                  </m:sSub>
                  <m:r>
                    <a:rPr lang="en-US" sz="2000" b="1" i="1">
                      <a:latin typeface="Cambria Math" panose="02040503050406030204" pitchFamily="18" charset="0"/>
                    </a:rPr>
                    <m:t> </m:t>
                  </m:r>
                </m:oMath>
              </a14:m>
              <a:r>
                <a:rPr lang="en-US" sz="2000" b="1" dirty="0"/>
                <a:t>= 10</a:t>
              </a:r>
              <a:endParaRPr lang="en-CH" sz="2000" b="1" dirty="0"/>
            </a:p>
          </cdr:txBody>
        </cdr:sp>
      </mc:Choice>
      <mc:Fallback xmlns="">
        <cdr:sp macro="" textlink="">
          <cdr:nvSpPr>
            <cdr:cNvPr id="4" name="TextBox 16">
              <a:extLst xmlns:a="http://schemas.openxmlformats.org/drawingml/2006/main">
                <a:ext uri="{FF2B5EF4-FFF2-40B4-BE49-F238E27FC236}">
                  <a16:creationId xmlns:a16="http://schemas.microsoft.com/office/drawing/2014/main" id="{D41CC426-6D27-DC6F-E0CF-F3809D619179}"/>
                </a:ext>
              </a:extLst>
            </cdr:cNvPr>
            <cdr:cNvSpPr txBox="1"/>
          </cdr:nvSpPr>
          <cdr:spPr>
            <a:xfrm xmlns:a="http://schemas.openxmlformats.org/drawingml/2006/main">
              <a:off x="5857192" y="3602892"/>
              <a:ext cx="1080120" cy="301621"/>
            </a:xfrm>
            <a:prstGeom xmlns:a="http://schemas.openxmlformats.org/drawingml/2006/main" prst="rect">
              <a:avLst/>
            </a:prstGeom>
            <a:noFill xmlns:a="http://schemas.openxmlformats.org/drawingml/2006/main"/>
          </cdr:spPr>
          <cdr:txBody>
            <a:bodyPr xmlns:a="http://schemas.openxmlformats.org/drawingml/2006/main" wrap="square" lIns="0" tIns="0" rIns="0" bIns="0" rtlCol="0">
              <a:spAutoFit/>
            </a:bodyPr>
            <a:lstStyle xmlns:a="http://schemas.openxmlformats.org/drawingml/2006/main">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xmlns:a="http://schemas.openxmlformats.org/drawingml/2006/main">
              <a:r>
                <a:rPr lang="en-US" sz="2000" b="1" i="0">
                  <a:latin typeface="Cambria Math" panose="02040503050406030204" pitchFamily="18" charset="0"/>
                </a:rPr>
                <a:t>𝑵_𝒆  </a:t>
              </a:r>
              <a:r>
                <a:rPr lang="en-US" sz="2000" b="1" dirty="0"/>
                <a:t>= 10</a:t>
              </a:r>
              <a:endParaRPr lang="en-CH" sz="2000" b="1" dirty="0"/>
            </a:p>
          </cdr:txBody>
        </cdr:sp>
      </mc:Fallback>
    </mc:AlternateContent>
  </cdr:relSizeAnchor>
  <cdr:relSizeAnchor xmlns:cdr="http://schemas.openxmlformats.org/drawingml/2006/chartDrawing">
    <cdr:from>
      <cdr:x>0.18023</cdr:x>
      <cdr:y>0.75373</cdr:y>
    </cdr:from>
    <cdr:to>
      <cdr:x>0.30897</cdr:x>
      <cdr:y>0.81625</cdr:y>
    </cdr:to>
    <mc:AlternateContent xmlns:mc="http://schemas.openxmlformats.org/markup-compatibility/2006" xmlns:a14="http://schemas.microsoft.com/office/drawing/2010/main">
      <mc:Choice Requires="a14">
        <cdr:sp macro="" textlink="">
          <cdr:nvSpPr>
            <cdr:cNvPr id="5" name="TextBox 16">
              <a:extLst xmlns:a="http://schemas.openxmlformats.org/drawingml/2006/main">
                <a:ext uri="{FF2B5EF4-FFF2-40B4-BE49-F238E27FC236}">
                  <a16:creationId xmlns:a16="http://schemas.microsoft.com/office/drawing/2014/main" id="{93C40F46-0B52-1A34-417E-4D48DE183F99}"/>
                </a:ext>
              </a:extLst>
            </cdr:cNvPr>
            <cdr:cNvSpPr txBox="1"/>
          </cdr:nvSpPr>
          <cdr:spPr>
            <a:xfrm xmlns:a="http://schemas.openxmlformats.org/drawingml/2006/main">
              <a:off x="1512168" y="3636404"/>
              <a:ext cx="1080120" cy="301621"/>
            </a:xfrm>
            <a:prstGeom xmlns:a="http://schemas.openxmlformats.org/drawingml/2006/main" prst="rect">
              <a:avLst/>
            </a:prstGeom>
            <a:noFill xmlns:a="http://schemas.openxmlformats.org/drawingml/2006/main"/>
          </cdr:spPr>
          <cdr:txBody>
            <a:bodyPr xmlns:a="http://schemas.openxmlformats.org/drawingml/2006/main" wrap="square" lIns="0" tIns="0" rIns="0" bIns="0" rtlCol="0">
              <a:spAutoFit/>
            </a:bodyPr>
            <a:lstStyle xmlns:a="http://schemas.openxmlformats.org/drawingml/2006/main">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xmlns:a="http://schemas.openxmlformats.org/drawingml/2006/main">
              <a:r>
                <a:rPr lang="en-US" sz="2000" b="1" i="0" dirty="0">
                  <a:latin typeface="Cambria Math" panose="02040503050406030204" pitchFamily="18" charset="0"/>
                </a:rPr>
                <a:t> </a:t>
              </a:r>
              <a14:m>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𝑵</m:t>
                      </m:r>
                    </m:e>
                    <m:sub>
                      <m:r>
                        <a:rPr lang="en-US" sz="2000" b="1" i="1">
                          <a:latin typeface="Cambria Math" panose="02040503050406030204" pitchFamily="18" charset="0"/>
                        </a:rPr>
                        <m:t>𝒆</m:t>
                      </m:r>
                    </m:sub>
                  </m:sSub>
                  <m:r>
                    <a:rPr lang="en-US" sz="2000" b="1" i="1">
                      <a:latin typeface="Cambria Math" panose="02040503050406030204" pitchFamily="18" charset="0"/>
                    </a:rPr>
                    <m:t> </m:t>
                  </m:r>
                </m:oMath>
              </a14:m>
              <a:r>
                <a:rPr lang="en-US" sz="2000" b="1" dirty="0"/>
                <a:t>= 2</a:t>
              </a:r>
              <a:endParaRPr lang="en-CH" sz="2000" b="1" dirty="0"/>
            </a:p>
          </cdr:txBody>
        </cdr:sp>
      </mc:Choice>
      <mc:Fallback xmlns="">
        <cdr:sp macro="" textlink="">
          <cdr:nvSpPr>
            <cdr:cNvPr id="5" name="TextBox 16">
              <a:extLst xmlns:a="http://schemas.openxmlformats.org/drawingml/2006/main">
                <a:ext uri="{FF2B5EF4-FFF2-40B4-BE49-F238E27FC236}">
                  <a16:creationId xmlns:a16="http://schemas.microsoft.com/office/drawing/2014/main" id="{93C40F46-0B52-1A34-417E-4D48DE183F99}"/>
                </a:ext>
              </a:extLst>
            </cdr:cNvPr>
            <cdr:cNvSpPr txBox="1"/>
          </cdr:nvSpPr>
          <cdr:spPr>
            <a:xfrm xmlns:a="http://schemas.openxmlformats.org/drawingml/2006/main">
              <a:off x="1512168" y="3636404"/>
              <a:ext cx="1080120" cy="301621"/>
            </a:xfrm>
            <a:prstGeom xmlns:a="http://schemas.openxmlformats.org/drawingml/2006/main" prst="rect">
              <a:avLst/>
            </a:prstGeom>
            <a:noFill xmlns:a="http://schemas.openxmlformats.org/drawingml/2006/main"/>
          </cdr:spPr>
          <cdr:txBody>
            <a:bodyPr xmlns:a="http://schemas.openxmlformats.org/drawingml/2006/main" wrap="square" lIns="0" tIns="0" rIns="0" bIns="0" rtlCol="0">
              <a:spAutoFit/>
            </a:bodyPr>
            <a:lstStyle xmlns:a="http://schemas.openxmlformats.org/drawingml/2006/main">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xmlns:a="http://schemas.openxmlformats.org/drawingml/2006/main">
              <a:r>
                <a:rPr lang="en-US" sz="2000" b="1" i="0" dirty="0">
                  <a:latin typeface="Cambria Math" panose="02040503050406030204" pitchFamily="18" charset="0"/>
                </a:rPr>
                <a:t> </a:t>
              </a:r>
              <a:r>
                <a:rPr lang="en-US" sz="2000" b="1" i="0">
                  <a:latin typeface="Cambria Math" panose="02040503050406030204" pitchFamily="18" charset="0"/>
                </a:rPr>
                <a:t>𝑵_𝒆  </a:t>
              </a:r>
              <a:r>
                <a:rPr lang="en-US" sz="2000" b="1" dirty="0"/>
                <a:t>= 2</a:t>
              </a:r>
              <a:endParaRPr lang="en-CH" sz="2000" b="1" dirty="0"/>
            </a:p>
          </cdr:txBody>
        </cdr:sp>
      </mc:Fallback>
    </mc:AlternateContent>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6672" y="229395"/>
            <a:ext cx="4320480" cy="310159"/>
          </a:xfrm>
          <a:prstGeom prst="rect">
            <a:avLst/>
          </a:prstGeom>
        </p:spPr>
        <p:txBody>
          <a:bodyPr vert="horz" lIns="0" tIns="0" rIns="0" bIns="0" rtlCol="0"/>
          <a:lstStyle>
            <a:lvl1pPr algn="l">
              <a:defRPr sz="1200"/>
            </a:lvl1pPr>
          </a:lstStyle>
          <a:p>
            <a:r>
              <a:rPr lang="de-CH" sz="900"/>
              <a:t>Kopfzeilentext</a:t>
            </a:r>
            <a:endParaRPr lang="de-CH" sz="900" dirty="0"/>
          </a:p>
        </p:txBody>
      </p:sp>
      <p:sp>
        <p:nvSpPr>
          <p:cNvPr id="3" name="Datumsplatzhalter 2"/>
          <p:cNvSpPr>
            <a:spLocks noGrp="1"/>
          </p:cNvSpPr>
          <p:nvPr>
            <p:ph type="dt" sz="quarter" idx="1"/>
          </p:nvPr>
        </p:nvSpPr>
        <p:spPr>
          <a:xfrm>
            <a:off x="5137720" y="229395"/>
            <a:ext cx="1243608" cy="310159"/>
          </a:xfrm>
          <a:prstGeom prst="rect">
            <a:avLst/>
          </a:prstGeom>
        </p:spPr>
        <p:txBody>
          <a:bodyPr vert="horz" lIns="0" tIns="0" rIns="0" bIns="0" rtlCol="0"/>
          <a:lstStyle>
            <a:lvl1pPr algn="r">
              <a:defRPr sz="1200"/>
            </a:lvl1pPr>
          </a:lstStyle>
          <a:p>
            <a:fld id="{EEC665CA-D682-48EC-95D2-126FD6449D65}" type="datetime1">
              <a:rPr lang="de-CH" sz="900" smtClean="0"/>
              <a:t>16.09.2026</a:t>
            </a:fld>
            <a:endParaRPr lang="de-CH" sz="900"/>
          </a:p>
        </p:txBody>
      </p:sp>
      <p:sp>
        <p:nvSpPr>
          <p:cNvPr id="4" name="Fußzeilenplatzhalter 3"/>
          <p:cNvSpPr>
            <a:spLocks noGrp="1"/>
          </p:cNvSpPr>
          <p:nvPr>
            <p:ph type="ftr" sz="quarter" idx="2"/>
          </p:nvPr>
        </p:nvSpPr>
        <p:spPr>
          <a:xfrm>
            <a:off x="476672" y="8489144"/>
            <a:ext cx="4320480" cy="331331"/>
          </a:xfrm>
          <a:prstGeom prst="rect">
            <a:avLst/>
          </a:prstGeom>
        </p:spPr>
        <p:txBody>
          <a:bodyPr vert="horz" lIns="0" tIns="0" rIns="0" bIns="0" rtlCol="0" anchor="b"/>
          <a:lstStyle>
            <a:lvl1pPr algn="l">
              <a:defRPr sz="1200"/>
            </a:lvl1pPr>
          </a:lstStyle>
          <a:p>
            <a:r>
              <a:rPr lang="de-CH" sz="900"/>
              <a:t>Fusszeilentext</a:t>
            </a:r>
            <a:endParaRPr lang="de-CH" sz="900" dirty="0"/>
          </a:p>
        </p:txBody>
      </p:sp>
      <p:sp>
        <p:nvSpPr>
          <p:cNvPr id="5" name="Foliennummernplatzhalter 4"/>
          <p:cNvSpPr>
            <a:spLocks noGrp="1"/>
          </p:cNvSpPr>
          <p:nvPr>
            <p:ph type="sldNum" sz="quarter" idx="3"/>
          </p:nvPr>
        </p:nvSpPr>
        <p:spPr>
          <a:xfrm>
            <a:off x="5137720" y="8489146"/>
            <a:ext cx="1243608" cy="331329"/>
          </a:xfrm>
          <a:prstGeom prst="rect">
            <a:avLst/>
          </a:prstGeom>
        </p:spPr>
        <p:txBody>
          <a:bodyPr vert="horz" lIns="0" tIns="0" rIns="0" bIns="0" rtlCol="0" anchor="b"/>
          <a:lstStyle>
            <a:lvl1pPr algn="r">
              <a:defRPr sz="1200"/>
            </a:lvl1pPr>
          </a:lstStyle>
          <a:p>
            <a:fld id="{2CEDAA2C-602C-494B-9BFF-F0D7FF14E319}" type="slidenum">
              <a:rPr lang="de-CH" sz="900" smtClean="0"/>
              <a:t>‹#›</a:t>
            </a:fld>
            <a:endParaRPr lang="de-CH" sz="900" dirty="0"/>
          </a:p>
        </p:txBody>
      </p:sp>
    </p:spTree>
    <p:extLst>
      <p:ext uri="{BB962C8B-B14F-4D97-AF65-F5344CB8AC3E}">
        <p14:creationId xmlns:p14="http://schemas.microsoft.com/office/powerpoint/2010/main" val="16250026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lienbildplatzhalter 11"/>
          <p:cNvSpPr>
            <a:spLocks noGrp="1" noRot="1" noChangeAspect="1"/>
          </p:cNvSpPr>
          <p:nvPr>
            <p:ph type="sldImg" idx="2"/>
          </p:nvPr>
        </p:nvSpPr>
        <p:spPr>
          <a:xfrm>
            <a:off x="764704" y="899592"/>
            <a:ext cx="5560412" cy="3127732"/>
          </a:xfrm>
          <a:prstGeom prst="rect">
            <a:avLst/>
          </a:prstGeom>
          <a:noFill/>
          <a:ln w="3175">
            <a:solidFill>
              <a:prstClr val="black"/>
            </a:solidFill>
          </a:ln>
        </p:spPr>
        <p:txBody>
          <a:bodyPr vert="horz" lIns="91440" tIns="45720" rIns="91440" bIns="45720" rtlCol="0" anchor="ctr"/>
          <a:lstStyle/>
          <a:p>
            <a:endParaRPr lang="de-CH"/>
          </a:p>
        </p:txBody>
      </p:sp>
      <p:sp>
        <p:nvSpPr>
          <p:cNvPr id="14" name="Fußzeilenplatzhalter 13"/>
          <p:cNvSpPr>
            <a:spLocks noGrp="1"/>
          </p:cNvSpPr>
          <p:nvPr>
            <p:ph type="ftr" sz="quarter" idx="4"/>
          </p:nvPr>
        </p:nvSpPr>
        <p:spPr>
          <a:xfrm>
            <a:off x="775244" y="8712000"/>
            <a:ext cx="2230428" cy="179512"/>
          </a:xfrm>
          <a:prstGeom prst="rect">
            <a:avLst/>
          </a:prstGeom>
        </p:spPr>
        <p:txBody>
          <a:bodyPr vert="horz" lIns="0" tIns="0" rIns="0" bIns="0" rtlCol="0" anchor="t"/>
          <a:lstStyle>
            <a:lvl1pPr algn="l">
              <a:defRPr sz="900"/>
            </a:lvl1pPr>
          </a:lstStyle>
          <a:p>
            <a:r>
              <a:rPr lang="de-CH" dirty="0"/>
              <a:t>Fusszeilentext</a:t>
            </a:r>
          </a:p>
        </p:txBody>
      </p:sp>
      <p:sp>
        <p:nvSpPr>
          <p:cNvPr id="15" name="Foliennummernplatzhalter 14"/>
          <p:cNvSpPr>
            <a:spLocks noGrp="1"/>
          </p:cNvSpPr>
          <p:nvPr>
            <p:ph type="sldNum" sz="quarter" idx="5"/>
          </p:nvPr>
        </p:nvSpPr>
        <p:spPr>
          <a:xfrm>
            <a:off x="5462663" y="8712000"/>
            <a:ext cx="871173" cy="179512"/>
          </a:xfrm>
          <a:prstGeom prst="rect">
            <a:avLst/>
          </a:prstGeom>
        </p:spPr>
        <p:txBody>
          <a:bodyPr vert="horz" lIns="0" tIns="0" rIns="0" bIns="0" rtlCol="0" anchor="t"/>
          <a:lstStyle>
            <a:lvl1pPr algn="r">
              <a:defRPr sz="900"/>
            </a:lvl1pPr>
          </a:lstStyle>
          <a:p>
            <a:fld id="{83C81C81-E364-4366-A610-2DB15FF98538}" type="slidenum">
              <a:rPr lang="de-CH" smtClean="0"/>
              <a:pPr/>
              <a:t>‹#›</a:t>
            </a:fld>
            <a:endParaRPr lang="de-CH" dirty="0"/>
          </a:p>
        </p:txBody>
      </p:sp>
      <p:sp>
        <p:nvSpPr>
          <p:cNvPr id="16" name="Notizenplatzhalter 15"/>
          <p:cNvSpPr>
            <a:spLocks noGrp="1"/>
          </p:cNvSpPr>
          <p:nvPr>
            <p:ph type="body" sz="quarter" idx="3"/>
          </p:nvPr>
        </p:nvSpPr>
        <p:spPr>
          <a:xfrm>
            <a:off x="773424" y="4283968"/>
            <a:ext cx="5560412" cy="4248472"/>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17" name="Datumsplatzhalter 16"/>
          <p:cNvSpPr>
            <a:spLocks noGrp="1"/>
          </p:cNvSpPr>
          <p:nvPr>
            <p:ph type="dt" idx="1"/>
          </p:nvPr>
        </p:nvSpPr>
        <p:spPr>
          <a:xfrm>
            <a:off x="4229809" y="425838"/>
            <a:ext cx="2095308" cy="185722"/>
          </a:xfrm>
          <a:prstGeom prst="rect">
            <a:avLst/>
          </a:prstGeom>
        </p:spPr>
        <p:txBody>
          <a:bodyPr vert="horz" lIns="0" tIns="0" rIns="0" bIns="0" rtlCol="0"/>
          <a:lstStyle>
            <a:lvl1pPr algn="r">
              <a:defRPr sz="900"/>
            </a:lvl1pPr>
          </a:lstStyle>
          <a:p>
            <a:fld id="{A17AAF7D-4283-4014-80F4-26E915FEACF8}" type="datetime1">
              <a:rPr lang="de-CH" smtClean="0"/>
              <a:t>16.09.2026</a:t>
            </a:fld>
            <a:endParaRPr lang="de-CH" dirty="0"/>
          </a:p>
        </p:txBody>
      </p:sp>
      <p:sp>
        <p:nvSpPr>
          <p:cNvPr id="18" name="Kopfzeilenplatzhalter 17"/>
          <p:cNvSpPr>
            <a:spLocks noGrp="1"/>
          </p:cNvSpPr>
          <p:nvPr>
            <p:ph type="hdr" sz="quarter"/>
          </p:nvPr>
        </p:nvSpPr>
        <p:spPr>
          <a:xfrm>
            <a:off x="764704" y="432000"/>
            <a:ext cx="3249080" cy="179560"/>
          </a:xfrm>
          <a:prstGeom prst="rect">
            <a:avLst/>
          </a:prstGeom>
        </p:spPr>
        <p:txBody>
          <a:bodyPr vert="horz" lIns="0" tIns="0" rIns="0" bIns="0" rtlCol="0"/>
          <a:lstStyle>
            <a:lvl1pPr algn="l">
              <a:defRPr sz="900"/>
            </a:lvl1pPr>
          </a:lstStyle>
          <a:p>
            <a:r>
              <a:rPr lang="de-CH"/>
              <a:t>Kopfzeilentext</a:t>
            </a:r>
            <a:endParaRPr lang="de-CH" dirty="0"/>
          </a:p>
        </p:txBody>
      </p:sp>
    </p:spTree>
    <p:extLst>
      <p:ext uri="{BB962C8B-B14F-4D97-AF65-F5344CB8AC3E}">
        <p14:creationId xmlns:p14="http://schemas.microsoft.com/office/powerpoint/2010/main" val="31170970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spcAft>
        <a:spcPts val="600"/>
      </a:spcAft>
      <a:defRPr sz="1100" kern="1200">
        <a:solidFill>
          <a:schemeClr val="tx1"/>
        </a:solidFill>
        <a:latin typeface="+mn-lt"/>
        <a:ea typeface="+mn-ea"/>
        <a:cs typeface="+mn-cs"/>
      </a:defRPr>
    </a:lvl1pPr>
    <a:lvl2pPr marL="177800"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2pPr>
    <a:lvl3pPr marL="357188" indent="-17938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3pPr>
    <a:lvl4pPr marL="534988"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4pPr>
    <a:lvl5pPr marL="720725" indent="-18573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765175" y="900113"/>
            <a:ext cx="5559425" cy="3127375"/>
          </a:xfrm>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B116A-500E-8CCD-694F-22DF3B0B1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3F460C-1838-C7EA-087B-DCE82F4C766D}"/>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8DD4DF62-8154-B3B8-F693-DB8E25F8ABB8}"/>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AEF2F667-F153-058E-AE92-4E9AD406CA23}"/>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1398476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E9A29-D0E8-D438-32E1-F2045F0EDF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33ED1-D9BD-1676-6835-2BC7CAB3C115}"/>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EEAE7F17-FC30-50EC-68A4-D65D1E996BF2}"/>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BFBE7FFE-F8AA-B6EC-3DE4-CFEE32C3CEB4}"/>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3366442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5CE7B-BB9F-EE5C-251C-95FA6EA07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5E648-EE6A-3F95-A74F-BD7624A22AFA}"/>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70CC4D79-3A1F-3E93-E604-1601E1088041}"/>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9AF9D5F5-33F6-2B2B-5DAD-032E4F4971DA}"/>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2743054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23707-944D-5DE4-2A22-1418128F4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59ED7-FDFA-4D4D-2B34-5994B2ECEC55}"/>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654D0DAA-D979-4175-707B-0673EA4EB0F5}"/>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6E3A070F-A6D4-5B46-8ACD-39C82D055BCC}"/>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21759561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5175" y="900113"/>
            <a:ext cx="5559425" cy="3127375"/>
          </a:xfrm>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3C81C81-E364-4366-A610-2DB15FF98538}" type="slidenum">
              <a:rPr lang="de-CH" smtClean="0"/>
              <a:pPr/>
              <a:t>6</a:t>
            </a:fld>
            <a:endParaRPr lang="de-CH" dirty="0"/>
          </a:p>
        </p:txBody>
      </p:sp>
    </p:spTree>
    <p:extLst>
      <p:ext uri="{BB962C8B-B14F-4D97-AF65-F5344CB8AC3E}">
        <p14:creationId xmlns:p14="http://schemas.microsoft.com/office/powerpoint/2010/main" val="3568437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1EBD-A1AE-6027-F892-26209FED1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2F2834-A75D-C689-63BD-D656DD9129C3}"/>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F9182A0B-170D-FF69-6755-6E390CAEAB0D}"/>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681D8E45-C06F-8AB2-AD2B-15620B75A922}"/>
              </a:ext>
            </a:extLst>
          </p:cNvPr>
          <p:cNvSpPr>
            <a:spLocks noGrp="1"/>
          </p:cNvSpPr>
          <p:nvPr>
            <p:ph type="body" sz="quarter" idx="3"/>
          </p:nvPr>
        </p:nvSpPr>
        <p:spPr/>
        <p:txBody>
          <a:bodyPr/>
          <a:lstStyle/>
          <a:p>
            <a:r>
              <a:rPr dirty="0"/>
              <a:t>And the barrier to entry is close to zero. A small model runs in seconds on a laptop. A few hundred replicates is an afternoon on any cluster you already have access to. The software is free and open source. There is no permit, no field season, and nothing to put in a budget — which means you can try an idea on a Tuesday and throw it away on a Wednesday. That changes what questions you are willing to ask.</a:t>
            </a:r>
          </a:p>
        </p:txBody>
      </p:sp>
    </p:spTree>
    <p:extLst>
      <p:ext uri="{BB962C8B-B14F-4D97-AF65-F5344CB8AC3E}">
        <p14:creationId xmlns:p14="http://schemas.microsoft.com/office/powerpoint/2010/main" val="4141345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21F71-4E45-E969-F721-03C279F20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B83B5E-872B-8EF9-8D52-2E11DE1BE37E}"/>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F7052EF5-08CA-54BC-E8D7-75C4A2FAA2C6}"/>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D0453681-2AA6-B9A8-E9F6-843F7376A5C5}"/>
              </a:ext>
            </a:extLst>
          </p:cNvPr>
          <p:cNvSpPr>
            <a:spLocks noGrp="1"/>
          </p:cNvSpPr>
          <p:nvPr>
            <p:ph type="body" sz="quarter" idx="3"/>
          </p:nvPr>
        </p:nvSpPr>
        <p:spPr/>
        <p:txBody>
          <a:bodyPr/>
          <a:lstStyle/>
          <a:p>
            <a:r>
              <a:rPr dirty="0"/>
              <a:t>And the barrier to entry is close to zero. A small model runs in seconds on a laptop. A few hundred replicates is an afternoon on any cluster you already have access to. The software is free and open source. There is no permit, no field season, and nothing to put in a budget — which means you can try an idea on a Tuesday and throw it away on a Wednesday. That changes what questions you are willing to ask.</a:t>
            </a:r>
          </a:p>
        </p:txBody>
      </p:sp>
    </p:spTree>
    <p:extLst>
      <p:ext uri="{BB962C8B-B14F-4D97-AF65-F5344CB8AC3E}">
        <p14:creationId xmlns:p14="http://schemas.microsoft.com/office/powerpoint/2010/main" val="368580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B3BDE-BFCB-8836-2E54-1D03580A2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81012-8F55-E038-E876-7954181D646F}"/>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F9178BB7-AB25-1326-7583-BDDED8DAD408}"/>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08F471B7-2B68-B787-0846-66B13D7EE5A7}"/>
              </a:ext>
            </a:extLst>
          </p:cNvPr>
          <p:cNvSpPr>
            <a:spLocks noGrp="1"/>
          </p:cNvSpPr>
          <p:nvPr>
            <p:ph type="body" sz="quarter" idx="3"/>
          </p:nvPr>
        </p:nvSpPr>
        <p:spPr/>
        <p:txBody>
          <a:bodyPr/>
          <a:lstStyle/>
          <a:p>
            <a:r>
              <a:rPr dirty="0"/>
              <a:t>And the barrier to entry is close to zero. A small model runs in seconds on a laptop. A few hundred replicates is an afternoon on any cluster you already have access to. The software is free and open source. There is no permit, no field season, and nothing to put in a budget — which means you can try an idea on a Tuesday and throw it away on a Wednesday. That changes what questions you are willing to ask.</a:t>
            </a:r>
          </a:p>
        </p:txBody>
      </p:sp>
    </p:spTree>
    <p:extLst>
      <p:ext uri="{BB962C8B-B14F-4D97-AF65-F5344CB8AC3E}">
        <p14:creationId xmlns:p14="http://schemas.microsoft.com/office/powerpoint/2010/main" val="26213627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91AF8-A119-E527-9BBE-195EA74C8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6090C-091E-F830-8745-EA3482254EC9}"/>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3941433D-78A1-ECBB-311D-523C33952EF6}"/>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7D095FF1-8013-5E70-189D-56F4F484541E}"/>
              </a:ext>
            </a:extLst>
          </p:cNvPr>
          <p:cNvSpPr>
            <a:spLocks noGrp="1"/>
          </p:cNvSpPr>
          <p:nvPr>
            <p:ph type="body" sz="quarter" idx="3"/>
          </p:nvPr>
        </p:nvSpPr>
        <p:spPr/>
        <p:txBody>
          <a:bodyPr/>
          <a:lstStyle/>
          <a:p>
            <a:r>
              <a:rPr dirty="0"/>
              <a:t>And the barrier to entry is close to zero. A small model runs in seconds on a laptop. A few hundred replicates is an afternoon on any cluster you already have access to. The software is free and open source. There is no permit, no field season, and nothing to put in a budget — which means you can try an idea on a Tuesday and throw it away on a Wednesday. That changes what questions you are willing to ask.</a:t>
            </a:r>
          </a:p>
        </p:txBody>
      </p:sp>
    </p:spTree>
    <p:extLst>
      <p:ext uri="{BB962C8B-B14F-4D97-AF65-F5344CB8AC3E}">
        <p14:creationId xmlns:p14="http://schemas.microsoft.com/office/powerpoint/2010/main" val="3573706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765175" y="900113"/>
            <a:ext cx="5559425" cy="3127375"/>
          </a:xfrm>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507C3-E832-3D92-BCF6-F0934F66A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15A6A-0A66-E7DC-B123-659164F32319}"/>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654E291F-B779-7D77-AB01-36014AE6421A}"/>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10029D83-92C3-3363-145A-EC8FB471BD45}"/>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1763384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F82E7-B45E-03B4-EF02-F90EC4F08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7F5338-A644-A4F1-7BEA-C516D1766388}"/>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8B5C5FDF-D61C-93C4-873B-24DDB9C6D1FF}"/>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C8C73E08-21BD-8757-86A1-BFEDBB06887A}"/>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1888016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765175" y="900113"/>
            <a:ext cx="5559425" cy="3127375"/>
          </a:xfrm>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rPr dirty="0"/>
              <a:t>And the barrier to entry is close to zero. A small model runs in seconds on a laptop. A few hundred replicates is an afternoon on any cluster you already have access to. The software is free and open source. There is no permit, no field season, and nothing to put in a budget — which means you can try an idea on a Tuesday and throw it away on a Wednesday. That changes what questions you are willing to ask.</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28082-75D0-E807-9886-9F61FD260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05D91F-0BFF-28AB-BE04-63FEED36D3EA}"/>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D212EFD6-A09E-9429-D964-1208CE36585F}"/>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215D3721-1144-00D1-D922-7EAC3CE96D4C}"/>
              </a:ext>
            </a:extLst>
          </p:cNvPr>
          <p:cNvSpPr>
            <a:spLocks noGrp="1"/>
          </p:cNvSpPr>
          <p:nvPr>
            <p:ph type="body" sz="quarter" idx="3"/>
          </p:nvPr>
        </p:nvSpPr>
        <p:spPr/>
        <p:txBody>
          <a:bodyPr/>
          <a:lstStyle/>
          <a:p>
            <a:r>
              <a:rPr dirty="0"/>
              <a:t>And the barrier to entry is close to zero. A small model runs in seconds on a laptop. A few hundred replicates is an afternoon on any cluster you already have access to. The software is free and open source. There is no permit, no field season, and nothing to put in a budget — which means you can try an idea on a Tuesday and throw it away on a Wednesday. That changes what questions you are willing to ask.</a:t>
            </a:r>
          </a:p>
        </p:txBody>
      </p:sp>
    </p:spTree>
    <p:extLst>
      <p:ext uri="{BB962C8B-B14F-4D97-AF65-F5344CB8AC3E}">
        <p14:creationId xmlns:p14="http://schemas.microsoft.com/office/powerpoint/2010/main" val="8560392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D73BC-8E17-36D0-5212-837C30C99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DEB46-50B2-D3E7-54E9-4D19FEE66F41}"/>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A52EA85A-E0F0-AD15-7924-B0FE792CFA8A}"/>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16059537-E0EF-1D99-07C0-529C72C1F8EB}"/>
              </a:ext>
            </a:extLst>
          </p:cNvPr>
          <p:cNvSpPr>
            <a:spLocks noGrp="1"/>
          </p:cNvSpPr>
          <p:nvPr>
            <p:ph type="body" sz="quarter" idx="3"/>
          </p:nvPr>
        </p:nvSpPr>
        <p:spPr/>
        <p:txBody>
          <a:bodyPr/>
          <a:lstStyle/>
          <a:p>
            <a:r>
              <a:rPr dirty="0"/>
              <a:t>And the barrier to entry is close to zero. A small model runs in seconds on a laptop. A few hundred replicates is an afternoon on any cluster you already have access to. The software is free and open source. There is no permit, no field season, and nothing to put in a budget — which means you can try an idea on a Tuesday and throw it away on a Wednesday. That changes what questions you are willing to ask.</a:t>
            </a:r>
          </a:p>
        </p:txBody>
      </p:sp>
    </p:spTree>
    <p:extLst>
      <p:ext uri="{BB962C8B-B14F-4D97-AF65-F5344CB8AC3E}">
        <p14:creationId xmlns:p14="http://schemas.microsoft.com/office/powerpoint/2010/main" val="1054991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EB2B6-4BA0-0C78-1EB7-F5F980F14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5E007-D5A2-D650-0CA8-CDEBEDACC361}"/>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817DE936-8AAC-B400-95B1-7A07D2482C66}"/>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1E901BD5-5814-97AE-9FF8-760EDFC961D6}"/>
              </a:ext>
            </a:extLst>
          </p:cNvPr>
          <p:cNvSpPr>
            <a:spLocks noGrp="1"/>
          </p:cNvSpPr>
          <p:nvPr>
            <p:ph type="body" sz="quarter" idx="3"/>
          </p:nvPr>
        </p:nvSpPr>
        <p:spPr/>
        <p:txBody>
          <a:bodyPr/>
          <a:lstStyle/>
          <a:p>
            <a:r>
              <a:rPr dirty="0"/>
              <a:t>And the barrier to entry is close to zero. A small model runs in seconds on a laptop. A few hundred replicates is an afternoon on any cluster you already have access to. The software is free and open source. There is no permit, no field season, and nothing to put in a budget — which means you can try an idea on a Tuesday and throw it away on a Wednesday. That changes what questions you are willing to ask.</a:t>
            </a:r>
          </a:p>
        </p:txBody>
      </p:sp>
    </p:spTree>
    <p:extLst>
      <p:ext uri="{BB962C8B-B14F-4D97-AF65-F5344CB8AC3E}">
        <p14:creationId xmlns:p14="http://schemas.microsoft.com/office/powerpoint/2010/main" val="72993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B0EFD-D060-6897-38D0-D59BF4143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F8EB1-9F9F-76BD-7300-57A4D3E7DA06}"/>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61A28A49-5F70-C044-FBF7-20DC3F56AA53}"/>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A92C42AA-41B7-C1F6-0A6C-66AE18591376}"/>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2525103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D7338-3145-58B3-287C-7425F2BB2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8594F8-0B0C-3FE3-D3C4-7D933CBB61C8}"/>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8B97E84E-3A0F-ACC9-DCAB-C2D4D0DB5919}"/>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C23DD11B-5B1B-3049-9B3E-59674AC39BD5}"/>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6861813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E4BFF-62FD-F585-877D-5763C1845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A6246-9075-A8CC-989B-DF2ED7C30397}"/>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1F9B7751-63F3-BF85-661D-1E986EE0C8F3}"/>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278AE260-E44F-BEC6-ECC6-F33B7F48C676}"/>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31552806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98679-ADAD-AC2C-2F27-309E8FF86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962E1-A622-46DC-BC48-F8124B16F9D1}"/>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EF073009-49EE-493D-DE6D-5AB4BAFE79D4}"/>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74363454-C5C9-861C-CD97-5CB646422CCF}"/>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3780131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2EC3E-02DA-F97F-93A7-49D8D9E81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62E6F1-A79B-B0E1-B12C-CA849E4F4518}"/>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EF1FBDD9-6B1B-286A-D5F2-CB6290ED501A}"/>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E9B43704-B088-469F-732D-29DE49089D3A}"/>
              </a:ext>
            </a:extLst>
          </p:cNvPr>
          <p:cNvSpPr>
            <a:spLocks noGrp="1"/>
          </p:cNvSpPr>
          <p:nvPr>
            <p:ph type="body" sz="quarter" idx="3"/>
          </p:nvPr>
        </p:nvSpPr>
        <p:spPr/>
        <p:txBody>
          <a:bodyPr/>
          <a:lstStyle/>
          <a:p>
            <a:r>
              <a:rPr dirty="0"/>
              <a:t>Be honest about this, because someone will raise it if you are not. Real data is true — that is its entire advantage, and it is a big one. Simulated data is only ever as good as the assumptions you put in. But they are not rivals. Your field data is what sets the parameters, and the simulation is what tells you which measurement would actually be worth the field season. And when the model reproduces something you already observed, that is a check on the model. They strengthen each other.</a:t>
            </a:r>
          </a:p>
        </p:txBody>
      </p:sp>
    </p:spTree>
    <p:extLst>
      <p:ext uri="{BB962C8B-B14F-4D97-AF65-F5344CB8AC3E}">
        <p14:creationId xmlns:p14="http://schemas.microsoft.com/office/powerpoint/2010/main" val="13505601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634E4-679E-05F4-A3ED-ABD3D9504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AA9FC-3FE2-C73B-6156-1FA0B72A7ABE}"/>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1B480C1A-6066-A7C7-3941-A5CF67E9DB1E}"/>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6DC373E6-E807-42F6-7303-76C490C596ED}"/>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37612300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01B35-922E-2852-3E95-0E63E7C21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7784E5-2B02-EF05-5BD5-3891C8D73E37}"/>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E1B107BC-EFF2-6E37-1E84-8A386087EFBB}"/>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4D378118-91EE-39C7-D278-C1212A0918E0}"/>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33003656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DE9AB-8239-8D14-ACD1-BEF372394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20197-B7FC-B158-74DB-10AFCD54B895}"/>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6E7D631B-2285-B5C9-EF3F-DFDC9C1337F2}"/>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5860F17A-F201-30AD-0E92-F15DA57E2A7A}"/>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8456935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29727-EC0D-2ABA-1A41-4317B82065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1E599-54E5-94CA-3B3D-74C1BB6C8818}"/>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85592E56-ECE6-59AF-5471-13963DE36F17}"/>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42362B34-6019-CE8D-D880-02D6E16915AF}"/>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25878061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765175" y="900113"/>
            <a:ext cx="5559425" cy="3127375"/>
          </a:xfrm>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rPr lang="en-CH" sz="1100" b="0" i="0" kern="1200" dirty="0">
                <a:solidFill>
                  <a:schemeClr val="tx1"/>
                </a:solidFill>
                <a:effectLst/>
                <a:latin typeface="+mn-lt"/>
                <a:ea typeface="+mn-ea"/>
                <a:cs typeface="+mn-cs"/>
              </a:rPr>
              <a:t>SLiM is a free, open-source evolutionary simulation framework that combines a powerful engine for population genetic simulations with the capability of modelling arbitrarily complex evolutionary scenarios. Simulations are configured via the integrated Eidos scripting language that allows interactive control over practically every aspect of the simulated evolutionary scenarios. The underlying individual-based simulation engine is highly optimized to enable modelling of entire chromosomes in large populations.</a:t>
            </a:r>
            <a:endParaRPr lang="en-CH"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7E407-255B-04B8-B190-42F9CB8DF3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AD7FFC-53D5-3CA7-D110-7DDC274DFDC0}"/>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E61802D3-2949-CE79-F47E-E625468CD8D5}"/>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ED96527B-CF52-170C-158A-E21E77F3E28B}"/>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12848673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45F8D-3992-EE4B-33E6-EDE76EE7E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8635C-A3E3-4DF6-8058-E00372B0FD49}"/>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CE55B654-6527-4421-A0CB-FAC7DA4EB7D4}"/>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15B9FC4E-FC7A-C805-64C7-2BFC7FDD094D}"/>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41792063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76A61-9ADC-C38C-8E2B-F8F1224A0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2182B7-D5A1-3075-60EE-59BB79BD3081}"/>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19951E73-F817-E6E4-8127-D7D29F66FED1}"/>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98FA0BF1-D5A8-0E44-DCDC-7D6DBE3C4E01}"/>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1110631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FD6E9-474F-5690-EE42-9738E888C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E9FBE9-C7A9-C68F-B0AD-A7FB76DCD038}"/>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98514613-EA62-AE60-EC2E-E6DB95388038}"/>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80E226F0-9B71-FCC8-B8C2-D0923AB8E5C1}"/>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10971202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689F1-7271-ECF9-ACE0-2B339A059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31562-9754-C3C4-D56E-A475969E5D7A}"/>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655339CA-5AF7-1716-93D8-74442871F92A}"/>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2423A3F1-EE30-7103-A6B7-8481FF223D41}"/>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42390064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FBA56-C85C-82B8-A7F6-4723766C96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623F3-20AE-998A-2852-B7E1E9A1D8C5}"/>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7DC20EED-4ED1-C114-CB82-920FB615ADED}"/>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5BA83B53-36B4-4C10-A76F-48E3A9A203FF}"/>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15107720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2CDCE-D9E9-A704-82EE-E756C6180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369BA-C641-E15F-159E-179E405E5C66}"/>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0C640666-5F7C-EA8A-0DCA-0FD6F85ABCE9}"/>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4A7E9657-EBF8-3A6D-B41F-A147C20199B6}"/>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28902447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2C7E7-47BC-1FBE-CC4D-D98A4A8F1B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09507-6388-6DC0-4A3D-6358C1BF2444}"/>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1EE169B5-25DF-DE93-487E-D9D0BBF75FEA}"/>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930E02D9-2403-3098-D488-5F3E4A27C5B6}"/>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7735000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6E75-F260-FD87-0BD1-05728FC43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48CB2-4858-A3CB-DC85-5CBD10244F4C}"/>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E66653D1-AC11-E484-9AB5-E705BDB9111C}"/>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41ADEF66-072D-1C8C-ADAB-3C5D9823E459}"/>
              </a:ext>
            </a:extLst>
          </p:cNvPr>
          <p:cNvSpPr>
            <a:spLocks noGrp="1"/>
          </p:cNvSpPr>
          <p:nvPr>
            <p:ph type="body" sz="quarter" idx="3"/>
          </p:nvPr>
        </p:nvSpPr>
        <p:spPr/>
        <p:txBody>
          <a:bodyPr/>
          <a:lstStyle/>
          <a:p>
            <a:r>
              <a:t>If you have ever written an R script you already have the mental model. In R you hand it data and a script, and statistics come out — you do not implement the linear algebra yourself. SLiM is the same shape. You hand it parameters and a script, and an evolved population comes out. You do not implement recombination, or mate choice, or fitness calculation. Somebody spent years making that fast and correct so that you do not have to.</a:t>
            </a:r>
          </a:p>
        </p:txBody>
      </p:sp>
    </p:spTree>
    <p:extLst>
      <p:ext uri="{BB962C8B-B14F-4D97-AF65-F5344CB8AC3E}">
        <p14:creationId xmlns:p14="http://schemas.microsoft.com/office/powerpoint/2010/main" val="42575701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A5FCF-7AE3-45F7-0F19-69138BE8A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9B5ED-3280-20AC-2AF0-4524403D1721}"/>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31B64461-38A3-192D-8F3A-659C2BB29348}"/>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D58385A7-4644-012D-C55D-0772FF9CFAE5}"/>
              </a:ext>
            </a:extLst>
          </p:cNvPr>
          <p:cNvSpPr>
            <a:spLocks noGrp="1"/>
          </p:cNvSpPr>
          <p:nvPr>
            <p:ph type="body" sz="quarter" idx="3"/>
          </p:nvPr>
        </p:nvSpPr>
        <p:spPr/>
        <p:txBody>
          <a:bodyPr/>
          <a:lstStyle/>
          <a:p>
            <a:r>
              <a:t>Four pieces. Eidos is a small scripting language Haller invented for this — it looks a lot like R. Then a set of built-in objects: subpopulations, mutations, chromosomes, individuals. Underneath that is the C++ core, which is where all the speed lives and which you are never expected to read. And SLiMgui, a window you can watch the whole thing run in. The important line is the bottom one: in practice you only ever write the first.</a:t>
            </a:r>
          </a:p>
        </p:txBody>
      </p:sp>
    </p:spTree>
    <p:extLst>
      <p:ext uri="{BB962C8B-B14F-4D97-AF65-F5344CB8AC3E}">
        <p14:creationId xmlns:p14="http://schemas.microsoft.com/office/powerpoint/2010/main" val="1162689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1C587-3C64-9BE1-7088-CF88333D0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F1B78B-5471-FA3C-15E6-43ACB8E4CE7D}"/>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4CAC0AF0-19EB-1EC2-109E-119728B371D2}"/>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541B9E7A-02EE-C6C9-A574-E1EEAA435934}"/>
              </a:ext>
            </a:extLst>
          </p:cNvPr>
          <p:cNvSpPr>
            <a:spLocks noGrp="1"/>
          </p:cNvSpPr>
          <p:nvPr>
            <p:ph type="body" sz="quarter" idx="3"/>
          </p:nvPr>
        </p:nvSpPr>
        <p:spPr/>
        <p:txBody>
          <a:bodyPr/>
          <a:lstStyle/>
          <a:p>
            <a:r>
              <a:t>Four pieces. Eidos is a small scripting language Haller invented for this — it looks a lot like R. Then a set of built-in objects: subpopulations, mutations, chromosomes, individuals. Underneath that is the C++ core, which is where all the speed lives and which you are never expected to read. And SLiMgui, a window you can watch the whole thing run in. The important line is the bottom one: in practice you only ever write the first.</a:t>
            </a:r>
          </a:p>
        </p:txBody>
      </p:sp>
    </p:spTree>
    <p:extLst>
      <p:ext uri="{BB962C8B-B14F-4D97-AF65-F5344CB8AC3E}">
        <p14:creationId xmlns:p14="http://schemas.microsoft.com/office/powerpoint/2010/main" val="17414216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400A7-6C3E-88B4-65C7-F98ACC00B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64065B-7F3E-4579-ECFC-0D674388B01F}"/>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2F33E616-FB5B-D84C-DB75-EAA7B32ED842}"/>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8C02E618-4DEC-3AD8-1A39-C17FDEAA2670}"/>
              </a:ext>
            </a:extLst>
          </p:cNvPr>
          <p:cNvSpPr>
            <a:spLocks noGrp="1"/>
          </p:cNvSpPr>
          <p:nvPr>
            <p:ph type="body" sz="quarter" idx="3"/>
          </p:nvPr>
        </p:nvSpPr>
        <p:spPr/>
        <p:txBody>
          <a:bodyPr/>
          <a:lstStyle/>
          <a:p>
            <a:r>
              <a:t>Four pieces. Eidos is a small scripting language Haller invented for this — it looks a lot like R. Then a set of built-in objects: subpopulations, mutations, chromosomes, individuals. Underneath that is the C++ core, which is where all the speed lives and which you are never expected to read. And SLiMgui, a window you can watch the whole thing run in. The important line is the bottom one: in practice you only ever write the first.</a:t>
            </a:r>
          </a:p>
        </p:txBody>
      </p:sp>
    </p:spTree>
    <p:extLst>
      <p:ext uri="{BB962C8B-B14F-4D97-AF65-F5344CB8AC3E}">
        <p14:creationId xmlns:p14="http://schemas.microsoft.com/office/powerpoint/2010/main" val="18078593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BA133-D2A9-B26B-99A2-ED612068A2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9A050-6FB0-FD8D-7E67-9A4AACB68C16}"/>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48E456E3-469B-14F5-29E4-A0A5C7265C2B}"/>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2C4B870A-6623-F2FA-241D-510112441799}"/>
              </a:ext>
            </a:extLst>
          </p:cNvPr>
          <p:cNvSpPr>
            <a:spLocks noGrp="1"/>
          </p:cNvSpPr>
          <p:nvPr>
            <p:ph type="body" sz="quarter" idx="3"/>
          </p:nvPr>
        </p:nvSpPr>
        <p:spPr/>
        <p:txBody>
          <a:bodyPr/>
          <a:lstStyle/>
          <a:p>
            <a:r>
              <a:t>Four pieces. Eidos is a small scripting language Haller invented for this — it looks a lot like R. Then a set of built-in objects: subpopulations, mutations, chromosomes, individuals. Underneath that is the C++ core, which is where all the speed lives and which you are never expected to read. And SLiMgui, a window you can watch the whole thing run in. The important line is the bottom one: in practice you only ever write the first.</a:t>
            </a:r>
          </a:p>
        </p:txBody>
      </p:sp>
    </p:spTree>
    <p:extLst>
      <p:ext uri="{BB962C8B-B14F-4D97-AF65-F5344CB8AC3E}">
        <p14:creationId xmlns:p14="http://schemas.microsoft.com/office/powerpoint/2010/main" val="3140909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91CEB-5B67-E34D-3C47-E84F407B5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82F529-B0B9-4D50-F255-22C56269AD7B}"/>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42C264A4-4EF3-48C7-808C-C29D1CA7366A}"/>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B3EEADA2-25DF-8672-1A37-A94ED031FC59}"/>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3565186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D9647-123B-D7A2-4A88-2E2F90232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DD3834-7639-6541-6ADF-F75495034766}"/>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B8F35129-4DF0-A98D-2A26-D73049196A94}"/>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7FF018FF-BA53-4089-0C90-8402D0085D6C}"/>
              </a:ext>
            </a:extLst>
          </p:cNvPr>
          <p:cNvSpPr>
            <a:spLocks noGrp="1"/>
          </p:cNvSpPr>
          <p:nvPr>
            <p:ph type="body" sz="quarter" idx="3"/>
          </p:nvPr>
        </p:nvSpPr>
        <p:spPr/>
        <p:txBody>
          <a:bodyPr/>
          <a:lstStyle/>
          <a:p>
            <a:r>
              <a:t>This is not a simplified teaching example — it is recipe 4.1 from the manual, and it runs. Five lines set up the genetics: a mutation rate, one kind of mutation, what the chromosome is made of, how long it is, and how often it recombines. One line makes five hundred individuals. One line stops it after ten thousand generations. That is a complete population-genetic simulation. Everything I do in my own project is this, with more lines.</a:t>
            </a:r>
          </a:p>
        </p:txBody>
      </p:sp>
    </p:spTree>
    <p:extLst>
      <p:ext uri="{BB962C8B-B14F-4D97-AF65-F5344CB8AC3E}">
        <p14:creationId xmlns:p14="http://schemas.microsoft.com/office/powerpoint/2010/main" val="6637859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765175" y="900113"/>
            <a:ext cx="5559425" cy="3127375"/>
          </a:xfrm>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This is not a simplified teaching example — it is recipe 4.1 from the manual, and it runs. Five lines set up the genetics: a mutation rate, one kind of mutation, what the chromosome is made of, how long it is, and how often it recombines. One line makes five hundred individuals. One line stops it after ten thousand generations. That is a complete population-genetic simulation. Everything I do in my own project is this, with more lines.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8AD52-FDD7-B7D4-3A1B-E78310970C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681F72-0898-EA5D-2D8C-896E11591494}"/>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712696C0-22E0-F9AB-6773-A2DC3A189971}"/>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48142676-1210-7FF2-3AD3-F544BACCD358}"/>
              </a:ext>
            </a:extLst>
          </p:cNvPr>
          <p:cNvSpPr>
            <a:spLocks noGrp="1"/>
          </p:cNvSpPr>
          <p:nvPr>
            <p:ph type="body" sz="quarter" idx="3"/>
          </p:nvPr>
        </p:nvSpPr>
        <p:spPr/>
        <p:txBody>
          <a:bodyPr/>
          <a:lstStyle/>
          <a:p>
            <a:r>
              <a:t>This is not a simplified teaching example — it is recipe 4.1 from the manual, and it runs. Five lines set up the genetics: a mutation rate, one kind of mutation, what the chromosome is made of, how long it is, and how often it recombines. One line makes five hundred individuals. One line stops it after ten thousand generations. That is a complete population-genetic simulation. Everything I do in my own project is this, with more lines.</a:t>
            </a:r>
          </a:p>
        </p:txBody>
      </p:sp>
    </p:spTree>
    <p:extLst>
      <p:ext uri="{BB962C8B-B14F-4D97-AF65-F5344CB8AC3E}">
        <p14:creationId xmlns:p14="http://schemas.microsoft.com/office/powerpoint/2010/main" val="21379085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98A99-5E7D-B841-FA02-95965E460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0D56C-7CB1-86F6-BEFE-9A070A799168}"/>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69B3071E-38E9-5662-6F49-CFB23F5A25E4}"/>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0D6FFA82-BD34-0B74-51DA-0C37388690EC}"/>
              </a:ext>
            </a:extLst>
          </p:cNvPr>
          <p:cNvSpPr>
            <a:spLocks noGrp="1"/>
          </p:cNvSpPr>
          <p:nvPr>
            <p:ph type="body" sz="quarter" idx="3"/>
          </p:nvPr>
        </p:nvSpPr>
        <p:spPr/>
        <p:txBody>
          <a:bodyPr/>
          <a:lstStyle/>
          <a:p>
            <a:r>
              <a:t>This is not a simplified teaching example — it is recipe 4.1 from the manual, and it runs. Five lines set up the genetics: a mutation rate, one kind of mutation, what the chromosome is made of, how long it is, and how often it recombines. One line makes five hundred individuals. One line stops it after ten thousand generations. That is a complete population-genetic simulation. Everything I do in my own project is this, with more lines.</a:t>
            </a:r>
          </a:p>
        </p:txBody>
      </p:sp>
    </p:spTree>
    <p:extLst>
      <p:ext uri="{BB962C8B-B14F-4D97-AF65-F5344CB8AC3E}">
        <p14:creationId xmlns:p14="http://schemas.microsoft.com/office/powerpoint/2010/main" val="19907630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25AEA-8B2C-DC1A-62D2-C0AB60CB5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72B5E7-4DB5-033E-11CB-E0739EC3DE39}"/>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F515D228-AE28-12D9-87C8-05DDEE194C78}"/>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71624424-31D2-2AEA-085B-454BECC51512}"/>
              </a:ext>
            </a:extLst>
          </p:cNvPr>
          <p:cNvSpPr>
            <a:spLocks noGrp="1"/>
          </p:cNvSpPr>
          <p:nvPr>
            <p:ph type="body" sz="quarter" idx="3"/>
          </p:nvPr>
        </p:nvSpPr>
        <p:spPr/>
        <p:txBody>
          <a:bodyPr/>
          <a:lstStyle/>
          <a:p>
            <a:r>
              <a:t>This is not a simplified teaching example — it is recipe 4.1 from the manual, and it runs. Five lines set up the genetics: a mutation rate, one kind of mutation, what the chromosome is made of, how long it is, and how often it recombines. One line makes five hundred individuals. One line stops it after ten thousand generations. That is a complete population-genetic simulation. Everything I do in my own project is this, with more lines.</a:t>
            </a:r>
          </a:p>
        </p:txBody>
      </p:sp>
    </p:spTree>
    <p:extLst>
      <p:ext uri="{BB962C8B-B14F-4D97-AF65-F5344CB8AC3E}">
        <p14:creationId xmlns:p14="http://schemas.microsoft.com/office/powerpoint/2010/main" val="23458229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93EC0-4DF7-726A-101C-E56E54F27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CF2AA-57FC-A5B9-64AC-B2FDB1B4FCF3}"/>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C7135089-2AB8-408A-989C-C3552F4D291B}"/>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F9DF641A-9D31-4752-1863-807407FADADA}"/>
              </a:ext>
            </a:extLst>
          </p:cNvPr>
          <p:cNvSpPr>
            <a:spLocks noGrp="1"/>
          </p:cNvSpPr>
          <p:nvPr>
            <p:ph type="body" sz="quarter" idx="3"/>
          </p:nvPr>
        </p:nvSpPr>
        <p:spPr/>
        <p:txBody>
          <a:bodyPr/>
          <a:lstStyle/>
          <a:p>
            <a:r>
              <a:t>This is not a simplified teaching example — it is recipe 4.1 from the manual, and it runs. Five lines set up the genetics: a mutation rate, one kind of mutation, what the chromosome is made of, how long it is, and how often it recombines. One line makes five hundred individuals. One line stops it after ten thousand generations. That is a complete population-genetic simulation. Everything I do in my own project is this, with more lines.</a:t>
            </a:r>
          </a:p>
        </p:txBody>
      </p:sp>
    </p:spTree>
    <p:extLst>
      <p:ext uri="{BB962C8B-B14F-4D97-AF65-F5344CB8AC3E}">
        <p14:creationId xmlns:p14="http://schemas.microsoft.com/office/powerpoint/2010/main" val="22302751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C6DE3-2D35-3ED1-6776-264F193CCD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C393B-5A5E-1F61-E63F-7DD4D388EE65}"/>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8180E3BF-C8EF-3C9B-2FB0-4ADFB57F6EEE}"/>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486E5A9C-E267-4C91-41FE-4836F7750E7D}"/>
              </a:ext>
            </a:extLst>
          </p:cNvPr>
          <p:cNvSpPr>
            <a:spLocks noGrp="1"/>
          </p:cNvSpPr>
          <p:nvPr>
            <p:ph type="body" sz="quarter" idx="3"/>
          </p:nvPr>
        </p:nvSpPr>
        <p:spPr/>
        <p:txBody>
          <a:bodyPr/>
          <a:lstStyle/>
          <a:p>
            <a:r>
              <a:rPr dirty="0"/>
              <a:t>This is not a simplified teaching example — it is recipe 4.1 from the manual, and it runs. Five lines set up the genetics: a mutation rate, one kind of mutation, what the chromosome is made of, how long it is, and how often it recombines. One line makes five hundred individuals. One line stops it after ten thousand generations. That is a complete population-genetic simulation. Everything I do in my own project is this, with more lines.</a:t>
            </a:r>
          </a:p>
        </p:txBody>
      </p:sp>
    </p:spTree>
    <p:extLst>
      <p:ext uri="{BB962C8B-B14F-4D97-AF65-F5344CB8AC3E}">
        <p14:creationId xmlns:p14="http://schemas.microsoft.com/office/powerpoint/2010/main" val="28642225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1CD78-1600-D96E-C0B3-ECAC3593F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A9120-690B-94C5-B50C-D413666BB864}"/>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A7B074EC-FFBC-2408-06EB-5877D4C6DEFF}"/>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66617CD0-9511-5B0F-9B61-4E6EF31F2E1A}"/>
              </a:ext>
            </a:extLst>
          </p:cNvPr>
          <p:cNvSpPr>
            <a:spLocks noGrp="1"/>
          </p:cNvSpPr>
          <p:nvPr>
            <p:ph type="body" sz="quarter" idx="3"/>
          </p:nvPr>
        </p:nvSpPr>
        <p:spPr/>
        <p:txBody>
          <a:bodyPr/>
          <a:lstStyle/>
          <a:p>
            <a:r>
              <a:t>Section break. From here it is one specific tool, and I want you to try it.</a:t>
            </a:r>
          </a:p>
        </p:txBody>
      </p:sp>
    </p:spTree>
    <p:extLst>
      <p:ext uri="{BB962C8B-B14F-4D97-AF65-F5344CB8AC3E}">
        <p14:creationId xmlns:p14="http://schemas.microsoft.com/office/powerpoint/2010/main" val="31956577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9AA2A-46A2-817D-0C5A-97B415060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2140F5-26A1-DEF1-7711-9A1E10FDF379}"/>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C1A5C078-B178-CCD5-3D27-D6619CA865A4}"/>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38A39026-10DF-380B-B9D2-890D9D2743E0}"/>
              </a:ext>
            </a:extLst>
          </p:cNvPr>
          <p:cNvSpPr>
            <a:spLocks noGrp="1"/>
          </p:cNvSpPr>
          <p:nvPr>
            <p:ph type="body" sz="quarter" idx="3"/>
          </p:nvPr>
        </p:nvSpPr>
        <p:spPr/>
        <p:txBody>
          <a:bodyPr/>
          <a:lstStyle/>
          <a:p>
            <a:r>
              <a:t>Section break. From here it is one specific tool, and I want you to try it.</a:t>
            </a:r>
          </a:p>
        </p:txBody>
      </p:sp>
    </p:spTree>
    <p:extLst>
      <p:ext uri="{BB962C8B-B14F-4D97-AF65-F5344CB8AC3E}">
        <p14:creationId xmlns:p14="http://schemas.microsoft.com/office/powerpoint/2010/main" val="36573210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F001C-3B5B-0F89-F38A-0D61FFCCB2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70D18-E84C-EDB4-1900-9502766020D9}"/>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D1BE99F3-E959-9756-97F5-6364BEF8CBFB}"/>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ADB48578-52B9-F3F8-64C7-568C621BF2E4}"/>
              </a:ext>
            </a:extLst>
          </p:cNvPr>
          <p:cNvSpPr>
            <a:spLocks noGrp="1"/>
          </p:cNvSpPr>
          <p:nvPr>
            <p:ph type="body" sz="quarter" idx="3"/>
          </p:nvPr>
        </p:nvSpPr>
        <p:spPr/>
        <p:txBody>
          <a:bodyPr/>
          <a:lstStyle/>
          <a:p>
            <a:r>
              <a:t>Section break. From here it is one specific tool, and I want you to try it.</a:t>
            </a:r>
          </a:p>
        </p:txBody>
      </p:sp>
    </p:spTree>
    <p:extLst>
      <p:ext uri="{BB962C8B-B14F-4D97-AF65-F5344CB8AC3E}">
        <p14:creationId xmlns:p14="http://schemas.microsoft.com/office/powerpoint/2010/main" val="25357267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E9E1B-B67E-F0C5-345D-3B9884217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689713-B607-C076-FD65-825DACA5537D}"/>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4518F878-670F-4DC0-66BA-049EE652A182}"/>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23C6112B-9AD1-49A5-5FD5-13846F9D8F31}"/>
              </a:ext>
            </a:extLst>
          </p:cNvPr>
          <p:cNvSpPr>
            <a:spLocks noGrp="1"/>
          </p:cNvSpPr>
          <p:nvPr>
            <p:ph type="body" sz="quarter" idx="3"/>
          </p:nvPr>
        </p:nvSpPr>
        <p:spPr/>
        <p:txBody>
          <a:bodyPr/>
          <a:lstStyle/>
          <a:p>
            <a:r>
              <a:t>Section break. From here it is one specific tool, and I want you to try it.</a:t>
            </a:r>
          </a:p>
        </p:txBody>
      </p:sp>
    </p:spTree>
    <p:extLst>
      <p:ext uri="{BB962C8B-B14F-4D97-AF65-F5344CB8AC3E}">
        <p14:creationId xmlns:p14="http://schemas.microsoft.com/office/powerpoint/2010/main" val="21111365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453BA-638C-24FA-E923-670CFF5C9D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41F39-7483-48E7-D329-48CED54841E1}"/>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18DAAD74-3619-BE69-9F47-206B182E4958}"/>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719E46A0-E64B-6213-76C1-51003B9141AC}"/>
              </a:ext>
            </a:extLst>
          </p:cNvPr>
          <p:cNvSpPr>
            <a:spLocks noGrp="1"/>
          </p:cNvSpPr>
          <p:nvPr>
            <p:ph type="body" sz="quarter" idx="3"/>
          </p:nvPr>
        </p:nvSpPr>
        <p:spPr/>
        <p:txBody>
          <a:bodyPr/>
          <a:lstStyle/>
          <a:p>
            <a:r>
              <a:t>Section break. From here it is one specific tool, and I want you to try it.</a:t>
            </a:r>
          </a:p>
        </p:txBody>
      </p:sp>
    </p:spTree>
    <p:extLst>
      <p:ext uri="{BB962C8B-B14F-4D97-AF65-F5344CB8AC3E}">
        <p14:creationId xmlns:p14="http://schemas.microsoft.com/office/powerpoint/2010/main" val="30978985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9ADEF-06EB-BB72-BBE5-AFBF94614D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AFEC8-983A-C990-4090-CC98138BE5A1}"/>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9D6A2AA3-3D5D-A8D0-D2E3-1B373C0F1357}"/>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7B2B1ACE-2234-2589-ACEF-FBC5ECBA67CE}"/>
              </a:ext>
            </a:extLst>
          </p:cNvPr>
          <p:cNvSpPr>
            <a:spLocks noGrp="1"/>
          </p:cNvSpPr>
          <p:nvPr>
            <p:ph type="body" sz="quarter" idx="3"/>
          </p:nvPr>
        </p:nvSpPr>
        <p:spPr/>
        <p:txBody>
          <a:bodyPr/>
          <a:lstStyle/>
          <a:p>
            <a:r>
              <a:t>Section break. From here it is one specific tool, and I want you to try it.</a:t>
            </a:r>
          </a:p>
        </p:txBody>
      </p:sp>
    </p:spTree>
    <p:extLst>
      <p:ext uri="{BB962C8B-B14F-4D97-AF65-F5344CB8AC3E}">
        <p14:creationId xmlns:p14="http://schemas.microsoft.com/office/powerpoint/2010/main" val="172510508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82A70-45D8-828A-9C54-DA17C532C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12F59-41B0-9D2D-F2D0-8D596BA20B1B}"/>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45DB0BBB-0030-2899-BE30-4611F42EA2EB}"/>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78BAA42B-40F6-06DA-3BF2-E0BF24E33284}"/>
              </a:ext>
            </a:extLst>
          </p:cNvPr>
          <p:cNvSpPr>
            <a:spLocks noGrp="1"/>
          </p:cNvSpPr>
          <p:nvPr>
            <p:ph type="body" sz="quarter" idx="3"/>
          </p:nvPr>
        </p:nvSpPr>
        <p:spPr/>
        <p:txBody>
          <a:bodyPr/>
          <a:lstStyle/>
          <a:p>
            <a:r>
              <a:t>Section break. From here it is one specific tool, and I want you to try it.</a:t>
            </a:r>
          </a:p>
        </p:txBody>
      </p:sp>
    </p:spTree>
    <p:extLst>
      <p:ext uri="{BB962C8B-B14F-4D97-AF65-F5344CB8AC3E}">
        <p14:creationId xmlns:p14="http://schemas.microsoft.com/office/powerpoint/2010/main" val="2121872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78C00-01C6-97D0-0085-57EEE8B68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CD8FB2-8811-30B4-71D1-CD55D01B9CFE}"/>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D29C0D8D-16CA-A281-21E9-C555CDEB1552}"/>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9C2E3FEA-5AFD-0376-9C49-B7A2B9AB84FA}"/>
              </a:ext>
            </a:extLst>
          </p:cNvPr>
          <p:cNvSpPr>
            <a:spLocks noGrp="1"/>
          </p:cNvSpPr>
          <p:nvPr>
            <p:ph type="body" sz="quarter" idx="3"/>
          </p:nvPr>
        </p:nvSpPr>
        <p:spPr/>
        <p:txBody>
          <a:bodyPr/>
          <a:lstStyle/>
          <a:p>
            <a:r>
              <a:t>Section break. From here it is one specific tool, and I want you to try it.</a:t>
            </a:r>
          </a:p>
        </p:txBody>
      </p:sp>
    </p:spTree>
    <p:extLst>
      <p:ext uri="{BB962C8B-B14F-4D97-AF65-F5344CB8AC3E}">
        <p14:creationId xmlns:p14="http://schemas.microsoft.com/office/powerpoint/2010/main" val="24995794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993AD-C918-DDBB-DACB-6EC87862D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5F1EEC-6110-2717-A0A7-3DA30507C865}"/>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AC419A17-F460-E157-E139-12F2156BAC1C}"/>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23139325-9E82-2286-F527-E2826B3D4181}"/>
              </a:ext>
            </a:extLst>
          </p:cNvPr>
          <p:cNvSpPr>
            <a:spLocks noGrp="1"/>
          </p:cNvSpPr>
          <p:nvPr>
            <p:ph type="body" sz="quarter" idx="3"/>
          </p:nvPr>
        </p:nvSpPr>
        <p:spPr/>
        <p:txBody>
          <a:bodyPr/>
          <a:lstStyle/>
          <a:p>
            <a:r>
              <a:t>Section break. From here it is one specific tool, and I want you to try it.</a:t>
            </a:r>
          </a:p>
        </p:txBody>
      </p:sp>
    </p:spTree>
    <p:extLst>
      <p:ext uri="{BB962C8B-B14F-4D97-AF65-F5344CB8AC3E}">
        <p14:creationId xmlns:p14="http://schemas.microsoft.com/office/powerpoint/2010/main" val="25219474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D13E0-1FE7-7352-BF2C-DBDFEF824B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8DF89B-B801-1E2E-480B-F9C3A6636554}"/>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FF36C9BB-EC8F-3816-E0DA-58D41681B0B1}"/>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E4E0C5D9-3CB6-8149-C0C3-1AF1066AFB0E}"/>
              </a:ext>
            </a:extLst>
          </p:cNvPr>
          <p:cNvSpPr>
            <a:spLocks noGrp="1"/>
          </p:cNvSpPr>
          <p:nvPr>
            <p:ph type="body" sz="quarter" idx="3"/>
          </p:nvPr>
        </p:nvSpPr>
        <p:spPr/>
        <p:txBody>
          <a:bodyPr/>
          <a:lstStyle/>
          <a:p>
            <a:r>
              <a:t>Section break. From here it is one specific tool, and I want you to try it.</a:t>
            </a:r>
          </a:p>
        </p:txBody>
      </p:sp>
    </p:spTree>
    <p:extLst>
      <p:ext uri="{BB962C8B-B14F-4D97-AF65-F5344CB8AC3E}">
        <p14:creationId xmlns:p14="http://schemas.microsoft.com/office/powerpoint/2010/main" val="35497752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C9081-E076-7C73-1E07-F4FCC1ACC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73798-2361-2067-898E-96615632E8B4}"/>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28873B0C-DE3F-85A2-2A51-0CF358666042}"/>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3B4BCAA6-1372-87CE-709A-34F59A6F879D}"/>
              </a:ext>
            </a:extLst>
          </p:cNvPr>
          <p:cNvSpPr>
            <a:spLocks noGrp="1"/>
          </p:cNvSpPr>
          <p:nvPr>
            <p:ph type="body" sz="quarter" idx="3"/>
          </p:nvPr>
        </p:nvSpPr>
        <p:spPr/>
        <p:txBody>
          <a:bodyPr/>
          <a:lstStyle/>
          <a:p>
            <a:r>
              <a:t>Section break. From here it is one specific tool, and I want you to try it.</a:t>
            </a:r>
          </a:p>
        </p:txBody>
      </p:sp>
    </p:spTree>
    <p:extLst>
      <p:ext uri="{BB962C8B-B14F-4D97-AF65-F5344CB8AC3E}">
        <p14:creationId xmlns:p14="http://schemas.microsoft.com/office/powerpoint/2010/main" val="41687867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555C3-A89B-6375-FAC3-B0CF361AD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447DA-2292-FD56-3B67-6CA5C00E2582}"/>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FA5D0861-50A9-4D3A-B2B6-14B0FF3ADA2A}"/>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F8995999-B8F8-E1FE-1990-023897B5F543}"/>
              </a:ext>
            </a:extLst>
          </p:cNvPr>
          <p:cNvSpPr>
            <a:spLocks noGrp="1"/>
          </p:cNvSpPr>
          <p:nvPr>
            <p:ph type="body" sz="quarter" idx="3"/>
          </p:nvPr>
        </p:nvSpPr>
        <p:spPr/>
        <p:txBody>
          <a:bodyPr/>
          <a:lstStyle/>
          <a:p>
            <a:r>
              <a:t>Section break. From here it is one specific tool, and I want you to try it.</a:t>
            </a:r>
          </a:p>
        </p:txBody>
      </p:sp>
    </p:spTree>
    <p:extLst>
      <p:ext uri="{BB962C8B-B14F-4D97-AF65-F5344CB8AC3E}">
        <p14:creationId xmlns:p14="http://schemas.microsoft.com/office/powerpoint/2010/main" val="19715820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FC66F-1FF4-9C2D-B951-A7BAF4401A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2721D-C7E2-BB2D-C038-D9471EDAE80D}"/>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BBA74864-AC21-9939-B0ED-745EB889C2A1}"/>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521E3468-672D-639C-0494-515499E6E7AC}"/>
              </a:ext>
            </a:extLst>
          </p:cNvPr>
          <p:cNvSpPr>
            <a:spLocks noGrp="1"/>
          </p:cNvSpPr>
          <p:nvPr>
            <p:ph type="body" sz="quarter" idx="3"/>
          </p:nvPr>
        </p:nvSpPr>
        <p:spPr/>
        <p:txBody>
          <a:bodyPr/>
          <a:lstStyle/>
          <a:p>
            <a:r>
              <a:t>Section break. From here it is one specific tool, and I want you to try it.</a:t>
            </a:r>
          </a:p>
        </p:txBody>
      </p:sp>
    </p:spTree>
    <p:extLst>
      <p:ext uri="{BB962C8B-B14F-4D97-AF65-F5344CB8AC3E}">
        <p14:creationId xmlns:p14="http://schemas.microsoft.com/office/powerpoint/2010/main" val="30503223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78475-3394-E951-657F-1DC340D883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BFDBED-A450-138C-E9C3-59AFD0BBD6C8}"/>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DC943FD0-F6B8-9FEB-7A54-C216CC0A1165}"/>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50972135-889D-9E2A-3B1C-72076FAA1348}"/>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7374132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765175" y="900113"/>
            <a:ext cx="5559425" cy="3127375"/>
          </a:xfrm>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These are not my reasons, they are the authors' own, from section 1.2 of the manual. Flexibility: adding something complicated like epistasis or sequential mate choice is usually a couple of lines of script, rather than editing C++. Performance: they spent the months on optimisation so that you are not forced to shrink your population or narrow your parameter sweep. And the third one is the one people underrate — you can watch it, step through it, and poke at it while it runs. That is why it is learnable.</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91E39-ADED-BB5C-231C-E26ED19409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F8B9A3-756E-C762-A50B-8B56F2454C53}"/>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B8EDBF5D-F118-A7FF-410D-D9798D84A99F}"/>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FA77A7C9-AE9F-2015-D795-828D29A9F3A5}"/>
              </a:ext>
            </a:extLst>
          </p:cNvPr>
          <p:cNvSpPr>
            <a:spLocks noGrp="1"/>
          </p:cNvSpPr>
          <p:nvPr>
            <p:ph type="body" sz="quarter" idx="3"/>
          </p:nvPr>
        </p:nvSpPr>
        <p:spPr/>
        <p:txBody>
          <a:bodyPr/>
          <a:lstStyle/>
          <a:p>
            <a:r>
              <a:t>These are not my reasons, they are the authors' own, from section 1.2 of the manual. Flexibility: adding something complicated like epistasis or sequential mate choice is usually a couple of lines of script, rather than editing C++. Performance: they spent the months on optimisation so that you are not forced to shrink your population or narrow your parameter sweep. And the third one is the one people underrate — you can watch it, step through it, and poke at it while it runs. That is why it is learnable.</a:t>
            </a:r>
          </a:p>
        </p:txBody>
      </p:sp>
    </p:spTree>
    <p:extLst>
      <p:ext uri="{BB962C8B-B14F-4D97-AF65-F5344CB8AC3E}">
        <p14:creationId xmlns:p14="http://schemas.microsoft.com/office/powerpoint/2010/main" val="18229255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7E300-2075-2EB3-4FF8-A5DFCBC95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C5D45-5C9B-8BCE-11CA-5E2F56994F3F}"/>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47B152F4-2F94-7CE5-7C5C-5964191511BF}"/>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48C491B5-595D-FD44-6660-190945EF078D}"/>
              </a:ext>
            </a:extLst>
          </p:cNvPr>
          <p:cNvSpPr>
            <a:spLocks noGrp="1"/>
          </p:cNvSpPr>
          <p:nvPr>
            <p:ph type="body" sz="quarter" idx="3"/>
          </p:nvPr>
        </p:nvSpPr>
        <p:spPr/>
        <p:txBody>
          <a:bodyPr/>
          <a:lstStyle/>
          <a:p>
            <a:r>
              <a:t>These are not my reasons, they are the authors' own, from section 1.2 of the manual. Flexibility: adding something complicated like epistasis or sequential mate choice is usually a couple of lines of script, rather than editing C++. Performance: they spent the months on optimisation so that you are not forced to shrink your population or narrow your parameter sweep. And the third one is the one people underrate — you can watch it, step through it, and poke at it while it runs. That is why it is learnable.</a:t>
            </a:r>
          </a:p>
        </p:txBody>
      </p:sp>
    </p:spTree>
    <p:extLst>
      <p:ext uri="{BB962C8B-B14F-4D97-AF65-F5344CB8AC3E}">
        <p14:creationId xmlns:p14="http://schemas.microsoft.com/office/powerpoint/2010/main" val="250733655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6DC8E-4382-E64F-2C6E-322188B95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7D2672-2D87-7A41-3CC5-6664B48C391F}"/>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8B3CCC7B-4C32-5D16-2DE5-DA8374AFB912}"/>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2A137DF0-B234-6A30-D394-1E53C46C49B1}"/>
              </a:ext>
            </a:extLst>
          </p:cNvPr>
          <p:cNvSpPr>
            <a:spLocks noGrp="1"/>
          </p:cNvSpPr>
          <p:nvPr>
            <p:ph type="body" sz="quarter" idx="3"/>
          </p:nvPr>
        </p:nvSpPr>
        <p:spPr/>
        <p:txBody>
          <a:bodyPr/>
          <a:lstStyle/>
          <a:p>
            <a:r>
              <a:t>These are not my reasons, they are the authors' own, from section 1.2 of the manual. Flexibility: adding something complicated like epistasis or sequential mate choice is usually a couple of lines of script, rather than editing C++. Performance: they spent the months on optimisation so that you are not forced to shrink your population or narrow your parameter sweep. And the third one is the one people underrate — you can watch it, step through it, and poke at it while it runs. That is why it is learnable.</a:t>
            </a:r>
          </a:p>
        </p:txBody>
      </p:sp>
    </p:spTree>
    <p:extLst>
      <p:ext uri="{BB962C8B-B14F-4D97-AF65-F5344CB8AC3E}">
        <p14:creationId xmlns:p14="http://schemas.microsoft.com/office/powerpoint/2010/main" val="3274528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765175" y="900113"/>
            <a:ext cx="5559425" cy="3127375"/>
          </a:xfrm>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And the ceiling is high. The tool you learn in an afternoon is the same tool that records the full genealogy of every chromosome, that simulates several interacting species at once, and that runs hundreds of replicates on a cluster. You do not outgrow it and have to start again somewhere else — which, given how much of research is learning tools, is worth quite a lot.</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085CE-A813-E728-A583-6115FC147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74DA6-A555-829C-BDDF-8E5CC6195E5B}"/>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AB8A0FC9-B13F-675D-0FB4-0D51F53D5541}"/>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D3D7B080-520E-81BD-EFDC-0413BBA13C06}"/>
              </a:ext>
            </a:extLst>
          </p:cNvPr>
          <p:cNvSpPr>
            <a:spLocks noGrp="1"/>
          </p:cNvSpPr>
          <p:nvPr>
            <p:ph type="body" sz="quarter" idx="3"/>
          </p:nvPr>
        </p:nvSpPr>
        <p:spPr/>
        <p:txBody>
          <a:bodyPr/>
          <a:lstStyle/>
          <a:p>
            <a:r>
              <a:t>And the ceiling is high. The tool you learn in an afternoon is the same tool that records the full genealogy of every chromosome, that simulates several interacting species at once, and that runs hundreds of replicates on a cluster. You do not outgrow it and have to start again somewhere else — which, given how much of research is learning tools, is worth quite a lot.</a:t>
            </a:r>
          </a:p>
        </p:txBody>
      </p:sp>
    </p:spTree>
    <p:extLst>
      <p:ext uri="{BB962C8B-B14F-4D97-AF65-F5344CB8AC3E}">
        <p14:creationId xmlns:p14="http://schemas.microsoft.com/office/powerpoint/2010/main" val="275276852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CA6BB-B39C-7509-48D7-321D209EC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7CC2A-7FE1-5029-4E8A-A64EF76F2BB3}"/>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95F446D5-1F2B-6549-5CD8-7A914FD23113}"/>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053C4277-2461-5DEC-3D14-B0C95260784A}"/>
              </a:ext>
            </a:extLst>
          </p:cNvPr>
          <p:cNvSpPr>
            <a:spLocks noGrp="1"/>
          </p:cNvSpPr>
          <p:nvPr>
            <p:ph type="body" sz="quarter" idx="3"/>
          </p:nvPr>
        </p:nvSpPr>
        <p:spPr/>
        <p:txBody>
          <a:bodyPr/>
          <a:lstStyle/>
          <a:p>
            <a:r>
              <a:t>And the ceiling is high. The tool you learn in an afternoon is the same tool that records the full genealogy of every chromosome, that simulates several interacting species at once, and that runs hundreds of replicates on a cluster. You do not outgrow it and have to start again somewhere else — which, given how much of research is learning tools, is worth quite a lot.</a:t>
            </a:r>
          </a:p>
        </p:txBody>
      </p:sp>
    </p:spTree>
    <p:extLst>
      <p:ext uri="{BB962C8B-B14F-4D97-AF65-F5344CB8AC3E}">
        <p14:creationId xmlns:p14="http://schemas.microsoft.com/office/powerpoint/2010/main" val="17560270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F88A3-9E96-BEBB-5C10-04D02457EC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93E36-B4ED-E4C9-78E2-734CC4451F03}"/>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F7888435-5A46-F16B-0E6B-1B764A9CC086}"/>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EE23A10B-D5BA-6BC2-B477-5DBC7A065C52}"/>
              </a:ext>
            </a:extLst>
          </p:cNvPr>
          <p:cNvSpPr>
            <a:spLocks noGrp="1"/>
          </p:cNvSpPr>
          <p:nvPr>
            <p:ph type="body" sz="quarter" idx="3"/>
          </p:nvPr>
        </p:nvSpPr>
        <p:spPr/>
        <p:txBody>
          <a:bodyPr/>
          <a:lstStyle/>
          <a:p>
            <a:r>
              <a:t>And the ceiling is high. The tool you learn in an afternoon is the same tool that records the full genealogy of every chromosome, that simulates several interacting species at once, and that runs hundreds of replicates on a cluster. You do not outgrow it and have to start again somewhere else — which, given how much of research is learning tools, is worth quite a lot.</a:t>
            </a:r>
          </a:p>
        </p:txBody>
      </p:sp>
    </p:spTree>
    <p:extLst>
      <p:ext uri="{BB962C8B-B14F-4D97-AF65-F5344CB8AC3E}">
        <p14:creationId xmlns:p14="http://schemas.microsoft.com/office/powerpoint/2010/main" val="114446524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B2BDD-123D-354D-1160-3743A9CA16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4EBC3-0561-4DE0-D244-FD378F2BAB71}"/>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4031D153-FCB6-3EE4-3976-F7E6C71045A3}"/>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1D22B34B-DC1C-1035-3B05-0EAC470D6017}"/>
              </a:ext>
            </a:extLst>
          </p:cNvPr>
          <p:cNvSpPr>
            <a:spLocks noGrp="1"/>
          </p:cNvSpPr>
          <p:nvPr>
            <p:ph type="body" sz="quarter" idx="3"/>
          </p:nvPr>
        </p:nvSpPr>
        <p:spPr/>
        <p:txBody>
          <a:bodyPr/>
          <a:lstStyle/>
          <a:p>
            <a:r>
              <a:t>And the ceiling is high. The tool you learn in an afternoon is the same tool that records the full genealogy of every chromosome, that simulates several interacting species at once, and that runs hundreds of replicates on a cluster. You do not outgrow it and have to start again somewhere else — which, given how much of research is learning tools, is worth quite a lot.</a:t>
            </a:r>
          </a:p>
        </p:txBody>
      </p:sp>
    </p:spTree>
    <p:extLst>
      <p:ext uri="{BB962C8B-B14F-4D97-AF65-F5344CB8AC3E}">
        <p14:creationId xmlns:p14="http://schemas.microsoft.com/office/powerpoint/2010/main" val="3174887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D613E-6E49-7DF4-C716-36298015E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C779B-B94F-C52B-923C-FFDA694CC999}"/>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858C5063-E18D-CE22-0D3D-CAB5876FF60A}"/>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D4222BB0-5AD2-4D12-3801-9A8977ECCCDC}"/>
              </a:ext>
            </a:extLst>
          </p:cNvPr>
          <p:cNvSpPr>
            <a:spLocks noGrp="1"/>
          </p:cNvSpPr>
          <p:nvPr>
            <p:ph type="body" sz="quarter" idx="3"/>
          </p:nvPr>
        </p:nvSpPr>
        <p:spPr/>
        <p:txBody>
          <a:bodyPr/>
          <a:lstStyle/>
          <a:p>
            <a:r>
              <a:t>Back to the number from the beginning. Ninety-four per cent of those populations had their genetics inferred from a head count. Nobody has checked whether that inference survives a moving climate — and you cannot check it in the field, because you would need to know the answer already. That is my thesis, and it exists because simulation makes the question askable at all.</a:t>
            </a:r>
          </a:p>
        </p:txBody>
      </p:sp>
    </p:spTree>
    <p:extLst>
      <p:ext uri="{BB962C8B-B14F-4D97-AF65-F5344CB8AC3E}">
        <p14:creationId xmlns:p14="http://schemas.microsoft.com/office/powerpoint/2010/main" val="295104562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26855-870E-FF5C-91A4-90C69C988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045C63-0122-EB9E-9746-AB85F48C44F7}"/>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9D2DB784-5D60-9B5B-8483-AF73E680407B}"/>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FB16E4F6-F24A-E4EC-B128-D29F1DCB8BD4}"/>
              </a:ext>
            </a:extLst>
          </p:cNvPr>
          <p:cNvSpPr>
            <a:spLocks noGrp="1"/>
          </p:cNvSpPr>
          <p:nvPr>
            <p:ph type="body" sz="quarter" idx="3"/>
          </p:nvPr>
        </p:nvSpPr>
        <p:spPr/>
        <p:txBody>
          <a:bodyPr/>
          <a:lstStyle/>
          <a:p>
            <a:r>
              <a:t>Back to the number from the beginning. Ninety-four per cent of those populations had their genetics inferred from a head count. Nobody has checked whether that inference survives a moving climate — and you cannot check it in the field, because you would need to know the answer already. That is my thesis, and it exists because simulation makes the question askable at all.</a:t>
            </a:r>
          </a:p>
        </p:txBody>
      </p:sp>
    </p:spTree>
    <p:extLst>
      <p:ext uri="{BB962C8B-B14F-4D97-AF65-F5344CB8AC3E}">
        <p14:creationId xmlns:p14="http://schemas.microsoft.com/office/powerpoint/2010/main" val="21125767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FE3BF-FD61-5689-58FC-76C337648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72E63-76F2-7F9F-3226-94583F84E6AC}"/>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7A5FEA15-62DF-04E2-D1AA-7B23C7763991}"/>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E2819438-1CF1-7CCB-533C-A0B8314EA0DC}"/>
              </a:ext>
            </a:extLst>
          </p:cNvPr>
          <p:cNvSpPr>
            <a:spLocks noGrp="1"/>
          </p:cNvSpPr>
          <p:nvPr>
            <p:ph type="body" sz="quarter" idx="3"/>
          </p:nvPr>
        </p:nvSpPr>
        <p:spPr/>
        <p:txBody>
          <a:bodyPr/>
          <a:lstStyle/>
          <a:p>
            <a:r>
              <a:t>Back to the number from the beginning. Ninety-four per cent of those populations had their genetics inferred from a head count. Nobody has checked whether that inference survives a moving climate — and you cannot check it in the field, because you would need to know the answer already. That is my thesis, and it exists because simulation makes the question askable at all.</a:t>
            </a:r>
          </a:p>
        </p:txBody>
      </p:sp>
    </p:spTree>
    <p:extLst>
      <p:ext uri="{BB962C8B-B14F-4D97-AF65-F5344CB8AC3E}">
        <p14:creationId xmlns:p14="http://schemas.microsoft.com/office/powerpoint/2010/main" val="276377981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3F647-C19D-05A6-9E1E-653193C5E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C19FA1-B547-5DA9-DF87-8252DD25B21F}"/>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D34773C1-294D-E4D3-CF86-D3748D11E86E}"/>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BF9E031C-C205-68C3-C7D3-15DF7E86D15B}"/>
              </a:ext>
            </a:extLst>
          </p:cNvPr>
          <p:cNvSpPr>
            <a:spLocks noGrp="1"/>
          </p:cNvSpPr>
          <p:nvPr>
            <p:ph type="body" sz="quarter" idx="3"/>
          </p:nvPr>
        </p:nvSpPr>
        <p:spPr/>
        <p:txBody>
          <a:bodyPr/>
          <a:lstStyle/>
          <a:p>
            <a:r>
              <a:t>Back to the number from the beginning. Ninety-four per cent of those populations had their genetics inferred from a head count. Nobody has checked whether that inference survives a moving climate — and you cannot check it in the field, because you would need to know the answer already. That is my thesis, and it exists because simulation makes the question askable at all.</a:t>
            </a:r>
          </a:p>
        </p:txBody>
      </p:sp>
    </p:spTree>
    <p:extLst>
      <p:ext uri="{BB962C8B-B14F-4D97-AF65-F5344CB8AC3E}">
        <p14:creationId xmlns:p14="http://schemas.microsoft.com/office/powerpoint/2010/main" val="21248806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7931B-8347-5D02-747E-42CD72991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CCF042-8521-7442-4898-7E5D3490625A}"/>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075BBFFC-57A1-AB4C-D5EE-09842C7ADC07}"/>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2F7D18EE-7A73-9E9A-1954-F99534927028}"/>
              </a:ext>
            </a:extLst>
          </p:cNvPr>
          <p:cNvSpPr>
            <a:spLocks noGrp="1"/>
          </p:cNvSpPr>
          <p:nvPr>
            <p:ph type="body" sz="quarter" idx="3"/>
          </p:nvPr>
        </p:nvSpPr>
        <p:spPr/>
        <p:txBody>
          <a:bodyPr/>
          <a:lstStyle/>
          <a:p>
            <a:r>
              <a:t>Back to the number from the beginning. Ninety-four per cent of those populations had their genetics inferred from a head count. Nobody has checked whether that inference survives a moving climate — and you cannot check it in the field, because you would need to know the answer already. That is my thesis, and it exists because simulation makes the question askable at all.</a:t>
            </a:r>
          </a:p>
        </p:txBody>
      </p:sp>
    </p:spTree>
    <p:extLst>
      <p:ext uri="{BB962C8B-B14F-4D97-AF65-F5344CB8AC3E}">
        <p14:creationId xmlns:p14="http://schemas.microsoft.com/office/powerpoint/2010/main" val="354643464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765175" y="900113"/>
            <a:ext cx="5559425" cy="3127375"/>
          </a:xfrm>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Four populations across the Swiss Plateau — Geneva, Bern, Zurich, St. Gallen — each with its own temperature record from 1940 to 2025, and migration between them at a rate I set. Individuals carry a temperature optimum; the further they sit from what their site now demands, the fewer offspring they leave. Twelve treatments, twenty random seeds each, so 240 independent runs. Keep this short — the point of the talk is not my design.</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12CC3-6273-B717-7846-8E53BA1614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D3BBF-E013-F6AF-B10A-3FAE84259E24}"/>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0570509F-0029-0E7C-CE68-8F2A1045DC85}"/>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962C837C-43CA-B375-A3B5-323B0BF57861}"/>
              </a:ext>
            </a:extLst>
          </p:cNvPr>
          <p:cNvSpPr>
            <a:spLocks noGrp="1"/>
          </p:cNvSpPr>
          <p:nvPr>
            <p:ph type="body" sz="quarter" idx="3"/>
          </p:nvPr>
        </p:nvSpPr>
        <p:spPr/>
        <p:txBody>
          <a:bodyPr/>
          <a:lstStyle/>
          <a:p>
            <a:r>
              <a:t>Four populations across the Swiss Plateau — Geneva, Bern, Zurich, St. Gallen — each with its own temperature record from 1940 to 2025, and migration between them at a rate I set. Individuals carry a temperature optimum; the further they sit from what their site now demands, the fewer offspring they leave. Twelve treatments, twenty random seeds each, so 240 independent runs. Keep this short — the point of the talk is not my design.</a:t>
            </a:r>
          </a:p>
        </p:txBody>
      </p:sp>
    </p:spTree>
    <p:extLst>
      <p:ext uri="{BB962C8B-B14F-4D97-AF65-F5344CB8AC3E}">
        <p14:creationId xmlns:p14="http://schemas.microsoft.com/office/powerpoint/2010/main" val="377190249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E96BA-871F-4C58-D1E0-5C37085F5D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26E9D-6377-A2DD-172E-59561572B477}"/>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3BDD57CE-56C6-C35A-B52E-4BD4A31281E2}"/>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0E82E7D1-0D77-E489-837B-022906B09D2C}"/>
              </a:ext>
            </a:extLst>
          </p:cNvPr>
          <p:cNvSpPr>
            <a:spLocks noGrp="1"/>
          </p:cNvSpPr>
          <p:nvPr>
            <p:ph type="body" sz="quarter" idx="3"/>
          </p:nvPr>
        </p:nvSpPr>
        <p:spPr/>
        <p:txBody>
          <a:bodyPr/>
          <a:lstStyle/>
          <a:p>
            <a:r>
              <a:t>Four populations across the Swiss Plateau — Geneva, Bern, Zurich, St. Gallen — each with its own temperature record from 1940 to 2025, and migration between them at a rate I set. Individuals carry a temperature optimum; the further they sit from what their site now demands, the fewer offspring they leave. Twelve treatments, twenty random seeds each, so 240 independent runs. Keep this short — the point of the talk is not my design.</a:t>
            </a:r>
          </a:p>
        </p:txBody>
      </p:sp>
    </p:spTree>
    <p:extLst>
      <p:ext uri="{BB962C8B-B14F-4D97-AF65-F5344CB8AC3E}">
        <p14:creationId xmlns:p14="http://schemas.microsoft.com/office/powerpoint/2010/main" val="10456091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3A669-D0B8-0360-263C-9E9D3AE5F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37E0F-752A-3E31-A3C2-E9F4F3EABF23}"/>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C4C3549F-CD1C-BD12-ED72-CA4348822002}"/>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EB295F73-4A08-194F-DEAA-94C716A7B1B1}"/>
              </a:ext>
            </a:extLst>
          </p:cNvPr>
          <p:cNvSpPr>
            <a:spLocks noGrp="1"/>
          </p:cNvSpPr>
          <p:nvPr>
            <p:ph type="body" sz="quarter" idx="3"/>
          </p:nvPr>
        </p:nvSpPr>
        <p:spPr/>
        <p:txBody>
          <a:bodyPr/>
          <a:lstStyle/>
          <a:p>
            <a:r>
              <a:t>Four populations across the Swiss Plateau — Geneva, Bern, Zurich, St. Gallen — each with its own temperature record from 1940 to 2025, and migration between them at a rate I set. Individuals carry a temperature optimum; the further they sit from what their site now demands, the fewer offspring they leave. Twelve treatments, twenty random seeds each, so 240 independent runs. Keep this short — the point of the talk is not my design.</a:t>
            </a:r>
          </a:p>
        </p:txBody>
      </p:sp>
    </p:spTree>
    <p:extLst>
      <p:ext uri="{BB962C8B-B14F-4D97-AF65-F5344CB8AC3E}">
        <p14:creationId xmlns:p14="http://schemas.microsoft.com/office/powerpoint/2010/main" val="252407556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37DBF-7B91-7B57-CEE7-FA515DCC6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B5D230-9F7B-868B-3672-25D886218040}"/>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F16DAAB5-EACB-A789-0A18-B8EB92F41E44}"/>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1D5E0521-FEB8-CD60-4ED2-31FF609FF2FE}"/>
              </a:ext>
            </a:extLst>
          </p:cNvPr>
          <p:cNvSpPr>
            <a:spLocks noGrp="1"/>
          </p:cNvSpPr>
          <p:nvPr>
            <p:ph type="body" sz="quarter" idx="3"/>
          </p:nvPr>
        </p:nvSpPr>
        <p:spPr/>
        <p:txBody>
          <a:bodyPr/>
          <a:lstStyle/>
          <a:p>
            <a:r>
              <a:t>Four populations across the Swiss Plateau — Geneva, Bern, Zurich, St. Gallen — each with its own temperature record from 1940 to 2025, and migration between them at a rate I set. Individuals carry a temperature optimum; the further they sit from what their site now demands, the fewer offspring they leave. Twelve treatments, twenty random seeds each, so 240 independent runs. Keep this short — the point of the talk is not my design.</a:t>
            </a:r>
          </a:p>
        </p:txBody>
      </p:sp>
    </p:spTree>
    <p:extLst>
      <p:ext uri="{BB962C8B-B14F-4D97-AF65-F5344CB8AC3E}">
        <p14:creationId xmlns:p14="http://schemas.microsoft.com/office/powerpoint/2010/main" val="59696343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3C224-B26A-E768-6701-A9F2C8C712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8E8CF-6668-8E28-5568-AB40CEFC4F52}"/>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FFEE7606-57F2-6AFB-A075-315AA3606305}"/>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9DF4C32F-60DE-2BDA-1643-34FD5A2F1CB4}"/>
              </a:ext>
            </a:extLst>
          </p:cNvPr>
          <p:cNvSpPr>
            <a:spLocks noGrp="1"/>
          </p:cNvSpPr>
          <p:nvPr>
            <p:ph type="body" sz="quarter" idx="3"/>
          </p:nvPr>
        </p:nvSpPr>
        <p:spPr/>
        <p:txBody>
          <a:bodyPr/>
          <a:lstStyle/>
          <a:p>
            <a:r>
              <a:t>Four populations across the Swiss Plateau — Geneva, Bern, Zurich, St. Gallen — each with its own temperature record from 1940 to 2025, and migration between them at a rate I set. Individuals carry a temperature optimum; the further they sit from what their site now demands, the fewer offspring they leave. Twelve treatments, twenty random seeds each, so 240 independent runs. Keep this short — the point of the talk is not my design.</a:t>
            </a:r>
          </a:p>
        </p:txBody>
      </p:sp>
    </p:spTree>
    <p:extLst>
      <p:ext uri="{BB962C8B-B14F-4D97-AF65-F5344CB8AC3E}">
        <p14:creationId xmlns:p14="http://schemas.microsoft.com/office/powerpoint/2010/main" val="394472501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A50E7-B777-80C0-6647-BDB54B52F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DA098-6870-1009-885C-343CFC8E1418}"/>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E29DB70C-1875-36DE-8EA8-FD807B367F5E}"/>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612BBA8A-97B2-7309-58BB-D1DC9478B1AD}"/>
              </a:ext>
            </a:extLst>
          </p:cNvPr>
          <p:cNvSpPr>
            <a:spLocks noGrp="1"/>
          </p:cNvSpPr>
          <p:nvPr>
            <p:ph type="body" sz="quarter" idx="3"/>
          </p:nvPr>
        </p:nvSpPr>
        <p:spPr/>
        <p:txBody>
          <a:bodyPr/>
          <a:lstStyle/>
          <a:p>
            <a:r>
              <a:t>Four populations across the Swiss Plateau — Geneva, Bern, Zurich, St. Gallen — each with its own temperature record from 1940 to 2025, and migration between them at a rate I set. Individuals carry a temperature optimum; the further they sit from what their site now demands, the fewer offspring they leave. Twelve treatments, twenty random seeds each, so 240 independent runs. Keep this short — the point of the talk is not my design.</a:t>
            </a:r>
          </a:p>
        </p:txBody>
      </p:sp>
    </p:spTree>
    <p:extLst>
      <p:ext uri="{BB962C8B-B14F-4D97-AF65-F5344CB8AC3E}">
        <p14:creationId xmlns:p14="http://schemas.microsoft.com/office/powerpoint/2010/main" val="269038474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765175" y="900113"/>
            <a:ext cx="5559425" cy="3127375"/>
          </a:xfrm>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One preliminary result, to show you the shape of what comes out. Black is the actual number of individuals, collapsing. Orange is what a genetic estimate of effective size reports over the same period — essentially flat. Diversity-based measures integrate over the whole past, so they keep describing a healthy population long after it has crashed. Whether that holds across all 240 runs is the rest of my thesis. But notice what I could do here: watch a predictor fail, against a truth I already knew.</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025CA-71C4-48F0-B749-BD75D3C51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AC151-C886-EF92-DDA3-56605D5536C8}"/>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44DDF547-0462-ABFF-A323-7E5F17244089}"/>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7CC0FC38-B0DB-19C8-03BD-8DEB8BA5D798}"/>
              </a:ext>
            </a:extLst>
          </p:cNvPr>
          <p:cNvSpPr>
            <a:spLocks noGrp="1"/>
          </p:cNvSpPr>
          <p:nvPr>
            <p:ph type="body" sz="quarter" idx="3"/>
          </p:nvPr>
        </p:nvSpPr>
        <p:spPr/>
        <p:txBody>
          <a:bodyPr/>
          <a:lstStyle/>
          <a:p>
            <a:r>
              <a:t>One preliminary result, to show you the shape of what comes out. Black is the actual number of individuals, collapsing. Orange is what a genetic estimate of effective size reports over the same period — essentially flat. Diversity-based measures integrate over the whole past, so they keep describing a healthy population long after it has crashed. Whether that holds across all 240 runs is the rest of my thesis. But notice what I could do here: watch a predictor fail, against a truth I already knew.</a:t>
            </a:r>
          </a:p>
        </p:txBody>
      </p:sp>
    </p:spTree>
    <p:extLst>
      <p:ext uri="{BB962C8B-B14F-4D97-AF65-F5344CB8AC3E}">
        <p14:creationId xmlns:p14="http://schemas.microsoft.com/office/powerpoint/2010/main" val="76149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9E850-55FB-518E-5034-C6DA1CACD7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4BCF0-6CF2-D022-A6C8-CF0AB02738C4}"/>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9387EC2E-61E0-20CC-4976-5EE4D3A57094}"/>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50BAE41B-65EC-A533-12EB-3C64BC364E2B}"/>
              </a:ext>
            </a:extLst>
          </p:cNvPr>
          <p:cNvSpPr>
            <a:spLocks noGrp="1"/>
          </p:cNvSpPr>
          <p:nvPr>
            <p:ph type="body" sz="quarter" idx="3"/>
          </p:nvPr>
        </p:nvSpPr>
        <p:spPr/>
        <p:txBody>
          <a:bodyPr/>
          <a:lstStyle/>
          <a:p>
            <a:r>
              <a:rPr dirty="0"/>
              <a:t>One preliminary result, to show you the shape of what comes out. Black is the actual number of individuals, collapsing. Orange is what a genetic estimate of effective size reports over the same period — essentially flat. Diversity-based measures integrate over the whole past, so they keep describing a healthy population long after it has crashed. Whether that holds across all 240 runs is the rest of my thesis. But notice what I could do here: watch a predictor fail, against a truth I already knew.</a:t>
            </a:r>
          </a:p>
        </p:txBody>
      </p:sp>
    </p:spTree>
    <p:extLst>
      <p:ext uri="{BB962C8B-B14F-4D97-AF65-F5344CB8AC3E}">
        <p14:creationId xmlns:p14="http://schemas.microsoft.com/office/powerpoint/2010/main" val="30741870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9C1DD-609D-9727-CDBF-FDA73119F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7C54A5-CF49-0A7A-50CF-E3E9AFE71742}"/>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AC0234CE-F258-2E06-BC34-2EE5A563ED7C}"/>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9B001A40-BB58-95AE-3330-EE6814EE1592}"/>
              </a:ext>
            </a:extLst>
          </p:cNvPr>
          <p:cNvSpPr>
            <a:spLocks noGrp="1"/>
          </p:cNvSpPr>
          <p:nvPr>
            <p:ph type="body" sz="quarter" idx="3"/>
          </p:nvPr>
        </p:nvSpPr>
        <p:spPr/>
        <p:txBody>
          <a:bodyPr/>
          <a:lstStyle/>
          <a:p>
            <a:endParaRPr dirty="0"/>
          </a:p>
        </p:txBody>
      </p:sp>
    </p:spTree>
    <p:extLst>
      <p:ext uri="{BB962C8B-B14F-4D97-AF65-F5344CB8AC3E}">
        <p14:creationId xmlns:p14="http://schemas.microsoft.com/office/powerpoint/2010/main" val="1036808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765175" y="900113"/>
            <a:ext cx="5559425" cy="3127375"/>
          </a:xfrm>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Questions.</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F2062-095E-5FC6-69F1-652E30A55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44E92B-453F-4FEE-51D7-AC70B7477875}"/>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7CE48C97-1292-BCB0-84FF-6B60C782EE9D}"/>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ED152314-ABC1-94B4-55A5-D283AF893966}"/>
              </a:ext>
            </a:extLst>
          </p:cNvPr>
          <p:cNvSpPr>
            <a:spLocks noGrp="1"/>
          </p:cNvSpPr>
          <p:nvPr>
            <p:ph type="body" sz="quarter" idx="3"/>
          </p:nvPr>
        </p:nvSpPr>
        <p:spPr/>
        <p:txBody>
          <a:bodyPr/>
          <a:lstStyle/>
          <a:p>
            <a:r>
              <a:rPr dirty="0"/>
              <a:t>Be honest about this, because someone will raise it if you are not. Real data is true — that is its entire advantage, and it is a big one. Simulated data is only ever as good as the assumptions you put in. But they are not rivals. Your field data is what sets the parameters, and the simulation is what tells you which measurement would actually be worth the field season. And when the model reproduces something you already observed, that is a check on the model. They strengthen each other.</a:t>
            </a:r>
          </a:p>
        </p:txBody>
      </p:sp>
    </p:spTree>
    <p:extLst>
      <p:ext uri="{BB962C8B-B14F-4D97-AF65-F5344CB8AC3E}">
        <p14:creationId xmlns:p14="http://schemas.microsoft.com/office/powerpoint/2010/main" val="427935528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184CB-546D-8E74-A0B6-67099B52ED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CEE385-8F41-5FDE-10C4-82DB1CEF410B}"/>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71EF777E-BFA9-6099-4A49-94481D0B5D3D}"/>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2921FF58-A63B-9E2F-9181-F093B031803A}"/>
              </a:ext>
            </a:extLst>
          </p:cNvPr>
          <p:cNvSpPr>
            <a:spLocks noGrp="1"/>
          </p:cNvSpPr>
          <p:nvPr>
            <p:ph type="body" sz="quarter" idx="3"/>
          </p:nvPr>
        </p:nvSpPr>
        <p:spPr/>
        <p:txBody>
          <a:bodyPr/>
          <a:lstStyle/>
          <a:p>
            <a:r>
              <a:t>Back to the number from the beginning. Ninety-four per cent of those populations had their genetics inferred from a head count. Nobody has checked whether that inference survives a moving climate — and you cannot check it in the field, because you would need to know the answer already. That is my thesis, and it exists because simulation makes the question askable at all.</a:t>
            </a:r>
          </a:p>
        </p:txBody>
      </p:sp>
    </p:spTree>
    <p:extLst>
      <p:ext uri="{BB962C8B-B14F-4D97-AF65-F5344CB8AC3E}">
        <p14:creationId xmlns:p14="http://schemas.microsoft.com/office/powerpoint/2010/main" val="37026882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E8C99-26BA-C698-D0DD-0074C830A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B49C7-1548-AF80-CD3B-31D5F6B5FE5B}"/>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57065991-3A40-01B7-3436-ABE32E99F254}"/>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5C7B2205-1DFB-78AA-213A-4F2329D2007B}"/>
              </a:ext>
            </a:extLst>
          </p:cNvPr>
          <p:cNvSpPr>
            <a:spLocks noGrp="1"/>
          </p:cNvSpPr>
          <p:nvPr>
            <p:ph type="body" sz="quarter" idx="3"/>
          </p:nvPr>
        </p:nvSpPr>
        <p:spPr/>
        <p:txBody>
          <a:bodyPr/>
          <a:lstStyle/>
          <a:p>
            <a:r>
              <a:t>Back to the number from the beginning. Ninety-four per cent of those populations had their genetics inferred from a head count. Nobody has checked whether that inference survives a moving climate — and you cannot check it in the field, because you would need to know the answer already. That is my thesis, and it exists because simulation makes the question askable at all.</a:t>
            </a:r>
          </a:p>
        </p:txBody>
      </p:sp>
    </p:spTree>
    <p:extLst>
      <p:ext uri="{BB962C8B-B14F-4D97-AF65-F5344CB8AC3E}">
        <p14:creationId xmlns:p14="http://schemas.microsoft.com/office/powerpoint/2010/main" val="155822466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FA372-DEB1-4B8F-AB07-98F40FAD6C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CD086-B3BA-DB7A-D346-96F441D22AF0}"/>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5476DEF3-A9E7-FBAD-1362-C9475EF1FDF3}"/>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BA5EF8CB-86B1-8E96-501A-BD4CE6A94208}"/>
              </a:ext>
            </a:extLst>
          </p:cNvPr>
          <p:cNvSpPr>
            <a:spLocks noGrp="1"/>
          </p:cNvSpPr>
          <p:nvPr>
            <p:ph type="body" sz="quarter" idx="3"/>
          </p:nvPr>
        </p:nvSpPr>
        <p:spPr/>
        <p:txBody>
          <a:bodyPr/>
          <a:lstStyle/>
          <a:p>
            <a:r>
              <a:t>Back to the number from the beginning. Ninety-four per cent of those populations had their genetics inferred from a head count. Nobody has checked whether that inference survives a moving climate — and you cannot check it in the field, because you would need to know the answer already. That is my thesis, and it exists because simulation makes the question askable at all.</a:t>
            </a:r>
          </a:p>
        </p:txBody>
      </p:sp>
    </p:spTree>
    <p:extLst>
      <p:ext uri="{BB962C8B-B14F-4D97-AF65-F5344CB8AC3E}">
        <p14:creationId xmlns:p14="http://schemas.microsoft.com/office/powerpoint/2010/main" val="185977936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2DAA2-2DEF-5013-4F1D-0C0694278C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A6664-E890-2545-7E4F-68B38646845B}"/>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BB090F96-DD20-DC39-CD0A-DE4A3849B8CD}"/>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B335E118-D0D5-0859-E81C-FA360B78F750}"/>
              </a:ext>
            </a:extLst>
          </p:cNvPr>
          <p:cNvSpPr>
            <a:spLocks noGrp="1"/>
          </p:cNvSpPr>
          <p:nvPr>
            <p:ph type="body" sz="quarter" idx="3"/>
          </p:nvPr>
        </p:nvSpPr>
        <p:spPr/>
        <p:txBody>
          <a:bodyPr/>
          <a:lstStyle/>
          <a:p>
            <a:r>
              <a:t>Back to the number from the beginning. Ninety-four per cent of those populations had their genetics inferred from a head count. Nobody has checked whether that inference survives a moving climate — and you cannot check it in the field, because you would need to know the answer already. That is my thesis, and it exists because simulation makes the question askable at all.</a:t>
            </a:r>
          </a:p>
        </p:txBody>
      </p:sp>
    </p:spTree>
    <p:extLst>
      <p:ext uri="{BB962C8B-B14F-4D97-AF65-F5344CB8AC3E}">
        <p14:creationId xmlns:p14="http://schemas.microsoft.com/office/powerpoint/2010/main" val="90692915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47770-585C-8565-B461-EA24F33359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5DFF0-D535-C05B-EE6B-D25ACE8CEB49}"/>
              </a:ext>
            </a:extLst>
          </p:cNvPr>
          <p:cNvSpPr>
            <a:spLocks noGrp="1" noRot="1" noChangeAspect="1"/>
          </p:cNvSpPr>
          <p:nvPr>
            <p:ph type="sldImg" idx="2"/>
          </p:nvPr>
        </p:nvSpPr>
        <p:spPr>
          <a:xfrm>
            <a:off x="765175" y="900113"/>
            <a:ext cx="5559425" cy="3127375"/>
          </a:xfrm>
        </p:spPr>
      </p:sp>
      <p:sp>
        <p:nvSpPr>
          <p:cNvPr id="3" name="Slide Number Placeholder 2">
            <a:extLst>
              <a:ext uri="{FF2B5EF4-FFF2-40B4-BE49-F238E27FC236}">
                <a16:creationId xmlns:a16="http://schemas.microsoft.com/office/drawing/2014/main" id="{BCAA1A0A-CF62-C03C-AAD8-26A5F67DAEE7}"/>
              </a:ext>
            </a:extLst>
          </p:cNvPr>
          <p:cNvSpPr>
            <a:spLocks noGrp="1"/>
          </p:cNvSpPr>
          <p:nvPr>
            <p:ph type="sldNum" sz="quarter" idx="5"/>
          </p:nvPr>
        </p:nvSpPr>
        <p:spPr/>
      </p:sp>
      <p:sp>
        <p:nvSpPr>
          <p:cNvPr id="4" name="Notes Placeholder 3">
            <a:extLst>
              <a:ext uri="{FF2B5EF4-FFF2-40B4-BE49-F238E27FC236}">
                <a16:creationId xmlns:a16="http://schemas.microsoft.com/office/drawing/2014/main" id="{5E07935D-FCA4-80D3-0952-3DEF5368EE51}"/>
              </a:ext>
            </a:extLst>
          </p:cNvPr>
          <p:cNvSpPr>
            <a:spLocks noGrp="1"/>
          </p:cNvSpPr>
          <p:nvPr>
            <p:ph type="body" sz="quarter" idx="3"/>
          </p:nvPr>
        </p:nvSpPr>
        <p:spPr/>
        <p:txBody>
          <a:bodyPr/>
          <a:lstStyle/>
          <a:p>
            <a:r>
              <a:t>Back to the number from the beginning. Ninety-four per cent of those populations had their genetics inferred from a head count. Nobody has checked whether that inference survives a moving climate — and you cannot check it in the field, because you would need to know the answer already. That is my thesis, and it exists because simulation makes the question askable at all.</a:t>
            </a:r>
          </a:p>
        </p:txBody>
      </p:sp>
    </p:spTree>
    <p:extLst>
      <p:ext uri="{BB962C8B-B14F-4D97-AF65-F5344CB8AC3E}">
        <p14:creationId xmlns:p14="http://schemas.microsoft.com/office/powerpoint/2010/main" val="8299244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mit Universitätseinhei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80000"/>
            <a:ext cx="11652249" cy="5513115"/>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p:spPr>
        <p:txBody>
          <a:bodyPr/>
          <a:lstStyle>
            <a:lvl1pPr>
              <a:defRPr sz="100">
                <a:solidFill>
                  <a:schemeClr val="bg1"/>
                </a:solidFill>
              </a:defRPr>
            </a:lvl1pPr>
          </a:lstStyle>
          <a:p>
            <a:fld id="{D9DF0D86-986B-4FC2-B210-4BB064B2D42B}" type="datetime1">
              <a:rPr lang="en-GB" noProof="0" smtClean="0"/>
              <a:t>16/09/2026</a:t>
            </a:fld>
            <a:endParaRPr lang="en-GB" noProof="0" dirty="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a:prstGeom prst="rect">
            <a:avLst/>
          </a:prstGeom>
        </p:spPr>
        <p:txBody>
          <a:bodyPr/>
          <a:lstStyle>
            <a:lvl1pPr>
              <a:defRPr sz="100">
                <a:solidFill>
                  <a:schemeClr val="bg1"/>
                </a:solidFill>
              </a:defRPr>
            </a:lvl1pPr>
          </a:lstStyle>
          <a:p>
            <a:r>
              <a:rPr lang="en-GB" noProof="0" dirty="0"/>
              <a:t>Footer (Edit via "Insert &gt; Header and Footer")</a:t>
            </a:r>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p:spPr>
        <p:txBody>
          <a:bodyPr/>
          <a:lstStyle>
            <a:lvl1pPr>
              <a:defRPr sz="100">
                <a:solidFill>
                  <a:schemeClr val="bg1"/>
                </a:solidFill>
              </a:defRPr>
            </a:lvl1pPr>
          </a:lstStyle>
          <a:p>
            <a:r>
              <a:rPr lang="en-GB" noProof="0" dirty="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cxnSp>
        <p:nvCxnSpPr>
          <p:cNvPr id="14" name="Gerader Verbinder 13">
            <a:extLst>
              <a:ext uri="{FF2B5EF4-FFF2-40B4-BE49-F238E27FC236}">
                <a16:creationId xmlns:a16="http://schemas.microsoft.com/office/drawing/2014/main" id="{7D526C9F-D78C-A1C8-B22D-122736EC2F5E}"/>
              </a:ext>
            </a:extLst>
          </p:cNvPr>
          <p:cNvCxnSpPr/>
          <p:nvPr userDrawn="1"/>
        </p:nvCxnSpPr>
        <p:spPr>
          <a:xfrm>
            <a:off x="2134800" y="268547"/>
            <a:ext cx="0" cy="5400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5" name="Textplatzhalter 12">
            <a:extLst>
              <a:ext uri="{FF2B5EF4-FFF2-40B4-BE49-F238E27FC236}">
                <a16:creationId xmlns:a16="http://schemas.microsoft.com/office/drawing/2014/main" id="{7B00AE1C-C971-C5C1-1DCB-41F3370C34D2}"/>
              </a:ext>
            </a:extLst>
          </p:cNvPr>
          <p:cNvSpPr>
            <a:spLocks noGrp="1"/>
          </p:cNvSpPr>
          <p:nvPr>
            <p:ph type="body" sz="quarter" idx="14" hasCustomPrompt="1"/>
          </p:nvPr>
        </p:nvSpPr>
        <p:spPr>
          <a:xfrm>
            <a:off x="2412000" y="273600"/>
            <a:ext cx="3465505" cy="536400"/>
          </a:xfrm>
        </p:spPr>
        <p:txBody>
          <a:bodyPr anchor="ctr"/>
          <a:lstStyle>
            <a:lvl1pPr>
              <a:lnSpc>
                <a:spcPct val="97000"/>
              </a:lnSpc>
              <a:defRPr sz="1300" spc="-20" baseline="0">
                <a:latin typeface="Source Sans Pro SemiBold" panose="020B0603030403020204" pitchFamily="34" charset="0"/>
              </a:defRPr>
            </a:lvl1pPr>
          </a:lstStyle>
          <a:p>
            <a:pPr lvl="0"/>
            <a:r>
              <a:rPr lang="en-GB" noProof="0" dirty="0" err="1"/>
              <a:t>Organisationseinheit</a:t>
            </a:r>
            <a:endParaRPr lang="en-GB" noProof="0" dirty="0"/>
          </a:p>
        </p:txBody>
      </p:sp>
      <p:sp>
        <p:nvSpPr>
          <p:cNvPr id="5" name="Textplatzhalter 4">
            <a:extLst>
              <a:ext uri="{FF2B5EF4-FFF2-40B4-BE49-F238E27FC236}">
                <a16:creationId xmlns:a16="http://schemas.microsoft.com/office/drawing/2014/main" id="{AEEBEE38-90C0-68F8-53F6-37ACBFF1050F}"/>
              </a:ext>
            </a:extLst>
          </p:cNvPr>
          <p:cNvSpPr>
            <a:spLocks noGrp="1"/>
          </p:cNvSpPr>
          <p:nvPr>
            <p:ph type="body" sz="quarter" idx="15"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dirty="0"/>
              <a:t>Insert title</a:t>
            </a:r>
          </a:p>
          <a:p>
            <a:pPr lvl="1"/>
            <a:r>
              <a:rPr lang="en-GB" noProof="0" dirty="0"/>
              <a:t>Level 2 (Subtitle)</a:t>
            </a:r>
          </a:p>
          <a:p>
            <a:pPr lvl="2"/>
            <a:r>
              <a:rPr lang="en-GB" noProof="0" dirty="0"/>
              <a:t>Level 3 (First name Surname/Date)</a:t>
            </a:r>
          </a:p>
        </p:txBody>
      </p:sp>
    </p:spTree>
    <p:extLst>
      <p:ext uri="{BB962C8B-B14F-4D97-AF65-F5344CB8AC3E}">
        <p14:creationId xmlns:p14="http://schemas.microsoft.com/office/powerpoint/2010/main" val="2970711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Logo">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78185"/>
            <a:ext cx="11652249" cy="5513115"/>
          </a:xfrm>
          <a:pattFill prst="lgCheck">
            <a:fgClr>
              <a:schemeClr val="bg1">
                <a:lumMod val="85000"/>
              </a:schemeClr>
            </a:fgClr>
            <a:bgClr>
              <a:schemeClr val="bg1"/>
            </a:bgClr>
          </a:pattFill>
        </p:spPr>
        <p:txBody>
          <a:bodyPr tIns="720000" anchor="ctr" anchorCtr="0"/>
          <a:lstStyle>
            <a:lvl1pPr algn="ctr">
              <a:defRPr sz="1200"/>
            </a:lvl1pPr>
          </a:lstStyle>
          <a:p>
            <a:r>
              <a:rPr lang="en-US" noProof="0"/>
              <a:t>Click icon to add picture</a:t>
            </a:r>
            <a:endParaRPr lang="en-GB" noProof="0" dirty="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p:spPr>
        <p:txBody>
          <a:bodyPr/>
          <a:lstStyle>
            <a:lvl1pPr>
              <a:defRPr sz="100"/>
            </a:lvl1pPr>
          </a:lstStyle>
          <a:p>
            <a:fld id="{13CEF1FB-2533-4BDC-8A44-6C54E1E3C60B}" type="datetime1">
              <a:rPr lang="en-GB" noProof="0" smtClean="0"/>
              <a:t>16/09/2026</a:t>
            </a:fld>
            <a:endParaRPr lang="en-GB" noProof="0" dirty="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a:prstGeom prst="rect">
            <a:avLst/>
          </a:prstGeom>
        </p:spPr>
        <p:txBody>
          <a:bodyPr/>
          <a:lstStyle>
            <a:lvl1pPr>
              <a:defRPr sz="100"/>
            </a:lvl1pPr>
          </a:lstStyle>
          <a:p>
            <a:r>
              <a:rPr lang="en-US" noProof="0"/>
              <a:t>Footer (Edit via "Insert &gt; Header and Footer")</a:t>
            </a:r>
            <a:endParaRPr lang="en-GB" noProof="0" dirty="0"/>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p:spPr>
        <p:txBody>
          <a:bodyPr/>
          <a:lstStyle>
            <a:lvl1pPr>
              <a:defRPr sz="100"/>
            </a:lvl1pPr>
          </a:lstStyle>
          <a:p>
            <a:r>
              <a:rPr lang="en-GB" noProof="0" dirty="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5" name="Textplatzhalter 4">
            <a:extLst>
              <a:ext uri="{FF2B5EF4-FFF2-40B4-BE49-F238E27FC236}">
                <a16:creationId xmlns:a16="http://schemas.microsoft.com/office/drawing/2014/main" id="{8500B2A4-A548-86D9-6FFA-57A63AC10C67}"/>
              </a:ext>
            </a:extLst>
          </p:cNvPr>
          <p:cNvSpPr>
            <a:spLocks noGrp="1"/>
          </p:cNvSpPr>
          <p:nvPr>
            <p:ph type="body" sz="quarter" idx="14"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dirty="0"/>
              <a:t>Insert title</a:t>
            </a:r>
          </a:p>
          <a:p>
            <a:pPr lvl="1"/>
            <a:r>
              <a:rPr lang="en-GB" noProof="0" dirty="0"/>
              <a:t>Level 2 (Subtitle)</a:t>
            </a:r>
          </a:p>
          <a:p>
            <a:pPr lvl="2"/>
            <a:r>
              <a:rPr lang="en-GB" noProof="0" dirty="0"/>
              <a:t>Level 3 (First name Surname/Date)</a:t>
            </a:r>
          </a:p>
        </p:txBody>
      </p:sp>
    </p:spTree>
    <p:extLst>
      <p:ext uri="{BB962C8B-B14F-4D97-AF65-F5344CB8AC3E}">
        <p14:creationId xmlns:p14="http://schemas.microsoft.com/office/powerpoint/2010/main" val="389188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mit Logos">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80000"/>
            <a:ext cx="11652249" cy="49788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p:spPr>
        <p:txBody>
          <a:bodyPr/>
          <a:lstStyle>
            <a:lvl1pPr>
              <a:defRPr sz="100">
                <a:solidFill>
                  <a:schemeClr val="bg1"/>
                </a:solidFill>
              </a:defRPr>
            </a:lvl1pPr>
          </a:lstStyle>
          <a:p>
            <a:fld id="{A29D8843-D9E6-46F1-BFB1-007D967A8D91}" type="datetime1">
              <a:rPr lang="en-GB" noProof="0" smtClean="0"/>
              <a:t>16/09/2026</a:t>
            </a:fld>
            <a:endParaRPr lang="en-GB" noProof="0" dirty="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a:prstGeom prst="rect">
            <a:avLst/>
          </a:prstGeom>
        </p:spPr>
        <p:txBody>
          <a:bodyPr/>
          <a:lstStyle>
            <a:lvl1pPr>
              <a:defRPr sz="100">
                <a:solidFill>
                  <a:schemeClr val="bg1"/>
                </a:solidFill>
              </a:defRPr>
            </a:lvl1pPr>
          </a:lstStyle>
          <a:p>
            <a:r>
              <a:rPr lang="en-GB" noProof="0" dirty="0"/>
              <a:t>Footer (Edit via "Insert &gt; Header and Footer")</a:t>
            </a:r>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p:spPr>
        <p:txBody>
          <a:bodyPr/>
          <a:lstStyle>
            <a:lvl1pPr>
              <a:defRPr sz="100">
                <a:solidFill>
                  <a:schemeClr val="bg1"/>
                </a:solidFill>
              </a:defRPr>
            </a:lvl1pPr>
          </a:lstStyle>
          <a:p>
            <a:r>
              <a:rPr lang="en-GB" noProof="0" dirty="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13" name="Textplatzhalter 12">
            <a:extLst>
              <a:ext uri="{FF2B5EF4-FFF2-40B4-BE49-F238E27FC236}">
                <a16:creationId xmlns:a16="http://schemas.microsoft.com/office/drawing/2014/main" id="{311DA3BE-00CD-1BA7-A6C5-5D9732DE8861}"/>
              </a:ext>
            </a:extLst>
          </p:cNvPr>
          <p:cNvSpPr>
            <a:spLocks noGrp="1"/>
          </p:cNvSpPr>
          <p:nvPr>
            <p:ph type="body" sz="quarter" idx="14" hasCustomPrompt="1"/>
          </p:nvPr>
        </p:nvSpPr>
        <p:spPr>
          <a:xfrm>
            <a:off x="2412000" y="273600"/>
            <a:ext cx="3465505" cy="536400"/>
          </a:xfrm>
        </p:spPr>
        <p:txBody>
          <a:bodyPr anchor="ctr"/>
          <a:lstStyle>
            <a:lvl1pPr>
              <a:lnSpc>
                <a:spcPct val="97000"/>
              </a:lnSpc>
              <a:defRPr sz="1300" spc="-20" baseline="0">
                <a:latin typeface="Source Sans Pro SemiBold" panose="020B0603030403020204" pitchFamily="34" charset="0"/>
              </a:defRPr>
            </a:lvl1pPr>
          </a:lstStyle>
          <a:p>
            <a:pPr lvl="0"/>
            <a:r>
              <a:rPr lang="en-GB" noProof="0" dirty="0" err="1"/>
              <a:t>Organisationseinheit</a:t>
            </a:r>
            <a:endParaRPr lang="en-GB" noProof="0" dirty="0"/>
          </a:p>
        </p:txBody>
      </p:sp>
      <p:cxnSp>
        <p:nvCxnSpPr>
          <p:cNvPr id="2" name="Gerader Verbinder 1">
            <a:extLst>
              <a:ext uri="{FF2B5EF4-FFF2-40B4-BE49-F238E27FC236}">
                <a16:creationId xmlns:a16="http://schemas.microsoft.com/office/drawing/2014/main" id="{5A04CBAD-2C4F-A402-4949-1283FB197368}"/>
              </a:ext>
            </a:extLst>
          </p:cNvPr>
          <p:cNvCxnSpPr/>
          <p:nvPr userDrawn="1"/>
        </p:nvCxnSpPr>
        <p:spPr>
          <a:xfrm>
            <a:off x="2134800" y="268547"/>
            <a:ext cx="0" cy="5400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5" name="Textplatzhalter 4">
            <a:extLst>
              <a:ext uri="{FF2B5EF4-FFF2-40B4-BE49-F238E27FC236}">
                <a16:creationId xmlns:a16="http://schemas.microsoft.com/office/drawing/2014/main" id="{E22F3AE3-7ACB-2716-808B-C82789FE837D}"/>
              </a:ext>
            </a:extLst>
          </p:cNvPr>
          <p:cNvSpPr>
            <a:spLocks noGrp="1"/>
          </p:cNvSpPr>
          <p:nvPr>
            <p:ph type="body" sz="quarter" idx="15"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dirty="0"/>
              <a:t>Insert title</a:t>
            </a:r>
          </a:p>
          <a:p>
            <a:pPr lvl="1"/>
            <a:r>
              <a:rPr lang="en-GB" noProof="0" dirty="0"/>
              <a:t>Level 2 (Subtitle)</a:t>
            </a:r>
          </a:p>
          <a:p>
            <a:pPr lvl="2"/>
            <a:r>
              <a:rPr lang="en-GB" noProof="0" dirty="0"/>
              <a:t>Level 3 (First name Surname/Date)</a:t>
            </a:r>
          </a:p>
        </p:txBody>
      </p:sp>
      <p:sp>
        <p:nvSpPr>
          <p:cNvPr id="3" name="Bildplatzhalter 6">
            <a:extLst>
              <a:ext uri="{FF2B5EF4-FFF2-40B4-BE49-F238E27FC236}">
                <a16:creationId xmlns:a16="http://schemas.microsoft.com/office/drawing/2014/main" id="{3E33648C-CA30-D18F-AD19-488B5D389660}"/>
              </a:ext>
            </a:extLst>
          </p:cNvPr>
          <p:cNvSpPr>
            <a:spLocks noGrp="1"/>
          </p:cNvSpPr>
          <p:nvPr>
            <p:ph type="pic" sz="quarter" idx="17" hasCustomPrompt="1"/>
          </p:nvPr>
        </p:nvSpPr>
        <p:spPr>
          <a:xfrm>
            <a:off x="1710983" y="6224588"/>
            <a:ext cx="1021219" cy="352570"/>
          </a:xfrm>
        </p:spPr>
        <p:txBody>
          <a:bodyPr/>
          <a:lstStyle/>
          <a:p>
            <a:r>
              <a:rPr lang="de-DE" dirty="0"/>
              <a:t>Logo</a:t>
            </a:r>
          </a:p>
        </p:txBody>
      </p:sp>
      <p:sp>
        <p:nvSpPr>
          <p:cNvPr id="7" name="Bildplatzhalter 6">
            <a:extLst>
              <a:ext uri="{FF2B5EF4-FFF2-40B4-BE49-F238E27FC236}">
                <a16:creationId xmlns:a16="http://schemas.microsoft.com/office/drawing/2014/main" id="{A15B553A-D76B-BE50-5229-98B3298F67E7}"/>
              </a:ext>
            </a:extLst>
          </p:cNvPr>
          <p:cNvSpPr>
            <a:spLocks noGrp="1"/>
          </p:cNvSpPr>
          <p:nvPr>
            <p:ph type="pic" sz="quarter" idx="18" hasCustomPrompt="1"/>
          </p:nvPr>
        </p:nvSpPr>
        <p:spPr>
          <a:xfrm>
            <a:off x="3155868" y="6224588"/>
            <a:ext cx="1021219" cy="352570"/>
          </a:xfrm>
        </p:spPr>
        <p:txBody>
          <a:bodyPr/>
          <a:lstStyle/>
          <a:p>
            <a:r>
              <a:rPr lang="de-DE" dirty="0"/>
              <a:t>Logo</a:t>
            </a:r>
          </a:p>
        </p:txBody>
      </p:sp>
      <p:cxnSp>
        <p:nvCxnSpPr>
          <p:cNvPr id="10" name="Gerader Verbinder 13">
            <a:extLst>
              <a:ext uri="{FF2B5EF4-FFF2-40B4-BE49-F238E27FC236}">
                <a16:creationId xmlns:a16="http://schemas.microsoft.com/office/drawing/2014/main" id="{C8695E30-C682-657A-CE1E-BCDA5B2D888F}"/>
              </a:ext>
            </a:extLst>
          </p:cNvPr>
          <p:cNvCxnSpPr>
            <a:cxnSpLocks/>
          </p:cNvCxnSpPr>
          <p:nvPr userDrawn="1"/>
        </p:nvCxnSpPr>
        <p:spPr>
          <a:xfrm>
            <a:off x="1491966" y="6246812"/>
            <a:ext cx="0" cy="337344"/>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cxnSp>
        <p:nvCxnSpPr>
          <p:cNvPr id="12" name="Gerader Verbinder 16">
            <a:extLst>
              <a:ext uri="{FF2B5EF4-FFF2-40B4-BE49-F238E27FC236}">
                <a16:creationId xmlns:a16="http://schemas.microsoft.com/office/drawing/2014/main" id="{D97721AF-771D-3772-A516-40C8BD5539BE}"/>
              </a:ext>
            </a:extLst>
          </p:cNvPr>
          <p:cNvCxnSpPr>
            <a:cxnSpLocks/>
          </p:cNvCxnSpPr>
          <p:nvPr userDrawn="1"/>
        </p:nvCxnSpPr>
        <p:spPr>
          <a:xfrm>
            <a:off x="2951746" y="6246812"/>
            <a:ext cx="0" cy="337344"/>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5" name="Bildplatzhalter 6">
            <a:extLst>
              <a:ext uri="{FF2B5EF4-FFF2-40B4-BE49-F238E27FC236}">
                <a16:creationId xmlns:a16="http://schemas.microsoft.com/office/drawing/2014/main" id="{B7E424F3-B19E-8930-52AC-A85E22C10F26}"/>
              </a:ext>
            </a:extLst>
          </p:cNvPr>
          <p:cNvSpPr>
            <a:spLocks noGrp="1"/>
          </p:cNvSpPr>
          <p:nvPr>
            <p:ph type="pic" sz="quarter" idx="16" hasCustomPrompt="1"/>
          </p:nvPr>
        </p:nvSpPr>
        <p:spPr>
          <a:xfrm>
            <a:off x="266098" y="6224588"/>
            <a:ext cx="1021219" cy="352570"/>
          </a:xfrm>
        </p:spPr>
        <p:txBody>
          <a:bodyPr/>
          <a:lstStyle/>
          <a:p>
            <a:r>
              <a:rPr lang="de-DE" dirty="0"/>
              <a:t>Logo</a:t>
            </a:r>
          </a:p>
        </p:txBody>
      </p:sp>
    </p:spTree>
    <p:extLst>
      <p:ext uri="{BB962C8B-B14F-4D97-AF65-F5344CB8AC3E}">
        <p14:creationId xmlns:p14="http://schemas.microsoft.com/office/powerpoint/2010/main" val="872154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ild gross mit Tex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273378"/>
            <a:ext cx="11652249"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0229430B-12C4-40B4-9636-5EECEE7793E4}"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a:xfrm>
            <a:off x="1522276" y="6424761"/>
            <a:ext cx="7922096" cy="144016"/>
          </a:xfrm>
          <a:prstGeom prst="rect">
            <a:avLst/>
          </a:prstGeom>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2" name="Textplatzhalter 4">
            <a:extLst>
              <a:ext uri="{FF2B5EF4-FFF2-40B4-BE49-F238E27FC236}">
                <a16:creationId xmlns:a16="http://schemas.microsoft.com/office/drawing/2014/main" id="{48EC57F8-2FF9-F2DC-C053-E44A7DBF457D}"/>
              </a:ext>
            </a:extLst>
          </p:cNvPr>
          <p:cNvSpPr>
            <a:spLocks noGrp="1"/>
          </p:cNvSpPr>
          <p:nvPr>
            <p:ph type="body" sz="quarter" idx="17" hasCustomPrompt="1"/>
          </p:nvPr>
        </p:nvSpPr>
        <p:spPr>
          <a:xfrm>
            <a:off x="0" y="1209675"/>
            <a:ext cx="1983799" cy="1308143"/>
          </a:xfrm>
          <a:solidFill>
            <a:schemeClr val="bg1"/>
          </a:solidFill>
        </p:spPr>
        <p:txBody>
          <a:bodyPr wrap="none" lIns="270000" tIns="154800" rIns="248400" bIns="180000">
            <a:spAutoFit/>
          </a:bodyPr>
          <a:lstStyle>
            <a:lvl1pPr>
              <a:lnSpc>
                <a:spcPct val="97000"/>
              </a:lnSpc>
              <a:defRPr sz="2400" b="1"/>
            </a:lvl1pPr>
            <a:lvl2pPr marL="0" indent="0">
              <a:lnSpc>
                <a:spcPct val="103000"/>
              </a:lnSpc>
              <a:spcBef>
                <a:spcPts val="0"/>
              </a:spcBef>
              <a:buFontTx/>
              <a:buNone/>
              <a:defRPr sz="1600" b="0"/>
            </a:lvl2pPr>
            <a:lvl3pPr>
              <a:lnSpc>
                <a:spcPct val="83000"/>
              </a:lnSpc>
              <a:defRPr sz="4700" b="1"/>
            </a:lvl3pPr>
            <a:lvl4pPr>
              <a:lnSpc>
                <a:spcPct val="83000"/>
              </a:lnSpc>
              <a:defRPr sz="4700" b="1"/>
            </a:lvl4pPr>
            <a:lvl5pPr>
              <a:lnSpc>
                <a:spcPct val="83000"/>
              </a:lnSpc>
              <a:defRPr sz="4700" b="1"/>
            </a:lvl5pPr>
          </a:lstStyle>
          <a:p>
            <a:pPr lvl="0"/>
            <a:r>
              <a:rPr lang="en-GB" noProof="0" dirty="0"/>
              <a:t>Insert title</a:t>
            </a:r>
          </a:p>
          <a:p>
            <a:pPr lvl="1"/>
            <a:r>
              <a:rPr lang="en-GB" noProof="0" dirty="0"/>
              <a:t>Insert text</a:t>
            </a:r>
          </a:p>
          <a:p>
            <a:pPr lvl="0"/>
            <a:endParaRPr lang="en-GB" noProof="0" dirty="0"/>
          </a:p>
        </p:txBody>
      </p:sp>
    </p:spTree>
    <p:extLst>
      <p:ext uri="{BB962C8B-B14F-4D97-AF65-F5344CB8AC3E}">
        <p14:creationId xmlns:p14="http://schemas.microsoft.com/office/powerpoint/2010/main" val="1837750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Bild und Text">
    <p:spTree>
      <p:nvGrpSpPr>
        <p:cNvPr id="1" name=""/>
        <p:cNvGrpSpPr/>
        <p:nvPr/>
      </p:nvGrpSpPr>
      <p:grpSpPr>
        <a:xfrm>
          <a:off x="0" y="0"/>
          <a:ext cx="0" cy="0"/>
          <a:chOff x="0" y="0"/>
          <a:chExt cx="0" cy="0"/>
        </a:xfrm>
      </p:grpSpPr>
      <p:sp>
        <p:nvSpPr>
          <p:cNvPr id="8" name="Bildplatzhalter 4">
            <a:extLst>
              <a:ext uri="{FF2B5EF4-FFF2-40B4-BE49-F238E27FC236}">
                <a16:creationId xmlns:a16="http://schemas.microsoft.com/office/drawing/2014/main" id="{62E6E148-5F7E-6A90-F5E7-CAF43EF2FFA4}"/>
              </a:ext>
            </a:extLst>
          </p:cNvPr>
          <p:cNvSpPr>
            <a:spLocks noGrp="1"/>
          </p:cNvSpPr>
          <p:nvPr>
            <p:ph type="pic" sz="quarter" idx="14"/>
          </p:nvPr>
        </p:nvSpPr>
        <p:spPr>
          <a:xfrm>
            <a:off x="269875" y="866775"/>
            <a:ext cx="11652249" cy="5150546"/>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Titel 1"/>
          <p:cNvSpPr>
            <a:spLocks noGrp="1"/>
          </p:cNvSpPr>
          <p:nvPr>
            <p:ph type="title" hasCustomPrompt="1"/>
          </p:nvPr>
        </p:nvSpPr>
        <p:spPr>
          <a:xfrm>
            <a:off x="273600" y="244800"/>
            <a:ext cx="11650662" cy="625944"/>
          </a:xfrm>
        </p:spPr>
        <p:txBody>
          <a:bodyPr/>
          <a:lstStyle>
            <a:lvl1pPr>
              <a:defRPr/>
            </a:lvl1p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29A7F0C8-DFA7-4D88-9C73-D8CDBB75A3B4}" type="datetime1">
              <a:rPr lang="en-GB" noProof="0" smtClean="0"/>
              <a:t>16/09/2026</a:t>
            </a:fld>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Textplatzhalter 8">
            <a:extLst>
              <a:ext uri="{FF2B5EF4-FFF2-40B4-BE49-F238E27FC236}">
                <a16:creationId xmlns:a16="http://schemas.microsoft.com/office/drawing/2014/main" id="{6CDD860C-EA71-505B-F39E-701CB8A00FF5}"/>
              </a:ext>
            </a:extLst>
          </p:cNvPr>
          <p:cNvSpPr>
            <a:spLocks noGrp="1"/>
          </p:cNvSpPr>
          <p:nvPr>
            <p:ph type="body" sz="quarter" idx="13" hasCustomPrompt="1"/>
          </p:nvPr>
        </p:nvSpPr>
        <p:spPr>
          <a:xfrm>
            <a:off x="270000" y="6022800"/>
            <a:ext cx="5826000" cy="203300"/>
          </a:xfrm>
        </p:spPr>
        <p:txBody>
          <a:bodyPr anchor="b"/>
          <a:lstStyle>
            <a:lvl1pPr>
              <a:lnSpc>
                <a:spcPct val="109000"/>
              </a:lnSpc>
              <a:defRPr sz="1000"/>
            </a:lvl1pPr>
            <a:lvl2pPr>
              <a:defRPr sz="1000"/>
            </a:lvl2pPr>
            <a:lvl3pPr>
              <a:defRPr sz="1000"/>
            </a:lvl3pPr>
            <a:lvl4pPr>
              <a:defRPr sz="1000"/>
            </a:lvl4pPr>
            <a:lvl5pPr>
              <a:defRPr sz="1000"/>
            </a:lvl5pPr>
          </a:lstStyle>
          <a:p>
            <a:pPr lvl="0"/>
            <a:r>
              <a:rPr lang="en-GB" noProof="0" dirty="0"/>
              <a:t>Insert source</a:t>
            </a:r>
          </a:p>
        </p:txBody>
      </p:sp>
      <p:sp>
        <p:nvSpPr>
          <p:cNvPr id="3" name="Textplatzhalter 4">
            <a:extLst>
              <a:ext uri="{FF2B5EF4-FFF2-40B4-BE49-F238E27FC236}">
                <a16:creationId xmlns:a16="http://schemas.microsoft.com/office/drawing/2014/main" id="{7737E4CB-5032-63D9-B015-478DD21B1364}"/>
              </a:ext>
            </a:extLst>
          </p:cNvPr>
          <p:cNvSpPr>
            <a:spLocks noGrp="1"/>
          </p:cNvSpPr>
          <p:nvPr>
            <p:ph type="body" sz="quarter" idx="17" hasCustomPrompt="1"/>
          </p:nvPr>
        </p:nvSpPr>
        <p:spPr>
          <a:xfrm>
            <a:off x="0" y="4154437"/>
            <a:ext cx="1389084" cy="949904"/>
          </a:xfrm>
          <a:solidFill>
            <a:schemeClr val="bg1"/>
          </a:solidFill>
        </p:spPr>
        <p:txBody>
          <a:bodyPr wrap="none" lIns="270000" tIns="154800" rIns="248400" bIns="180000">
            <a:spAutoFit/>
          </a:bodyPr>
          <a:lstStyle>
            <a:lvl1pPr>
              <a:lnSpc>
                <a:spcPct val="97000"/>
              </a:lnSpc>
              <a:defRPr sz="2400" b="1"/>
            </a:lvl1pPr>
            <a:lvl2pPr marL="0" indent="0">
              <a:lnSpc>
                <a:spcPct val="103000"/>
              </a:lnSpc>
              <a:spcBef>
                <a:spcPts val="0"/>
              </a:spcBef>
              <a:buFontTx/>
              <a:buNone/>
              <a:defRPr sz="1600" b="0"/>
            </a:lvl2pPr>
            <a:lvl3pPr>
              <a:lnSpc>
                <a:spcPct val="83000"/>
              </a:lnSpc>
              <a:defRPr sz="4700" b="1"/>
            </a:lvl3pPr>
            <a:lvl4pPr>
              <a:lnSpc>
                <a:spcPct val="83000"/>
              </a:lnSpc>
              <a:defRPr sz="4700" b="1"/>
            </a:lvl4pPr>
            <a:lvl5pPr>
              <a:lnSpc>
                <a:spcPct val="83000"/>
              </a:lnSpc>
              <a:defRPr sz="4700" b="1"/>
            </a:lvl5pPr>
          </a:lstStyle>
          <a:p>
            <a:pPr lvl="1"/>
            <a:r>
              <a:rPr lang="en-GB" noProof="0" dirty="0"/>
              <a:t>Insert text</a:t>
            </a:r>
          </a:p>
          <a:p>
            <a:pPr lvl="0"/>
            <a:endParaRPr lang="en-GB" noProof="0" dirty="0"/>
          </a:p>
        </p:txBody>
      </p:sp>
    </p:spTree>
    <p:extLst>
      <p:ext uri="{BB962C8B-B14F-4D97-AF65-F5344CB8AC3E}">
        <p14:creationId xmlns:p14="http://schemas.microsoft.com/office/powerpoint/2010/main" val="2677703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titel">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271461" y="289224"/>
            <a:ext cx="11650663" cy="5935364"/>
          </a:xfrm>
          <a:solidFill>
            <a:schemeClr val="accent1"/>
          </a:solidFill>
        </p:spPr>
        <p:txBody>
          <a:bodyPr tIns="324000" rIns="0" anchor="t"/>
          <a:lstStyle>
            <a:lvl1pPr algn="r">
              <a:lnSpc>
                <a:spcPct val="100000"/>
              </a:lnSpc>
              <a:spcBef>
                <a:spcPts val="0"/>
              </a:spcBef>
              <a:spcAft>
                <a:spcPts val="0"/>
              </a:spcAft>
              <a:defRPr sz="45000" b="1">
                <a:solidFill>
                  <a:schemeClr val="accent1">
                    <a:lumMod val="60000"/>
                    <a:lumOff val="40000"/>
                  </a:schemeClr>
                </a:solidFill>
              </a:defRPr>
            </a:lvl1pPr>
            <a:lvl2pPr marL="174625" indent="-174625" algn="r">
              <a:buFont typeface="Source Sans Pro" panose="020B0503030403020204" pitchFamily="34" charset="0"/>
              <a:buChar char="―"/>
              <a:defRPr/>
            </a:lvl2pPr>
            <a:lvl3pPr marL="360363" indent="-185738" algn="r">
              <a:buFont typeface="Source Sans Pro" panose="020B0503030403020204" pitchFamily="34" charset="0"/>
              <a:buChar char="―"/>
              <a:defRPr/>
            </a:lvl3pPr>
            <a:lvl4pPr marL="534988" indent="-174625" algn="r">
              <a:buFont typeface="Source Sans Pro" panose="020B0503030403020204" pitchFamily="34" charset="0"/>
              <a:buChar char="―"/>
              <a:defRPr/>
            </a:lvl4pPr>
            <a:lvl5pPr marL="719138" indent="-184150" algn="r">
              <a:buFont typeface="Source Sans Pro" panose="020B0503030403020204" pitchFamily="34" charset="0"/>
              <a:buChar char="―"/>
              <a:defRPr/>
            </a:lvl5pPr>
          </a:lstStyle>
          <a:p>
            <a:pPr lvl="0"/>
            <a:r>
              <a:rPr lang="de-CH" dirty="0"/>
              <a:t>0</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457D7512-FF37-4208-9045-2DFBAE3FFA4F}" type="datetime1">
              <a:rPr lang="en-GB" smtClean="0"/>
              <a:t>16/09/2026</a:t>
            </a:fld>
            <a:endParaRPr lang="de-CH"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de-CH" smtClean="0"/>
              <a:pPr/>
              <a:t>‹#›</a:t>
            </a:fld>
            <a:endParaRPr lang="de-CH" dirty="0"/>
          </a:p>
        </p:txBody>
      </p:sp>
    </p:spTree>
    <p:extLst>
      <p:ext uri="{BB962C8B-B14F-4D97-AF65-F5344CB8AC3E}">
        <p14:creationId xmlns:p14="http://schemas.microsoft.com/office/powerpoint/2010/main" val="4271409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800"/>
            <a:ext cx="11650662" cy="625944"/>
          </a:xfrm>
        </p:spPr>
        <p:txBody>
          <a:bodyPr/>
          <a:lstStyle>
            <a:lvl1pPr>
              <a:defRPr/>
            </a:lvl1pPr>
          </a:lstStyle>
          <a:p>
            <a:r>
              <a:rPr lang="en-GB" noProof="0" dirty="0"/>
              <a:t>Insert title</a:t>
            </a:r>
          </a:p>
        </p:txBody>
      </p:sp>
      <p:sp>
        <p:nvSpPr>
          <p:cNvPr id="3" name="Inhaltsplatzhalter 2"/>
          <p:cNvSpPr>
            <a:spLocks noGrp="1"/>
          </p:cNvSpPr>
          <p:nvPr>
            <p:ph idx="1" hasCustomPrompt="1"/>
          </p:nvPr>
        </p:nvSpPr>
        <p:spPr>
          <a:xfrm>
            <a:off x="271461" y="870744"/>
            <a:ext cx="11650663" cy="51505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52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E24F8BC8-EA73-4959-AB7B-2C6C44323524}"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US" noProof="0"/>
              <a:t>Footer (Edit via "Insert &gt; Header and Footer")</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Textplatzhalter 8">
            <a:extLst>
              <a:ext uri="{FF2B5EF4-FFF2-40B4-BE49-F238E27FC236}">
                <a16:creationId xmlns:a16="http://schemas.microsoft.com/office/drawing/2014/main" id="{6CDD860C-EA71-505B-F39E-701CB8A00FF5}"/>
              </a:ext>
            </a:extLst>
          </p:cNvPr>
          <p:cNvSpPr>
            <a:spLocks noGrp="1"/>
          </p:cNvSpPr>
          <p:nvPr>
            <p:ph type="body" sz="quarter" idx="13" hasCustomPrompt="1"/>
          </p:nvPr>
        </p:nvSpPr>
        <p:spPr>
          <a:xfrm>
            <a:off x="270000" y="6021289"/>
            <a:ext cx="5826000" cy="2033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479570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271461" y="866774"/>
            <a:ext cx="9324000" cy="4816476"/>
          </a:xfrm>
        </p:spPr>
        <p:txBody>
          <a:bodyPr anchor="ctr"/>
          <a:lstStyle>
            <a:lvl1pPr>
              <a:lnSpc>
                <a:spcPct val="97000"/>
              </a:lnSpc>
              <a:spcBef>
                <a:spcPts val="0"/>
              </a:spcBef>
              <a:defRPr sz="3000"/>
            </a:lvl1pPr>
            <a:lvl2pPr>
              <a:lnSpc>
                <a:spcPct val="97000"/>
              </a:lnSpc>
              <a:spcBef>
                <a:spcPts val="1000"/>
              </a:spcBef>
              <a:defRPr sz="3000"/>
            </a:lvl2pPr>
            <a:lvl3pPr>
              <a:lnSpc>
                <a:spcPct val="97000"/>
              </a:lnSpc>
              <a:spcBef>
                <a:spcPts val="1000"/>
              </a:spcBef>
              <a:defRPr sz="3000"/>
            </a:lvl3pPr>
            <a:lvl4pPr>
              <a:lnSpc>
                <a:spcPct val="97000"/>
              </a:lnSpc>
              <a:spcBef>
                <a:spcPts val="1000"/>
              </a:spcBef>
              <a:defRPr sz="3000"/>
            </a:lvl4pPr>
            <a:lvl5pPr>
              <a:lnSpc>
                <a:spcPct val="97000"/>
              </a:lnSpc>
              <a:spcBef>
                <a:spcPts val="1000"/>
              </a:spcBef>
              <a:defRPr sz="3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2752D406-555F-450E-983F-A88EAD7BFEBB}"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3162266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799"/>
            <a:ext cx="5722937" cy="621975"/>
          </a:xfrm>
        </p:spPr>
        <p:txBody>
          <a:bodyPr/>
          <a:lstStyle>
            <a:lvl1pPr>
              <a:defRPr/>
            </a:lvl1pPr>
          </a:lstStyle>
          <a:p>
            <a:r>
              <a:rPr lang="en-GB" noProof="0" dirty="0"/>
              <a:t>Insert chapter title</a:t>
            </a:r>
          </a:p>
        </p:txBody>
      </p:sp>
      <p:sp>
        <p:nvSpPr>
          <p:cNvPr id="3" name="Inhaltsplatzhalter 2"/>
          <p:cNvSpPr>
            <a:spLocks noGrp="1"/>
          </p:cNvSpPr>
          <p:nvPr>
            <p:ph sz="half" idx="1" hasCustomPrompt="1"/>
          </p:nvPr>
        </p:nvSpPr>
        <p:spPr>
          <a:xfrm>
            <a:off x="271463" y="866774"/>
            <a:ext cx="5722937" cy="5133447"/>
          </a:xfrm>
        </p:spPr>
        <p:txBody>
          <a:bodyPr/>
          <a:lstStyle>
            <a:lvl1pPr>
              <a:defRPr sz="1600"/>
            </a:lvl1pPr>
            <a:lvl2pPr marL="226800" indent="-226800">
              <a:defRPr sz="1600"/>
            </a:lvl2pPr>
            <a:lvl3pPr marL="658800" indent="-226800">
              <a:defRPr sz="1600"/>
            </a:lvl3pPr>
            <a:lvl4pPr marL="1090800" indent="-226800">
              <a:defRPr sz="1600"/>
            </a:lvl4pPr>
            <a:lvl5pPr marL="1522800" indent="-226800">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E3D3160A-1CEF-4EAD-9F27-621897A4F6D0}" type="datetime1">
              <a:rPr lang="en-GB" noProof="0" smtClean="0"/>
              <a:t>16/09/2026</a:t>
            </a:fld>
            <a:endParaRPr lang="en-GB" noProof="0"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Inhaltsplatzhalter 2">
            <a:extLst>
              <a:ext uri="{FF2B5EF4-FFF2-40B4-BE49-F238E27FC236}">
                <a16:creationId xmlns:a16="http://schemas.microsoft.com/office/drawing/2014/main" id="{0F08660E-5135-A84E-B689-DDFA75A72BBA}"/>
              </a:ext>
            </a:extLst>
          </p:cNvPr>
          <p:cNvSpPr>
            <a:spLocks noGrp="1"/>
          </p:cNvSpPr>
          <p:nvPr>
            <p:ph sz="half" idx="13" hasCustomPrompt="1"/>
          </p:nvPr>
        </p:nvSpPr>
        <p:spPr>
          <a:xfrm>
            <a:off x="6197600" y="242888"/>
            <a:ext cx="5722937" cy="5981700"/>
          </a:xfrm>
        </p:spPr>
        <p:txBody>
          <a:bodyPr/>
          <a:lstStyle>
            <a:lvl1pPr>
              <a:defRPr sz="1600"/>
            </a:lvl1pPr>
            <a:lvl2pPr marL="226800" indent="-226800">
              <a:defRPr sz="1600"/>
            </a:lvl2pPr>
            <a:lvl3pPr marL="658800" indent="-226800">
              <a:defRPr sz="1600"/>
            </a:lvl3pPr>
            <a:lvl4pPr marL="1090800" indent="-226800">
              <a:defRPr sz="1600"/>
            </a:lvl4pPr>
            <a:lvl5pPr marL="1522800" indent="-226800">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Textplatzhalter 8">
            <a:extLst>
              <a:ext uri="{FF2B5EF4-FFF2-40B4-BE49-F238E27FC236}">
                <a16:creationId xmlns:a16="http://schemas.microsoft.com/office/drawing/2014/main" id="{958C9C6E-122D-B369-EB0B-2386BA817C26}"/>
              </a:ext>
            </a:extLst>
          </p:cNvPr>
          <p:cNvSpPr>
            <a:spLocks noGrp="1"/>
          </p:cNvSpPr>
          <p:nvPr>
            <p:ph type="body" sz="quarter" idx="14" hasCustomPrompt="1"/>
          </p:nvPr>
        </p:nvSpPr>
        <p:spPr>
          <a:xfrm>
            <a:off x="269875" y="6000221"/>
            <a:ext cx="5722937" cy="2052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3318625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und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FCD03BC2-010E-431F-8414-C7A472B364D2}"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a:xfrm>
            <a:off x="1522276" y="6424761"/>
            <a:ext cx="7922096" cy="144016"/>
          </a:xfrm>
          <a:prstGeom prst="rect">
            <a:avLst/>
          </a:prstGeom>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Inhaltsplatzhalter 2">
            <a:extLst>
              <a:ext uri="{FF2B5EF4-FFF2-40B4-BE49-F238E27FC236}">
                <a16:creationId xmlns:a16="http://schemas.microsoft.com/office/drawing/2014/main" id="{99EEEEF7-8E4F-3C55-5E7A-50A2A740DE06}"/>
              </a:ext>
            </a:extLst>
          </p:cNvPr>
          <p:cNvSpPr>
            <a:spLocks noGrp="1"/>
          </p:cNvSpPr>
          <p:nvPr>
            <p:ph idx="1" hasCustomPrompt="1"/>
          </p:nvPr>
        </p:nvSpPr>
        <p:spPr>
          <a:xfrm>
            <a:off x="271462" y="1371600"/>
            <a:ext cx="5724000" cy="4628621"/>
          </a:xfrm>
        </p:spPr>
        <p:txBody>
          <a:bodyPr/>
          <a:lstStyle>
            <a:lvl1pPr>
              <a:spcAft>
                <a:spcPts val="0"/>
              </a:spcAft>
              <a:defRPr sz="1600"/>
            </a:lvl1pPr>
            <a:lvl2pPr marL="226800" indent="-226800">
              <a:spcBef>
                <a:spcPts val="1000"/>
              </a:spcBef>
              <a:spcAft>
                <a:spcPts val="0"/>
              </a:spcAft>
              <a:defRPr sz="1600"/>
            </a:lvl2pPr>
            <a:lvl3pPr marL="658800" indent="-226800">
              <a:spcBef>
                <a:spcPts val="1000"/>
              </a:spcBef>
              <a:spcAft>
                <a:spcPts val="0"/>
              </a:spcAft>
              <a:defRPr sz="1600"/>
            </a:lvl3pPr>
            <a:lvl4pPr marL="1090800" indent="-226800">
              <a:spcBef>
                <a:spcPts val="1000"/>
              </a:spcBef>
              <a:spcAft>
                <a:spcPts val="0"/>
              </a:spcAft>
              <a:defRPr sz="1600"/>
            </a:lvl4pPr>
            <a:lvl5pPr marL="1522800" indent="-342000">
              <a:spcBef>
                <a:spcPts val="1000"/>
              </a:spcBef>
              <a:spcAft>
                <a:spcPts val="0"/>
              </a:spcAft>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273600" y="245268"/>
            <a:ext cx="5723999" cy="845567"/>
          </a:xfrm>
        </p:spPr>
        <p:txBody>
          <a:bodyPr/>
          <a:lstStyle>
            <a:lvl1pPr>
              <a:lnSpc>
                <a:spcPct val="97000"/>
              </a:lnSpc>
              <a:defRPr/>
            </a:lvl1pPr>
          </a:lstStyle>
          <a:p>
            <a:r>
              <a:rPr lang="en-GB" noProof="0" dirty="0"/>
              <a:t>Insert chapter title</a:t>
            </a:r>
          </a:p>
        </p:txBody>
      </p:sp>
      <p:sp>
        <p:nvSpPr>
          <p:cNvPr id="8" name="Textplatzhalter 8">
            <a:extLst>
              <a:ext uri="{FF2B5EF4-FFF2-40B4-BE49-F238E27FC236}">
                <a16:creationId xmlns:a16="http://schemas.microsoft.com/office/drawing/2014/main" id="{EAAB97D8-67DD-4A1A-E7E3-B479715D9C9F}"/>
              </a:ext>
            </a:extLst>
          </p:cNvPr>
          <p:cNvSpPr>
            <a:spLocks noGrp="1"/>
          </p:cNvSpPr>
          <p:nvPr>
            <p:ph type="body" sz="quarter" idx="13" hasCustomPrompt="1"/>
          </p:nvPr>
        </p:nvSpPr>
        <p:spPr>
          <a:xfrm>
            <a:off x="270000" y="6000221"/>
            <a:ext cx="5734380" cy="2052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416978173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hs Inhalte und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108BBEAC-01A2-4E94-8773-4B39D8F0A2C9}"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a:xfrm>
            <a:off x="1522276" y="6424761"/>
            <a:ext cx="7922096" cy="144016"/>
          </a:xfrm>
          <a:prstGeom prst="rect">
            <a:avLst/>
          </a:prstGeom>
        </p:spPr>
        <p:txBody>
          <a:bodyPr/>
          <a:lstStyle/>
          <a:p>
            <a:r>
              <a:rPr lang="en-US" noProof="0"/>
              <a:t>Footer (Edit via "Insert &gt; Header and Footer")</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273600" y="245268"/>
            <a:ext cx="5723999" cy="845567"/>
          </a:xfrm>
        </p:spPr>
        <p:txBody>
          <a:bodyPr/>
          <a:lstStyle>
            <a:lvl1pPr>
              <a:lnSpc>
                <a:spcPct val="97000"/>
              </a:lnSpc>
              <a:defRPr/>
            </a:lvl1pPr>
          </a:lstStyle>
          <a:p>
            <a:r>
              <a:rPr lang="en-GB" noProof="0" dirty="0"/>
              <a:t>Insert title</a:t>
            </a:r>
          </a:p>
        </p:txBody>
      </p:sp>
      <p:sp>
        <p:nvSpPr>
          <p:cNvPr id="8" name="Textplatzhalter 8">
            <a:extLst>
              <a:ext uri="{FF2B5EF4-FFF2-40B4-BE49-F238E27FC236}">
                <a16:creationId xmlns:a16="http://schemas.microsoft.com/office/drawing/2014/main" id="{EAAB97D8-67DD-4A1A-E7E3-B479715D9C9F}"/>
              </a:ext>
            </a:extLst>
          </p:cNvPr>
          <p:cNvSpPr>
            <a:spLocks noGrp="1"/>
          </p:cNvSpPr>
          <p:nvPr>
            <p:ph type="body" sz="quarter" idx="13" hasCustomPrompt="1"/>
          </p:nvPr>
        </p:nvSpPr>
        <p:spPr>
          <a:xfrm>
            <a:off x="270000" y="6022800"/>
            <a:ext cx="5734380" cy="205200"/>
          </a:xfrm>
        </p:spPr>
        <p:txBody>
          <a:bodyPr anchor="b"/>
          <a:lstStyle>
            <a:lvl1pPr>
              <a:lnSpc>
                <a:spcPct val="109000"/>
              </a:lnSpc>
              <a:defRPr sz="1000"/>
            </a:lvl1pPr>
            <a:lvl2pPr>
              <a:defRPr sz="1000"/>
            </a:lvl2pPr>
            <a:lvl3pPr>
              <a:defRPr sz="1000"/>
            </a:lvl3pPr>
            <a:lvl4pPr>
              <a:defRPr sz="1000"/>
            </a:lvl4pPr>
            <a:lvl5pPr>
              <a:defRPr sz="1000"/>
            </a:lvl5pPr>
          </a:lstStyle>
          <a:p>
            <a:pPr lvl="0"/>
            <a:r>
              <a:rPr lang="en-GB" noProof="0" dirty="0"/>
              <a:t>Insert source</a:t>
            </a:r>
          </a:p>
        </p:txBody>
      </p:sp>
      <p:cxnSp>
        <p:nvCxnSpPr>
          <p:cNvPr id="11" name="Gerader Verbinder 10">
            <a:extLst>
              <a:ext uri="{FF2B5EF4-FFF2-40B4-BE49-F238E27FC236}">
                <a16:creationId xmlns:a16="http://schemas.microsoft.com/office/drawing/2014/main" id="{DD08B5C7-0B72-0F94-738C-A9B735A2519D}"/>
              </a:ext>
            </a:extLst>
          </p:cNvPr>
          <p:cNvCxnSpPr>
            <a:cxnSpLocks/>
          </p:cNvCxnSpPr>
          <p:nvPr userDrawn="1"/>
        </p:nvCxnSpPr>
        <p:spPr>
          <a:xfrm>
            <a:off x="273050" y="5155072"/>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36987E16-61C3-F16E-EBD2-164E17176CF4}"/>
              </a:ext>
            </a:extLst>
          </p:cNvPr>
          <p:cNvCxnSpPr>
            <a:cxnSpLocks/>
          </p:cNvCxnSpPr>
          <p:nvPr userDrawn="1"/>
        </p:nvCxnSpPr>
        <p:spPr>
          <a:xfrm>
            <a:off x="3228366" y="51550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B7071907-BBD2-40D4-55E0-1E83C4F6D6BC}"/>
              </a:ext>
            </a:extLst>
          </p:cNvPr>
          <p:cNvCxnSpPr>
            <a:cxnSpLocks/>
          </p:cNvCxnSpPr>
          <p:nvPr userDrawn="1"/>
        </p:nvCxnSpPr>
        <p:spPr>
          <a:xfrm>
            <a:off x="3233129" y="34405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2CE74047-F734-D6A9-08E0-D291395944F0}"/>
              </a:ext>
            </a:extLst>
          </p:cNvPr>
          <p:cNvCxnSpPr>
            <a:cxnSpLocks/>
          </p:cNvCxnSpPr>
          <p:nvPr userDrawn="1"/>
        </p:nvCxnSpPr>
        <p:spPr>
          <a:xfrm>
            <a:off x="276265" y="34405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5E45E1AF-C792-F20E-F289-890F955A6D57}"/>
              </a:ext>
            </a:extLst>
          </p:cNvPr>
          <p:cNvCxnSpPr>
            <a:cxnSpLocks/>
          </p:cNvCxnSpPr>
          <p:nvPr userDrawn="1"/>
        </p:nvCxnSpPr>
        <p:spPr>
          <a:xfrm>
            <a:off x="273449" y="1726352"/>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98DB0037-139C-0385-E03A-306D5169233B}"/>
              </a:ext>
            </a:extLst>
          </p:cNvPr>
          <p:cNvCxnSpPr>
            <a:cxnSpLocks/>
          </p:cNvCxnSpPr>
          <p:nvPr userDrawn="1"/>
        </p:nvCxnSpPr>
        <p:spPr>
          <a:xfrm>
            <a:off x="3230961" y="1721590"/>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platzhalter 27">
            <a:extLst>
              <a:ext uri="{FF2B5EF4-FFF2-40B4-BE49-F238E27FC236}">
                <a16:creationId xmlns:a16="http://schemas.microsoft.com/office/drawing/2014/main" id="{30017B53-05EC-3989-249C-664AD90907AB}"/>
              </a:ext>
            </a:extLst>
          </p:cNvPr>
          <p:cNvSpPr>
            <a:spLocks noGrp="1"/>
          </p:cNvSpPr>
          <p:nvPr>
            <p:ph type="body" sz="quarter" idx="25" hasCustomPrompt="1"/>
          </p:nvPr>
        </p:nvSpPr>
        <p:spPr>
          <a:xfrm>
            <a:off x="3230670" y="1876705"/>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37" name="Textplatzhalter 27">
            <a:extLst>
              <a:ext uri="{FF2B5EF4-FFF2-40B4-BE49-F238E27FC236}">
                <a16:creationId xmlns:a16="http://schemas.microsoft.com/office/drawing/2014/main" id="{714803E2-4C7F-CFE5-7B57-C3F213A34037}"/>
              </a:ext>
            </a:extLst>
          </p:cNvPr>
          <p:cNvSpPr>
            <a:spLocks noGrp="1"/>
          </p:cNvSpPr>
          <p:nvPr>
            <p:ph type="body" sz="quarter" idx="27" hasCustomPrompt="1"/>
          </p:nvPr>
        </p:nvSpPr>
        <p:spPr>
          <a:xfrm>
            <a:off x="273050" y="5310187"/>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38" name="Textplatzhalter 27">
            <a:extLst>
              <a:ext uri="{FF2B5EF4-FFF2-40B4-BE49-F238E27FC236}">
                <a16:creationId xmlns:a16="http://schemas.microsoft.com/office/drawing/2014/main" id="{9C152131-ED74-0F59-B477-F10CE617C44A}"/>
              </a:ext>
            </a:extLst>
          </p:cNvPr>
          <p:cNvSpPr>
            <a:spLocks noGrp="1"/>
          </p:cNvSpPr>
          <p:nvPr>
            <p:ph type="body" sz="quarter" idx="28" hasCustomPrompt="1"/>
          </p:nvPr>
        </p:nvSpPr>
        <p:spPr>
          <a:xfrm>
            <a:off x="3232838" y="35956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1" name="Textplatzhalter 27">
            <a:extLst>
              <a:ext uri="{FF2B5EF4-FFF2-40B4-BE49-F238E27FC236}">
                <a16:creationId xmlns:a16="http://schemas.microsoft.com/office/drawing/2014/main" id="{1182E294-3DAE-8397-D78D-AE19E051369E}"/>
              </a:ext>
            </a:extLst>
          </p:cNvPr>
          <p:cNvSpPr>
            <a:spLocks noGrp="1"/>
          </p:cNvSpPr>
          <p:nvPr>
            <p:ph type="body" sz="quarter" idx="31" hasCustomPrompt="1"/>
          </p:nvPr>
        </p:nvSpPr>
        <p:spPr>
          <a:xfrm>
            <a:off x="3228075" y="53101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2" name="Textplatzhalter 27">
            <a:extLst>
              <a:ext uri="{FF2B5EF4-FFF2-40B4-BE49-F238E27FC236}">
                <a16:creationId xmlns:a16="http://schemas.microsoft.com/office/drawing/2014/main" id="{F8CA09C2-6A74-C429-81F0-F2CA0C0A8B87}"/>
              </a:ext>
            </a:extLst>
          </p:cNvPr>
          <p:cNvSpPr>
            <a:spLocks noGrp="1"/>
          </p:cNvSpPr>
          <p:nvPr>
            <p:ph type="body" sz="quarter" idx="22" hasCustomPrompt="1"/>
          </p:nvPr>
        </p:nvSpPr>
        <p:spPr>
          <a:xfrm>
            <a:off x="3228366" y="44043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3" name="Textplatzhalter 27">
            <a:extLst>
              <a:ext uri="{FF2B5EF4-FFF2-40B4-BE49-F238E27FC236}">
                <a16:creationId xmlns:a16="http://schemas.microsoft.com/office/drawing/2014/main" id="{79EF64BE-BAA5-7A03-2892-71B58B0FA777}"/>
              </a:ext>
            </a:extLst>
          </p:cNvPr>
          <p:cNvSpPr>
            <a:spLocks noGrp="1"/>
          </p:cNvSpPr>
          <p:nvPr>
            <p:ph type="body" sz="quarter" idx="23" hasCustomPrompt="1"/>
          </p:nvPr>
        </p:nvSpPr>
        <p:spPr>
          <a:xfrm>
            <a:off x="273050" y="4404360"/>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4" name="Textplatzhalter 27">
            <a:extLst>
              <a:ext uri="{FF2B5EF4-FFF2-40B4-BE49-F238E27FC236}">
                <a16:creationId xmlns:a16="http://schemas.microsoft.com/office/drawing/2014/main" id="{B37CF961-4AA4-3E2D-1EEC-751B07F74E7F}"/>
              </a:ext>
            </a:extLst>
          </p:cNvPr>
          <p:cNvSpPr>
            <a:spLocks noGrp="1"/>
          </p:cNvSpPr>
          <p:nvPr>
            <p:ph type="body" sz="quarter" idx="19" hasCustomPrompt="1"/>
          </p:nvPr>
        </p:nvSpPr>
        <p:spPr>
          <a:xfrm>
            <a:off x="276264" y="26898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5" name="Textplatzhalter 27">
            <a:extLst>
              <a:ext uri="{FF2B5EF4-FFF2-40B4-BE49-F238E27FC236}">
                <a16:creationId xmlns:a16="http://schemas.microsoft.com/office/drawing/2014/main" id="{A75866BD-D0AA-3041-796D-1EB9B1F3A8AE}"/>
              </a:ext>
            </a:extLst>
          </p:cNvPr>
          <p:cNvSpPr>
            <a:spLocks noGrp="1"/>
          </p:cNvSpPr>
          <p:nvPr>
            <p:ph type="body" sz="quarter" idx="21" hasCustomPrompt="1"/>
          </p:nvPr>
        </p:nvSpPr>
        <p:spPr>
          <a:xfrm>
            <a:off x="3233128" y="26898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6" name="Textplatzhalter 27">
            <a:extLst>
              <a:ext uri="{FF2B5EF4-FFF2-40B4-BE49-F238E27FC236}">
                <a16:creationId xmlns:a16="http://schemas.microsoft.com/office/drawing/2014/main" id="{348CBF73-5164-67ED-100D-52F0577F0DFC}"/>
              </a:ext>
            </a:extLst>
          </p:cNvPr>
          <p:cNvSpPr>
            <a:spLocks noGrp="1"/>
          </p:cNvSpPr>
          <p:nvPr>
            <p:ph type="body" sz="quarter" idx="26" hasCustomPrompt="1"/>
          </p:nvPr>
        </p:nvSpPr>
        <p:spPr>
          <a:xfrm>
            <a:off x="276264" y="35956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8" name="Textplatzhalter 27">
            <a:extLst>
              <a:ext uri="{FF2B5EF4-FFF2-40B4-BE49-F238E27FC236}">
                <a16:creationId xmlns:a16="http://schemas.microsoft.com/office/drawing/2014/main" id="{E413BFB1-BE2B-5698-D056-CFFE93D63A55}"/>
              </a:ext>
            </a:extLst>
          </p:cNvPr>
          <p:cNvSpPr>
            <a:spLocks noGrp="1"/>
          </p:cNvSpPr>
          <p:nvPr>
            <p:ph type="body" sz="quarter" idx="24" hasCustomPrompt="1"/>
          </p:nvPr>
        </p:nvSpPr>
        <p:spPr>
          <a:xfrm>
            <a:off x="273448" y="1876705"/>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9" name="Textplatzhalter 27">
            <a:extLst>
              <a:ext uri="{FF2B5EF4-FFF2-40B4-BE49-F238E27FC236}">
                <a16:creationId xmlns:a16="http://schemas.microsoft.com/office/drawing/2014/main" id="{A6AD1D29-4F20-7C67-177C-5F66137D5CB4}"/>
              </a:ext>
            </a:extLst>
          </p:cNvPr>
          <p:cNvSpPr>
            <a:spLocks noGrp="1"/>
          </p:cNvSpPr>
          <p:nvPr>
            <p:ph type="body" sz="quarter" idx="18" hasCustomPrompt="1"/>
          </p:nvPr>
        </p:nvSpPr>
        <p:spPr>
          <a:xfrm>
            <a:off x="273448" y="975640"/>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0" name="Textplatzhalter 27">
            <a:extLst>
              <a:ext uri="{FF2B5EF4-FFF2-40B4-BE49-F238E27FC236}">
                <a16:creationId xmlns:a16="http://schemas.microsoft.com/office/drawing/2014/main" id="{A60B2A3C-D051-ADD5-9279-F6C77B951560}"/>
              </a:ext>
            </a:extLst>
          </p:cNvPr>
          <p:cNvSpPr>
            <a:spLocks noGrp="1"/>
          </p:cNvSpPr>
          <p:nvPr>
            <p:ph type="body" sz="quarter" idx="20" hasCustomPrompt="1"/>
          </p:nvPr>
        </p:nvSpPr>
        <p:spPr>
          <a:xfrm>
            <a:off x="3230960" y="970878"/>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Tree>
    <p:extLst>
      <p:ext uri="{BB962C8B-B14F-4D97-AF65-F5344CB8AC3E}">
        <p14:creationId xmlns:p14="http://schemas.microsoft.com/office/powerpoint/2010/main" val="226486285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 und Inhal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EEEF8316-2CE9-448A-A907-2840AF4A2A56}"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a:xfrm>
            <a:off x="1522276" y="6424761"/>
            <a:ext cx="7922096" cy="144016"/>
          </a:xfrm>
          <a:prstGeom prst="rect">
            <a:avLst/>
          </a:prstGeom>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269875" y="273378"/>
            <a:ext cx="5724000" cy="560164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Inhaltsplatzhalter 2">
            <a:extLst>
              <a:ext uri="{FF2B5EF4-FFF2-40B4-BE49-F238E27FC236}">
                <a16:creationId xmlns:a16="http://schemas.microsoft.com/office/drawing/2014/main" id="{99EEEEF7-8E4F-3C55-5E7A-50A2A740DE06}"/>
              </a:ext>
            </a:extLst>
          </p:cNvPr>
          <p:cNvSpPr>
            <a:spLocks noGrp="1"/>
          </p:cNvSpPr>
          <p:nvPr>
            <p:ph idx="1" hasCustomPrompt="1"/>
          </p:nvPr>
        </p:nvSpPr>
        <p:spPr>
          <a:xfrm>
            <a:off x="6188400" y="866774"/>
            <a:ext cx="5724000" cy="5357813"/>
          </a:xfrm>
        </p:spPr>
        <p:txBody>
          <a:bodyPr/>
          <a:lstStyle>
            <a:lvl1pPr>
              <a:spcAft>
                <a:spcPts val="0"/>
              </a:spcAft>
              <a:defRPr sz="1600"/>
            </a:lvl1pPr>
            <a:lvl2pPr marL="226800" indent="-226800">
              <a:spcBef>
                <a:spcPts val="1000"/>
              </a:spcBef>
              <a:spcAft>
                <a:spcPts val="0"/>
              </a:spcAft>
              <a:buFont typeface="Source Sans Pro" panose="020B0503030403020204" pitchFamily="34" charset="0"/>
              <a:buChar char="―"/>
              <a:defRPr sz="1600"/>
            </a:lvl2pPr>
            <a:lvl3pPr marL="658800" indent="-226800">
              <a:spcBef>
                <a:spcPts val="1000"/>
              </a:spcBef>
              <a:spcAft>
                <a:spcPts val="0"/>
              </a:spcAft>
              <a:buFont typeface="Source Sans Pro" panose="020B0503030403020204" pitchFamily="34" charset="0"/>
              <a:buChar char="―"/>
              <a:defRPr sz="1600"/>
            </a:lvl3pPr>
            <a:lvl4pPr marL="1018800" indent="-226800">
              <a:spcBef>
                <a:spcPts val="1000"/>
              </a:spcBef>
              <a:spcAft>
                <a:spcPts val="0"/>
              </a:spcAft>
              <a:buFont typeface="Source Sans Pro" panose="020B0503030403020204" pitchFamily="34" charset="0"/>
              <a:buChar char="―"/>
              <a:defRPr sz="1600"/>
            </a:lvl4pPr>
            <a:lvl5pPr marL="1522800" indent="-226800">
              <a:spcBef>
                <a:spcPts val="1000"/>
              </a:spcBef>
              <a:spcAft>
                <a:spcPts val="0"/>
              </a:spcAft>
              <a:buFont typeface="Source Sans Pro" panose="020B0503030403020204" pitchFamily="34" charset="0"/>
              <a:buChar char="―"/>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6188400" y="244800"/>
            <a:ext cx="5723999" cy="519436"/>
          </a:xfrm>
        </p:spPr>
        <p:txBody>
          <a:bodyPr/>
          <a:lstStyle>
            <a:lvl1pPr>
              <a:lnSpc>
                <a:spcPct val="97000"/>
              </a:lnSpc>
              <a:defRPr/>
            </a:lvl1pPr>
          </a:lstStyle>
          <a:p>
            <a:r>
              <a:rPr lang="en-GB" noProof="0" dirty="0"/>
              <a:t>Insert chapter title</a:t>
            </a:r>
          </a:p>
        </p:txBody>
      </p:sp>
      <p:sp>
        <p:nvSpPr>
          <p:cNvPr id="12" name="Textplatzhalter 11">
            <a:extLst>
              <a:ext uri="{FF2B5EF4-FFF2-40B4-BE49-F238E27FC236}">
                <a16:creationId xmlns:a16="http://schemas.microsoft.com/office/drawing/2014/main" id="{DABC8980-79BC-7792-05E5-871BA6059E89}"/>
              </a:ext>
            </a:extLst>
          </p:cNvPr>
          <p:cNvSpPr>
            <a:spLocks noGrp="1"/>
          </p:cNvSpPr>
          <p:nvPr>
            <p:ph type="body" sz="quarter" idx="18" hasCustomPrompt="1"/>
          </p:nvPr>
        </p:nvSpPr>
        <p:spPr>
          <a:xfrm>
            <a:off x="269875" y="6029325"/>
            <a:ext cx="5724525" cy="195263"/>
          </a:xfrm>
        </p:spPr>
        <p:txBody>
          <a:bodyPr anchor="b"/>
          <a:lstStyle>
            <a:lvl1pPr>
              <a:defRPr sz="1000" b="1"/>
            </a:lvl1pPr>
            <a:lvl2pPr>
              <a:defRPr sz="1000" b="1"/>
            </a:lvl2pPr>
            <a:lvl3pPr>
              <a:defRPr sz="1000" b="1"/>
            </a:lvl3pPr>
            <a:lvl4pPr>
              <a:defRPr sz="1000" b="1"/>
            </a:lvl4pPr>
            <a:lvl5pPr>
              <a:defRPr sz="1000" b="1"/>
            </a:lvl5pPr>
          </a:lstStyle>
          <a:p>
            <a:pPr lvl="0"/>
            <a:r>
              <a:rPr lang="en-GB" noProof="0" dirty="0"/>
              <a:t>Insert caption</a:t>
            </a:r>
          </a:p>
        </p:txBody>
      </p:sp>
    </p:spTree>
    <p:extLst>
      <p:ext uri="{BB962C8B-B14F-4D97-AF65-F5344CB8AC3E}">
        <p14:creationId xmlns:p14="http://schemas.microsoft.com/office/powerpoint/2010/main" val="27742461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Bild, drei Flächen und Inhalt">
    <p:spTree>
      <p:nvGrpSpPr>
        <p:cNvPr id="1" name=""/>
        <p:cNvGrpSpPr/>
        <p:nvPr/>
      </p:nvGrpSpPr>
      <p:grpSpPr>
        <a:xfrm>
          <a:off x="0" y="0"/>
          <a:ext cx="0" cy="0"/>
          <a:chOff x="0" y="0"/>
          <a:chExt cx="0" cy="0"/>
        </a:xfrm>
      </p:grpSpPr>
      <p:sp>
        <p:nvSpPr>
          <p:cNvPr id="9" name="Bildplatzhalter 4">
            <a:extLst>
              <a:ext uri="{FF2B5EF4-FFF2-40B4-BE49-F238E27FC236}">
                <a16:creationId xmlns:a16="http://schemas.microsoft.com/office/drawing/2014/main" id="{5A065272-38F7-A074-824D-FD6B0FAB5CA4}"/>
              </a:ext>
            </a:extLst>
          </p:cNvPr>
          <p:cNvSpPr>
            <a:spLocks noGrp="1"/>
          </p:cNvSpPr>
          <p:nvPr>
            <p:ph type="pic" sz="quarter" idx="17"/>
          </p:nvPr>
        </p:nvSpPr>
        <p:spPr>
          <a:xfrm>
            <a:off x="269875" y="866774"/>
            <a:ext cx="5724000" cy="5357813"/>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Titel 1"/>
          <p:cNvSpPr>
            <a:spLocks noGrp="1"/>
          </p:cNvSpPr>
          <p:nvPr>
            <p:ph type="title" hasCustomPrompt="1"/>
          </p:nvPr>
        </p:nvSpPr>
        <p:spPr>
          <a:xfrm>
            <a:off x="273600" y="244799"/>
            <a:ext cx="11648525" cy="621975"/>
          </a:xfrm>
        </p:spPr>
        <p:txBody>
          <a:bodyPr/>
          <a:lstStyle>
            <a:lvl1pPr>
              <a:defRPr/>
            </a:lvl1pPr>
          </a:lstStyle>
          <a:p>
            <a:r>
              <a:rPr lang="en-GB" noProof="0" dirty="0"/>
              <a:t>Insert title</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D6EE0650-5AE2-4391-9C80-D78BD5378B2A}" type="datetime1">
              <a:rPr lang="en-GB" noProof="0" smtClean="0"/>
              <a:t>16/09/2026</a:t>
            </a:fld>
            <a:endParaRPr lang="en-GB" noProof="0"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Inhaltsplatzhalter 2">
            <a:extLst>
              <a:ext uri="{FF2B5EF4-FFF2-40B4-BE49-F238E27FC236}">
                <a16:creationId xmlns:a16="http://schemas.microsoft.com/office/drawing/2014/main" id="{0F08660E-5135-A84E-B689-DDFA75A72BBA}"/>
              </a:ext>
            </a:extLst>
          </p:cNvPr>
          <p:cNvSpPr>
            <a:spLocks noGrp="1"/>
          </p:cNvSpPr>
          <p:nvPr>
            <p:ph sz="half" idx="13" hasCustomPrompt="1"/>
          </p:nvPr>
        </p:nvSpPr>
        <p:spPr>
          <a:xfrm>
            <a:off x="6197600" y="2602800"/>
            <a:ext cx="5722937" cy="3621787"/>
          </a:xfrm>
        </p:spPr>
        <p:txBody>
          <a:bodyPr/>
          <a:lstStyle>
            <a:lvl1pPr>
              <a:spcBef>
                <a:spcPts val="1000"/>
              </a:spcBef>
              <a:defRPr sz="1600"/>
            </a:lvl1pPr>
            <a:lvl2pPr marL="226800" indent="-226800">
              <a:spcBef>
                <a:spcPts val="0"/>
              </a:spcBef>
              <a:defRPr sz="1600"/>
            </a:lvl2pPr>
            <a:lvl3pPr marL="658800" indent="-226800">
              <a:spcBef>
                <a:spcPts val="0"/>
              </a:spcBef>
              <a:defRPr sz="1600"/>
            </a:lvl3pPr>
            <a:lvl4pPr marL="1090800" indent="-226800">
              <a:spcBef>
                <a:spcPts val="0"/>
              </a:spcBef>
              <a:defRPr sz="1600"/>
            </a:lvl4pPr>
            <a:lvl5pPr marL="1522800" indent="-226800">
              <a:spcBef>
                <a:spcPts val="0"/>
              </a:spcBef>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Textplatzhalter 5">
            <a:extLst>
              <a:ext uri="{FF2B5EF4-FFF2-40B4-BE49-F238E27FC236}">
                <a16:creationId xmlns:a16="http://schemas.microsoft.com/office/drawing/2014/main" id="{5C25F038-C59A-91D3-5738-FA2D715B1DFE}"/>
              </a:ext>
            </a:extLst>
          </p:cNvPr>
          <p:cNvSpPr>
            <a:spLocks noGrp="1"/>
          </p:cNvSpPr>
          <p:nvPr>
            <p:ph type="body" sz="quarter" idx="23" hasCustomPrompt="1"/>
          </p:nvPr>
        </p:nvSpPr>
        <p:spPr>
          <a:xfrm>
            <a:off x="268287" y="4738688"/>
            <a:ext cx="4734000" cy="1155600"/>
          </a:xfrm>
          <a:solidFill>
            <a:schemeClr val="bg1"/>
          </a:solidFill>
        </p:spPr>
        <p:txBody>
          <a:bodyPr lIns="180000" anchor="ctr"/>
          <a:lstStyle>
            <a:lvl1pPr>
              <a:lnSpc>
                <a:spcPct val="98000"/>
              </a:lnSpc>
              <a:defRPr sz="2400" b="0"/>
            </a:lvl1pPr>
          </a:lstStyle>
          <a:p>
            <a:pPr lvl="0"/>
            <a:r>
              <a:rPr lang="en-GB" noProof="0" dirty="0"/>
              <a:t>Insert content</a:t>
            </a:r>
          </a:p>
        </p:txBody>
      </p:sp>
      <p:sp>
        <p:nvSpPr>
          <p:cNvPr id="3" name="Rechteck 2">
            <a:extLst>
              <a:ext uri="{FF2B5EF4-FFF2-40B4-BE49-F238E27FC236}">
                <a16:creationId xmlns:a16="http://schemas.microsoft.com/office/drawing/2014/main" id="{1BFFCDAC-C838-ADD4-2284-837AC0DB7D32}"/>
              </a:ext>
            </a:extLst>
          </p:cNvPr>
          <p:cNvSpPr>
            <a:spLocks/>
          </p:cNvSpPr>
          <p:nvPr userDrawn="1"/>
        </p:nvSpPr>
        <p:spPr>
          <a:xfrm>
            <a:off x="6179816" y="866775"/>
            <a:ext cx="1792610" cy="1390650"/>
          </a:xfrm>
          <a:prstGeom prst="rect">
            <a:avLst/>
          </a:prstGeom>
          <a:solidFill>
            <a:schemeClr val="accent1"/>
          </a:solidFill>
        </p:spPr>
        <p:txBody>
          <a:bodyPr wrap="square" lIns="180000" tIns="90000" rIns="88325" bIns="44162">
            <a:noAutofit/>
          </a:bodyPr>
          <a:lstStyle/>
          <a:p>
            <a:endParaRPr lang="en-GB" sz="4700" noProof="0" dirty="0">
              <a:solidFill>
                <a:schemeClr val="bg1"/>
              </a:solidFill>
            </a:endParaRPr>
          </a:p>
        </p:txBody>
      </p:sp>
      <p:cxnSp>
        <p:nvCxnSpPr>
          <p:cNvPr id="11" name="Gerader Verbinder 10">
            <a:extLst>
              <a:ext uri="{FF2B5EF4-FFF2-40B4-BE49-F238E27FC236}">
                <a16:creationId xmlns:a16="http://schemas.microsoft.com/office/drawing/2014/main" id="{5D52F735-79F5-3F42-160A-B27CDCC6ECBC}"/>
              </a:ext>
            </a:extLst>
          </p:cNvPr>
          <p:cNvCxnSpPr>
            <a:cxnSpLocks/>
          </p:cNvCxnSpPr>
          <p:nvPr userDrawn="1"/>
        </p:nvCxnSpPr>
        <p:spPr>
          <a:xfrm>
            <a:off x="6357417"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platzhalter 12">
            <a:extLst>
              <a:ext uri="{FF2B5EF4-FFF2-40B4-BE49-F238E27FC236}">
                <a16:creationId xmlns:a16="http://schemas.microsoft.com/office/drawing/2014/main" id="{15E8ED3B-58AB-278E-8FA6-54B53676917B}"/>
              </a:ext>
            </a:extLst>
          </p:cNvPr>
          <p:cNvSpPr>
            <a:spLocks noGrp="1"/>
          </p:cNvSpPr>
          <p:nvPr>
            <p:ph type="body" sz="quarter" idx="24" hasCustomPrompt="1"/>
          </p:nvPr>
        </p:nvSpPr>
        <p:spPr>
          <a:xfrm>
            <a:off x="6179816"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dirty="0"/>
              <a:t>Insert content</a:t>
            </a:r>
          </a:p>
        </p:txBody>
      </p:sp>
      <p:sp>
        <p:nvSpPr>
          <p:cNvPr id="15" name="Textplatzhalter 12">
            <a:extLst>
              <a:ext uri="{FF2B5EF4-FFF2-40B4-BE49-F238E27FC236}">
                <a16:creationId xmlns:a16="http://schemas.microsoft.com/office/drawing/2014/main" id="{50E60B21-008A-2B6B-00EE-55A0A5704EC1}"/>
              </a:ext>
            </a:extLst>
          </p:cNvPr>
          <p:cNvSpPr>
            <a:spLocks noGrp="1"/>
          </p:cNvSpPr>
          <p:nvPr>
            <p:ph type="body" sz="quarter" idx="25" hasCustomPrompt="1"/>
          </p:nvPr>
        </p:nvSpPr>
        <p:spPr>
          <a:xfrm>
            <a:off x="6179816"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dirty="0"/>
              <a:t>0</a:t>
            </a:r>
          </a:p>
        </p:txBody>
      </p:sp>
      <p:sp>
        <p:nvSpPr>
          <p:cNvPr id="24" name="Rechteck 23">
            <a:extLst>
              <a:ext uri="{FF2B5EF4-FFF2-40B4-BE49-F238E27FC236}">
                <a16:creationId xmlns:a16="http://schemas.microsoft.com/office/drawing/2014/main" id="{CAB97A8F-A31B-71A8-6F59-6CF07FEC341B}"/>
              </a:ext>
            </a:extLst>
          </p:cNvPr>
          <p:cNvSpPr>
            <a:spLocks/>
          </p:cNvSpPr>
          <p:nvPr userDrawn="1"/>
        </p:nvSpPr>
        <p:spPr>
          <a:xfrm>
            <a:off x="8161200" y="866775"/>
            <a:ext cx="1792610" cy="1390650"/>
          </a:xfrm>
          <a:prstGeom prst="rect">
            <a:avLst/>
          </a:prstGeom>
          <a:solidFill>
            <a:schemeClr val="accent1"/>
          </a:solidFill>
        </p:spPr>
        <p:txBody>
          <a:bodyPr wrap="square" lIns="180000" tIns="90000" rIns="88325" bIns="44162">
            <a:noAutofit/>
          </a:bodyPr>
          <a:lstStyle/>
          <a:p>
            <a:endParaRPr lang="en-GB" sz="4700" noProof="0" dirty="0">
              <a:solidFill>
                <a:schemeClr val="bg1"/>
              </a:solidFill>
            </a:endParaRPr>
          </a:p>
        </p:txBody>
      </p:sp>
      <p:cxnSp>
        <p:nvCxnSpPr>
          <p:cNvPr id="25" name="Gerader Verbinder 24">
            <a:extLst>
              <a:ext uri="{FF2B5EF4-FFF2-40B4-BE49-F238E27FC236}">
                <a16:creationId xmlns:a16="http://schemas.microsoft.com/office/drawing/2014/main" id="{20494D9F-526C-2E69-E603-70C47570B76A}"/>
              </a:ext>
            </a:extLst>
          </p:cNvPr>
          <p:cNvCxnSpPr>
            <a:cxnSpLocks/>
          </p:cNvCxnSpPr>
          <p:nvPr userDrawn="1"/>
        </p:nvCxnSpPr>
        <p:spPr>
          <a:xfrm>
            <a:off x="8350014"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platzhalter 12">
            <a:extLst>
              <a:ext uri="{FF2B5EF4-FFF2-40B4-BE49-F238E27FC236}">
                <a16:creationId xmlns:a16="http://schemas.microsoft.com/office/drawing/2014/main" id="{CD54ACCC-E2D7-61F6-43F8-B08BB0DF8902}"/>
              </a:ext>
            </a:extLst>
          </p:cNvPr>
          <p:cNvSpPr>
            <a:spLocks noGrp="1"/>
          </p:cNvSpPr>
          <p:nvPr>
            <p:ph type="body" sz="quarter" idx="26" hasCustomPrompt="1"/>
          </p:nvPr>
        </p:nvSpPr>
        <p:spPr>
          <a:xfrm>
            <a:off x="8161200"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dirty="0"/>
              <a:t>Insert content</a:t>
            </a:r>
          </a:p>
        </p:txBody>
      </p:sp>
      <p:sp>
        <p:nvSpPr>
          <p:cNvPr id="27" name="Textplatzhalter 12">
            <a:extLst>
              <a:ext uri="{FF2B5EF4-FFF2-40B4-BE49-F238E27FC236}">
                <a16:creationId xmlns:a16="http://schemas.microsoft.com/office/drawing/2014/main" id="{AE30B499-759C-236B-6D1C-6BCA6F207DFA}"/>
              </a:ext>
            </a:extLst>
          </p:cNvPr>
          <p:cNvSpPr>
            <a:spLocks noGrp="1"/>
          </p:cNvSpPr>
          <p:nvPr>
            <p:ph type="body" sz="quarter" idx="27" hasCustomPrompt="1"/>
          </p:nvPr>
        </p:nvSpPr>
        <p:spPr>
          <a:xfrm>
            <a:off x="8161200"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dirty="0"/>
              <a:t>0</a:t>
            </a:r>
          </a:p>
        </p:txBody>
      </p:sp>
      <p:sp>
        <p:nvSpPr>
          <p:cNvPr id="28" name="Rechteck 27">
            <a:extLst>
              <a:ext uri="{FF2B5EF4-FFF2-40B4-BE49-F238E27FC236}">
                <a16:creationId xmlns:a16="http://schemas.microsoft.com/office/drawing/2014/main" id="{2C39869D-3DD1-49E4-9B99-D5ADADC37626}"/>
              </a:ext>
            </a:extLst>
          </p:cNvPr>
          <p:cNvSpPr>
            <a:spLocks/>
          </p:cNvSpPr>
          <p:nvPr userDrawn="1"/>
        </p:nvSpPr>
        <p:spPr>
          <a:xfrm>
            <a:off x="10130400" y="866775"/>
            <a:ext cx="1792610" cy="1390650"/>
          </a:xfrm>
          <a:prstGeom prst="rect">
            <a:avLst/>
          </a:prstGeom>
          <a:solidFill>
            <a:schemeClr val="accent1"/>
          </a:solidFill>
        </p:spPr>
        <p:txBody>
          <a:bodyPr wrap="square" lIns="180000" tIns="90000" rIns="88325" bIns="44162">
            <a:noAutofit/>
          </a:bodyPr>
          <a:lstStyle/>
          <a:p>
            <a:endParaRPr lang="en-GB" sz="4700" noProof="0" dirty="0">
              <a:solidFill>
                <a:schemeClr val="bg1"/>
              </a:solidFill>
            </a:endParaRPr>
          </a:p>
        </p:txBody>
      </p:sp>
      <p:cxnSp>
        <p:nvCxnSpPr>
          <p:cNvPr id="29" name="Gerader Verbinder 28">
            <a:extLst>
              <a:ext uri="{FF2B5EF4-FFF2-40B4-BE49-F238E27FC236}">
                <a16:creationId xmlns:a16="http://schemas.microsoft.com/office/drawing/2014/main" id="{DC74D9E1-33AE-B3A6-62C5-702A8706EDCA}"/>
              </a:ext>
            </a:extLst>
          </p:cNvPr>
          <p:cNvCxnSpPr>
            <a:cxnSpLocks/>
          </p:cNvCxnSpPr>
          <p:nvPr userDrawn="1"/>
        </p:nvCxnSpPr>
        <p:spPr>
          <a:xfrm>
            <a:off x="10319214"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platzhalter 12">
            <a:extLst>
              <a:ext uri="{FF2B5EF4-FFF2-40B4-BE49-F238E27FC236}">
                <a16:creationId xmlns:a16="http://schemas.microsoft.com/office/drawing/2014/main" id="{21172486-FB2A-0D37-20BD-766B69EC1648}"/>
              </a:ext>
            </a:extLst>
          </p:cNvPr>
          <p:cNvSpPr>
            <a:spLocks noGrp="1"/>
          </p:cNvSpPr>
          <p:nvPr>
            <p:ph type="body" sz="quarter" idx="28" hasCustomPrompt="1"/>
          </p:nvPr>
        </p:nvSpPr>
        <p:spPr>
          <a:xfrm>
            <a:off x="10130400"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dirty="0"/>
              <a:t>Insert content</a:t>
            </a:r>
          </a:p>
        </p:txBody>
      </p:sp>
      <p:sp>
        <p:nvSpPr>
          <p:cNvPr id="31" name="Textplatzhalter 12">
            <a:extLst>
              <a:ext uri="{FF2B5EF4-FFF2-40B4-BE49-F238E27FC236}">
                <a16:creationId xmlns:a16="http://schemas.microsoft.com/office/drawing/2014/main" id="{A5D721FD-5C54-2030-F7DF-99F78870D3F0}"/>
              </a:ext>
            </a:extLst>
          </p:cNvPr>
          <p:cNvSpPr>
            <a:spLocks noGrp="1"/>
          </p:cNvSpPr>
          <p:nvPr>
            <p:ph type="body" sz="quarter" idx="29" hasCustomPrompt="1"/>
          </p:nvPr>
        </p:nvSpPr>
        <p:spPr>
          <a:xfrm>
            <a:off x="10130400"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dirty="0"/>
              <a:t>0</a:t>
            </a:r>
          </a:p>
        </p:txBody>
      </p:sp>
    </p:spTree>
    <p:extLst>
      <p:ext uri="{BB962C8B-B14F-4D97-AF65-F5344CB8AC3E}">
        <p14:creationId xmlns:p14="http://schemas.microsoft.com/office/powerpoint/2010/main" val="3442525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Bilder">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429109BD-CC6C-476B-957A-1EB605C7AC36}" type="datetime1">
              <a:rPr lang="en-GB" noProof="0" smtClean="0"/>
              <a:t>16/09/2026</a:t>
            </a:fld>
            <a:endParaRPr lang="de-CH" noProof="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a:xfrm>
            <a:off x="1522276" y="6424761"/>
            <a:ext cx="7922096" cy="144016"/>
          </a:xfrm>
          <a:prstGeom prst="rect">
            <a:avLst/>
          </a:prstGeom>
        </p:spPr>
        <p:txBody>
          <a:bodyPr/>
          <a:lstStyle/>
          <a:p>
            <a:r>
              <a:rPr lang="en-US" noProof="0"/>
              <a:t>Footer (Edit via "Insert &gt; Header and Footer")</a:t>
            </a:r>
            <a:endParaRPr lang="de-CH" noProof="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de-CH" noProof="0" smtClean="0"/>
              <a:pPr/>
              <a:t>‹#›</a:t>
            </a:fld>
            <a:endParaRPr lang="de-CH" noProof="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Tree>
    <p:extLst>
      <p:ext uri="{BB962C8B-B14F-4D97-AF65-F5344CB8AC3E}">
        <p14:creationId xmlns:p14="http://schemas.microsoft.com/office/powerpoint/2010/main" val="777660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ld und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Insert chapter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A3B48C3F-C9CF-4FEE-8C32-CE296CE2E1F8}"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908720"/>
            <a:ext cx="7701073" cy="531586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7" name="Inhaltsplatzhalter 2">
            <a:extLst>
              <a:ext uri="{FF2B5EF4-FFF2-40B4-BE49-F238E27FC236}">
                <a16:creationId xmlns:a16="http://schemas.microsoft.com/office/drawing/2014/main" id="{79B29A34-DB3C-6631-0D19-C1C5DF5EA28A}"/>
              </a:ext>
            </a:extLst>
          </p:cNvPr>
          <p:cNvSpPr>
            <a:spLocks noGrp="1"/>
          </p:cNvSpPr>
          <p:nvPr>
            <p:ph idx="20" hasCustomPrompt="1"/>
          </p:nvPr>
        </p:nvSpPr>
        <p:spPr>
          <a:xfrm>
            <a:off x="8156525" y="870743"/>
            <a:ext cx="3765600" cy="53538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1420544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rei Inhal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223D99EE-0256-4319-8DA0-A6163944C85C}"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a:xfrm>
            <a:off x="1522276" y="6424761"/>
            <a:ext cx="7922096" cy="144016"/>
          </a:xfrm>
          <a:prstGeom prst="rect">
            <a:avLst/>
          </a:prstGeom>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9" name="Inhaltsplatzhalter 2">
            <a:extLst>
              <a:ext uri="{FF2B5EF4-FFF2-40B4-BE49-F238E27FC236}">
                <a16:creationId xmlns:a16="http://schemas.microsoft.com/office/drawing/2014/main" id="{5A128A8A-1E20-0372-6952-A37B014C0229}"/>
              </a:ext>
            </a:extLst>
          </p:cNvPr>
          <p:cNvSpPr>
            <a:spLocks noGrp="1"/>
          </p:cNvSpPr>
          <p:nvPr>
            <p:ph idx="1" hasCustomPrompt="1"/>
          </p:nvPr>
        </p:nvSpPr>
        <p:spPr>
          <a:xfrm>
            <a:off x="280379" y="870744"/>
            <a:ext cx="3765600" cy="5353844"/>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Titel 1">
            <a:extLst>
              <a:ext uri="{FF2B5EF4-FFF2-40B4-BE49-F238E27FC236}">
                <a16:creationId xmlns:a16="http://schemas.microsoft.com/office/drawing/2014/main" id="{8E16A7B1-D6D5-1F45-5873-56D50909A60B}"/>
              </a:ext>
            </a:extLst>
          </p:cNvPr>
          <p:cNvSpPr>
            <a:spLocks noGrp="1"/>
          </p:cNvSpPr>
          <p:nvPr>
            <p:ph type="title" hasCustomPrompt="1"/>
          </p:nvPr>
        </p:nvSpPr>
        <p:spPr>
          <a:xfrm>
            <a:off x="271463" y="245269"/>
            <a:ext cx="11650662" cy="531056"/>
          </a:xfrm>
        </p:spPr>
        <p:txBody>
          <a:bodyPr/>
          <a:lstStyle>
            <a:lvl1pPr>
              <a:defRPr/>
            </a:lvl1pPr>
          </a:lstStyle>
          <a:p>
            <a:r>
              <a:rPr lang="en-GB" noProof="0" dirty="0"/>
              <a:t>Insert chapter title</a:t>
            </a:r>
          </a:p>
        </p:txBody>
      </p:sp>
      <p:sp>
        <p:nvSpPr>
          <p:cNvPr id="12" name="Inhaltsplatzhalter 2">
            <a:extLst>
              <a:ext uri="{FF2B5EF4-FFF2-40B4-BE49-F238E27FC236}">
                <a16:creationId xmlns:a16="http://schemas.microsoft.com/office/drawing/2014/main" id="{B08945CC-0D4F-0056-B059-E53C8D583D78}"/>
              </a:ext>
            </a:extLst>
          </p:cNvPr>
          <p:cNvSpPr>
            <a:spLocks noGrp="1"/>
          </p:cNvSpPr>
          <p:nvPr>
            <p:ph idx="19" hasCustomPrompt="1"/>
          </p:nvPr>
        </p:nvSpPr>
        <p:spPr>
          <a:xfrm>
            <a:off x="4218452" y="870744"/>
            <a:ext cx="3765600" cy="5353844"/>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 name="Inhaltsplatzhalter 2">
            <a:extLst>
              <a:ext uri="{FF2B5EF4-FFF2-40B4-BE49-F238E27FC236}">
                <a16:creationId xmlns:a16="http://schemas.microsoft.com/office/drawing/2014/main" id="{991A9BC9-91DF-B4F2-E0C5-C2578FBF8926}"/>
              </a:ext>
            </a:extLst>
          </p:cNvPr>
          <p:cNvSpPr>
            <a:spLocks noGrp="1"/>
          </p:cNvSpPr>
          <p:nvPr>
            <p:ph idx="20" hasCustomPrompt="1"/>
          </p:nvPr>
        </p:nvSpPr>
        <p:spPr>
          <a:xfrm>
            <a:off x="8156525" y="870743"/>
            <a:ext cx="3765600" cy="53538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25713388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rei Bilder mit Tex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24832267-B441-4D75-AFF7-F7A089856CB8}"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a:xfrm>
            <a:off x="1522276" y="6424761"/>
            <a:ext cx="7922096" cy="144016"/>
          </a:xfrm>
          <a:prstGeom prst="rect">
            <a:avLst/>
          </a:prstGeom>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2" name="Bildplatzhalter 4">
            <a:extLst>
              <a:ext uri="{FF2B5EF4-FFF2-40B4-BE49-F238E27FC236}">
                <a16:creationId xmlns:a16="http://schemas.microsoft.com/office/drawing/2014/main" id="{BB21450C-9A0A-DE52-A711-C6A4E254A2DE}"/>
              </a:ext>
            </a:extLst>
          </p:cNvPr>
          <p:cNvSpPr>
            <a:spLocks noGrp="1"/>
          </p:cNvSpPr>
          <p:nvPr>
            <p:ph type="pic" sz="quarter" idx="17"/>
          </p:nvPr>
        </p:nvSpPr>
        <p:spPr>
          <a:xfrm>
            <a:off x="4218452"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Bildplatzhalter 4">
            <a:extLst>
              <a:ext uri="{FF2B5EF4-FFF2-40B4-BE49-F238E27FC236}">
                <a16:creationId xmlns:a16="http://schemas.microsoft.com/office/drawing/2014/main" id="{40369691-93C7-0711-9987-747ABDF5BEE9}"/>
              </a:ext>
            </a:extLst>
          </p:cNvPr>
          <p:cNvSpPr>
            <a:spLocks noGrp="1"/>
          </p:cNvSpPr>
          <p:nvPr>
            <p:ph type="pic" sz="quarter" idx="18"/>
          </p:nvPr>
        </p:nvSpPr>
        <p:spPr>
          <a:xfrm>
            <a:off x="8156525"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9" name="Inhaltsplatzhalter 2">
            <a:extLst>
              <a:ext uri="{FF2B5EF4-FFF2-40B4-BE49-F238E27FC236}">
                <a16:creationId xmlns:a16="http://schemas.microsoft.com/office/drawing/2014/main" id="{5A128A8A-1E20-0372-6952-A37B014C0229}"/>
              </a:ext>
            </a:extLst>
          </p:cNvPr>
          <p:cNvSpPr>
            <a:spLocks noGrp="1"/>
          </p:cNvSpPr>
          <p:nvPr>
            <p:ph idx="1" hasCustomPrompt="1"/>
          </p:nvPr>
        </p:nvSpPr>
        <p:spPr>
          <a:xfrm>
            <a:off x="280379" y="870744"/>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Titel 1">
            <a:extLst>
              <a:ext uri="{FF2B5EF4-FFF2-40B4-BE49-F238E27FC236}">
                <a16:creationId xmlns:a16="http://schemas.microsoft.com/office/drawing/2014/main" id="{8E16A7B1-D6D5-1F45-5873-56D50909A60B}"/>
              </a:ext>
            </a:extLst>
          </p:cNvPr>
          <p:cNvSpPr>
            <a:spLocks noGrp="1"/>
          </p:cNvSpPr>
          <p:nvPr>
            <p:ph type="title" hasCustomPrompt="1"/>
          </p:nvPr>
        </p:nvSpPr>
        <p:spPr>
          <a:xfrm>
            <a:off x="271463" y="245269"/>
            <a:ext cx="11650662" cy="531056"/>
          </a:xfrm>
        </p:spPr>
        <p:txBody>
          <a:bodyPr/>
          <a:lstStyle>
            <a:lvl1pPr>
              <a:defRPr/>
            </a:lvl1pPr>
          </a:lstStyle>
          <a:p>
            <a:r>
              <a:rPr lang="en-GB" noProof="0" dirty="0"/>
              <a:t>Insert chapter title</a:t>
            </a:r>
          </a:p>
        </p:txBody>
      </p:sp>
      <p:sp>
        <p:nvSpPr>
          <p:cNvPr id="12" name="Inhaltsplatzhalter 2">
            <a:extLst>
              <a:ext uri="{FF2B5EF4-FFF2-40B4-BE49-F238E27FC236}">
                <a16:creationId xmlns:a16="http://schemas.microsoft.com/office/drawing/2014/main" id="{B08945CC-0D4F-0056-B059-E53C8D583D78}"/>
              </a:ext>
            </a:extLst>
          </p:cNvPr>
          <p:cNvSpPr>
            <a:spLocks noGrp="1"/>
          </p:cNvSpPr>
          <p:nvPr>
            <p:ph idx="19" hasCustomPrompt="1"/>
          </p:nvPr>
        </p:nvSpPr>
        <p:spPr>
          <a:xfrm>
            <a:off x="4218452" y="870744"/>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 name="Inhaltsplatzhalter 2">
            <a:extLst>
              <a:ext uri="{FF2B5EF4-FFF2-40B4-BE49-F238E27FC236}">
                <a16:creationId xmlns:a16="http://schemas.microsoft.com/office/drawing/2014/main" id="{991A9BC9-91DF-B4F2-E0C5-C2578FBF8926}"/>
              </a:ext>
            </a:extLst>
          </p:cNvPr>
          <p:cNvSpPr>
            <a:spLocks noGrp="1"/>
          </p:cNvSpPr>
          <p:nvPr>
            <p:ph idx="20" hasCustomPrompt="1"/>
          </p:nvPr>
        </p:nvSpPr>
        <p:spPr>
          <a:xfrm>
            <a:off x="8156525" y="870743"/>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7210839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rei Bilder">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66E790B0-D3B0-4863-B83B-410A9816EBA5}" type="datetime1">
              <a:rPr lang="en-GB" noProof="0" smtClean="0"/>
              <a:t>16/09/2026</a:t>
            </a:fld>
            <a:endParaRPr lang="de-CH" noProof="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a:xfrm>
            <a:off x="1522276" y="6424761"/>
            <a:ext cx="7922096" cy="144016"/>
          </a:xfrm>
          <a:prstGeom prst="rect">
            <a:avLst/>
          </a:prstGeom>
        </p:spPr>
        <p:txBody>
          <a:bodyPr/>
          <a:lstStyle/>
          <a:p>
            <a:r>
              <a:rPr lang="en-US" noProof="0"/>
              <a:t>Footer (Edit via "Insert &gt; Header and Footer")</a:t>
            </a:r>
            <a:endParaRPr lang="de-CH" noProof="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de-CH" noProof="0" smtClean="0"/>
              <a:pPr/>
              <a:t>‹#›</a:t>
            </a:fld>
            <a:endParaRPr lang="de-CH" noProof="0"/>
          </a:p>
        </p:txBody>
      </p:sp>
      <p:sp>
        <p:nvSpPr>
          <p:cNvPr id="2" name="Bildplatzhalter 4">
            <a:extLst>
              <a:ext uri="{FF2B5EF4-FFF2-40B4-BE49-F238E27FC236}">
                <a16:creationId xmlns:a16="http://schemas.microsoft.com/office/drawing/2014/main" id="{BB21450C-9A0A-DE52-A711-C6A4E254A2DE}"/>
              </a:ext>
            </a:extLst>
          </p:cNvPr>
          <p:cNvSpPr>
            <a:spLocks noGrp="1"/>
          </p:cNvSpPr>
          <p:nvPr>
            <p:ph type="pic" sz="quarter" idx="17"/>
          </p:nvPr>
        </p:nvSpPr>
        <p:spPr>
          <a:xfrm>
            <a:off x="4218452"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4" name="Bildplatzhalter 4">
            <a:extLst>
              <a:ext uri="{FF2B5EF4-FFF2-40B4-BE49-F238E27FC236}">
                <a16:creationId xmlns:a16="http://schemas.microsoft.com/office/drawing/2014/main" id="{40369691-93C7-0711-9987-747ABDF5BEE9}"/>
              </a:ext>
            </a:extLst>
          </p:cNvPr>
          <p:cNvSpPr>
            <a:spLocks noGrp="1"/>
          </p:cNvSpPr>
          <p:nvPr>
            <p:ph type="pic" sz="quarter" idx="18"/>
          </p:nvPr>
        </p:nvSpPr>
        <p:spPr>
          <a:xfrm>
            <a:off x="8156525"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Tree>
    <p:extLst>
      <p:ext uri="{BB962C8B-B14F-4D97-AF65-F5344CB8AC3E}">
        <p14:creationId xmlns:p14="http://schemas.microsoft.com/office/powerpoint/2010/main" val="1620069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Vier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Insert title</a:t>
            </a:r>
          </a:p>
        </p:txBody>
      </p:sp>
      <p:sp>
        <p:nvSpPr>
          <p:cNvPr id="3" name="Inhaltsplatzhalter 2"/>
          <p:cNvSpPr>
            <a:spLocks noGrp="1"/>
          </p:cNvSpPr>
          <p:nvPr>
            <p:ph idx="1" hasCustomPrompt="1"/>
          </p:nvPr>
        </p:nvSpPr>
        <p:spPr>
          <a:xfrm>
            <a:off x="271460"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CA278A62-AE16-4E64-A40A-3E2590C25075}"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80379"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2" name="Inhaltsplatzhalter 2">
            <a:extLst>
              <a:ext uri="{FF2B5EF4-FFF2-40B4-BE49-F238E27FC236}">
                <a16:creationId xmlns:a16="http://schemas.microsoft.com/office/drawing/2014/main" id="{2115A716-7F0D-6001-BBDA-1C1AF55BDEB0}"/>
              </a:ext>
            </a:extLst>
          </p:cNvPr>
          <p:cNvSpPr>
            <a:spLocks noGrp="1"/>
          </p:cNvSpPr>
          <p:nvPr>
            <p:ph idx="17" hasCustomPrompt="1"/>
          </p:nvPr>
        </p:nvSpPr>
        <p:spPr>
          <a:xfrm>
            <a:off x="3228587"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3" name="Bildplatzhalter 4">
            <a:extLst>
              <a:ext uri="{FF2B5EF4-FFF2-40B4-BE49-F238E27FC236}">
                <a16:creationId xmlns:a16="http://schemas.microsoft.com/office/drawing/2014/main" id="{ADAF9B2C-8583-6129-0978-4CC7CC294B45}"/>
              </a:ext>
            </a:extLst>
          </p:cNvPr>
          <p:cNvSpPr>
            <a:spLocks noGrp="1"/>
          </p:cNvSpPr>
          <p:nvPr>
            <p:ph type="pic" sz="quarter" idx="18"/>
          </p:nvPr>
        </p:nvSpPr>
        <p:spPr>
          <a:xfrm>
            <a:off x="3237506"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4" name="Inhaltsplatzhalter 2">
            <a:extLst>
              <a:ext uri="{FF2B5EF4-FFF2-40B4-BE49-F238E27FC236}">
                <a16:creationId xmlns:a16="http://schemas.microsoft.com/office/drawing/2014/main" id="{5E0F70B3-FE43-EB4F-1A26-27C37577C871}"/>
              </a:ext>
            </a:extLst>
          </p:cNvPr>
          <p:cNvSpPr>
            <a:spLocks noGrp="1"/>
          </p:cNvSpPr>
          <p:nvPr>
            <p:ph idx="19" hasCustomPrompt="1"/>
          </p:nvPr>
        </p:nvSpPr>
        <p:spPr>
          <a:xfrm>
            <a:off x="6185714"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5" name="Bildplatzhalter 4">
            <a:extLst>
              <a:ext uri="{FF2B5EF4-FFF2-40B4-BE49-F238E27FC236}">
                <a16:creationId xmlns:a16="http://schemas.microsoft.com/office/drawing/2014/main" id="{D8C6563C-12FB-DB8B-2352-BC6B519F3546}"/>
              </a:ext>
            </a:extLst>
          </p:cNvPr>
          <p:cNvSpPr>
            <a:spLocks noGrp="1"/>
          </p:cNvSpPr>
          <p:nvPr>
            <p:ph type="pic" sz="quarter" idx="20"/>
          </p:nvPr>
        </p:nvSpPr>
        <p:spPr>
          <a:xfrm>
            <a:off x="6194633"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6" name="Inhaltsplatzhalter 2">
            <a:extLst>
              <a:ext uri="{FF2B5EF4-FFF2-40B4-BE49-F238E27FC236}">
                <a16:creationId xmlns:a16="http://schemas.microsoft.com/office/drawing/2014/main" id="{B4039616-C526-8550-70B5-FB949E593989}"/>
              </a:ext>
            </a:extLst>
          </p:cNvPr>
          <p:cNvSpPr>
            <a:spLocks noGrp="1"/>
          </p:cNvSpPr>
          <p:nvPr>
            <p:ph idx="21" hasCustomPrompt="1"/>
          </p:nvPr>
        </p:nvSpPr>
        <p:spPr>
          <a:xfrm>
            <a:off x="9142840"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9151759"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Tree>
    <p:extLst>
      <p:ext uri="{BB962C8B-B14F-4D97-AF65-F5344CB8AC3E}">
        <p14:creationId xmlns:p14="http://schemas.microsoft.com/office/powerpoint/2010/main" val="930470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eben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3" name="Inhaltsplatzhalter 2"/>
          <p:cNvSpPr>
            <a:spLocks noGrp="1"/>
          </p:cNvSpPr>
          <p:nvPr>
            <p:ph idx="1" hasCustomPrompt="1"/>
          </p:nvPr>
        </p:nvSpPr>
        <p:spPr>
          <a:xfrm>
            <a:off x="281300"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D0DB57AB-1C66-4B3E-9840-9F67D3AB4111}"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80378"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6" name="Inhaltsplatzhalter 2">
            <a:extLst>
              <a:ext uri="{FF2B5EF4-FFF2-40B4-BE49-F238E27FC236}">
                <a16:creationId xmlns:a16="http://schemas.microsoft.com/office/drawing/2014/main" id="{F20D1239-AC10-7CF3-7460-F409E82CBCF4}"/>
              </a:ext>
            </a:extLst>
          </p:cNvPr>
          <p:cNvSpPr>
            <a:spLocks noGrp="1"/>
          </p:cNvSpPr>
          <p:nvPr>
            <p:ph idx="17" hasCustomPrompt="1"/>
          </p:nvPr>
        </p:nvSpPr>
        <p:spPr>
          <a:xfrm>
            <a:off x="3235845"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17" name="Bildplatzhalter 4">
            <a:extLst>
              <a:ext uri="{FF2B5EF4-FFF2-40B4-BE49-F238E27FC236}">
                <a16:creationId xmlns:a16="http://schemas.microsoft.com/office/drawing/2014/main" id="{63E66951-4F0B-CBC1-A3F3-06E36980367D}"/>
              </a:ext>
            </a:extLst>
          </p:cNvPr>
          <p:cNvSpPr>
            <a:spLocks noGrp="1"/>
          </p:cNvSpPr>
          <p:nvPr>
            <p:ph type="pic" sz="quarter" idx="18"/>
          </p:nvPr>
        </p:nvSpPr>
        <p:spPr>
          <a:xfrm>
            <a:off x="3234923"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8" name="Inhaltsplatzhalter 2">
            <a:extLst>
              <a:ext uri="{FF2B5EF4-FFF2-40B4-BE49-F238E27FC236}">
                <a16:creationId xmlns:a16="http://schemas.microsoft.com/office/drawing/2014/main" id="{B22D8516-82BF-C968-B99F-F2C48726086A}"/>
              </a:ext>
            </a:extLst>
          </p:cNvPr>
          <p:cNvSpPr>
            <a:spLocks noGrp="1"/>
          </p:cNvSpPr>
          <p:nvPr>
            <p:ph idx="19" hasCustomPrompt="1"/>
          </p:nvPr>
        </p:nvSpPr>
        <p:spPr>
          <a:xfrm>
            <a:off x="6190390"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19" name="Bildplatzhalter 4">
            <a:extLst>
              <a:ext uri="{FF2B5EF4-FFF2-40B4-BE49-F238E27FC236}">
                <a16:creationId xmlns:a16="http://schemas.microsoft.com/office/drawing/2014/main" id="{CC380BDB-57AA-395C-97C5-32258AD42292}"/>
              </a:ext>
            </a:extLst>
          </p:cNvPr>
          <p:cNvSpPr>
            <a:spLocks noGrp="1"/>
          </p:cNvSpPr>
          <p:nvPr>
            <p:ph type="pic" sz="quarter" idx="20"/>
          </p:nvPr>
        </p:nvSpPr>
        <p:spPr>
          <a:xfrm>
            <a:off x="6189468"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0" name="Inhaltsplatzhalter 2">
            <a:extLst>
              <a:ext uri="{FF2B5EF4-FFF2-40B4-BE49-F238E27FC236}">
                <a16:creationId xmlns:a16="http://schemas.microsoft.com/office/drawing/2014/main" id="{AB12B8A9-2E40-004F-7D4B-DC8308302138}"/>
              </a:ext>
            </a:extLst>
          </p:cNvPr>
          <p:cNvSpPr>
            <a:spLocks noGrp="1"/>
          </p:cNvSpPr>
          <p:nvPr>
            <p:ph idx="21" hasCustomPrompt="1"/>
          </p:nvPr>
        </p:nvSpPr>
        <p:spPr>
          <a:xfrm>
            <a:off x="9144936"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1" name="Bildplatzhalter 4">
            <a:extLst>
              <a:ext uri="{FF2B5EF4-FFF2-40B4-BE49-F238E27FC236}">
                <a16:creationId xmlns:a16="http://schemas.microsoft.com/office/drawing/2014/main" id="{E8E60EDF-84BC-50DF-DF1D-12535BD165EA}"/>
              </a:ext>
            </a:extLst>
          </p:cNvPr>
          <p:cNvSpPr>
            <a:spLocks noGrp="1"/>
          </p:cNvSpPr>
          <p:nvPr>
            <p:ph type="pic" sz="quarter" idx="22"/>
          </p:nvPr>
        </p:nvSpPr>
        <p:spPr>
          <a:xfrm>
            <a:off x="9144014"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8" name="Inhaltsplatzhalter 2">
            <a:extLst>
              <a:ext uri="{FF2B5EF4-FFF2-40B4-BE49-F238E27FC236}">
                <a16:creationId xmlns:a16="http://schemas.microsoft.com/office/drawing/2014/main" id="{271646C3-68B0-05A8-5C65-22D55CE4808F}"/>
              </a:ext>
            </a:extLst>
          </p:cNvPr>
          <p:cNvSpPr>
            <a:spLocks noGrp="1"/>
          </p:cNvSpPr>
          <p:nvPr>
            <p:ph idx="23" hasCustomPrompt="1"/>
          </p:nvPr>
        </p:nvSpPr>
        <p:spPr>
          <a:xfrm>
            <a:off x="270797"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9" name="Bildplatzhalter 4">
            <a:extLst>
              <a:ext uri="{FF2B5EF4-FFF2-40B4-BE49-F238E27FC236}">
                <a16:creationId xmlns:a16="http://schemas.microsoft.com/office/drawing/2014/main" id="{EC544524-67DF-E44E-A80D-DEF20D907A89}"/>
              </a:ext>
            </a:extLst>
          </p:cNvPr>
          <p:cNvSpPr>
            <a:spLocks noGrp="1"/>
          </p:cNvSpPr>
          <p:nvPr>
            <p:ph type="pic" sz="quarter" idx="24"/>
          </p:nvPr>
        </p:nvSpPr>
        <p:spPr>
          <a:xfrm>
            <a:off x="269875"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0" name="Inhaltsplatzhalter 2">
            <a:extLst>
              <a:ext uri="{FF2B5EF4-FFF2-40B4-BE49-F238E27FC236}">
                <a16:creationId xmlns:a16="http://schemas.microsoft.com/office/drawing/2014/main" id="{E052A1FF-3C1D-18C9-FF8C-91D41AD5E46F}"/>
              </a:ext>
            </a:extLst>
          </p:cNvPr>
          <p:cNvSpPr>
            <a:spLocks noGrp="1"/>
          </p:cNvSpPr>
          <p:nvPr>
            <p:ph idx="25" hasCustomPrompt="1"/>
          </p:nvPr>
        </p:nvSpPr>
        <p:spPr>
          <a:xfrm>
            <a:off x="3225342"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31" name="Bildplatzhalter 4">
            <a:extLst>
              <a:ext uri="{FF2B5EF4-FFF2-40B4-BE49-F238E27FC236}">
                <a16:creationId xmlns:a16="http://schemas.microsoft.com/office/drawing/2014/main" id="{CA8F6A59-A25E-5F43-6AC1-01A66F711A97}"/>
              </a:ext>
            </a:extLst>
          </p:cNvPr>
          <p:cNvSpPr>
            <a:spLocks noGrp="1"/>
          </p:cNvSpPr>
          <p:nvPr>
            <p:ph type="pic" sz="quarter" idx="26"/>
          </p:nvPr>
        </p:nvSpPr>
        <p:spPr>
          <a:xfrm>
            <a:off x="3224420"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2" name="Inhaltsplatzhalter 2">
            <a:extLst>
              <a:ext uri="{FF2B5EF4-FFF2-40B4-BE49-F238E27FC236}">
                <a16:creationId xmlns:a16="http://schemas.microsoft.com/office/drawing/2014/main" id="{704FB434-2B9A-C168-61EC-9AE6DBA6CE72}"/>
              </a:ext>
            </a:extLst>
          </p:cNvPr>
          <p:cNvSpPr>
            <a:spLocks noGrp="1"/>
          </p:cNvSpPr>
          <p:nvPr>
            <p:ph idx="27" hasCustomPrompt="1"/>
          </p:nvPr>
        </p:nvSpPr>
        <p:spPr>
          <a:xfrm>
            <a:off x="6179887"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33" name="Bildplatzhalter 4">
            <a:extLst>
              <a:ext uri="{FF2B5EF4-FFF2-40B4-BE49-F238E27FC236}">
                <a16:creationId xmlns:a16="http://schemas.microsoft.com/office/drawing/2014/main" id="{1D1811AD-FBE2-BBD0-4B34-A096DE429FE1}"/>
              </a:ext>
            </a:extLst>
          </p:cNvPr>
          <p:cNvSpPr>
            <a:spLocks noGrp="1"/>
          </p:cNvSpPr>
          <p:nvPr>
            <p:ph type="pic" sz="quarter" idx="28"/>
          </p:nvPr>
        </p:nvSpPr>
        <p:spPr>
          <a:xfrm>
            <a:off x="6178965"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Tree>
    <p:extLst>
      <p:ext uri="{BB962C8B-B14F-4D97-AF65-F5344CB8AC3E}">
        <p14:creationId xmlns:p14="http://schemas.microsoft.com/office/powerpoint/2010/main" val="38181047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F325FC3B-891E-4B26-9DF4-971D77D74C88}"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69875"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6187440" y="1088740"/>
            <a:ext cx="5734685" cy="4287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8" name="Textplatzhalter 7">
            <a:extLst>
              <a:ext uri="{FF2B5EF4-FFF2-40B4-BE49-F238E27FC236}">
                <a16:creationId xmlns:a16="http://schemas.microsoft.com/office/drawing/2014/main" id="{4280664E-DD47-F588-9AC5-7EF892BCCD6D}"/>
              </a:ext>
            </a:extLst>
          </p:cNvPr>
          <p:cNvSpPr>
            <a:spLocks noGrp="1"/>
          </p:cNvSpPr>
          <p:nvPr>
            <p:ph type="body" sz="quarter" idx="23" hasCustomPrompt="1"/>
          </p:nvPr>
        </p:nvSpPr>
        <p:spPr>
          <a:xfrm>
            <a:off x="269875" y="2932875"/>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12" name="Bildplatzhalter 4">
            <a:extLst>
              <a:ext uri="{FF2B5EF4-FFF2-40B4-BE49-F238E27FC236}">
                <a16:creationId xmlns:a16="http://schemas.microsoft.com/office/drawing/2014/main" id="{BF131E8F-F030-F634-B58C-C4083E313DB0}"/>
              </a:ext>
            </a:extLst>
          </p:cNvPr>
          <p:cNvSpPr>
            <a:spLocks noGrp="1"/>
          </p:cNvSpPr>
          <p:nvPr>
            <p:ph type="pic" sz="quarter" idx="24"/>
          </p:nvPr>
        </p:nvSpPr>
        <p:spPr>
          <a:xfrm>
            <a:off x="2241952"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3" name="Textplatzhalter 7">
            <a:extLst>
              <a:ext uri="{FF2B5EF4-FFF2-40B4-BE49-F238E27FC236}">
                <a16:creationId xmlns:a16="http://schemas.microsoft.com/office/drawing/2014/main" id="{CCDDB8DD-2426-6FE0-DFEE-6DE9A58F0769}"/>
              </a:ext>
            </a:extLst>
          </p:cNvPr>
          <p:cNvSpPr>
            <a:spLocks noGrp="1"/>
          </p:cNvSpPr>
          <p:nvPr>
            <p:ph type="body" sz="quarter" idx="25" hasCustomPrompt="1"/>
          </p:nvPr>
        </p:nvSpPr>
        <p:spPr>
          <a:xfrm>
            <a:off x="2241952" y="2932875"/>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14" name="Bildplatzhalter 4">
            <a:extLst>
              <a:ext uri="{FF2B5EF4-FFF2-40B4-BE49-F238E27FC236}">
                <a16:creationId xmlns:a16="http://schemas.microsoft.com/office/drawing/2014/main" id="{983435DF-10F7-65D6-87B3-02DB8987199E}"/>
              </a:ext>
            </a:extLst>
          </p:cNvPr>
          <p:cNvSpPr>
            <a:spLocks noGrp="1"/>
          </p:cNvSpPr>
          <p:nvPr>
            <p:ph type="pic" sz="quarter" idx="26"/>
          </p:nvPr>
        </p:nvSpPr>
        <p:spPr>
          <a:xfrm>
            <a:off x="4216411"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5" name="Textplatzhalter 7">
            <a:extLst>
              <a:ext uri="{FF2B5EF4-FFF2-40B4-BE49-F238E27FC236}">
                <a16:creationId xmlns:a16="http://schemas.microsoft.com/office/drawing/2014/main" id="{C75924EC-5119-BC69-FAE4-4C5FAF979D6A}"/>
              </a:ext>
            </a:extLst>
          </p:cNvPr>
          <p:cNvSpPr>
            <a:spLocks noGrp="1"/>
          </p:cNvSpPr>
          <p:nvPr>
            <p:ph type="body" sz="quarter" idx="27" hasCustomPrompt="1"/>
          </p:nvPr>
        </p:nvSpPr>
        <p:spPr>
          <a:xfrm>
            <a:off x="4216411" y="2932875"/>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16" name="Bildplatzhalter 4">
            <a:extLst>
              <a:ext uri="{FF2B5EF4-FFF2-40B4-BE49-F238E27FC236}">
                <a16:creationId xmlns:a16="http://schemas.microsoft.com/office/drawing/2014/main" id="{8DBCB22B-C5B8-EE52-8843-F6E91485161D}"/>
              </a:ext>
            </a:extLst>
          </p:cNvPr>
          <p:cNvSpPr>
            <a:spLocks noGrp="1"/>
          </p:cNvSpPr>
          <p:nvPr>
            <p:ph type="pic" sz="quarter" idx="28"/>
          </p:nvPr>
        </p:nvSpPr>
        <p:spPr>
          <a:xfrm>
            <a:off x="269875"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7" name="Bildplatzhalter 4">
            <a:extLst>
              <a:ext uri="{FF2B5EF4-FFF2-40B4-BE49-F238E27FC236}">
                <a16:creationId xmlns:a16="http://schemas.microsoft.com/office/drawing/2014/main" id="{E9A2A0FF-0E7C-DA80-3753-010625EC4777}"/>
              </a:ext>
            </a:extLst>
          </p:cNvPr>
          <p:cNvSpPr>
            <a:spLocks noGrp="1"/>
          </p:cNvSpPr>
          <p:nvPr>
            <p:ph type="pic" sz="quarter" idx="29"/>
          </p:nvPr>
        </p:nvSpPr>
        <p:spPr>
          <a:xfrm>
            <a:off x="2241952"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8" name="Bildplatzhalter 4">
            <a:extLst>
              <a:ext uri="{FF2B5EF4-FFF2-40B4-BE49-F238E27FC236}">
                <a16:creationId xmlns:a16="http://schemas.microsoft.com/office/drawing/2014/main" id="{CCD0893B-0A26-A40A-4BEC-E9688A497FAD}"/>
              </a:ext>
            </a:extLst>
          </p:cNvPr>
          <p:cNvSpPr>
            <a:spLocks noGrp="1"/>
          </p:cNvSpPr>
          <p:nvPr>
            <p:ph type="pic" sz="quarter" idx="30"/>
          </p:nvPr>
        </p:nvSpPr>
        <p:spPr>
          <a:xfrm>
            <a:off x="4216411"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9" name="Textplatzhalter 7">
            <a:extLst>
              <a:ext uri="{FF2B5EF4-FFF2-40B4-BE49-F238E27FC236}">
                <a16:creationId xmlns:a16="http://schemas.microsoft.com/office/drawing/2014/main" id="{C01C616E-CDC8-43AA-E3EA-1068A0273501}"/>
              </a:ext>
            </a:extLst>
          </p:cNvPr>
          <p:cNvSpPr>
            <a:spLocks noGrp="1"/>
          </p:cNvSpPr>
          <p:nvPr>
            <p:ph type="body" sz="quarter" idx="31" hasCustomPrompt="1"/>
          </p:nvPr>
        </p:nvSpPr>
        <p:spPr>
          <a:xfrm>
            <a:off x="274033" y="5508398"/>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20" name="Textplatzhalter 7">
            <a:extLst>
              <a:ext uri="{FF2B5EF4-FFF2-40B4-BE49-F238E27FC236}">
                <a16:creationId xmlns:a16="http://schemas.microsoft.com/office/drawing/2014/main" id="{329A2272-896A-882E-5158-C54F5F68FD07}"/>
              </a:ext>
            </a:extLst>
          </p:cNvPr>
          <p:cNvSpPr>
            <a:spLocks noGrp="1"/>
          </p:cNvSpPr>
          <p:nvPr>
            <p:ph type="body" sz="quarter" idx="32" hasCustomPrompt="1"/>
          </p:nvPr>
        </p:nvSpPr>
        <p:spPr>
          <a:xfrm>
            <a:off x="2241952" y="5508398"/>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21" name="Textplatzhalter 7">
            <a:extLst>
              <a:ext uri="{FF2B5EF4-FFF2-40B4-BE49-F238E27FC236}">
                <a16:creationId xmlns:a16="http://schemas.microsoft.com/office/drawing/2014/main" id="{2522235C-97A4-2633-577F-C6E62223BE14}"/>
              </a:ext>
            </a:extLst>
          </p:cNvPr>
          <p:cNvSpPr>
            <a:spLocks noGrp="1"/>
          </p:cNvSpPr>
          <p:nvPr>
            <p:ph type="body" sz="quarter" idx="33" hasCustomPrompt="1"/>
          </p:nvPr>
        </p:nvSpPr>
        <p:spPr>
          <a:xfrm>
            <a:off x="4216411" y="5508398"/>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28" name="Textplatzhalter 7">
            <a:extLst>
              <a:ext uri="{FF2B5EF4-FFF2-40B4-BE49-F238E27FC236}">
                <a16:creationId xmlns:a16="http://schemas.microsoft.com/office/drawing/2014/main" id="{31240D61-DAE3-BD06-237A-C12594445A3C}"/>
              </a:ext>
            </a:extLst>
          </p:cNvPr>
          <p:cNvSpPr>
            <a:spLocks noGrp="1"/>
          </p:cNvSpPr>
          <p:nvPr>
            <p:ph type="body" sz="quarter" idx="34" hasCustomPrompt="1"/>
          </p:nvPr>
        </p:nvSpPr>
        <p:spPr>
          <a:xfrm>
            <a:off x="6190869" y="5508398"/>
            <a:ext cx="5734685" cy="424688"/>
          </a:xfrm>
        </p:spPr>
        <p:txBody>
          <a:bodyPr/>
          <a:lstStyle>
            <a:lvl1pPr>
              <a:defRPr/>
            </a:lvl1pPr>
          </a:lstStyle>
          <a:p>
            <a:pPr lvl="0"/>
            <a:r>
              <a:rPr lang="en-GB" noProof="0" dirty="0"/>
              <a:t>Team</a:t>
            </a:r>
          </a:p>
        </p:txBody>
      </p:sp>
    </p:spTree>
    <p:extLst>
      <p:ext uri="{BB962C8B-B14F-4D97-AF65-F5344CB8AC3E}">
        <p14:creationId xmlns:p14="http://schemas.microsoft.com/office/powerpoint/2010/main" val="41726659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ort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7C1AAB0F-B25A-4059-9C40-8DF97665F723}"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6182789"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1088740"/>
            <a:ext cx="5734685" cy="496916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8" name="Textplatzhalter 7">
            <a:extLst>
              <a:ext uri="{FF2B5EF4-FFF2-40B4-BE49-F238E27FC236}">
                <a16:creationId xmlns:a16="http://schemas.microsoft.com/office/drawing/2014/main" id="{4280664E-DD47-F588-9AC5-7EF892BCCD6D}"/>
              </a:ext>
            </a:extLst>
          </p:cNvPr>
          <p:cNvSpPr>
            <a:spLocks noGrp="1"/>
          </p:cNvSpPr>
          <p:nvPr>
            <p:ph type="body" sz="quarter" idx="23" hasCustomPrompt="1"/>
          </p:nvPr>
        </p:nvSpPr>
        <p:spPr>
          <a:xfrm>
            <a:off x="6182789" y="2932875"/>
            <a:ext cx="1792800" cy="424688"/>
          </a:xfrm>
        </p:spPr>
        <p:txBody>
          <a:bodyPr/>
          <a:lstStyle>
            <a:lvl1pPr>
              <a:defRPr/>
            </a:lvl1pPr>
          </a:lstStyle>
          <a:p>
            <a:pPr lvl="0"/>
            <a:r>
              <a:rPr lang="en-GB" noProof="0" dirty="0"/>
              <a:t>Insert content</a:t>
            </a:r>
          </a:p>
        </p:txBody>
      </p:sp>
      <p:sp>
        <p:nvSpPr>
          <p:cNvPr id="12" name="Bildplatzhalter 4">
            <a:extLst>
              <a:ext uri="{FF2B5EF4-FFF2-40B4-BE49-F238E27FC236}">
                <a16:creationId xmlns:a16="http://schemas.microsoft.com/office/drawing/2014/main" id="{BF131E8F-F030-F634-B58C-C4083E313DB0}"/>
              </a:ext>
            </a:extLst>
          </p:cNvPr>
          <p:cNvSpPr>
            <a:spLocks noGrp="1"/>
          </p:cNvSpPr>
          <p:nvPr>
            <p:ph type="pic" sz="quarter" idx="24"/>
          </p:nvPr>
        </p:nvSpPr>
        <p:spPr>
          <a:xfrm>
            <a:off x="8154866"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3" name="Textplatzhalter 7">
            <a:extLst>
              <a:ext uri="{FF2B5EF4-FFF2-40B4-BE49-F238E27FC236}">
                <a16:creationId xmlns:a16="http://schemas.microsoft.com/office/drawing/2014/main" id="{CCDDB8DD-2426-6FE0-DFEE-6DE9A58F0769}"/>
              </a:ext>
            </a:extLst>
          </p:cNvPr>
          <p:cNvSpPr>
            <a:spLocks noGrp="1"/>
          </p:cNvSpPr>
          <p:nvPr>
            <p:ph type="body" sz="quarter" idx="25" hasCustomPrompt="1"/>
          </p:nvPr>
        </p:nvSpPr>
        <p:spPr>
          <a:xfrm>
            <a:off x="8154866" y="2932875"/>
            <a:ext cx="1792800" cy="424688"/>
          </a:xfrm>
        </p:spPr>
        <p:txBody>
          <a:bodyPr/>
          <a:lstStyle>
            <a:lvl1pPr>
              <a:defRPr/>
            </a:lvl1pPr>
          </a:lstStyle>
          <a:p>
            <a:pPr lvl="0"/>
            <a:r>
              <a:rPr lang="en-GB" noProof="0" dirty="0"/>
              <a:t>Insert content</a:t>
            </a:r>
          </a:p>
        </p:txBody>
      </p:sp>
      <p:sp>
        <p:nvSpPr>
          <p:cNvPr id="14" name="Bildplatzhalter 4">
            <a:extLst>
              <a:ext uri="{FF2B5EF4-FFF2-40B4-BE49-F238E27FC236}">
                <a16:creationId xmlns:a16="http://schemas.microsoft.com/office/drawing/2014/main" id="{983435DF-10F7-65D6-87B3-02DB8987199E}"/>
              </a:ext>
            </a:extLst>
          </p:cNvPr>
          <p:cNvSpPr>
            <a:spLocks noGrp="1"/>
          </p:cNvSpPr>
          <p:nvPr>
            <p:ph type="pic" sz="quarter" idx="26"/>
          </p:nvPr>
        </p:nvSpPr>
        <p:spPr>
          <a:xfrm>
            <a:off x="10129325"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5" name="Textplatzhalter 7">
            <a:extLst>
              <a:ext uri="{FF2B5EF4-FFF2-40B4-BE49-F238E27FC236}">
                <a16:creationId xmlns:a16="http://schemas.microsoft.com/office/drawing/2014/main" id="{C75924EC-5119-BC69-FAE4-4C5FAF979D6A}"/>
              </a:ext>
            </a:extLst>
          </p:cNvPr>
          <p:cNvSpPr>
            <a:spLocks noGrp="1"/>
          </p:cNvSpPr>
          <p:nvPr>
            <p:ph type="body" sz="quarter" idx="27" hasCustomPrompt="1"/>
          </p:nvPr>
        </p:nvSpPr>
        <p:spPr>
          <a:xfrm>
            <a:off x="10129325" y="2932875"/>
            <a:ext cx="1792800" cy="424688"/>
          </a:xfrm>
        </p:spPr>
        <p:txBody>
          <a:bodyPr/>
          <a:lstStyle>
            <a:lvl1pPr>
              <a:defRPr/>
            </a:lvl1pPr>
          </a:lstStyle>
          <a:p>
            <a:pPr lvl="0"/>
            <a:r>
              <a:rPr lang="en-GB" noProof="0" dirty="0"/>
              <a:t>Insert content</a:t>
            </a:r>
          </a:p>
        </p:txBody>
      </p:sp>
      <p:sp>
        <p:nvSpPr>
          <p:cNvPr id="16" name="Bildplatzhalter 4">
            <a:extLst>
              <a:ext uri="{FF2B5EF4-FFF2-40B4-BE49-F238E27FC236}">
                <a16:creationId xmlns:a16="http://schemas.microsoft.com/office/drawing/2014/main" id="{8DBCB22B-C5B8-EE52-8843-F6E91485161D}"/>
              </a:ext>
            </a:extLst>
          </p:cNvPr>
          <p:cNvSpPr>
            <a:spLocks noGrp="1"/>
          </p:cNvSpPr>
          <p:nvPr>
            <p:ph type="pic" sz="quarter" idx="28"/>
          </p:nvPr>
        </p:nvSpPr>
        <p:spPr>
          <a:xfrm>
            <a:off x="6182789"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7" name="Bildplatzhalter 4">
            <a:extLst>
              <a:ext uri="{FF2B5EF4-FFF2-40B4-BE49-F238E27FC236}">
                <a16:creationId xmlns:a16="http://schemas.microsoft.com/office/drawing/2014/main" id="{E9A2A0FF-0E7C-DA80-3753-010625EC4777}"/>
              </a:ext>
            </a:extLst>
          </p:cNvPr>
          <p:cNvSpPr>
            <a:spLocks noGrp="1"/>
          </p:cNvSpPr>
          <p:nvPr>
            <p:ph type="pic" sz="quarter" idx="29"/>
          </p:nvPr>
        </p:nvSpPr>
        <p:spPr>
          <a:xfrm>
            <a:off x="8154866"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8" name="Bildplatzhalter 4">
            <a:extLst>
              <a:ext uri="{FF2B5EF4-FFF2-40B4-BE49-F238E27FC236}">
                <a16:creationId xmlns:a16="http://schemas.microsoft.com/office/drawing/2014/main" id="{CCD0893B-0A26-A40A-4BEC-E9688A497FAD}"/>
              </a:ext>
            </a:extLst>
          </p:cNvPr>
          <p:cNvSpPr>
            <a:spLocks noGrp="1"/>
          </p:cNvSpPr>
          <p:nvPr>
            <p:ph type="pic" sz="quarter" idx="30"/>
          </p:nvPr>
        </p:nvSpPr>
        <p:spPr>
          <a:xfrm>
            <a:off x="10129325"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9" name="Textplatzhalter 7">
            <a:extLst>
              <a:ext uri="{FF2B5EF4-FFF2-40B4-BE49-F238E27FC236}">
                <a16:creationId xmlns:a16="http://schemas.microsoft.com/office/drawing/2014/main" id="{C01C616E-CDC8-43AA-E3EA-1068A0273501}"/>
              </a:ext>
            </a:extLst>
          </p:cNvPr>
          <p:cNvSpPr>
            <a:spLocks noGrp="1"/>
          </p:cNvSpPr>
          <p:nvPr>
            <p:ph type="body" sz="quarter" idx="31" hasCustomPrompt="1"/>
          </p:nvPr>
        </p:nvSpPr>
        <p:spPr>
          <a:xfrm>
            <a:off x="6186947" y="5659152"/>
            <a:ext cx="1792800" cy="424688"/>
          </a:xfrm>
        </p:spPr>
        <p:txBody>
          <a:bodyPr/>
          <a:lstStyle>
            <a:lvl1pPr>
              <a:defRPr/>
            </a:lvl1pPr>
          </a:lstStyle>
          <a:p>
            <a:pPr lvl="0"/>
            <a:r>
              <a:rPr lang="en-GB" noProof="0" dirty="0"/>
              <a:t>Insert content</a:t>
            </a:r>
          </a:p>
        </p:txBody>
      </p:sp>
      <p:sp>
        <p:nvSpPr>
          <p:cNvPr id="20" name="Textplatzhalter 7">
            <a:extLst>
              <a:ext uri="{FF2B5EF4-FFF2-40B4-BE49-F238E27FC236}">
                <a16:creationId xmlns:a16="http://schemas.microsoft.com/office/drawing/2014/main" id="{329A2272-896A-882E-5158-C54F5F68FD07}"/>
              </a:ext>
            </a:extLst>
          </p:cNvPr>
          <p:cNvSpPr>
            <a:spLocks noGrp="1"/>
          </p:cNvSpPr>
          <p:nvPr>
            <p:ph type="body" sz="quarter" idx="32" hasCustomPrompt="1"/>
          </p:nvPr>
        </p:nvSpPr>
        <p:spPr>
          <a:xfrm>
            <a:off x="8154866" y="5659152"/>
            <a:ext cx="1792800" cy="424688"/>
          </a:xfrm>
        </p:spPr>
        <p:txBody>
          <a:bodyPr/>
          <a:lstStyle>
            <a:lvl1pPr>
              <a:defRPr/>
            </a:lvl1pPr>
          </a:lstStyle>
          <a:p>
            <a:pPr lvl="0"/>
            <a:r>
              <a:rPr lang="en-GB" noProof="0" dirty="0"/>
              <a:t>Insert content</a:t>
            </a:r>
          </a:p>
        </p:txBody>
      </p:sp>
      <p:sp>
        <p:nvSpPr>
          <p:cNvPr id="21" name="Textplatzhalter 7">
            <a:extLst>
              <a:ext uri="{FF2B5EF4-FFF2-40B4-BE49-F238E27FC236}">
                <a16:creationId xmlns:a16="http://schemas.microsoft.com/office/drawing/2014/main" id="{2522235C-97A4-2633-577F-C6E62223BE14}"/>
              </a:ext>
            </a:extLst>
          </p:cNvPr>
          <p:cNvSpPr>
            <a:spLocks noGrp="1"/>
          </p:cNvSpPr>
          <p:nvPr>
            <p:ph type="body" sz="quarter" idx="33" hasCustomPrompt="1"/>
          </p:nvPr>
        </p:nvSpPr>
        <p:spPr>
          <a:xfrm>
            <a:off x="10129325" y="5659152"/>
            <a:ext cx="1792800" cy="424688"/>
          </a:xfrm>
        </p:spPr>
        <p:txBody>
          <a:bodyPr/>
          <a:lstStyle>
            <a:lvl1pPr>
              <a:defRPr/>
            </a:lvl1pPr>
          </a:lstStyle>
          <a:p>
            <a:pPr lvl="0"/>
            <a:r>
              <a:rPr lang="en-GB" noProof="0" dirty="0"/>
              <a:t>Insert content</a:t>
            </a:r>
          </a:p>
        </p:txBody>
      </p:sp>
    </p:spTree>
    <p:extLst>
      <p:ext uri="{BB962C8B-B14F-4D97-AF65-F5344CB8AC3E}">
        <p14:creationId xmlns:p14="http://schemas.microsoft.com/office/powerpoint/2010/main" val="7620271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udent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7A3A1E12-AECE-4636-8DD2-F4E5BB3BA9B0}"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866775"/>
            <a:ext cx="7688373" cy="5362575"/>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 name="Inhaltsplatzhalter 10">
            <a:extLst>
              <a:ext uri="{FF2B5EF4-FFF2-40B4-BE49-F238E27FC236}">
                <a16:creationId xmlns:a16="http://schemas.microsoft.com/office/drawing/2014/main" id="{FFC20296-E86A-3879-BD39-9F30E3319478}"/>
              </a:ext>
            </a:extLst>
          </p:cNvPr>
          <p:cNvSpPr>
            <a:spLocks noGrp="1"/>
          </p:cNvSpPr>
          <p:nvPr>
            <p:ph sz="quarter" idx="23" hasCustomPrompt="1"/>
          </p:nvPr>
        </p:nvSpPr>
        <p:spPr>
          <a:xfrm>
            <a:off x="8148638" y="866775"/>
            <a:ext cx="3768835" cy="1871515"/>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2" name="Inhaltsplatzhalter 10">
            <a:extLst>
              <a:ext uri="{FF2B5EF4-FFF2-40B4-BE49-F238E27FC236}">
                <a16:creationId xmlns:a16="http://schemas.microsoft.com/office/drawing/2014/main" id="{64B2AD41-4DD5-6051-D34F-CA90E2343F5D}"/>
              </a:ext>
            </a:extLst>
          </p:cNvPr>
          <p:cNvSpPr>
            <a:spLocks noGrp="1"/>
          </p:cNvSpPr>
          <p:nvPr>
            <p:ph sz="quarter" idx="24" hasCustomPrompt="1"/>
          </p:nvPr>
        </p:nvSpPr>
        <p:spPr>
          <a:xfrm>
            <a:off x="8148638" y="2938463"/>
            <a:ext cx="3768835" cy="293880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8" name="Textplatzhalter 27">
            <a:extLst>
              <a:ext uri="{FF2B5EF4-FFF2-40B4-BE49-F238E27FC236}">
                <a16:creationId xmlns:a16="http://schemas.microsoft.com/office/drawing/2014/main" id="{D10D92F6-CEED-9778-52E5-5789FA1E2137}"/>
              </a:ext>
            </a:extLst>
          </p:cNvPr>
          <p:cNvSpPr>
            <a:spLocks noGrp="1"/>
          </p:cNvSpPr>
          <p:nvPr>
            <p:ph type="body" sz="quarter" idx="25" hasCustomPrompt="1"/>
          </p:nvPr>
        </p:nvSpPr>
        <p:spPr>
          <a:xfrm>
            <a:off x="8154000" y="6013950"/>
            <a:ext cx="3768835" cy="205200"/>
          </a:xfrm>
        </p:spPr>
        <p:txBody>
          <a:bodyPr anchor="b"/>
          <a:lstStyle>
            <a:lvl1pPr>
              <a:lnSpc>
                <a:spcPct val="109000"/>
              </a:lnSpc>
              <a:defRPr sz="12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Quelle </a:t>
            </a:r>
            <a:r>
              <a:rPr lang="en-GB" noProof="0" dirty="0" err="1"/>
              <a:t>hinzufügen</a:t>
            </a:r>
            <a:endParaRPr lang="en-GB" noProof="0" dirty="0"/>
          </a:p>
        </p:txBody>
      </p:sp>
    </p:spTree>
    <p:extLst>
      <p:ext uri="{BB962C8B-B14F-4D97-AF65-F5344CB8AC3E}">
        <p14:creationId xmlns:p14="http://schemas.microsoft.com/office/powerpoint/2010/main" val="15930016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hs Texte mit Grafik">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E7CF0953-8768-4B3D-8120-18904D008BCB}"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8156522" y="876298"/>
            <a:ext cx="3765601" cy="5353052"/>
          </a:xfrm>
          <a:noFill/>
        </p:spPr>
        <p:txBody>
          <a:bodyPr tIns="720000" anchor="ctr"/>
          <a:lstStyle>
            <a:lvl1pPr algn="ctr">
              <a:defRPr sz="1200"/>
            </a:lvl1pPr>
          </a:lstStyle>
          <a:p>
            <a:r>
              <a:rPr lang="en-US" noProof="0"/>
              <a:t>Click icon to add picture</a:t>
            </a:r>
            <a:endParaRPr lang="en-GB" noProof="0" dirty="0"/>
          </a:p>
        </p:txBody>
      </p:sp>
      <p:sp>
        <p:nvSpPr>
          <p:cNvPr id="8" name="Inhaltsplatzhalter 10">
            <a:extLst>
              <a:ext uri="{FF2B5EF4-FFF2-40B4-BE49-F238E27FC236}">
                <a16:creationId xmlns:a16="http://schemas.microsoft.com/office/drawing/2014/main" id="{19B00308-6650-D1AB-F5C5-991F60192BF4}"/>
              </a:ext>
            </a:extLst>
          </p:cNvPr>
          <p:cNvSpPr>
            <a:spLocks noGrp="1"/>
          </p:cNvSpPr>
          <p:nvPr>
            <p:ph sz="quarter" idx="23" hasCustomPrompt="1"/>
          </p:nvPr>
        </p:nvSpPr>
        <p:spPr>
          <a:xfrm>
            <a:off x="269877" y="876299"/>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9" name="Inhaltsplatzhalter 10">
            <a:extLst>
              <a:ext uri="{FF2B5EF4-FFF2-40B4-BE49-F238E27FC236}">
                <a16:creationId xmlns:a16="http://schemas.microsoft.com/office/drawing/2014/main" id="{64747F6A-D136-3EFB-6E19-6A385022B994}"/>
              </a:ext>
            </a:extLst>
          </p:cNvPr>
          <p:cNvSpPr>
            <a:spLocks noGrp="1"/>
          </p:cNvSpPr>
          <p:nvPr>
            <p:ph sz="quarter" idx="24" hasCustomPrompt="1"/>
          </p:nvPr>
        </p:nvSpPr>
        <p:spPr>
          <a:xfrm>
            <a:off x="4213200" y="876298"/>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Inhaltsplatzhalter 10">
            <a:extLst>
              <a:ext uri="{FF2B5EF4-FFF2-40B4-BE49-F238E27FC236}">
                <a16:creationId xmlns:a16="http://schemas.microsoft.com/office/drawing/2014/main" id="{B3A42B55-571E-7D35-8A1D-2EE06F2B25D1}"/>
              </a:ext>
            </a:extLst>
          </p:cNvPr>
          <p:cNvSpPr>
            <a:spLocks noGrp="1"/>
          </p:cNvSpPr>
          <p:nvPr>
            <p:ph sz="quarter" idx="25" hasCustomPrompt="1"/>
          </p:nvPr>
        </p:nvSpPr>
        <p:spPr>
          <a:xfrm>
            <a:off x="271068" y="2764546"/>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2" name="Inhaltsplatzhalter 10">
            <a:extLst>
              <a:ext uri="{FF2B5EF4-FFF2-40B4-BE49-F238E27FC236}">
                <a16:creationId xmlns:a16="http://schemas.microsoft.com/office/drawing/2014/main" id="{45D49E17-FFEA-350F-4AF4-82760A288C52}"/>
              </a:ext>
            </a:extLst>
          </p:cNvPr>
          <p:cNvSpPr>
            <a:spLocks noGrp="1"/>
          </p:cNvSpPr>
          <p:nvPr>
            <p:ph sz="quarter" idx="26" hasCustomPrompt="1"/>
          </p:nvPr>
        </p:nvSpPr>
        <p:spPr>
          <a:xfrm>
            <a:off x="4214391" y="2764545"/>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 name="Inhaltsplatzhalter 10">
            <a:extLst>
              <a:ext uri="{FF2B5EF4-FFF2-40B4-BE49-F238E27FC236}">
                <a16:creationId xmlns:a16="http://schemas.microsoft.com/office/drawing/2014/main" id="{02C0735D-E433-CC9E-BA2C-CE7019E863A6}"/>
              </a:ext>
            </a:extLst>
          </p:cNvPr>
          <p:cNvSpPr>
            <a:spLocks noGrp="1"/>
          </p:cNvSpPr>
          <p:nvPr>
            <p:ph sz="quarter" idx="27" hasCustomPrompt="1"/>
          </p:nvPr>
        </p:nvSpPr>
        <p:spPr>
          <a:xfrm>
            <a:off x="267953" y="4647380"/>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4" name="Inhaltsplatzhalter 10">
            <a:extLst>
              <a:ext uri="{FF2B5EF4-FFF2-40B4-BE49-F238E27FC236}">
                <a16:creationId xmlns:a16="http://schemas.microsoft.com/office/drawing/2014/main" id="{57EE092B-F3B3-A0AB-6AF8-3C6F16032461}"/>
              </a:ext>
            </a:extLst>
          </p:cNvPr>
          <p:cNvSpPr>
            <a:spLocks noGrp="1"/>
          </p:cNvSpPr>
          <p:nvPr>
            <p:ph sz="quarter" idx="28" hasCustomPrompt="1"/>
          </p:nvPr>
        </p:nvSpPr>
        <p:spPr>
          <a:xfrm>
            <a:off x="4211276" y="4647379"/>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16602253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ünf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2" y="244800"/>
            <a:ext cx="5760000" cy="1005258"/>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584041F6-046E-403A-9CEE-C102C46EFFD4}"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266936" y="1371600"/>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9" name="Inhaltsplatzhalter 2">
            <a:extLst>
              <a:ext uri="{FF2B5EF4-FFF2-40B4-BE49-F238E27FC236}">
                <a16:creationId xmlns:a16="http://schemas.microsoft.com/office/drawing/2014/main" id="{442D8CDC-499B-83AC-9951-0F3067D8DBBA}"/>
              </a:ext>
            </a:extLst>
          </p:cNvPr>
          <p:cNvSpPr>
            <a:spLocks noGrp="1"/>
          </p:cNvSpPr>
          <p:nvPr>
            <p:ph idx="22" hasCustomPrompt="1"/>
          </p:nvPr>
        </p:nvSpPr>
        <p:spPr>
          <a:xfrm>
            <a:off x="2264568" y="1371600"/>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8" name="Bildplatzhalter 4">
            <a:extLst>
              <a:ext uri="{FF2B5EF4-FFF2-40B4-BE49-F238E27FC236}">
                <a16:creationId xmlns:a16="http://schemas.microsoft.com/office/drawing/2014/main" id="{6BDEB48F-A5F4-E47E-A6CF-964F1398E89A}"/>
              </a:ext>
            </a:extLst>
          </p:cNvPr>
          <p:cNvSpPr>
            <a:spLocks noGrp="1"/>
          </p:cNvSpPr>
          <p:nvPr>
            <p:ph type="pic" sz="quarter" idx="26"/>
          </p:nvPr>
        </p:nvSpPr>
        <p:spPr>
          <a:xfrm>
            <a:off x="269875" y="3105944"/>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0" name="Bildplatzhalter 4">
            <a:extLst>
              <a:ext uri="{FF2B5EF4-FFF2-40B4-BE49-F238E27FC236}">
                <a16:creationId xmlns:a16="http://schemas.microsoft.com/office/drawing/2014/main" id="{4D8633B6-F883-1298-E515-91B31B28E3A4}"/>
              </a:ext>
            </a:extLst>
          </p:cNvPr>
          <p:cNvSpPr>
            <a:spLocks noGrp="1"/>
          </p:cNvSpPr>
          <p:nvPr>
            <p:ph type="pic" sz="quarter" idx="28"/>
          </p:nvPr>
        </p:nvSpPr>
        <p:spPr>
          <a:xfrm>
            <a:off x="269875" y="4840288"/>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6" name="Bildplatzhalter 4">
            <a:extLst>
              <a:ext uri="{FF2B5EF4-FFF2-40B4-BE49-F238E27FC236}">
                <a16:creationId xmlns:a16="http://schemas.microsoft.com/office/drawing/2014/main" id="{0ED7E5AD-E183-82CD-F090-884A82A4B967}"/>
              </a:ext>
            </a:extLst>
          </p:cNvPr>
          <p:cNvSpPr>
            <a:spLocks noGrp="1"/>
          </p:cNvSpPr>
          <p:nvPr>
            <p:ph type="pic" sz="quarter" idx="30"/>
          </p:nvPr>
        </p:nvSpPr>
        <p:spPr>
          <a:xfrm>
            <a:off x="6180532" y="1371600"/>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9" name="Bildplatzhalter 4">
            <a:extLst>
              <a:ext uri="{FF2B5EF4-FFF2-40B4-BE49-F238E27FC236}">
                <a16:creationId xmlns:a16="http://schemas.microsoft.com/office/drawing/2014/main" id="{560DE703-9043-4D96-9589-6AB1C9265741}"/>
              </a:ext>
            </a:extLst>
          </p:cNvPr>
          <p:cNvSpPr>
            <a:spLocks noGrp="1"/>
          </p:cNvSpPr>
          <p:nvPr>
            <p:ph type="pic" sz="quarter" idx="32"/>
          </p:nvPr>
        </p:nvSpPr>
        <p:spPr>
          <a:xfrm>
            <a:off x="6180532" y="3105944"/>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 name="Inhaltsplatzhalter 2">
            <a:extLst>
              <a:ext uri="{FF2B5EF4-FFF2-40B4-BE49-F238E27FC236}">
                <a16:creationId xmlns:a16="http://schemas.microsoft.com/office/drawing/2014/main" id="{235B7962-C9CE-24B7-343C-9D504EEF1ADA}"/>
              </a:ext>
            </a:extLst>
          </p:cNvPr>
          <p:cNvSpPr>
            <a:spLocks noGrp="1"/>
          </p:cNvSpPr>
          <p:nvPr>
            <p:ph idx="34" hasCustomPrompt="1"/>
          </p:nvPr>
        </p:nvSpPr>
        <p:spPr>
          <a:xfrm>
            <a:off x="2264568" y="3105944"/>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7" name="Inhaltsplatzhalter 2">
            <a:extLst>
              <a:ext uri="{FF2B5EF4-FFF2-40B4-BE49-F238E27FC236}">
                <a16:creationId xmlns:a16="http://schemas.microsoft.com/office/drawing/2014/main" id="{DFF4B996-5BF2-362E-6F3C-0472752C4919}"/>
              </a:ext>
            </a:extLst>
          </p:cNvPr>
          <p:cNvSpPr>
            <a:spLocks noGrp="1"/>
          </p:cNvSpPr>
          <p:nvPr>
            <p:ph idx="35" hasCustomPrompt="1"/>
          </p:nvPr>
        </p:nvSpPr>
        <p:spPr>
          <a:xfrm>
            <a:off x="2264568" y="4840288"/>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8" name="Inhaltsplatzhalter 2">
            <a:extLst>
              <a:ext uri="{FF2B5EF4-FFF2-40B4-BE49-F238E27FC236}">
                <a16:creationId xmlns:a16="http://schemas.microsoft.com/office/drawing/2014/main" id="{23CD5622-E8DA-D57A-1F36-A80A2A8ACA69}"/>
              </a:ext>
            </a:extLst>
          </p:cNvPr>
          <p:cNvSpPr>
            <a:spLocks noGrp="1"/>
          </p:cNvSpPr>
          <p:nvPr>
            <p:ph idx="36" hasCustomPrompt="1"/>
          </p:nvPr>
        </p:nvSpPr>
        <p:spPr>
          <a:xfrm>
            <a:off x="8184232" y="3105944"/>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Inhaltsplatzhalter 2">
            <a:extLst>
              <a:ext uri="{FF2B5EF4-FFF2-40B4-BE49-F238E27FC236}">
                <a16:creationId xmlns:a16="http://schemas.microsoft.com/office/drawing/2014/main" id="{60987D4F-9295-E825-B64B-CE16F9CC37E4}"/>
              </a:ext>
            </a:extLst>
          </p:cNvPr>
          <p:cNvSpPr>
            <a:spLocks noGrp="1"/>
          </p:cNvSpPr>
          <p:nvPr>
            <p:ph idx="37" hasCustomPrompt="1"/>
          </p:nvPr>
        </p:nvSpPr>
        <p:spPr>
          <a:xfrm>
            <a:off x="8184232" y="1371600"/>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23898624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Neun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3" y="244800"/>
            <a:ext cx="5760000" cy="1005258"/>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9ECCC2C6-B7FC-4EA0-A8DA-DEAF5FA165D3}"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266936" y="158626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9" name="Inhaltsplatzhalter 2">
            <a:extLst>
              <a:ext uri="{FF2B5EF4-FFF2-40B4-BE49-F238E27FC236}">
                <a16:creationId xmlns:a16="http://schemas.microsoft.com/office/drawing/2014/main" id="{442D8CDC-499B-83AC-9951-0F3067D8DBBA}"/>
              </a:ext>
            </a:extLst>
          </p:cNvPr>
          <p:cNvSpPr>
            <a:spLocks noGrp="1"/>
          </p:cNvSpPr>
          <p:nvPr>
            <p:ph idx="22" hasCustomPrompt="1"/>
          </p:nvPr>
        </p:nvSpPr>
        <p:spPr>
          <a:xfrm>
            <a:off x="1254919" y="158626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0" name="Bildplatzhalter 4">
            <a:extLst>
              <a:ext uri="{FF2B5EF4-FFF2-40B4-BE49-F238E27FC236}">
                <a16:creationId xmlns:a16="http://schemas.microsoft.com/office/drawing/2014/main" id="{622633EA-CE0F-D311-E9F8-E4FF04D03BC7}"/>
              </a:ext>
            </a:extLst>
          </p:cNvPr>
          <p:cNvSpPr>
            <a:spLocks noGrp="1"/>
          </p:cNvSpPr>
          <p:nvPr>
            <p:ph type="pic" sz="quarter" idx="26"/>
          </p:nvPr>
        </p:nvSpPr>
        <p:spPr>
          <a:xfrm>
            <a:off x="266936" y="313535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1" name="Inhaltsplatzhalter 2">
            <a:extLst>
              <a:ext uri="{FF2B5EF4-FFF2-40B4-BE49-F238E27FC236}">
                <a16:creationId xmlns:a16="http://schemas.microsoft.com/office/drawing/2014/main" id="{B2222D7F-5144-753F-7AF0-A8D709992A99}"/>
              </a:ext>
            </a:extLst>
          </p:cNvPr>
          <p:cNvSpPr>
            <a:spLocks noGrp="1"/>
          </p:cNvSpPr>
          <p:nvPr>
            <p:ph idx="27" hasCustomPrompt="1"/>
          </p:nvPr>
        </p:nvSpPr>
        <p:spPr>
          <a:xfrm>
            <a:off x="1254919"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2" name="Bildplatzhalter 4">
            <a:extLst>
              <a:ext uri="{FF2B5EF4-FFF2-40B4-BE49-F238E27FC236}">
                <a16:creationId xmlns:a16="http://schemas.microsoft.com/office/drawing/2014/main" id="{03285094-5EB7-BA03-462D-65224736565D}"/>
              </a:ext>
            </a:extLst>
          </p:cNvPr>
          <p:cNvSpPr>
            <a:spLocks noGrp="1"/>
          </p:cNvSpPr>
          <p:nvPr>
            <p:ph type="pic" sz="quarter" idx="28"/>
          </p:nvPr>
        </p:nvSpPr>
        <p:spPr>
          <a:xfrm>
            <a:off x="266936" y="4680322"/>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3" name="Inhaltsplatzhalter 2">
            <a:extLst>
              <a:ext uri="{FF2B5EF4-FFF2-40B4-BE49-F238E27FC236}">
                <a16:creationId xmlns:a16="http://schemas.microsoft.com/office/drawing/2014/main" id="{42C14EDF-15BE-41CE-9D5E-3D50F6B67AB4}"/>
              </a:ext>
            </a:extLst>
          </p:cNvPr>
          <p:cNvSpPr>
            <a:spLocks noGrp="1"/>
          </p:cNvSpPr>
          <p:nvPr>
            <p:ph idx="29" hasCustomPrompt="1"/>
          </p:nvPr>
        </p:nvSpPr>
        <p:spPr>
          <a:xfrm>
            <a:off x="1254919"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4" name="Bildplatzhalter 4">
            <a:extLst>
              <a:ext uri="{FF2B5EF4-FFF2-40B4-BE49-F238E27FC236}">
                <a16:creationId xmlns:a16="http://schemas.microsoft.com/office/drawing/2014/main" id="{DAC93A43-12FF-3F6B-DA7A-A04D2ECA735B}"/>
              </a:ext>
            </a:extLst>
          </p:cNvPr>
          <p:cNvSpPr>
            <a:spLocks noGrp="1"/>
          </p:cNvSpPr>
          <p:nvPr>
            <p:ph type="pic" sz="quarter" idx="30"/>
          </p:nvPr>
        </p:nvSpPr>
        <p:spPr>
          <a:xfrm>
            <a:off x="4202236" y="158626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5" name="Inhaltsplatzhalter 2">
            <a:extLst>
              <a:ext uri="{FF2B5EF4-FFF2-40B4-BE49-F238E27FC236}">
                <a16:creationId xmlns:a16="http://schemas.microsoft.com/office/drawing/2014/main" id="{A696B000-854E-5397-BD25-46F024ACF0B6}"/>
              </a:ext>
            </a:extLst>
          </p:cNvPr>
          <p:cNvSpPr>
            <a:spLocks noGrp="1"/>
          </p:cNvSpPr>
          <p:nvPr>
            <p:ph idx="31" hasCustomPrompt="1"/>
          </p:nvPr>
        </p:nvSpPr>
        <p:spPr>
          <a:xfrm>
            <a:off x="5195900" y="158626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6" name="Bildplatzhalter 4">
            <a:extLst>
              <a:ext uri="{FF2B5EF4-FFF2-40B4-BE49-F238E27FC236}">
                <a16:creationId xmlns:a16="http://schemas.microsoft.com/office/drawing/2014/main" id="{755C6D27-9F7F-A193-A31F-2412FB8334A4}"/>
              </a:ext>
            </a:extLst>
          </p:cNvPr>
          <p:cNvSpPr>
            <a:spLocks noGrp="1"/>
          </p:cNvSpPr>
          <p:nvPr>
            <p:ph type="pic" sz="quarter" idx="32"/>
          </p:nvPr>
        </p:nvSpPr>
        <p:spPr>
          <a:xfrm>
            <a:off x="4202236" y="313535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3" name="Inhaltsplatzhalter 2">
            <a:extLst>
              <a:ext uri="{FF2B5EF4-FFF2-40B4-BE49-F238E27FC236}">
                <a16:creationId xmlns:a16="http://schemas.microsoft.com/office/drawing/2014/main" id="{80A26B48-243C-9DD6-BDC2-FE40212B1AAE}"/>
              </a:ext>
            </a:extLst>
          </p:cNvPr>
          <p:cNvSpPr>
            <a:spLocks noGrp="1"/>
          </p:cNvSpPr>
          <p:nvPr>
            <p:ph idx="33" hasCustomPrompt="1"/>
          </p:nvPr>
        </p:nvSpPr>
        <p:spPr>
          <a:xfrm>
            <a:off x="5195900"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24" name="Bildplatzhalter 4">
            <a:extLst>
              <a:ext uri="{FF2B5EF4-FFF2-40B4-BE49-F238E27FC236}">
                <a16:creationId xmlns:a16="http://schemas.microsoft.com/office/drawing/2014/main" id="{0E647CD5-DA5F-6055-1889-45FC8EA8E3AC}"/>
              </a:ext>
            </a:extLst>
          </p:cNvPr>
          <p:cNvSpPr>
            <a:spLocks noGrp="1"/>
          </p:cNvSpPr>
          <p:nvPr>
            <p:ph type="pic" sz="quarter" idx="34"/>
          </p:nvPr>
        </p:nvSpPr>
        <p:spPr>
          <a:xfrm>
            <a:off x="4202236" y="4680322"/>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7" name="Inhaltsplatzhalter 2">
            <a:extLst>
              <a:ext uri="{FF2B5EF4-FFF2-40B4-BE49-F238E27FC236}">
                <a16:creationId xmlns:a16="http://schemas.microsoft.com/office/drawing/2014/main" id="{FFA660F0-3C7A-4C52-196B-D1FC1C4E12F1}"/>
              </a:ext>
            </a:extLst>
          </p:cNvPr>
          <p:cNvSpPr>
            <a:spLocks noGrp="1"/>
          </p:cNvSpPr>
          <p:nvPr>
            <p:ph idx="35" hasCustomPrompt="1"/>
          </p:nvPr>
        </p:nvSpPr>
        <p:spPr>
          <a:xfrm>
            <a:off x="5195900"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32" name="Bildplatzhalter 4">
            <a:extLst>
              <a:ext uri="{FF2B5EF4-FFF2-40B4-BE49-F238E27FC236}">
                <a16:creationId xmlns:a16="http://schemas.microsoft.com/office/drawing/2014/main" id="{9AE88E45-2228-3BAB-B328-25AE00C86922}"/>
              </a:ext>
            </a:extLst>
          </p:cNvPr>
          <p:cNvSpPr>
            <a:spLocks noGrp="1"/>
          </p:cNvSpPr>
          <p:nvPr>
            <p:ph type="pic" sz="quarter" idx="36"/>
          </p:nvPr>
        </p:nvSpPr>
        <p:spPr>
          <a:xfrm>
            <a:off x="8148811" y="158626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3" name="Inhaltsplatzhalter 2">
            <a:extLst>
              <a:ext uri="{FF2B5EF4-FFF2-40B4-BE49-F238E27FC236}">
                <a16:creationId xmlns:a16="http://schemas.microsoft.com/office/drawing/2014/main" id="{8D6A0681-D929-2BA4-D3F8-B3541A94FD81}"/>
              </a:ext>
            </a:extLst>
          </p:cNvPr>
          <p:cNvSpPr>
            <a:spLocks noGrp="1"/>
          </p:cNvSpPr>
          <p:nvPr>
            <p:ph idx="37" hasCustomPrompt="1"/>
          </p:nvPr>
        </p:nvSpPr>
        <p:spPr>
          <a:xfrm>
            <a:off x="9136793" y="1586260"/>
            <a:ext cx="2785331"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34" name="Bildplatzhalter 4">
            <a:extLst>
              <a:ext uri="{FF2B5EF4-FFF2-40B4-BE49-F238E27FC236}">
                <a16:creationId xmlns:a16="http://schemas.microsoft.com/office/drawing/2014/main" id="{8D809E36-7256-6CC2-0F4B-23E42C6B1426}"/>
              </a:ext>
            </a:extLst>
          </p:cNvPr>
          <p:cNvSpPr>
            <a:spLocks noGrp="1"/>
          </p:cNvSpPr>
          <p:nvPr>
            <p:ph type="pic" sz="quarter" idx="38"/>
          </p:nvPr>
        </p:nvSpPr>
        <p:spPr>
          <a:xfrm>
            <a:off x="8148811" y="313535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5" name="Inhaltsplatzhalter 2">
            <a:extLst>
              <a:ext uri="{FF2B5EF4-FFF2-40B4-BE49-F238E27FC236}">
                <a16:creationId xmlns:a16="http://schemas.microsoft.com/office/drawing/2014/main" id="{FF8DEA4B-FE27-8A9E-FBBB-04944A377343}"/>
              </a:ext>
            </a:extLst>
          </p:cNvPr>
          <p:cNvSpPr>
            <a:spLocks noGrp="1"/>
          </p:cNvSpPr>
          <p:nvPr>
            <p:ph idx="39" hasCustomPrompt="1"/>
          </p:nvPr>
        </p:nvSpPr>
        <p:spPr>
          <a:xfrm>
            <a:off x="9136794"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36" name="Bildplatzhalter 4">
            <a:extLst>
              <a:ext uri="{FF2B5EF4-FFF2-40B4-BE49-F238E27FC236}">
                <a16:creationId xmlns:a16="http://schemas.microsoft.com/office/drawing/2014/main" id="{5AC54CE7-1DE9-FCC9-D36F-326C1CC978F1}"/>
              </a:ext>
            </a:extLst>
          </p:cNvPr>
          <p:cNvSpPr>
            <a:spLocks noGrp="1"/>
          </p:cNvSpPr>
          <p:nvPr>
            <p:ph type="pic" sz="quarter" idx="40"/>
          </p:nvPr>
        </p:nvSpPr>
        <p:spPr>
          <a:xfrm>
            <a:off x="8148811" y="4680322"/>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7" name="Inhaltsplatzhalter 2">
            <a:extLst>
              <a:ext uri="{FF2B5EF4-FFF2-40B4-BE49-F238E27FC236}">
                <a16:creationId xmlns:a16="http://schemas.microsoft.com/office/drawing/2014/main" id="{CFFA07EE-B7CC-6673-18A8-938F608DD842}"/>
              </a:ext>
            </a:extLst>
          </p:cNvPr>
          <p:cNvSpPr>
            <a:spLocks noGrp="1"/>
          </p:cNvSpPr>
          <p:nvPr>
            <p:ph idx="41" hasCustomPrompt="1"/>
          </p:nvPr>
        </p:nvSpPr>
        <p:spPr>
          <a:xfrm>
            <a:off x="9136794"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Tree>
    <p:extLst>
      <p:ext uri="{BB962C8B-B14F-4D97-AF65-F5344CB8AC3E}">
        <p14:creationId xmlns:p14="http://schemas.microsoft.com/office/powerpoint/2010/main" val="10039452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el und elf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3" y="244800"/>
            <a:ext cx="11650662" cy="625944"/>
          </a:xfrm>
        </p:spPr>
        <p:txBody>
          <a:bodyPr/>
          <a:lstStyle>
            <a:lvl1pPr>
              <a:defRPr/>
            </a:lvl1p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97DE0DC8-6E38-4406-9B8B-E4D917A88BD3}"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US" noProof="0"/>
              <a:t>Footer (Edit via "Insert &gt; Header and Footer")</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41" name="Inhaltsplatzhalter 30">
            <a:extLst>
              <a:ext uri="{FF2B5EF4-FFF2-40B4-BE49-F238E27FC236}">
                <a16:creationId xmlns:a16="http://schemas.microsoft.com/office/drawing/2014/main" id="{1FE9EFCD-7C86-A7FC-7CBA-C2A928454C03}"/>
              </a:ext>
            </a:extLst>
          </p:cNvPr>
          <p:cNvSpPr>
            <a:spLocks noGrp="1"/>
          </p:cNvSpPr>
          <p:nvPr>
            <p:ph sz="quarter" idx="14" hasCustomPrompt="1"/>
          </p:nvPr>
        </p:nvSpPr>
        <p:spPr>
          <a:xfrm>
            <a:off x="271463" y="878400"/>
            <a:ext cx="2862063"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2" name="Inhaltsplatzhalter 30">
            <a:extLst>
              <a:ext uri="{FF2B5EF4-FFF2-40B4-BE49-F238E27FC236}">
                <a16:creationId xmlns:a16="http://schemas.microsoft.com/office/drawing/2014/main" id="{B5AF2636-78AA-31AE-B767-CD1ED9E3083B}"/>
              </a:ext>
            </a:extLst>
          </p:cNvPr>
          <p:cNvSpPr>
            <a:spLocks noGrp="1"/>
          </p:cNvSpPr>
          <p:nvPr>
            <p:ph sz="quarter" idx="15" hasCustomPrompt="1"/>
          </p:nvPr>
        </p:nvSpPr>
        <p:spPr>
          <a:xfrm>
            <a:off x="3131605" y="878400"/>
            <a:ext cx="2962866"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3" name="Inhaltsplatzhalter 30">
            <a:extLst>
              <a:ext uri="{FF2B5EF4-FFF2-40B4-BE49-F238E27FC236}">
                <a16:creationId xmlns:a16="http://schemas.microsoft.com/office/drawing/2014/main" id="{8CD2FE50-AB2F-83AF-8B23-1260D26EF813}"/>
              </a:ext>
            </a:extLst>
          </p:cNvPr>
          <p:cNvSpPr>
            <a:spLocks noGrp="1"/>
          </p:cNvSpPr>
          <p:nvPr>
            <p:ph sz="quarter" idx="16" hasCustomPrompt="1"/>
          </p:nvPr>
        </p:nvSpPr>
        <p:spPr>
          <a:xfrm>
            <a:off x="6102458" y="878400"/>
            <a:ext cx="2948569"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4" name="Inhaltsplatzhalter 30">
            <a:extLst>
              <a:ext uri="{FF2B5EF4-FFF2-40B4-BE49-F238E27FC236}">
                <a16:creationId xmlns:a16="http://schemas.microsoft.com/office/drawing/2014/main" id="{156B3F99-D56F-6D47-0C38-55E1C209F590}"/>
              </a:ext>
            </a:extLst>
          </p:cNvPr>
          <p:cNvSpPr>
            <a:spLocks noGrp="1"/>
          </p:cNvSpPr>
          <p:nvPr>
            <p:ph sz="quarter" idx="17" hasCustomPrompt="1"/>
          </p:nvPr>
        </p:nvSpPr>
        <p:spPr>
          <a:xfrm>
            <a:off x="9056315" y="878400"/>
            <a:ext cx="2861423"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5" name="Inhaltsplatzhalter 30">
            <a:extLst>
              <a:ext uri="{FF2B5EF4-FFF2-40B4-BE49-F238E27FC236}">
                <a16:creationId xmlns:a16="http://schemas.microsoft.com/office/drawing/2014/main" id="{61CB84E3-822D-E7BF-88FA-B6CD84997420}"/>
              </a:ext>
            </a:extLst>
          </p:cNvPr>
          <p:cNvSpPr>
            <a:spLocks noGrp="1"/>
          </p:cNvSpPr>
          <p:nvPr>
            <p:ph sz="quarter" idx="18" hasCustomPrompt="1"/>
          </p:nvPr>
        </p:nvSpPr>
        <p:spPr>
          <a:xfrm>
            <a:off x="271463" y="4942799"/>
            <a:ext cx="2862063" cy="128179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6" name="Inhaltsplatzhalter 30">
            <a:extLst>
              <a:ext uri="{FF2B5EF4-FFF2-40B4-BE49-F238E27FC236}">
                <a16:creationId xmlns:a16="http://schemas.microsoft.com/office/drawing/2014/main" id="{4BBD1101-501F-08B4-863D-4EC398FF4C2F}"/>
              </a:ext>
            </a:extLst>
          </p:cNvPr>
          <p:cNvSpPr>
            <a:spLocks noGrp="1"/>
          </p:cNvSpPr>
          <p:nvPr>
            <p:ph sz="quarter" idx="19" hasCustomPrompt="1"/>
          </p:nvPr>
        </p:nvSpPr>
        <p:spPr>
          <a:xfrm>
            <a:off x="3131605" y="3577319"/>
            <a:ext cx="2962866" cy="2647269"/>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7" name="Inhaltsplatzhalter 30">
            <a:extLst>
              <a:ext uri="{FF2B5EF4-FFF2-40B4-BE49-F238E27FC236}">
                <a16:creationId xmlns:a16="http://schemas.microsoft.com/office/drawing/2014/main" id="{799F2A81-65B3-AA66-95A8-AD7674ADA344}"/>
              </a:ext>
            </a:extLst>
          </p:cNvPr>
          <p:cNvSpPr>
            <a:spLocks noGrp="1"/>
          </p:cNvSpPr>
          <p:nvPr>
            <p:ph sz="quarter" idx="20" hasCustomPrompt="1"/>
          </p:nvPr>
        </p:nvSpPr>
        <p:spPr>
          <a:xfrm>
            <a:off x="6102458" y="3577319"/>
            <a:ext cx="2948569" cy="2647269"/>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8" name="Inhaltsplatzhalter 30">
            <a:extLst>
              <a:ext uri="{FF2B5EF4-FFF2-40B4-BE49-F238E27FC236}">
                <a16:creationId xmlns:a16="http://schemas.microsoft.com/office/drawing/2014/main" id="{CD8C8901-62AC-56A4-B429-1C6C564195B7}"/>
              </a:ext>
            </a:extLst>
          </p:cNvPr>
          <p:cNvSpPr>
            <a:spLocks noGrp="1"/>
          </p:cNvSpPr>
          <p:nvPr>
            <p:ph sz="quarter" idx="21" hasCustomPrompt="1"/>
          </p:nvPr>
        </p:nvSpPr>
        <p:spPr>
          <a:xfrm>
            <a:off x="9056315" y="4942798"/>
            <a:ext cx="2861423" cy="128179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9" name="Inhaltsplatzhalter 30">
            <a:extLst>
              <a:ext uri="{FF2B5EF4-FFF2-40B4-BE49-F238E27FC236}">
                <a16:creationId xmlns:a16="http://schemas.microsoft.com/office/drawing/2014/main" id="{FC91EDA6-5E9C-6D6C-EF9F-C7F0B68C4C03}"/>
              </a:ext>
            </a:extLst>
          </p:cNvPr>
          <p:cNvSpPr>
            <a:spLocks noGrp="1"/>
          </p:cNvSpPr>
          <p:nvPr>
            <p:ph sz="quarter" idx="22" hasCustomPrompt="1"/>
          </p:nvPr>
        </p:nvSpPr>
        <p:spPr>
          <a:xfrm>
            <a:off x="271463" y="3577319"/>
            <a:ext cx="2862063" cy="1361404"/>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50" name="Inhaltsplatzhalter 30">
            <a:extLst>
              <a:ext uri="{FF2B5EF4-FFF2-40B4-BE49-F238E27FC236}">
                <a16:creationId xmlns:a16="http://schemas.microsoft.com/office/drawing/2014/main" id="{51E99161-B839-91BE-206F-89792AD5F923}"/>
              </a:ext>
            </a:extLst>
          </p:cNvPr>
          <p:cNvSpPr>
            <a:spLocks noGrp="1"/>
          </p:cNvSpPr>
          <p:nvPr>
            <p:ph sz="quarter" idx="23" hasCustomPrompt="1"/>
          </p:nvPr>
        </p:nvSpPr>
        <p:spPr>
          <a:xfrm>
            <a:off x="9056315" y="3577319"/>
            <a:ext cx="2861423" cy="136080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31085434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3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4" y="244800"/>
            <a:ext cx="3762090" cy="1005258"/>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6AA8BE8F-6AB8-41E1-B38E-1A1D65373847}"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Inhaltsplatzhalter 10">
            <a:extLst>
              <a:ext uri="{FF2B5EF4-FFF2-40B4-BE49-F238E27FC236}">
                <a16:creationId xmlns:a16="http://schemas.microsoft.com/office/drawing/2014/main" id="{19B00308-6650-D1AB-F5C5-991F60192BF4}"/>
              </a:ext>
            </a:extLst>
          </p:cNvPr>
          <p:cNvSpPr>
            <a:spLocks noGrp="1"/>
          </p:cNvSpPr>
          <p:nvPr>
            <p:ph sz="quarter" idx="23" hasCustomPrompt="1"/>
          </p:nvPr>
        </p:nvSpPr>
        <p:spPr>
          <a:xfrm>
            <a:off x="269877" y="1371601"/>
            <a:ext cx="3765600" cy="1517340"/>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 name="Bildplatzhalter 4">
            <a:extLst>
              <a:ext uri="{FF2B5EF4-FFF2-40B4-BE49-F238E27FC236}">
                <a16:creationId xmlns:a16="http://schemas.microsoft.com/office/drawing/2014/main" id="{E8901B72-CDFB-6B04-2999-9B4D3BECDEBA}"/>
              </a:ext>
            </a:extLst>
          </p:cNvPr>
          <p:cNvSpPr>
            <a:spLocks noGrp="1"/>
          </p:cNvSpPr>
          <p:nvPr>
            <p:ph type="pic" sz="quarter" idx="22"/>
          </p:nvPr>
        </p:nvSpPr>
        <p:spPr>
          <a:xfrm>
            <a:off x="4222638" y="273051"/>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6" name="Inhaltsplatzhalter 10">
            <a:extLst>
              <a:ext uri="{FF2B5EF4-FFF2-40B4-BE49-F238E27FC236}">
                <a16:creationId xmlns:a16="http://schemas.microsoft.com/office/drawing/2014/main" id="{5F7462AF-9418-FBED-AE2B-9097CD9893A9}"/>
              </a:ext>
            </a:extLst>
          </p:cNvPr>
          <p:cNvSpPr>
            <a:spLocks noGrp="1"/>
          </p:cNvSpPr>
          <p:nvPr>
            <p:ph sz="quarter" idx="24" hasCustomPrompt="1"/>
          </p:nvPr>
        </p:nvSpPr>
        <p:spPr>
          <a:xfrm>
            <a:off x="4222638"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6193722" y="26718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8" name="Inhaltsplatzhalter 10">
            <a:extLst>
              <a:ext uri="{FF2B5EF4-FFF2-40B4-BE49-F238E27FC236}">
                <a16:creationId xmlns:a16="http://schemas.microsoft.com/office/drawing/2014/main" id="{BE5D1B04-2BFA-33F3-C355-D8EB9E6F77DC}"/>
              </a:ext>
            </a:extLst>
          </p:cNvPr>
          <p:cNvSpPr>
            <a:spLocks noGrp="1"/>
          </p:cNvSpPr>
          <p:nvPr>
            <p:ph sz="quarter" idx="26" hasCustomPrompt="1"/>
          </p:nvPr>
        </p:nvSpPr>
        <p:spPr>
          <a:xfrm>
            <a:off x="6193722"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9" name="Bildplatzhalter 4">
            <a:extLst>
              <a:ext uri="{FF2B5EF4-FFF2-40B4-BE49-F238E27FC236}">
                <a16:creationId xmlns:a16="http://schemas.microsoft.com/office/drawing/2014/main" id="{8823469C-27C8-EF8F-4CC9-197675E31FB1}"/>
              </a:ext>
            </a:extLst>
          </p:cNvPr>
          <p:cNvSpPr>
            <a:spLocks noGrp="1"/>
          </p:cNvSpPr>
          <p:nvPr>
            <p:ph type="pic" sz="quarter" idx="27"/>
          </p:nvPr>
        </p:nvSpPr>
        <p:spPr>
          <a:xfrm>
            <a:off x="8164806" y="26718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0" name="Inhaltsplatzhalter 10">
            <a:extLst>
              <a:ext uri="{FF2B5EF4-FFF2-40B4-BE49-F238E27FC236}">
                <a16:creationId xmlns:a16="http://schemas.microsoft.com/office/drawing/2014/main" id="{887C4011-3849-0B28-B9C6-CD6CCD2774AC}"/>
              </a:ext>
            </a:extLst>
          </p:cNvPr>
          <p:cNvSpPr>
            <a:spLocks noGrp="1"/>
          </p:cNvSpPr>
          <p:nvPr>
            <p:ph sz="quarter" idx="28" hasCustomPrompt="1"/>
          </p:nvPr>
        </p:nvSpPr>
        <p:spPr>
          <a:xfrm>
            <a:off x="8164806"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1" name="Bildplatzhalter 4">
            <a:extLst>
              <a:ext uri="{FF2B5EF4-FFF2-40B4-BE49-F238E27FC236}">
                <a16:creationId xmlns:a16="http://schemas.microsoft.com/office/drawing/2014/main" id="{CBEDB122-E4B4-DEAF-0C6D-61CF1C399FB7}"/>
              </a:ext>
            </a:extLst>
          </p:cNvPr>
          <p:cNvSpPr>
            <a:spLocks noGrp="1"/>
          </p:cNvSpPr>
          <p:nvPr>
            <p:ph type="pic" sz="quarter" idx="29"/>
          </p:nvPr>
        </p:nvSpPr>
        <p:spPr>
          <a:xfrm>
            <a:off x="10135890" y="26718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2" name="Inhaltsplatzhalter 10">
            <a:extLst>
              <a:ext uri="{FF2B5EF4-FFF2-40B4-BE49-F238E27FC236}">
                <a16:creationId xmlns:a16="http://schemas.microsoft.com/office/drawing/2014/main" id="{2E8C9BDD-A256-932A-0451-8742BDF218CD}"/>
              </a:ext>
            </a:extLst>
          </p:cNvPr>
          <p:cNvSpPr>
            <a:spLocks noGrp="1"/>
          </p:cNvSpPr>
          <p:nvPr>
            <p:ph sz="quarter" idx="30" hasCustomPrompt="1"/>
          </p:nvPr>
        </p:nvSpPr>
        <p:spPr>
          <a:xfrm>
            <a:off x="10135890"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3" name="Bildplatzhalter 4">
            <a:extLst>
              <a:ext uri="{FF2B5EF4-FFF2-40B4-BE49-F238E27FC236}">
                <a16:creationId xmlns:a16="http://schemas.microsoft.com/office/drawing/2014/main" id="{5648AA9A-5221-27F9-3191-6F0F1FEAF36C}"/>
              </a:ext>
            </a:extLst>
          </p:cNvPr>
          <p:cNvSpPr>
            <a:spLocks noGrp="1"/>
          </p:cNvSpPr>
          <p:nvPr>
            <p:ph type="pic" sz="quarter" idx="31"/>
          </p:nvPr>
        </p:nvSpPr>
        <p:spPr>
          <a:xfrm>
            <a:off x="4220167"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4" name="Inhaltsplatzhalter 10">
            <a:extLst>
              <a:ext uri="{FF2B5EF4-FFF2-40B4-BE49-F238E27FC236}">
                <a16:creationId xmlns:a16="http://schemas.microsoft.com/office/drawing/2014/main" id="{92E2526C-7EE2-C9B9-E09C-E4124FE41C3A}"/>
              </a:ext>
            </a:extLst>
          </p:cNvPr>
          <p:cNvSpPr>
            <a:spLocks noGrp="1"/>
          </p:cNvSpPr>
          <p:nvPr>
            <p:ph sz="quarter" idx="32" hasCustomPrompt="1"/>
          </p:nvPr>
        </p:nvSpPr>
        <p:spPr>
          <a:xfrm>
            <a:off x="4220167"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5" name="Bildplatzhalter 4">
            <a:extLst>
              <a:ext uri="{FF2B5EF4-FFF2-40B4-BE49-F238E27FC236}">
                <a16:creationId xmlns:a16="http://schemas.microsoft.com/office/drawing/2014/main" id="{6836661A-7952-7ADE-BB22-08BB2B174D2B}"/>
              </a:ext>
            </a:extLst>
          </p:cNvPr>
          <p:cNvSpPr>
            <a:spLocks noGrp="1"/>
          </p:cNvSpPr>
          <p:nvPr>
            <p:ph type="pic" sz="quarter" idx="33"/>
          </p:nvPr>
        </p:nvSpPr>
        <p:spPr>
          <a:xfrm>
            <a:off x="6191251"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6" name="Inhaltsplatzhalter 10">
            <a:extLst>
              <a:ext uri="{FF2B5EF4-FFF2-40B4-BE49-F238E27FC236}">
                <a16:creationId xmlns:a16="http://schemas.microsoft.com/office/drawing/2014/main" id="{C2CB294D-1078-8674-FF02-6A8C1FA8750C}"/>
              </a:ext>
            </a:extLst>
          </p:cNvPr>
          <p:cNvSpPr>
            <a:spLocks noGrp="1"/>
          </p:cNvSpPr>
          <p:nvPr>
            <p:ph sz="quarter" idx="34" hasCustomPrompt="1"/>
          </p:nvPr>
        </p:nvSpPr>
        <p:spPr>
          <a:xfrm>
            <a:off x="6191251"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8" name="Bildplatzhalter 4">
            <a:extLst>
              <a:ext uri="{FF2B5EF4-FFF2-40B4-BE49-F238E27FC236}">
                <a16:creationId xmlns:a16="http://schemas.microsoft.com/office/drawing/2014/main" id="{478A5169-5857-1B03-543A-A692CECD2826}"/>
              </a:ext>
            </a:extLst>
          </p:cNvPr>
          <p:cNvSpPr>
            <a:spLocks noGrp="1"/>
          </p:cNvSpPr>
          <p:nvPr>
            <p:ph type="pic" sz="quarter" idx="35"/>
          </p:nvPr>
        </p:nvSpPr>
        <p:spPr>
          <a:xfrm>
            <a:off x="8162335"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9" name="Inhaltsplatzhalter 10">
            <a:extLst>
              <a:ext uri="{FF2B5EF4-FFF2-40B4-BE49-F238E27FC236}">
                <a16:creationId xmlns:a16="http://schemas.microsoft.com/office/drawing/2014/main" id="{CCD55740-F556-6FFB-54B7-F02F33DD446D}"/>
              </a:ext>
            </a:extLst>
          </p:cNvPr>
          <p:cNvSpPr>
            <a:spLocks noGrp="1"/>
          </p:cNvSpPr>
          <p:nvPr>
            <p:ph sz="quarter" idx="36" hasCustomPrompt="1"/>
          </p:nvPr>
        </p:nvSpPr>
        <p:spPr>
          <a:xfrm>
            <a:off x="8162335"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0" name="Bildplatzhalter 4">
            <a:extLst>
              <a:ext uri="{FF2B5EF4-FFF2-40B4-BE49-F238E27FC236}">
                <a16:creationId xmlns:a16="http://schemas.microsoft.com/office/drawing/2014/main" id="{C3C4A300-9C66-727B-BF1B-3FE78BA49252}"/>
              </a:ext>
            </a:extLst>
          </p:cNvPr>
          <p:cNvSpPr>
            <a:spLocks noGrp="1"/>
          </p:cNvSpPr>
          <p:nvPr>
            <p:ph type="pic" sz="quarter" idx="37"/>
          </p:nvPr>
        </p:nvSpPr>
        <p:spPr>
          <a:xfrm>
            <a:off x="10133419"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1" name="Inhaltsplatzhalter 10">
            <a:extLst>
              <a:ext uri="{FF2B5EF4-FFF2-40B4-BE49-F238E27FC236}">
                <a16:creationId xmlns:a16="http://schemas.microsoft.com/office/drawing/2014/main" id="{A1A5D7D5-55B1-516C-7CED-BF26C79BE6B2}"/>
              </a:ext>
            </a:extLst>
          </p:cNvPr>
          <p:cNvSpPr>
            <a:spLocks noGrp="1"/>
          </p:cNvSpPr>
          <p:nvPr>
            <p:ph sz="quarter" idx="38" hasCustomPrompt="1"/>
          </p:nvPr>
        </p:nvSpPr>
        <p:spPr>
          <a:xfrm>
            <a:off x="10133419"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6" name="Bildplatzhalter 4">
            <a:extLst>
              <a:ext uri="{FF2B5EF4-FFF2-40B4-BE49-F238E27FC236}">
                <a16:creationId xmlns:a16="http://schemas.microsoft.com/office/drawing/2014/main" id="{F4A6E408-2281-5C5F-C17D-009678C7B293}"/>
              </a:ext>
            </a:extLst>
          </p:cNvPr>
          <p:cNvSpPr>
            <a:spLocks noGrp="1"/>
          </p:cNvSpPr>
          <p:nvPr>
            <p:ph type="pic" sz="quarter" idx="39"/>
          </p:nvPr>
        </p:nvSpPr>
        <p:spPr>
          <a:xfrm>
            <a:off x="4219981"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7" name="Inhaltsplatzhalter 10">
            <a:extLst>
              <a:ext uri="{FF2B5EF4-FFF2-40B4-BE49-F238E27FC236}">
                <a16:creationId xmlns:a16="http://schemas.microsoft.com/office/drawing/2014/main" id="{106AA095-B514-8CB2-E655-796D9234A496}"/>
              </a:ext>
            </a:extLst>
          </p:cNvPr>
          <p:cNvSpPr>
            <a:spLocks noGrp="1"/>
          </p:cNvSpPr>
          <p:nvPr>
            <p:ph sz="quarter" idx="40" hasCustomPrompt="1"/>
          </p:nvPr>
        </p:nvSpPr>
        <p:spPr>
          <a:xfrm>
            <a:off x="4219981"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8" name="Bildplatzhalter 4">
            <a:extLst>
              <a:ext uri="{FF2B5EF4-FFF2-40B4-BE49-F238E27FC236}">
                <a16:creationId xmlns:a16="http://schemas.microsoft.com/office/drawing/2014/main" id="{B22E5E6F-159C-366B-5296-441253F3F0BB}"/>
              </a:ext>
            </a:extLst>
          </p:cNvPr>
          <p:cNvSpPr>
            <a:spLocks noGrp="1"/>
          </p:cNvSpPr>
          <p:nvPr>
            <p:ph type="pic" sz="quarter" idx="41"/>
          </p:nvPr>
        </p:nvSpPr>
        <p:spPr>
          <a:xfrm>
            <a:off x="6191065"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9" name="Inhaltsplatzhalter 10">
            <a:extLst>
              <a:ext uri="{FF2B5EF4-FFF2-40B4-BE49-F238E27FC236}">
                <a16:creationId xmlns:a16="http://schemas.microsoft.com/office/drawing/2014/main" id="{8F99875B-FC4F-7DCE-AACD-FF783DF1F8CC}"/>
              </a:ext>
            </a:extLst>
          </p:cNvPr>
          <p:cNvSpPr>
            <a:spLocks noGrp="1"/>
          </p:cNvSpPr>
          <p:nvPr>
            <p:ph sz="quarter" idx="42" hasCustomPrompt="1"/>
          </p:nvPr>
        </p:nvSpPr>
        <p:spPr>
          <a:xfrm>
            <a:off x="6191065"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0" name="Bildplatzhalter 4">
            <a:extLst>
              <a:ext uri="{FF2B5EF4-FFF2-40B4-BE49-F238E27FC236}">
                <a16:creationId xmlns:a16="http://schemas.microsoft.com/office/drawing/2014/main" id="{86D99F31-E97B-1DE8-80A6-FCE2268D7504}"/>
              </a:ext>
            </a:extLst>
          </p:cNvPr>
          <p:cNvSpPr>
            <a:spLocks noGrp="1"/>
          </p:cNvSpPr>
          <p:nvPr>
            <p:ph type="pic" sz="quarter" idx="43"/>
          </p:nvPr>
        </p:nvSpPr>
        <p:spPr>
          <a:xfrm>
            <a:off x="8162149"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41" name="Inhaltsplatzhalter 10">
            <a:extLst>
              <a:ext uri="{FF2B5EF4-FFF2-40B4-BE49-F238E27FC236}">
                <a16:creationId xmlns:a16="http://schemas.microsoft.com/office/drawing/2014/main" id="{2AFB99F6-8B03-8325-85FE-ACF55FEF4C7E}"/>
              </a:ext>
            </a:extLst>
          </p:cNvPr>
          <p:cNvSpPr>
            <a:spLocks noGrp="1"/>
          </p:cNvSpPr>
          <p:nvPr>
            <p:ph sz="quarter" idx="44" hasCustomPrompt="1"/>
          </p:nvPr>
        </p:nvSpPr>
        <p:spPr>
          <a:xfrm>
            <a:off x="8162149"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2" name="Bildplatzhalter 4">
            <a:extLst>
              <a:ext uri="{FF2B5EF4-FFF2-40B4-BE49-F238E27FC236}">
                <a16:creationId xmlns:a16="http://schemas.microsoft.com/office/drawing/2014/main" id="{7B354065-93C3-8CD0-C6F7-EAD8915CFD21}"/>
              </a:ext>
            </a:extLst>
          </p:cNvPr>
          <p:cNvSpPr>
            <a:spLocks noGrp="1"/>
          </p:cNvSpPr>
          <p:nvPr>
            <p:ph type="pic" sz="quarter" idx="45"/>
          </p:nvPr>
        </p:nvSpPr>
        <p:spPr>
          <a:xfrm>
            <a:off x="10133233"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43" name="Inhaltsplatzhalter 10">
            <a:extLst>
              <a:ext uri="{FF2B5EF4-FFF2-40B4-BE49-F238E27FC236}">
                <a16:creationId xmlns:a16="http://schemas.microsoft.com/office/drawing/2014/main" id="{D9B63D01-B563-7751-25F8-D9E1385E66D2}"/>
              </a:ext>
            </a:extLst>
          </p:cNvPr>
          <p:cNvSpPr>
            <a:spLocks noGrp="1"/>
          </p:cNvSpPr>
          <p:nvPr>
            <p:ph sz="quarter" idx="46" hasCustomPrompt="1"/>
          </p:nvPr>
        </p:nvSpPr>
        <p:spPr>
          <a:xfrm>
            <a:off x="10133233"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4" name="Bildplatzhalter 4">
            <a:extLst>
              <a:ext uri="{FF2B5EF4-FFF2-40B4-BE49-F238E27FC236}">
                <a16:creationId xmlns:a16="http://schemas.microsoft.com/office/drawing/2014/main" id="{3561E328-70B6-85DB-D07B-4E3133D9FE77}"/>
              </a:ext>
            </a:extLst>
          </p:cNvPr>
          <p:cNvSpPr>
            <a:spLocks noGrp="1"/>
          </p:cNvSpPr>
          <p:nvPr>
            <p:ph type="pic" sz="quarter" idx="47"/>
          </p:nvPr>
        </p:nvSpPr>
        <p:spPr>
          <a:xfrm>
            <a:off x="2247851"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45" name="Inhaltsplatzhalter 10">
            <a:extLst>
              <a:ext uri="{FF2B5EF4-FFF2-40B4-BE49-F238E27FC236}">
                <a16:creationId xmlns:a16="http://schemas.microsoft.com/office/drawing/2014/main" id="{818DEC37-95E8-080D-AB4D-58F52BC284EC}"/>
              </a:ext>
            </a:extLst>
          </p:cNvPr>
          <p:cNvSpPr>
            <a:spLocks noGrp="1"/>
          </p:cNvSpPr>
          <p:nvPr>
            <p:ph sz="quarter" idx="48" hasCustomPrompt="1"/>
          </p:nvPr>
        </p:nvSpPr>
        <p:spPr>
          <a:xfrm>
            <a:off x="2247851"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24116460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Zeitstrahl">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800"/>
            <a:ext cx="11650662" cy="536400"/>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D1EB57BE-0E9C-41B8-8567-605E371E0791}"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cxnSp>
        <p:nvCxnSpPr>
          <p:cNvPr id="7" name="Gerade Verbindung mit Pfeil 6">
            <a:extLst>
              <a:ext uri="{FF2B5EF4-FFF2-40B4-BE49-F238E27FC236}">
                <a16:creationId xmlns:a16="http://schemas.microsoft.com/office/drawing/2014/main" id="{3960DD06-5403-402D-6C88-53DCD45F16E1}"/>
              </a:ext>
            </a:extLst>
          </p:cNvPr>
          <p:cNvCxnSpPr/>
          <p:nvPr userDrawn="1"/>
        </p:nvCxnSpPr>
        <p:spPr>
          <a:xfrm>
            <a:off x="269875" y="3497585"/>
            <a:ext cx="11652250" cy="0"/>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sp>
        <p:nvSpPr>
          <p:cNvPr id="115" name="Bildplatzhalter 4">
            <a:extLst>
              <a:ext uri="{FF2B5EF4-FFF2-40B4-BE49-F238E27FC236}">
                <a16:creationId xmlns:a16="http://schemas.microsoft.com/office/drawing/2014/main" id="{F49F2DB0-AB5C-6BD8-064D-373B4B1209AB}"/>
              </a:ext>
            </a:extLst>
          </p:cNvPr>
          <p:cNvSpPr>
            <a:spLocks noGrp="1"/>
          </p:cNvSpPr>
          <p:nvPr>
            <p:ph type="pic" sz="quarter" idx="17"/>
          </p:nvPr>
        </p:nvSpPr>
        <p:spPr>
          <a:xfrm>
            <a:off x="269875"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6" name="Bildplatzhalter 4">
            <a:extLst>
              <a:ext uri="{FF2B5EF4-FFF2-40B4-BE49-F238E27FC236}">
                <a16:creationId xmlns:a16="http://schemas.microsoft.com/office/drawing/2014/main" id="{F0B6A180-6984-B9E7-7ADC-A121B77988BD}"/>
              </a:ext>
            </a:extLst>
          </p:cNvPr>
          <p:cNvSpPr>
            <a:spLocks noGrp="1"/>
          </p:cNvSpPr>
          <p:nvPr>
            <p:ph type="pic" sz="quarter" idx="18"/>
          </p:nvPr>
        </p:nvSpPr>
        <p:spPr>
          <a:xfrm>
            <a:off x="1974003"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7" name="Bildplatzhalter 4">
            <a:extLst>
              <a:ext uri="{FF2B5EF4-FFF2-40B4-BE49-F238E27FC236}">
                <a16:creationId xmlns:a16="http://schemas.microsoft.com/office/drawing/2014/main" id="{38372887-04E8-C5D5-EF4C-1E25A260FB2C}"/>
              </a:ext>
            </a:extLst>
          </p:cNvPr>
          <p:cNvSpPr>
            <a:spLocks noGrp="1"/>
          </p:cNvSpPr>
          <p:nvPr>
            <p:ph type="pic" sz="quarter" idx="19"/>
          </p:nvPr>
        </p:nvSpPr>
        <p:spPr>
          <a:xfrm>
            <a:off x="3667159"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8" name="Bildplatzhalter 4">
            <a:extLst>
              <a:ext uri="{FF2B5EF4-FFF2-40B4-BE49-F238E27FC236}">
                <a16:creationId xmlns:a16="http://schemas.microsoft.com/office/drawing/2014/main" id="{7A14FB65-6B89-A9C8-8DB1-7B1F7CBFAEC8}"/>
              </a:ext>
            </a:extLst>
          </p:cNvPr>
          <p:cNvSpPr>
            <a:spLocks noGrp="1"/>
          </p:cNvSpPr>
          <p:nvPr>
            <p:ph type="pic" sz="quarter" idx="20"/>
          </p:nvPr>
        </p:nvSpPr>
        <p:spPr>
          <a:xfrm>
            <a:off x="5360315"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9" name="Bildplatzhalter 4">
            <a:extLst>
              <a:ext uri="{FF2B5EF4-FFF2-40B4-BE49-F238E27FC236}">
                <a16:creationId xmlns:a16="http://schemas.microsoft.com/office/drawing/2014/main" id="{CD8F59A9-69CA-1C2A-33D7-AD0BB64181B4}"/>
              </a:ext>
            </a:extLst>
          </p:cNvPr>
          <p:cNvSpPr>
            <a:spLocks noGrp="1"/>
          </p:cNvSpPr>
          <p:nvPr>
            <p:ph type="pic" sz="quarter" idx="21"/>
          </p:nvPr>
        </p:nvSpPr>
        <p:spPr>
          <a:xfrm>
            <a:off x="7053471"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0" name="Bildplatzhalter 4">
            <a:extLst>
              <a:ext uri="{FF2B5EF4-FFF2-40B4-BE49-F238E27FC236}">
                <a16:creationId xmlns:a16="http://schemas.microsoft.com/office/drawing/2014/main" id="{B582FB2A-C51D-65C1-0203-3A5AB4DB0F44}"/>
              </a:ext>
            </a:extLst>
          </p:cNvPr>
          <p:cNvSpPr>
            <a:spLocks noGrp="1"/>
          </p:cNvSpPr>
          <p:nvPr>
            <p:ph type="pic" sz="quarter" idx="22"/>
          </p:nvPr>
        </p:nvSpPr>
        <p:spPr>
          <a:xfrm>
            <a:off x="8746627"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1" name="Bildplatzhalter 4">
            <a:extLst>
              <a:ext uri="{FF2B5EF4-FFF2-40B4-BE49-F238E27FC236}">
                <a16:creationId xmlns:a16="http://schemas.microsoft.com/office/drawing/2014/main" id="{18F14028-DA69-147A-C414-9146D8EAE5FD}"/>
              </a:ext>
            </a:extLst>
          </p:cNvPr>
          <p:cNvSpPr>
            <a:spLocks noGrp="1"/>
          </p:cNvSpPr>
          <p:nvPr>
            <p:ph type="pic" sz="quarter" idx="23"/>
          </p:nvPr>
        </p:nvSpPr>
        <p:spPr>
          <a:xfrm>
            <a:off x="10439783"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2" name="Bildplatzhalter 4">
            <a:extLst>
              <a:ext uri="{FF2B5EF4-FFF2-40B4-BE49-F238E27FC236}">
                <a16:creationId xmlns:a16="http://schemas.microsoft.com/office/drawing/2014/main" id="{3A11402F-1392-D5B0-DE17-2E270C800CA5}"/>
              </a:ext>
            </a:extLst>
          </p:cNvPr>
          <p:cNvSpPr>
            <a:spLocks noGrp="1"/>
          </p:cNvSpPr>
          <p:nvPr>
            <p:ph type="pic" sz="quarter" idx="24"/>
          </p:nvPr>
        </p:nvSpPr>
        <p:spPr>
          <a:xfrm>
            <a:off x="1136079"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3" name="Bildplatzhalter 4">
            <a:extLst>
              <a:ext uri="{FF2B5EF4-FFF2-40B4-BE49-F238E27FC236}">
                <a16:creationId xmlns:a16="http://schemas.microsoft.com/office/drawing/2014/main" id="{92F84F7D-2669-46EA-F7E5-F5A3AE35C50F}"/>
              </a:ext>
            </a:extLst>
          </p:cNvPr>
          <p:cNvSpPr>
            <a:spLocks noGrp="1"/>
          </p:cNvSpPr>
          <p:nvPr>
            <p:ph type="pic" sz="quarter" idx="25"/>
          </p:nvPr>
        </p:nvSpPr>
        <p:spPr>
          <a:xfrm>
            <a:off x="2829006"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4" name="Bildplatzhalter 4">
            <a:extLst>
              <a:ext uri="{FF2B5EF4-FFF2-40B4-BE49-F238E27FC236}">
                <a16:creationId xmlns:a16="http://schemas.microsoft.com/office/drawing/2014/main" id="{7F4B621D-593C-EF66-AAA8-260F24BB8163}"/>
              </a:ext>
            </a:extLst>
          </p:cNvPr>
          <p:cNvSpPr>
            <a:spLocks noGrp="1"/>
          </p:cNvSpPr>
          <p:nvPr>
            <p:ph type="pic" sz="quarter" idx="26"/>
          </p:nvPr>
        </p:nvSpPr>
        <p:spPr>
          <a:xfrm>
            <a:off x="4521933"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5" name="Bildplatzhalter 4">
            <a:extLst>
              <a:ext uri="{FF2B5EF4-FFF2-40B4-BE49-F238E27FC236}">
                <a16:creationId xmlns:a16="http://schemas.microsoft.com/office/drawing/2014/main" id="{EAB29708-5948-93D3-1DAE-9AA4E5A03DCE}"/>
              </a:ext>
            </a:extLst>
          </p:cNvPr>
          <p:cNvSpPr>
            <a:spLocks noGrp="1"/>
          </p:cNvSpPr>
          <p:nvPr>
            <p:ph type="pic" sz="quarter" idx="27"/>
          </p:nvPr>
        </p:nvSpPr>
        <p:spPr>
          <a:xfrm>
            <a:off x="6214860"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6" name="Bildplatzhalter 4">
            <a:extLst>
              <a:ext uri="{FF2B5EF4-FFF2-40B4-BE49-F238E27FC236}">
                <a16:creationId xmlns:a16="http://schemas.microsoft.com/office/drawing/2014/main" id="{6590CFDF-AA3F-86A0-462A-8B00EDC3EDDD}"/>
              </a:ext>
            </a:extLst>
          </p:cNvPr>
          <p:cNvSpPr>
            <a:spLocks noGrp="1"/>
          </p:cNvSpPr>
          <p:nvPr>
            <p:ph type="pic" sz="quarter" idx="28"/>
          </p:nvPr>
        </p:nvSpPr>
        <p:spPr>
          <a:xfrm>
            <a:off x="7907787"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7" name="Bildplatzhalter 4">
            <a:extLst>
              <a:ext uri="{FF2B5EF4-FFF2-40B4-BE49-F238E27FC236}">
                <a16:creationId xmlns:a16="http://schemas.microsoft.com/office/drawing/2014/main" id="{F8D57941-57A2-78B6-C142-19F25D64A5F1}"/>
              </a:ext>
            </a:extLst>
          </p:cNvPr>
          <p:cNvSpPr>
            <a:spLocks noGrp="1"/>
          </p:cNvSpPr>
          <p:nvPr>
            <p:ph type="pic" sz="quarter" idx="29"/>
          </p:nvPr>
        </p:nvSpPr>
        <p:spPr>
          <a:xfrm>
            <a:off x="9600716"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8" name="Inhaltsplatzhalter 10">
            <a:extLst>
              <a:ext uri="{FF2B5EF4-FFF2-40B4-BE49-F238E27FC236}">
                <a16:creationId xmlns:a16="http://schemas.microsoft.com/office/drawing/2014/main" id="{84D95677-0114-3854-2A06-CDDFDD440777}"/>
              </a:ext>
            </a:extLst>
          </p:cNvPr>
          <p:cNvSpPr>
            <a:spLocks noGrp="1"/>
          </p:cNvSpPr>
          <p:nvPr>
            <p:ph sz="quarter" idx="30" hasCustomPrompt="1"/>
          </p:nvPr>
        </p:nvSpPr>
        <p:spPr>
          <a:xfrm>
            <a:off x="269875"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29" name="Inhaltsplatzhalter 10">
            <a:extLst>
              <a:ext uri="{FF2B5EF4-FFF2-40B4-BE49-F238E27FC236}">
                <a16:creationId xmlns:a16="http://schemas.microsoft.com/office/drawing/2014/main" id="{830824E2-E1B0-01AE-F199-E13B717EE78D}"/>
              </a:ext>
            </a:extLst>
          </p:cNvPr>
          <p:cNvSpPr>
            <a:spLocks noGrp="1"/>
          </p:cNvSpPr>
          <p:nvPr>
            <p:ph sz="quarter" idx="31" hasCustomPrompt="1"/>
          </p:nvPr>
        </p:nvSpPr>
        <p:spPr>
          <a:xfrm>
            <a:off x="1974003"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0" name="Inhaltsplatzhalter 10">
            <a:extLst>
              <a:ext uri="{FF2B5EF4-FFF2-40B4-BE49-F238E27FC236}">
                <a16:creationId xmlns:a16="http://schemas.microsoft.com/office/drawing/2014/main" id="{B661178F-E8BD-64EC-8DCE-B999B4D9EABD}"/>
              </a:ext>
            </a:extLst>
          </p:cNvPr>
          <p:cNvSpPr>
            <a:spLocks noGrp="1"/>
          </p:cNvSpPr>
          <p:nvPr>
            <p:ph sz="quarter" idx="32" hasCustomPrompt="1"/>
          </p:nvPr>
        </p:nvSpPr>
        <p:spPr>
          <a:xfrm>
            <a:off x="3667159"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1" name="Inhaltsplatzhalter 10">
            <a:extLst>
              <a:ext uri="{FF2B5EF4-FFF2-40B4-BE49-F238E27FC236}">
                <a16:creationId xmlns:a16="http://schemas.microsoft.com/office/drawing/2014/main" id="{A0685B94-A30D-8020-BFC0-B77022CBDE9F}"/>
              </a:ext>
            </a:extLst>
          </p:cNvPr>
          <p:cNvSpPr>
            <a:spLocks noGrp="1"/>
          </p:cNvSpPr>
          <p:nvPr>
            <p:ph sz="quarter" idx="33" hasCustomPrompt="1"/>
          </p:nvPr>
        </p:nvSpPr>
        <p:spPr>
          <a:xfrm>
            <a:off x="5360315"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2" name="Inhaltsplatzhalter 10">
            <a:extLst>
              <a:ext uri="{FF2B5EF4-FFF2-40B4-BE49-F238E27FC236}">
                <a16:creationId xmlns:a16="http://schemas.microsoft.com/office/drawing/2014/main" id="{7FB39B7C-36A1-9048-02BA-E03566F2EB1F}"/>
              </a:ext>
            </a:extLst>
          </p:cNvPr>
          <p:cNvSpPr>
            <a:spLocks noGrp="1"/>
          </p:cNvSpPr>
          <p:nvPr>
            <p:ph sz="quarter" idx="34" hasCustomPrompt="1"/>
          </p:nvPr>
        </p:nvSpPr>
        <p:spPr>
          <a:xfrm>
            <a:off x="7053471"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3" name="Inhaltsplatzhalter 10">
            <a:extLst>
              <a:ext uri="{FF2B5EF4-FFF2-40B4-BE49-F238E27FC236}">
                <a16:creationId xmlns:a16="http://schemas.microsoft.com/office/drawing/2014/main" id="{15CACBB6-4692-7C6A-8251-BEBD135224A0}"/>
              </a:ext>
            </a:extLst>
          </p:cNvPr>
          <p:cNvSpPr>
            <a:spLocks noGrp="1"/>
          </p:cNvSpPr>
          <p:nvPr>
            <p:ph sz="quarter" idx="35" hasCustomPrompt="1"/>
          </p:nvPr>
        </p:nvSpPr>
        <p:spPr>
          <a:xfrm>
            <a:off x="8746627"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4" name="Inhaltsplatzhalter 10">
            <a:extLst>
              <a:ext uri="{FF2B5EF4-FFF2-40B4-BE49-F238E27FC236}">
                <a16:creationId xmlns:a16="http://schemas.microsoft.com/office/drawing/2014/main" id="{BECB31F3-1FF3-7738-D3E5-314BB6A8314A}"/>
              </a:ext>
            </a:extLst>
          </p:cNvPr>
          <p:cNvSpPr>
            <a:spLocks noGrp="1"/>
          </p:cNvSpPr>
          <p:nvPr>
            <p:ph sz="quarter" idx="36" hasCustomPrompt="1"/>
          </p:nvPr>
        </p:nvSpPr>
        <p:spPr>
          <a:xfrm>
            <a:off x="10439783"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5" name="Inhaltsplatzhalter 10">
            <a:extLst>
              <a:ext uri="{FF2B5EF4-FFF2-40B4-BE49-F238E27FC236}">
                <a16:creationId xmlns:a16="http://schemas.microsoft.com/office/drawing/2014/main" id="{62AF25DC-CA5E-4417-22E5-A964FF016F62}"/>
              </a:ext>
            </a:extLst>
          </p:cNvPr>
          <p:cNvSpPr>
            <a:spLocks noGrp="1"/>
          </p:cNvSpPr>
          <p:nvPr>
            <p:ph sz="quarter" idx="37" hasCustomPrompt="1"/>
          </p:nvPr>
        </p:nvSpPr>
        <p:spPr>
          <a:xfrm>
            <a:off x="1136079"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6" name="Inhaltsplatzhalter 10">
            <a:extLst>
              <a:ext uri="{FF2B5EF4-FFF2-40B4-BE49-F238E27FC236}">
                <a16:creationId xmlns:a16="http://schemas.microsoft.com/office/drawing/2014/main" id="{90D56CD7-60EE-495F-ED4B-C31A87C45E84}"/>
              </a:ext>
            </a:extLst>
          </p:cNvPr>
          <p:cNvSpPr>
            <a:spLocks noGrp="1"/>
          </p:cNvSpPr>
          <p:nvPr>
            <p:ph sz="quarter" idx="38" hasCustomPrompt="1"/>
          </p:nvPr>
        </p:nvSpPr>
        <p:spPr>
          <a:xfrm>
            <a:off x="2829006"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7" name="Inhaltsplatzhalter 10">
            <a:extLst>
              <a:ext uri="{FF2B5EF4-FFF2-40B4-BE49-F238E27FC236}">
                <a16:creationId xmlns:a16="http://schemas.microsoft.com/office/drawing/2014/main" id="{28B0CB76-6D72-3E2E-056B-27DB3947102B}"/>
              </a:ext>
            </a:extLst>
          </p:cNvPr>
          <p:cNvSpPr>
            <a:spLocks noGrp="1"/>
          </p:cNvSpPr>
          <p:nvPr>
            <p:ph sz="quarter" idx="39" hasCustomPrompt="1"/>
          </p:nvPr>
        </p:nvSpPr>
        <p:spPr>
          <a:xfrm>
            <a:off x="4521933"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8" name="Inhaltsplatzhalter 10">
            <a:extLst>
              <a:ext uri="{FF2B5EF4-FFF2-40B4-BE49-F238E27FC236}">
                <a16:creationId xmlns:a16="http://schemas.microsoft.com/office/drawing/2014/main" id="{57BA3158-F345-F5B5-83D3-6B1D5546CF23}"/>
              </a:ext>
            </a:extLst>
          </p:cNvPr>
          <p:cNvSpPr>
            <a:spLocks noGrp="1"/>
          </p:cNvSpPr>
          <p:nvPr>
            <p:ph sz="quarter" idx="40" hasCustomPrompt="1"/>
          </p:nvPr>
        </p:nvSpPr>
        <p:spPr>
          <a:xfrm>
            <a:off x="6214860"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9" name="Inhaltsplatzhalter 10">
            <a:extLst>
              <a:ext uri="{FF2B5EF4-FFF2-40B4-BE49-F238E27FC236}">
                <a16:creationId xmlns:a16="http://schemas.microsoft.com/office/drawing/2014/main" id="{FC40280B-F0D4-264E-C17E-3D2B98F56454}"/>
              </a:ext>
            </a:extLst>
          </p:cNvPr>
          <p:cNvSpPr>
            <a:spLocks noGrp="1"/>
          </p:cNvSpPr>
          <p:nvPr>
            <p:ph sz="quarter" idx="41" hasCustomPrompt="1"/>
          </p:nvPr>
        </p:nvSpPr>
        <p:spPr>
          <a:xfrm>
            <a:off x="7907787"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40" name="Inhaltsplatzhalter 10">
            <a:extLst>
              <a:ext uri="{FF2B5EF4-FFF2-40B4-BE49-F238E27FC236}">
                <a16:creationId xmlns:a16="http://schemas.microsoft.com/office/drawing/2014/main" id="{4B3C570F-341A-24E7-0226-5D3A693E9D76}"/>
              </a:ext>
            </a:extLst>
          </p:cNvPr>
          <p:cNvSpPr>
            <a:spLocks noGrp="1"/>
          </p:cNvSpPr>
          <p:nvPr>
            <p:ph sz="quarter" idx="42" hasCustomPrompt="1"/>
          </p:nvPr>
        </p:nvSpPr>
        <p:spPr>
          <a:xfrm>
            <a:off x="9600716"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5372604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ild gross">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273378"/>
            <a:ext cx="11652249"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E2642B0A-90A5-416D-BBD5-A327FFAE1A38}" type="datetime1">
              <a:rPr lang="en-GB" noProof="0" smtClean="0"/>
              <a:t>16/09/2026</a:t>
            </a:fld>
            <a:endParaRPr lang="de-CH" noProof="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a:xfrm>
            <a:off x="1522276" y="6424761"/>
            <a:ext cx="7922096" cy="144016"/>
          </a:xfrm>
          <a:prstGeom prst="rect">
            <a:avLst/>
          </a:prstGeom>
        </p:spPr>
        <p:txBody>
          <a:bodyPr/>
          <a:lstStyle/>
          <a:p>
            <a:r>
              <a:rPr lang="en-US" noProof="0"/>
              <a:t>Footer (Edit via "Insert &gt; Header and Footer")</a:t>
            </a:r>
            <a:endParaRPr lang="de-CH" noProof="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de-CH" noProof="0" smtClean="0"/>
              <a:pPr/>
              <a:t>‹#›</a:t>
            </a:fld>
            <a:endParaRPr lang="de-CH" noProof="0"/>
          </a:p>
        </p:txBody>
      </p:sp>
    </p:spTree>
    <p:extLst>
      <p:ext uri="{BB962C8B-B14F-4D97-AF65-F5344CB8AC3E}">
        <p14:creationId xmlns:p14="http://schemas.microsoft.com/office/powerpoint/2010/main" val="42773539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el, Bild und acht Inhalte">
    <p:spTree>
      <p:nvGrpSpPr>
        <p:cNvPr id="1" name=""/>
        <p:cNvGrpSpPr/>
        <p:nvPr/>
      </p:nvGrpSpPr>
      <p:grpSpPr>
        <a:xfrm>
          <a:off x="0" y="0"/>
          <a:ext cx="0" cy="0"/>
          <a:chOff x="0" y="0"/>
          <a:chExt cx="0" cy="0"/>
        </a:xfrm>
      </p:grpSpPr>
      <p:sp>
        <p:nvSpPr>
          <p:cNvPr id="6" name="Bildplatzhalter 4">
            <a:extLst>
              <a:ext uri="{FF2B5EF4-FFF2-40B4-BE49-F238E27FC236}">
                <a16:creationId xmlns:a16="http://schemas.microsoft.com/office/drawing/2014/main" id="{73EBFA33-E838-4FF1-1D0F-2B8F723A98F0}"/>
              </a:ext>
            </a:extLst>
          </p:cNvPr>
          <p:cNvSpPr>
            <a:spLocks noGrp="1"/>
          </p:cNvSpPr>
          <p:nvPr>
            <p:ph type="pic" sz="quarter" idx="17"/>
          </p:nvPr>
        </p:nvSpPr>
        <p:spPr>
          <a:xfrm>
            <a:off x="0" y="0"/>
            <a:ext cx="12192000" cy="6858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 name="Datumsplatzhalter 2">
            <a:extLst>
              <a:ext uri="{FF2B5EF4-FFF2-40B4-BE49-F238E27FC236}">
                <a16:creationId xmlns:a16="http://schemas.microsoft.com/office/drawing/2014/main" id="{65EDFDEC-7873-15BD-1B6F-5DAEB0755EC2}"/>
              </a:ext>
            </a:extLst>
          </p:cNvPr>
          <p:cNvSpPr>
            <a:spLocks noGrp="1"/>
          </p:cNvSpPr>
          <p:nvPr>
            <p:ph type="dt" sz="half" idx="10"/>
          </p:nvPr>
        </p:nvSpPr>
        <p:spPr>
          <a:xfrm>
            <a:off x="10528398" y="6424761"/>
            <a:ext cx="1189348" cy="144016"/>
          </a:xfrm>
        </p:spPr>
        <p:txBody>
          <a:bodyPr/>
          <a:lstStyle>
            <a:lvl1pPr>
              <a:defRPr>
                <a:solidFill>
                  <a:schemeClr val="bg1"/>
                </a:solidFill>
              </a:defRPr>
            </a:lvl1pPr>
          </a:lstStyle>
          <a:p>
            <a:fld id="{D44E6481-0D72-42F8-81EA-7375C6781CC3}" type="datetime1">
              <a:rPr lang="en-GB" noProof="0" smtClean="0"/>
              <a:t>16/09/2026</a:t>
            </a:fld>
            <a:r>
              <a:rPr lang="en-GB" noProof="0"/>
              <a:t>    </a:t>
            </a:r>
            <a:r>
              <a:rPr lang="en-GB" noProof="0" dirty="0"/>
              <a:t>|</a:t>
            </a:r>
          </a:p>
        </p:txBody>
      </p:sp>
      <p:sp>
        <p:nvSpPr>
          <p:cNvPr id="4" name="Fußzeilenplatzhalter 3">
            <a:extLst>
              <a:ext uri="{FF2B5EF4-FFF2-40B4-BE49-F238E27FC236}">
                <a16:creationId xmlns:a16="http://schemas.microsoft.com/office/drawing/2014/main" id="{A604195A-F200-70E1-095F-04D38F55119A}"/>
              </a:ext>
            </a:extLst>
          </p:cNvPr>
          <p:cNvSpPr>
            <a:spLocks noGrp="1"/>
          </p:cNvSpPr>
          <p:nvPr>
            <p:ph type="ftr" sz="quarter" idx="11"/>
          </p:nvPr>
        </p:nvSpPr>
        <p:spPr>
          <a:xfrm>
            <a:off x="1522276" y="6424761"/>
            <a:ext cx="7922096" cy="144016"/>
          </a:xfrm>
          <a:prstGeom prst="rect">
            <a:avLst/>
          </a:prstGeom>
        </p:spPr>
        <p:txBody>
          <a:bodyPr/>
          <a:lstStyle>
            <a:lvl1pPr>
              <a:defRPr>
                <a:solidFill>
                  <a:schemeClr val="bg1"/>
                </a:solidFill>
              </a:defRPr>
            </a:lvl1pPr>
          </a:lstStyle>
          <a:p>
            <a:r>
              <a:rPr lang="en-US" noProof="0"/>
              <a:t>Footer (Edit via "Insert &gt; Header and Footer")</a:t>
            </a:r>
            <a:endParaRPr lang="en-GB" noProof="0" dirty="0"/>
          </a:p>
        </p:txBody>
      </p:sp>
      <p:sp>
        <p:nvSpPr>
          <p:cNvPr id="5" name="Foliennummernplatzhalter 4">
            <a:extLst>
              <a:ext uri="{FF2B5EF4-FFF2-40B4-BE49-F238E27FC236}">
                <a16:creationId xmlns:a16="http://schemas.microsoft.com/office/drawing/2014/main" id="{8F3564CC-433E-0F7E-78ED-4CBD5802F78E}"/>
              </a:ext>
            </a:extLst>
          </p:cNvPr>
          <p:cNvSpPr>
            <a:spLocks noGrp="1"/>
          </p:cNvSpPr>
          <p:nvPr>
            <p:ph type="sldNum" sz="quarter" idx="12"/>
          </p:nvPr>
        </p:nvSpPr>
        <p:spPr>
          <a:xfrm>
            <a:off x="11713325" y="6424761"/>
            <a:ext cx="208800" cy="144016"/>
          </a:xfrm>
        </p:spPr>
        <p:txBody>
          <a:bodyPr/>
          <a:lstStyle>
            <a:lvl1pPr>
              <a:defRPr>
                <a:solidFill>
                  <a:schemeClr val="bg1"/>
                </a:solidFill>
              </a:defRPr>
            </a:lvl1pPr>
          </a:lstStyle>
          <a:p>
            <a:fld id="{442AD375-037F-43D0-B059-5172DA06796A}" type="slidenum">
              <a:rPr lang="en-GB" noProof="0" smtClean="0"/>
              <a:pPr/>
              <a:t>‹#›</a:t>
            </a:fld>
            <a:endParaRPr lang="en-GB" noProof="0" dirty="0"/>
          </a:p>
        </p:txBody>
      </p:sp>
      <p:cxnSp>
        <p:nvCxnSpPr>
          <p:cNvPr id="9" name="Gerader Verbinder 8">
            <a:extLst>
              <a:ext uri="{FF2B5EF4-FFF2-40B4-BE49-F238E27FC236}">
                <a16:creationId xmlns:a16="http://schemas.microsoft.com/office/drawing/2014/main" id="{43F26200-5089-80AE-C07E-2ADBBFCB862E}"/>
              </a:ext>
            </a:extLst>
          </p:cNvPr>
          <p:cNvCxnSpPr>
            <a:cxnSpLocks/>
          </p:cNvCxnSpPr>
          <p:nvPr userDrawn="1"/>
        </p:nvCxnSpPr>
        <p:spPr>
          <a:xfrm>
            <a:off x="1418938"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2" name="Textplatzhalter 10">
            <a:extLst>
              <a:ext uri="{FF2B5EF4-FFF2-40B4-BE49-F238E27FC236}">
                <a16:creationId xmlns:a16="http://schemas.microsoft.com/office/drawing/2014/main" id="{795B1871-CB5E-1539-590E-A27B00A5B38E}"/>
              </a:ext>
            </a:extLst>
          </p:cNvPr>
          <p:cNvSpPr>
            <a:spLocks noGrp="1"/>
          </p:cNvSpPr>
          <p:nvPr>
            <p:ph type="body" sz="quarter" idx="18" hasCustomPrompt="1"/>
          </p:nvPr>
        </p:nvSpPr>
        <p:spPr>
          <a:xfrm>
            <a:off x="285372" y="6448574"/>
            <a:ext cx="1141200" cy="136800"/>
          </a:xfrm>
          <a:blipFill>
            <a:blip r:embed="rId2" cstate="screen">
              <a:extLst>
                <a:ext uri="{28A0092B-C50C-407E-A947-70E740481C1C}">
                  <a14:useLocalDpi xmlns:a14="http://schemas.microsoft.com/office/drawing/2010/main"/>
                </a:ext>
              </a:extLst>
            </a:blip>
            <a:stretch>
              <a:fillRect/>
            </a:stretch>
          </a:blipFill>
        </p:spPr>
        <p:txBody>
          <a:bodyPr/>
          <a:lstStyle>
            <a:lvl1pPr>
              <a:defRPr sz="100">
                <a:solidFill>
                  <a:schemeClr val="tx1"/>
                </a:solidFill>
              </a:defRPr>
            </a:lvl1pPr>
            <a:lvl2pPr>
              <a:defRPr sz="100">
                <a:solidFill>
                  <a:schemeClr val="bg1"/>
                </a:solidFill>
              </a:defRPr>
            </a:lvl2pPr>
            <a:lvl3pPr>
              <a:defRPr sz="100">
                <a:solidFill>
                  <a:schemeClr val="bg1"/>
                </a:solidFill>
              </a:defRPr>
            </a:lvl3pPr>
            <a:lvl4pPr>
              <a:defRPr sz="100">
                <a:solidFill>
                  <a:schemeClr val="bg1"/>
                </a:solidFill>
              </a:defRPr>
            </a:lvl4pPr>
            <a:lvl5pPr>
              <a:defRPr sz="100">
                <a:solidFill>
                  <a:schemeClr val="bg1"/>
                </a:solidFill>
              </a:defRPr>
            </a:lvl5pPr>
          </a:lstStyle>
          <a:p>
            <a:pPr lvl="0"/>
            <a:r>
              <a:rPr lang="en-GB" noProof="0" dirty="0"/>
              <a:t> </a:t>
            </a:r>
          </a:p>
        </p:txBody>
      </p:sp>
      <p:sp>
        <p:nvSpPr>
          <p:cNvPr id="13" name="Titel 1">
            <a:extLst>
              <a:ext uri="{FF2B5EF4-FFF2-40B4-BE49-F238E27FC236}">
                <a16:creationId xmlns:a16="http://schemas.microsoft.com/office/drawing/2014/main" id="{F7249099-EAE8-15A9-5DD9-4B8BD6C11373}"/>
              </a:ext>
            </a:extLst>
          </p:cNvPr>
          <p:cNvSpPr>
            <a:spLocks noGrp="1"/>
          </p:cNvSpPr>
          <p:nvPr>
            <p:ph type="title" hasCustomPrompt="1"/>
          </p:nvPr>
        </p:nvSpPr>
        <p:spPr>
          <a:xfrm>
            <a:off x="271463" y="244800"/>
            <a:ext cx="11650662" cy="625944"/>
          </a:xfrm>
        </p:spPr>
        <p:txBody>
          <a:bodyPr/>
          <a:lstStyle>
            <a:lvl1pPr>
              <a:defRPr>
                <a:solidFill>
                  <a:schemeClr val="bg1"/>
                </a:solidFill>
              </a:defRPr>
            </a:lvl1pPr>
          </a:lstStyle>
          <a:p>
            <a:r>
              <a:rPr lang="en-GB" noProof="0" dirty="0"/>
              <a:t>Insert title</a:t>
            </a:r>
          </a:p>
        </p:txBody>
      </p:sp>
      <p:sp>
        <p:nvSpPr>
          <p:cNvPr id="8" name="Textplatzhalter 27">
            <a:extLst>
              <a:ext uri="{FF2B5EF4-FFF2-40B4-BE49-F238E27FC236}">
                <a16:creationId xmlns:a16="http://schemas.microsoft.com/office/drawing/2014/main" id="{9EB74D43-ABA5-E11E-DD85-85CF51186C28}"/>
              </a:ext>
            </a:extLst>
          </p:cNvPr>
          <p:cNvSpPr>
            <a:spLocks noGrp="1"/>
          </p:cNvSpPr>
          <p:nvPr>
            <p:ph type="body" sz="quarter" idx="28" hasCustomPrompt="1"/>
          </p:nvPr>
        </p:nvSpPr>
        <p:spPr>
          <a:xfrm>
            <a:off x="3230670" y="272760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10" name="Textplatzhalter 27">
            <a:extLst>
              <a:ext uri="{FF2B5EF4-FFF2-40B4-BE49-F238E27FC236}">
                <a16:creationId xmlns:a16="http://schemas.microsoft.com/office/drawing/2014/main" id="{048FC5CC-2121-56F3-C3F5-B5C874FFB127}"/>
              </a:ext>
            </a:extLst>
          </p:cNvPr>
          <p:cNvSpPr>
            <a:spLocks noGrp="1"/>
          </p:cNvSpPr>
          <p:nvPr>
            <p:ph type="body" sz="quarter" idx="19" hasCustomPrompt="1"/>
          </p:nvPr>
        </p:nvSpPr>
        <p:spPr>
          <a:xfrm>
            <a:off x="276264" y="1826540"/>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11" name="Textplatzhalter 27">
            <a:extLst>
              <a:ext uri="{FF2B5EF4-FFF2-40B4-BE49-F238E27FC236}">
                <a16:creationId xmlns:a16="http://schemas.microsoft.com/office/drawing/2014/main" id="{BB0B7B4E-7C57-28E9-4CB9-B4570ABC59CC}"/>
              </a:ext>
            </a:extLst>
          </p:cNvPr>
          <p:cNvSpPr>
            <a:spLocks noGrp="1"/>
          </p:cNvSpPr>
          <p:nvPr>
            <p:ph type="body" sz="quarter" idx="21" hasCustomPrompt="1"/>
          </p:nvPr>
        </p:nvSpPr>
        <p:spPr>
          <a:xfrm>
            <a:off x="3230960" y="182177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14" name="Textplatzhalter 27">
            <a:extLst>
              <a:ext uri="{FF2B5EF4-FFF2-40B4-BE49-F238E27FC236}">
                <a16:creationId xmlns:a16="http://schemas.microsoft.com/office/drawing/2014/main" id="{A8FF8281-AD66-C77E-347B-07E4F503BA1C}"/>
              </a:ext>
            </a:extLst>
          </p:cNvPr>
          <p:cNvSpPr>
            <a:spLocks noGrp="1"/>
          </p:cNvSpPr>
          <p:nvPr>
            <p:ph type="body" sz="quarter" idx="26" hasCustomPrompt="1"/>
          </p:nvPr>
        </p:nvSpPr>
        <p:spPr>
          <a:xfrm>
            <a:off x="276264" y="2732367"/>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0" name="Textplatzhalter 27">
            <a:extLst>
              <a:ext uri="{FF2B5EF4-FFF2-40B4-BE49-F238E27FC236}">
                <a16:creationId xmlns:a16="http://schemas.microsoft.com/office/drawing/2014/main" id="{55EE194A-C397-2617-7780-D86A48CAE74D}"/>
              </a:ext>
            </a:extLst>
          </p:cNvPr>
          <p:cNvSpPr>
            <a:spLocks noGrp="1"/>
          </p:cNvSpPr>
          <p:nvPr>
            <p:ph type="body" sz="quarter" idx="30" hasCustomPrompt="1"/>
          </p:nvPr>
        </p:nvSpPr>
        <p:spPr>
          <a:xfrm>
            <a:off x="275974" y="4611686"/>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4" name="Textplatzhalter 27">
            <a:extLst>
              <a:ext uri="{FF2B5EF4-FFF2-40B4-BE49-F238E27FC236}">
                <a16:creationId xmlns:a16="http://schemas.microsoft.com/office/drawing/2014/main" id="{DBF35E7F-D953-CAA9-3A99-15E4880E3A1C}"/>
              </a:ext>
            </a:extLst>
          </p:cNvPr>
          <p:cNvSpPr>
            <a:spLocks noGrp="1"/>
          </p:cNvSpPr>
          <p:nvPr>
            <p:ph type="body" sz="quarter" idx="34" hasCustomPrompt="1"/>
          </p:nvPr>
        </p:nvSpPr>
        <p:spPr>
          <a:xfrm>
            <a:off x="6192311" y="274200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0" name="Textplatzhalter 27">
            <a:extLst>
              <a:ext uri="{FF2B5EF4-FFF2-40B4-BE49-F238E27FC236}">
                <a16:creationId xmlns:a16="http://schemas.microsoft.com/office/drawing/2014/main" id="{692AC1F8-AB87-40B3-4118-64C6B6A63F00}"/>
              </a:ext>
            </a:extLst>
          </p:cNvPr>
          <p:cNvSpPr>
            <a:spLocks noGrp="1"/>
          </p:cNvSpPr>
          <p:nvPr>
            <p:ph type="body" sz="quarter" idx="40" hasCustomPrompt="1"/>
          </p:nvPr>
        </p:nvSpPr>
        <p:spPr>
          <a:xfrm>
            <a:off x="6195128" y="460862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1" name="Textplatzhalter 27">
            <a:extLst>
              <a:ext uri="{FF2B5EF4-FFF2-40B4-BE49-F238E27FC236}">
                <a16:creationId xmlns:a16="http://schemas.microsoft.com/office/drawing/2014/main" id="{8B875A59-87E2-329A-FECC-BEA7FE43BA9A}"/>
              </a:ext>
            </a:extLst>
          </p:cNvPr>
          <p:cNvSpPr>
            <a:spLocks noGrp="1"/>
          </p:cNvSpPr>
          <p:nvPr>
            <p:ph type="body" sz="quarter" idx="32" hasCustomPrompt="1"/>
          </p:nvPr>
        </p:nvSpPr>
        <p:spPr>
          <a:xfrm>
            <a:off x="3232838" y="4611686"/>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2" name="Textplatzhalter 27">
            <a:extLst>
              <a:ext uri="{FF2B5EF4-FFF2-40B4-BE49-F238E27FC236}">
                <a16:creationId xmlns:a16="http://schemas.microsoft.com/office/drawing/2014/main" id="{69DCED49-C168-77C0-6547-0CADBD711BD1}"/>
              </a:ext>
            </a:extLst>
          </p:cNvPr>
          <p:cNvSpPr>
            <a:spLocks noGrp="1"/>
          </p:cNvSpPr>
          <p:nvPr>
            <p:ph type="body" sz="quarter" idx="31" hasCustomPrompt="1"/>
          </p:nvPr>
        </p:nvSpPr>
        <p:spPr>
          <a:xfrm>
            <a:off x="3233128" y="370585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3" name="Textplatzhalter 27">
            <a:extLst>
              <a:ext uri="{FF2B5EF4-FFF2-40B4-BE49-F238E27FC236}">
                <a16:creationId xmlns:a16="http://schemas.microsoft.com/office/drawing/2014/main" id="{E691F604-DB24-E1B1-CD8D-23BFFC1444A1}"/>
              </a:ext>
            </a:extLst>
          </p:cNvPr>
          <p:cNvSpPr>
            <a:spLocks noGrp="1"/>
          </p:cNvSpPr>
          <p:nvPr>
            <p:ph type="body" sz="quarter" idx="29" hasCustomPrompt="1"/>
          </p:nvPr>
        </p:nvSpPr>
        <p:spPr>
          <a:xfrm>
            <a:off x="276264" y="370585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4" name="Textplatzhalter 27">
            <a:extLst>
              <a:ext uri="{FF2B5EF4-FFF2-40B4-BE49-F238E27FC236}">
                <a16:creationId xmlns:a16="http://schemas.microsoft.com/office/drawing/2014/main" id="{48B584AC-71CB-16D8-E722-8AC5553FE598}"/>
              </a:ext>
            </a:extLst>
          </p:cNvPr>
          <p:cNvSpPr>
            <a:spLocks noGrp="1"/>
          </p:cNvSpPr>
          <p:nvPr>
            <p:ph type="body" sz="quarter" idx="33" hasCustomPrompt="1"/>
          </p:nvPr>
        </p:nvSpPr>
        <p:spPr>
          <a:xfrm>
            <a:off x="6192602" y="183617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5" name="Textplatzhalter 27">
            <a:extLst>
              <a:ext uri="{FF2B5EF4-FFF2-40B4-BE49-F238E27FC236}">
                <a16:creationId xmlns:a16="http://schemas.microsoft.com/office/drawing/2014/main" id="{64EFC00D-C82F-63F3-901A-E32AA5563D77}"/>
              </a:ext>
            </a:extLst>
          </p:cNvPr>
          <p:cNvSpPr>
            <a:spLocks noGrp="1"/>
          </p:cNvSpPr>
          <p:nvPr>
            <p:ph type="body" sz="quarter" idx="39" hasCustomPrompt="1"/>
          </p:nvPr>
        </p:nvSpPr>
        <p:spPr>
          <a:xfrm>
            <a:off x="6195418" y="370279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6" name="Textplatzhalter 27">
            <a:extLst>
              <a:ext uri="{FF2B5EF4-FFF2-40B4-BE49-F238E27FC236}">
                <a16:creationId xmlns:a16="http://schemas.microsoft.com/office/drawing/2014/main" id="{2F484B0C-2F5D-4A41-8BBA-C15A9F143EBE}"/>
              </a:ext>
            </a:extLst>
          </p:cNvPr>
          <p:cNvSpPr>
            <a:spLocks noGrp="1"/>
          </p:cNvSpPr>
          <p:nvPr>
            <p:ph type="body" sz="quarter" idx="35" hasCustomPrompt="1"/>
          </p:nvPr>
        </p:nvSpPr>
        <p:spPr>
          <a:xfrm>
            <a:off x="9150114" y="1831417"/>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7" name="Textplatzhalter 27">
            <a:extLst>
              <a:ext uri="{FF2B5EF4-FFF2-40B4-BE49-F238E27FC236}">
                <a16:creationId xmlns:a16="http://schemas.microsoft.com/office/drawing/2014/main" id="{4885B59F-449F-B852-F442-3B1C68A2AA63}"/>
              </a:ext>
            </a:extLst>
          </p:cNvPr>
          <p:cNvSpPr>
            <a:spLocks noGrp="1"/>
          </p:cNvSpPr>
          <p:nvPr>
            <p:ph type="body" sz="quarter" idx="36" hasCustomPrompt="1"/>
          </p:nvPr>
        </p:nvSpPr>
        <p:spPr>
          <a:xfrm>
            <a:off x="9149824" y="2737244"/>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8" name="Textplatzhalter 27">
            <a:extLst>
              <a:ext uri="{FF2B5EF4-FFF2-40B4-BE49-F238E27FC236}">
                <a16:creationId xmlns:a16="http://schemas.microsoft.com/office/drawing/2014/main" id="{AA5DC075-9286-B8C4-CD9F-B561C39392C6}"/>
              </a:ext>
            </a:extLst>
          </p:cNvPr>
          <p:cNvSpPr>
            <a:spLocks noGrp="1"/>
          </p:cNvSpPr>
          <p:nvPr>
            <p:ph type="body" sz="quarter" idx="37" hasCustomPrompt="1"/>
          </p:nvPr>
        </p:nvSpPr>
        <p:spPr>
          <a:xfrm>
            <a:off x="9152282" y="370279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9" name="Textplatzhalter 27">
            <a:extLst>
              <a:ext uri="{FF2B5EF4-FFF2-40B4-BE49-F238E27FC236}">
                <a16:creationId xmlns:a16="http://schemas.microsoft.com/office/drawing/2014/main" id="{2B7C5942-88D4-4AE4-D493-E6EB256531BC}"/>
              </a:ext>
            </a:extLst>
          </p:cNvPr>
          <p:cNvSpPr>
            <a:spLocks noGrp="1"/>
          </p:cNvSpPr>
          <p:nvPr>
            <p:ph type="body" sz="quarter" idx="38" hasCustomPrompt="1"/>
          </p:nvPr>
        </p:nvSpPr>
        <p:spPr>
          <a:xfrm>
            <a:off x="9151992" y="4608624"/>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Tree>
    <p:extLst>
      <p:ext uri="{BB962C8B-B14F-4D97-AF65-F5344CB8AC3E}">
        <p14:creationId xmlns:p14="http://schemas.microsoft.com/office/powerpoint/2010/main" val="40939606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cht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3" name="Inhaltsplatzhalter 2"/>
          <p:cNvSpPr>
            <a:spLocks noGrp="1"/>
          </p:cNvSpPr>
          <p:nvPr>
            <p:ph idx="1" hasCustomPrompt="1"/>
          </p:nvPr>
        </p:nvSpPr>
        <p:spPr>
          <a:xfrm>
            <a:off x="271460" y="3228982"/>
            <a:ext cx="2775600" cy="2259037"/>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C218D8A0-8EA2-4ADE-B26A-4BC2FCE8ED54}"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0" name="Inhaltsplatzhalter 2">
            <a:extLst>
              <a:ext uri="{FF2B5EF4-FFF2-40B4-BE49-F238E27FC236}">
                <a16:creationId xmlns:a16="http://schemas.microsoft.com/office/drawing/2014/main" id="{AAED8CC9-45E8-1A12-FE4B-99B48514CF4E}"/>
              </a:ext>
            </a:extLst>
          </p:cNvPr>
          <p:cNvSpPr>
            <a:spLocks noGrp="1"/>
          </p:cNvSpPr>
          <p:nvPr>
            <p:ph idx="13" hasCustomPrompt="1"/>
          </p:nvPr>
        </p:nvSpPr>
        <p:spPr>
          <a:xfrm>
            <a:off x="3231317" y="3228982"/>
            <a:ext cx="2775600" cy="2259037"/>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1" name="Inhaltsplatzhalter 2">
            <a:extLst>
              <a:ext uri="{FF2B5EF4-FFF2-40B4-BE49-F238E27FC236}">
                <a16:creationId xmlns:a16="http://schemas.microsoft.com/office/drawing/2014/main" id="{B0E65F99-D41E-97A8-5B90-921DFF4F75CF}"/>
              </a:ext>
            </a:extLst>
          </p:cNvPr>
          <p:cNvSpPr>
            <a:spLocks noGrp="1"/>
          </p:cNvSpPr>
          <p:nvPr>
            <p:ph idx="14" hasCustomPrompt="1"/>
          </p:nvPr>
        </p:nvSpPr>
        <p:spPr>
          <a:xfrm>
            <a:off x="6191174" y="3228982"/>
            <a:ext cx="2775600" cy="2259037"/>
          </a:xfrm>
        </p:spPr>
        <p:txBody>
          <a:bodyPr vert="horz" lIns="0" tIns="0" rIns="0" bIns="0" rtlCol="0">
            <a:noAutofit/>
          </a:bodyPr>
          <a:lstStyle>
            <a:lvl1pPr>
              <a:defRPr lang="de-CH"/>
            </a:lvl1pPr>
            <a:lvl2pPr>
              <a:defRPr lang="de-CH" noProof="0" dirty="0"/>
            </a:lvl2pPr>
            <a:lvl3pPr>
              <a:defRPr lang="de-CH"/>
            </a:lvl3pPr>
            <a:lvl4pPr>
              <a:defRPr lang="de-CH"/>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2" name="Inhaltsplatzhalter 2">
            <a:extLst>
              <a:ext uri="{FF2B5EF4-FFF2-40B4-BE49-F238E27FC236}">
                <a16:creationId xmlns:a16="http://schemas.microsoft.com/office/drawing/2014/main" id="{E2B30555-3BA5-1953-D982-C69CB839D8F4}"/>
              </a:ext>
            </a:extLst>
          </p:cNvPr>
          <p:cNvSpPr>
            <a:spLocks noGrp="1"/>
          </p:cNvSpPr>
          <p:nvPr>
            <p:ph idx="15" hasCustomPrompt="1"/>
          </p:nvPr>
        </p:nvSpPr>
        <p:spPr>
          <a:xfrm>
            <a:off x="9151032" y="3228982"/>
            <a:ext cx="2775600" cy="2259037"/>
          </a:xfrm>
        </p:spPr>
        <p:txBody>
          <a:bodyPr vert="horz" lIns="0" tIns="0" rIns="0" bIns="0" rtlCol="0">
            <a:noAutofit/>
          </a:bodyPr>
          <a:lstStyle>
            <a:lvl1pPr>
              <a:defRPr lang="de-CH"/>
            </a:lvl1pPr>
            <a:lvl2pPr>
              <a:defRPr lang="de-CH" noProof="0" dirty="0"/>
            </a:lvl2pPr>
            <a:lvl3pPr>
              <a:defRPr lang="de-CH"/>
            </a:lvl3pPr>
            <a:lvl4pPr>
              <a:defRPr lang="de-CH"/>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6" name="Inhaltsplatzhalter 2">
            <a:extLst>
              <a:ext uri="{FF2B5EF4-FFF2-40B4-BE49-F238E27FC236}">
                <a16:creationId xmlns:a16="http://schemas.microsoft.com/office/drawing/2014/main" id="{B4DAEC7F-9097-CC65-18FC-ABDF8656180C}"/>
              </a:ext>
            </a:extLst>
          </p:cNvPr>
          <p:cNvSpPr>
            <a:spLocks noGrp="1"/>
          </p:cNvSpPr>
          <p:nvPr>
            <p:ph idx="19" hasCustomPrompt="1"/>
          </p:nvPr>
        </p:nvSpPr>
        <p:spPr>
          <a:xfrm>
            <a:off x="9151031"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2" name="Inhaltsplatzhalter 2">
            <a:extLst>
              <a:ext uri="{FF2B5EF4-FFF2-40B4-BE49-F238E27FC236}">
                <a16:creationId xmlns:a16="http://schemas.microsoft.com/office/drawing/2014/main" id="{999A24F7-6F45-D408-172F-9FCB5D02667F}"/>
              </a:ext>
            </a:extLst>
          </p:cNvPr>
          <p:cNvSpPr>
            <a:spLocks noGrp="1"/>
          </p:cNvSpPr>
          <p:nvPr>
            <p:ph idx="20" hasCustomPrompt="1"/>
          </p:nvPr>
        </p:nvSpPr>
        <p:spPr>
          <a:xfrm>
            <a:off x="6191174"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3" name="Inhaltsplatzhalter 2">
            <a:extLst>
              <a:ext uri="{FF2B5EF4-FFF2-40B4-BE49-F238E27FC236}">
                <a16:creationId xmlns:a16="http://schemas.microsoft.com/office/drawing/2014/main" id="{F564AFF4-7AFB-5D44-CE32-7B8A59C91178}"/>
              </a:ext>
            </a:extLst>
          </p:cNvPr>
          <p:cNvSpPr>
            <a:spLocks noGrp="1"/>
          </p:cNvSpPr>
          <p:nvPr>
            <p:ph idx="21" hasCustomPrompt="1"/>
          </p:nvPr>
        </p:nvSpPr>
        <p:spPr>
          <a:xfrm>
            <a:off x="3231317"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4" name="Inhaltsplatzhalter 2">
            <a:extLst>
              <a:ext uri="{FF2B5EF4-FFF2-40B4-BE49-F238E27FC236}">
                <a16:creationId xmlns:a16="http://schemas.microsoft.com/office/drawing/2014/main" id="{A71E75C8-391E-2558-3A91-AA1F31A93B05}"/>
              </a:ext>
            </a:extLst>
          </p:cNvPr>
          <p:cNvSpPr>
            <a:spLocks noGrp="1"/>
          </p:cNvSpPr>
          <p:nvPr>
            <p:ph idx="22" hasCustomPrompt="1"/>
          </p:nvPr>
        </p:nvSpPr>
        <p:spPr>
          <a:xfrm>
            <a:off x="271460" y="1371600"/>
            <a:ext cx="2775600" cy="1716981"/>
          </a:xfrm>
        </p:spPr>
        <p:txBody>
          <a:bodyPr/>
          <a:lstStyle>
            <a:lvl1pPr>
              <a:tabLst>
                <a:tab pos="1704975" algn="l"/>
              </a:tabLst>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7" name="Textplatzhalter 8">
            <a:extLst>
              <a:ext uri="{FF2B5EF4-FFF2-40B4-BE49-F238E27FC236}">
                <a16:creationId xmlns:a16="http://schemas.microsoft.com/office/drawing/2014/main" id="{3E32DEA9-77CE-B434-4A3D-3AAB04FD7845}"/>
              </a:ext>
            </a:extLst>
          </p:cNvPr>
          <p:cNvSpPr>
            <a:spLocks noGrp="1"/>
          </p:cNvSpPr>
          <p:nvPr>
            <p:ph type="body" sz="quarter" idx="23" hasCustomPrompt="1"/>
          </p:nvPr>
        </p:nvSpPr>
        <p:spPr>
          <a:xfrm>
            <a:off x="270000" y="6019388"/>
            <a:ext cx="5736917" cy="205200"/>
          </a:xfrm>
        </p:spPr>
        <p:txBody>
          <a:bodyPr/>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2220080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2F28D944-1AD8-48D7-80F5-C2C836F5C41A}" type="datetime1">
              <a:rPr lang="en-GB" noProof="0" smtClean="0"/>
              <a:t>16/09/2026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4" name="Inhaltsplatzhalter 2">
            <a:extLst>
              <a:ext uri="{FF2B5EF4-FFF2-40B4-BE49-F238E27FC236}">
                <a16:creationId xmlns:a16="http://schemas.microsoft.com/office/drawing/2014/main" id="{A71E75C8-391E-2558-3A91-AA1F31A93B05}"/>
              </a:ext>
            </a:extLst>
          </p:cNvPr>
          <p:cNvSpPr>
            <a:spLocks noGrp="1"/>
          </p:cNvSpPr>
          <p:nvPr>
            <p:ph idx="22" hasCustomPrompt="1"/>
          </p:nvPr>
        </p:nvSpPr>
        <p:spPr>
          <a:xfrm>
            <a:off x="270582" y="2700000"/>
            <a:ext cx="2778003" cy="3524588"/>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dirty="0"/>
              <a:t>Contact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pic>
        <p:nvPicPr>
          <p:cNvPr id="8" name="Grafik 7">
            <a:extLst>
              <a:ext uri="{FF2B5EF4-FFF2-40B4-BE49-F238E27FC236}">
                <a16:creationId xmlns:a16="http://schemas.microsoft.com/office/drawing/2014/main" id="{D08ED976-BD70-59ED-B970-3FA256DEEE5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14" name="Inhaltsplatzhalter 2">
            <a:extLst>
              <a:ext uri="{FF2B5EF4-FFF2-40B4-BE49-F238E27FC236}">
                <a16:creationId xmlns:a16="http://schemas.microsoft.com/office/drawing/2014/main" id="{DADD2F24-DA82-E6C1-DFC7-E7D6DA1F104A}"/>
              </a:ext>
            </a:extLst>
          </p:cNvPr>
          <p:cNvSpPr>
            <a:spLocks noGrp="1"/>
          </p:cNvSpPr>
          <p:nvPr>
            <p:ph idx="24" hasCustomPrompt="1"/>
          </p:nvPr>
        </p:nvSpPr>
        <p:spPr>
          <a:xfrm>
            <a:off x="276512" y="1389564"/>
            <a:ext cx="856800" cy="856800"/>
          </a:xfrm>
        </p:spPr>
        <p:txBody>
          <a:bodyPr anchor="ctr"/>
          <a:lstStyle>
            <a:lvl1pPr algn="ctr">
              <a:tabLst>
                <a:tab pos="1704975" algn="l"/>
              </a:tabLst>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QR-Code</a:t>
            </a:r>
          </a:p>
        </p:txBody>
      </p:sp>
      <p:cxnSp>
        <p:nvCxnSpPr>
          <p:cNvPr id="15" name="Gerader Verbinder 14">
            <a:extLst>
              <a:ext uri="{FF2B5EF4-FFF2-40B4-BE49-F238E27FC236}">
                <a16:creationId xmlns:a16="http://schemas.microsoft.com/office/drawing/2014/main" id="{B8FD34BD-5602-5735-423C-351E3E46BFED}"/>
              </a:ext>
            </a:extLst>
          </p:cNvPr>
          <p:cNvCxnSpPr>
            <a:cxnSpLocks/>
          </p:cNvCxnSpPr>
          <p:nvPr userDrawn="1"/>
        </p:nvCxnSpPr>
        <p:spPr>
          <a:xfrm>
            <a:off x="270582" y="2492896"/>
            <a:ext cx="277800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35847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Insert title</a:t>
            </a:r>
          </a:p>
        </p:txBody>
      </p:sp>
      <p:sp>
        <p:nvSpPr>
          <p:cNvPr id="3" name="Datumsplatzhalter 2">
            <a:extLst>
              <a:ext uri="{FF2B5EF4-FFF2-40B4-BE49-F238E27FC236}">
                <a16:creationId xmlns:a16="http://schemas.microsoft.com/office/drawing/2014/main" id="{9846EAAB-E9CC-4FBB-A777-DFD68618EF51}"/>
              </a:ext>
            </a:extLst>
          </p:cNvPr>
          <p:cNvSpPr>
            <a:spLocks noGrp="1"/>
          </p:cNvSpPr>
          <p:nvPr>
            <p:ph type="dt" sz="half" idx="10"/>
          </p:nvPr>
        </p:nvSpPr>
        <p:spPr/>
        <p:txBody>
          <a:bodyPr/>
          <a:lstStyle/>
          <a:p>
            <a:fld id="{A5E452CE-83BB-40F0-8CD8-3EB90C4A5B6C}" type="datetime1">
              <a:rPr lang="en-GB" noProof="0" smtClean="0"/>
              <a:t>16/09/2026</a:t>
            </a:fld>
            <a:endParaRPr lang="en-GB" noProof="0" dirty="0"/>
          </a:p>
        </p:txBody>
      </p:sp>
      <p:sp>
        <p:nvSpPr>
          <p:cNvPr id="5" name="Foliennummernplatzhalter 4">
            <a:extLst>
              <a:ext uri="{FF2B5EF4-FFF2-40B4-BE49-F238E27FC236}">
                <a16:creationId xmlns:a16="http://schemas.microsoft.com/office/drawing/2014/main" id="{9CA66DD1-3165-483D-99FB-202ADC04E1F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38379844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84E75BB-61FF-4F7E-9CDB-A5E34775C9B4}"/>
              </a:ext>
            </a:extLst>
          </p:cNvPr>
          <p:cNvSpPr>
            <a:spLocks noGrp="1"/>
          </p:cNvSpPr>
          <p:nvPr>
            <p:ph type="dt" sz="half" idx="10"/>
          </p:nvPr>
        </p:nvSpPr>
        <p:spPr/>
        <p:txBody>
          <a:bodyPr/>
          <a:lstStyle/>
          <a:p>
            <a:fld id="{47B4867E-9B81-465E-887E-F32BAE2ED19B}" type="datetime1">
              <a:rPr lang="en-GB" noProof="0" smtClean="0"/>
              <a:t>16/09/2026</a:t>
            </a:fld>
            <a:endParaRPr lang="en-GB" noProof="0" dirty="0"/>
          </a:p>
        </p:txBody>
      </p:sp>
      <p:sp>
        <p:nvSpPr>
          <p:cNvPr id="3" name="Fußzeilenplatzhalter 2">
            <a:extLst>
              <a:ext uri="{FF2B5EF4-FFF2-40B4-BE49-F238E27FC236}">
                <a16:creationId xmlns:a16="http://schemas.microsoft.com/office/drawing/2014/main" id="{B909AB7D-DBAB-4FFF-BA65-85B952116264}"/>
              </a:ext>
            </a:extLst>
          </p:cNvPr>
          <p:cNvSpPr>
            <a:spLocks noGrp="1"/>
          </p:cNvSpPr>
          <p:nvPr>
            <p:ph type="ftr" sz="quarter" idx="11"/>
          </p:nvPr>
        </p:nvSpPr>
        <p:spPr>
          <a:xfrm>
            <a:off x="1522276" y="6424761"/>
            <a:ext cx="7922096" cy="144016"/>
          </a:xfrm>
          <a:prstGeom prst="rect">
            <a:avLst/>
          </a:prstGeom>
        </p:spPr>
        <p:txBody>
          <a:bodyPr/>
          <a:lstStyle/>
          <a:p>
            <a:r>
              <a:rPr lang="en-GB" noProof="0" dirty="0"/>
              <a:t>Footer (Edit via "Insert &gt; Header and Footer")</a:t>
            </a:r>
          </a:p>
        </p:txBody>
      </p:sp>
      <p:sp>
        <p:nvSpPr>
          <p:cNvPr id="4" name="Foliennummernplatzhalter 3">
            <a:extLst>
              <a:ext uri="{FF2B5EF4-FFF2-40B4-BE49-F238E27FC236}">
                <a16:creationId xmlns:a16="http://schemas.microsoft.com/office/drawing/2014/main" id="{EB9B7570-0B3E-4F91-B744-978CA7BDE965}"/>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400544614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271463" y="244800"/>
            <a:ext cx="11650662" cy="625944"/>
          </a:xfrm>
          <a:prstGeom prst="rect">
            <a:avLst/>
          </a:prstGeom>
        </p:spPr>
        <p:txBody>
          <a:bodyPr vert="horz" lIns="0" tIns="0" rIns="0" bIns="0" rtlCol="0" anchor="t">
            <a:noAutofit/>
          </a:bodyPr>
          <a:lstStyle/>
          <a:p>
            <a:r>
              <a:rPr lang="en-GB" noProof="0" dirty="0"/>
              <a:t>Insert title</a:t>
            </a:r>
          </a:p>
        </p:txBody>
      </p:sp>
      <p:sp>
        <p:nvSpPr>
          <p:cNvPr id="3" name="Textplatzhalter 2"/>
          <p:cNvSpPr>
            <a:spLocks noGrp="1"/>
          </p:cNvSpPr>
          <p:nvPr>
            <p:ph type="body" idx="1"/>
          </p:nvPr>
        </p:nvSpPr>
        <p:spPr>
          <a:xfrm>
            <a:off x="271461" y="870744"/>
            <a:ext cx="11650663" cy="5353844"/>
          </a:xfrm>
          <a:prstGeom prst="rect">
            <a:avLst/>
          </a:prstGeom>
        </p:spPr>
        <p:txBody>
          <a:bodyPr vert="horz" lIns="0" tIns="0" rIns="0" bIns="0" rtlCol="0">
            <a:noAutofit/>
          </a:body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p:cNvSpPr>
            <a:spLocks noGrp="1"/>
          </p:cNvSpPr>
          <p:nvPr>
            <p:ph type="dt" sz="half" idx="2"/>
          </p:nvPr>
        </p:nvSpPr>
        <p:spPr>
          <a:xfrm>
            <a:off x="10416480" y="6424761"/>
            <a:ext cx="1189348" cy="144016"/>
          </a:xfrm>
          <a:prstGeom prst="rect">
            <a:avLst/>
          </a:prstGeom>
        </p:spPr>
        <p:txBody>
          <a:bodyPr vert="horz" lIns="0" tIns="0" rIns="0" bIns="0" rtlCol="0" anchor="t" anchorCtr="0"/>
          <a:lstStyle>
            <a:lvl1pPr algn="r">
              <a:lnSpc>
                <a:spcPct val="98000"/>
              </a:lnSpc>
              <a:defRPr sz="1000">
                <a:solidFill>
                  <a:schemeClr val="tx1"/>
                </a:solidFill>
              </a:defRPr>
            </a:lvl1pPr>
          </a:lstStyle>
          <a:p>
            <a:fld id="{D08962D8-68D6-4CA4-882B-63EF88154735}" type="datetime1">
              <a:rPr lang="en-GB" noProof="0" smtClean="0"/>
              <a:t>16/09/2026</a:t>
            </a:fld>
            <a:endParaRPr lang="en-GB" noProof="0" dirty="0"/>
          </a:p>
        </p:txBody>
      </p:sp>
      <p:sp>
        <p:nvSpPr>
          <p:cNvPr id="6" name="Foliennummernplatzhalter 5"/>
          <p:cNvSpPr>
            <a:spLocks noGrp="1"/>
          </p:cNvSpPr>
          <p:nvPr>
            <p:ph type="sldNum" sz="quarter" idx="4"/>
          </p:nvPr>
        </p:nvSpPr>
        <p:spPr>
          <a:xfrm>
            <a:off x="11712624" y="6424761"/>
            <a:ext cx="209500" cy="144016"/>
          </a:xfrm>
          <a:prstGeom prst="rect">
            <a:avLst/>
          </a:prstGeom>
        </p:spPr>
        <p:txBody>
          <a:bodyPr vert="horz" lIns="0" tIns="0" rIns="0" bIns="0" rtlCol="0" anchor="t" anchorCtr="0"/>
          <a:lstStyle>
            <a:lvl1pPr algn="r">
              <a:lnSpc>
                <a:spcPct val="98000"/>
              </a:lnSpc>
              <a:defRPr sz="1000">
                <a:solidFill>
                  <a:schemeClr val="tx1"/>
                </a:solidFill>
              </a:defRPr>
            </a:lvl1pPr>
          </a:lstStyle>
          <a:p>
            <a:fld id="{442AD375-037F-43D0-B059-5172DA06796A}" type="slidenum">
              <a:rPr lang="en-GB" noProof="0" smtClean="0"/>
              <a:pPr/>
              <a:t>‹#›</a:t>
            </a:fld>
            <a:endParaRPr lang="en-GB" noProof="0" dirty="0"/>
          </a:p>
        </p:txBody>
      </p:sp>
      <p:sp>
        <p:nvSpPr>
          <p:cNvPr id="7" name="Textfeld 6">
            <a:extLst>
              <a:ext uri="{FF2B5EF4-FFF2-40B4-BE49-F238E27FC236}">
                <a16:creationId xmlns:a16="http://schemas.microsoft.com/office/drawing/2014/main" id="{1C703539-8E35-D069-DBD5-3A4DCC125A4D}"/>
              </a:ext>
            </a:extLst>
          </p:cNvPr>
          <p:cNvSpPr txBox="1"/>
          <p:nvPr userDrawn="1"/>
        </p:nvSpPr>
        <p:spPr>
          <a:xfrm rot="5400000">
            <a:off x="11394044" y="5941110"/>
            <a:ext cx="1753783" cy="61555"/>
          </a:xfrm>
          <a:prstGeom prst="rect">
            <a:avLst/>
          </a:prstGeom>
          <a:noFill/>
        </p:spPr>
        <p:txBody>
          <a:bodyPr wrap="square" lIns="0" tIns="0" rIns="0" bIns="0" rtlCol="0">
            <a:spAutoFit/>
          </a:bodyPr>
          <a:lstStyle/>
          <a:p>
            <a:pPr algn="r"/>
            <a:r>
              <a:rPr lang="de-CH" sz="400" spc="40" baseline="0" noProof="0">
                <a:solidFill>
                  <a:schemeClr val="bg1">
                    <a:lumMod val="85000"/>
                  </a:schemeClr>
                </a:solidFill>
              </a:rPr>
              <a:t>Erstellt durch Vorlagenbauer.ch</a:t>
            </a:r>
          </a:p>
        </p:txBody>
      </p:sp>
      <p:cxnSp>
        <p:nvCxnSpPr>
          <p:cNvPr id="11" name="Gerader Verbinder 10">
            <a:extLst>
              <a:ext uri="{FF2B5EF4-FFF2-40B4-BE49-F238E27FC236}">
                <a16:creationId xmlns:a16="http://schemas.microsoft.com/office/drawing/2014/main" id="{D0F7A25C-6B57-E378-A273-BBFF709DB255}"/>
              </a:ext>
            </a:extLst>
          </p:cNvPr>
          <p:cNvCxnSpPr>
            <a:cxnSpLocks/>
          </p:cNvCxnSpPr>
          <p:nvPr userDrawn="1"/>
        </p:nvCxnSpPr>
        <p:spPr>
          <a:xfrm>
            <a:off x="11703099"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428D97A1-67D4-8BCE-2C75-BEA0093CDA16}"/>
              </a:ext>
            </a:extLst>
          </p:cNvPr>
          <p:cNvSpPr txBox="1"/>
          <p:nvPr userDrawn="1"/>
        </p:nvSpPr>
        <p:spPr>
          <a:xfrm>
            <a:off x="269875" y="6424761"/>
            <a:ext cx="1060992" cy="150811"/>
          </a:xfrm>
          <a:prstGeom prst="rect">
            <a:avLst/>
          </a:prstGeom>
          <a:noFill/>
        </p:spPr>
        <p:txBody>
          <a:bodyPr wrap="square" lIns="0" tIns="0" rIns="0" bIns="0" rtlCol="0">
            <a:spAutoFit/>
          </a:bodyPr>
          <a:lstStyle/>
          <a:p>
            <a:r>
              <a:rPr lang="en-GB" sz="1000" b="1" noProof="0" dirty="0">
                <a:latin typeface="Source Sans Pro SemiBold" panose="020B0603030403020204" pitchFamily="34" charset="0"/>
              </a:rPr>
              <a:t>University of Zurich</a:t>
            </a:r>
          </a:p>
        </p:txBody>
      </p:sp>
      <p:cxnSp>
        <p:nvCxnSpPr>
          <p:cNvPr id="13" name="Gerader Verbinder 12">
            <a:extLst>
              <a:ext uri="{FF2B5EF4-FFF2-40B4-BE49-F238E27FC236}">
                <a16:creationId xmlns:a16="http://schemas.microsoft.com/office/drawing/2014/main" id="{B7B29EB8-D7DC-4128-6431-E45C30786CE8}"/>
              </a:ext>
            </a:extLst>
          </p:cNvPr>
          <p:cNvCxnSpPr>
            <a:cxnSpLocks/>
          </p:cNvCxnSpPr>
          <p:nvPr userDrawn="1"/>
        </p:nvCxnSpPr>
        <p:spPr>
          <a:xfrm>
            <a:off x="1418938"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1663896"/>
      </p:ext>
    </p:extLst>
  </p:cSld>
  <p:clrMap bg1="lt1" tx1="dk1" bg2="lt2" tx2="dk2" accent1="accent1" accent2="accent2" accent3="accent3" accent4="accent4" accent5="accent5" accent6="accent6" hlink="hlink" folHlink="folHlink"/>
  <p:sldLayoutIdLst>
    <p:sldLayoutId id="2147483666" r:id="rId1"/>
    <p:sldLayoutId id="2147483658" r:id="rId2"/>
    <p:sldLayoutId id="2147483667" r:id="rId3"/>
    <p:sldLayoutId id="2147483683" r:id="rId4"/>
    <p:sldLayoutId id="2147483696" r:id="rId5"/>
    <p:sldLayoutId id="2147483695" r:id="rId6"/>
    <p:sldLayoutId id="2147483659" r:id="rId7"/>
    <p:sldLayoutId id="2147483669" r:id="rId8"/>
    <p:sldLayoutId id="2147483661" r:id="rId9"/>
    <p:sldLayoutId id="2147483674" r:id="rId10"/>
    <p:sldLayoutId id="2147483697" r:id="rId11"/>
    <p:sldLayoutId id="2147483675" r:id="rId12"/>
    <p:sldLayoutId id="2147483698" r:id="rId13"/>
    <p:sldLayoutId id="2147483671" r:id="rId14"/>
    <p:sldLayoutId id="2147483682" r:id="rId15"/>
    <p:sldLayoutId id="2147483684" r:id="rId16"/>
    <p:sldLayoutId id="2147483677" r:id="rId17"/>
    <p:sldLayoutId id="2147483672" r:id="rId18"/>
    <p:sldLayoutId id="2147483679" r:id="rId19"/>
    <p:sldLayoutId id="2147483685" r:id="rId20"/>
    <p:sldLayoutId id="2147483680" r:id="rId21"/>
    <p:sldLayoutId id="2147483681" r:id="rId22"/>
    <p:sldLayoutId id="2147483686" r:id="rId23"/>
    <p:sldLayoutId id="2147483687" r:id="rId24"/>
    <p:sldLayoutId id="2147483691" r:id="rId25"/>
    <p:sldLayoutId id="2147483690" r:id="rId26"/>
    <p:sldLayoutId id="2147483699" r:id="rId27"/>
    <p:sldLayoutId id="2147483688" r:id="rId28"/>
    <p:sldLayoutId id="2147483692" r:id="rId29"/>
    <p:sldLayoutId id="2147483670" r:id="rId30"/>
    <p:sldLayoutId id="2147483700" r:id="rId31"/>
    <p:sldLayoutId id="2147483678" r:id="rId32"/>
    <p:sldLayoutId id="2147483693" r:id="rId33"/>
    <p:sldLayoutId id="2147483663" r:id="rId34"/>
    <p:sldLayoutId id="2147483664" r:id="rId35"/>
  </p:sldLayoutIdLst>
  <p:hf hdr="0" ftr="0"/>
  <p:txStyles>
    <p:titleStyle>
      <a:lvl1pPr algn="l" defTabSz="914400" rtl="0" eaLnBrk="1" latinLnBrk="0" hangingPunct="1">
        <a:lnSpc>
          <a:spcPct val="97000"/>
        </a:lnSpc>
        <a:spcBef>
          <a:spcPct val="0"/>
        </a:spcBef>
        <a:buNone/>
        <a:defRPr sz="2400" b="1" kern="1200" spc="0" baseline="0">
          <a:solidFill>
            <a:schemeClr val="tx1"/>
          </a:solidFill>
          <a:latin typeface="+mj-lt"/>
          <a:ea typeface="+mj-ea"/>
          <a:cs typeface="+mj-cs"/>
        </a:defRPr>
      </a:lvl1pPr>
    </p:titleStyle>
    <p:bodyStyle>
      <a:lvl1pPr marL="0" indent="0" algn="l" defTabSz="914400" rtl="0" eaLnBrk="1" latinLnBrk="0" hangingPunct="1">
        <a:lnSpc>
          <a:spcPct val="103000"/>
        </a:lnSpc>
        <a:spcBef>
          <a:spcPts val="0"/>
        </a:spcBef>
        <a:buFont typeface="+mj-lt"/>
        <a:buNone/>
        <a:defRPr sz="1600" kern="1200" spc="0" baseline="0">
          <a:solidFill>
            <a:schemeClr val="tx1"/>
          </a:solidFill>
          <a:latin typeface="+mn-lt"/>
          <a:ea typeface="+mn-ea"/>
          <a:cs typeface="+mn-cs"/>
        </a:defRPr>
      </a:lvl1pPr>
      <a:lvl2pPr marL="226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2pPr>
      <a:lvl3pPr marL="658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3pPr>
      <a:lvl4pPr marL="1090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4pPr>
      <a:lvl5pPr marL="1522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A4A3A4"/>
          </p15:clr>
        </p15:guide>
        <p15:guide id="2" pos="7510" userDrawn="1">
          <p15:clr>
            <a:srgbClr val="A4A3A4"/>
          </p15:clr>
        </p15:guide>
        <p15:guide id="3" orient="horz" pos="3921" userDrawn="1">
          <p15:clr>
            <a:srgbClr val="A4A3A4"/>
          </p15:clr>
        </p15:guide>
        <p15:guide id="4" orient="horz" pos="546" userDrawn="1">
          <p15:clr>
            <a:srgbClr val="A4A3A4"/>
          </p15:clr>
        </p15:guide>
        <p15:guide id="6" orient="horz" pos="172" userDrawn="1">
          <p15:clr>
            <a:srgbClr val="A4A3A4"/>
          </p15:clr>
        </p15:guide>
        <p15:guide id="7" orient="horz" pos="864"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1.xml"/><Relationship Id="rId1" Type="http://schemas.openxmlformats.org/officeDocument/2006/relationships/slideLayout" Target="../slideLayouts/slideLayout34.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12.xml"/><Relationship Id="rId1" Type="http://schemas.openxmlformats.org/officeDocument/2006/relationships/slideLayout" Target="../slideLayouts/slideLayout34.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4.svg"/><Relationship Id="rId7" Type="http://schemas.openxmlformats.org/officeDocument/2006/relationships/image" Target="../media/image9.svg"/><Relationship Id="rId2" Type="http://schemas.openxmlformats.org/officeDocument/2006/relationships/notesSlide" Target="../notesSlides/notesSlide13.xml"/><Relationship Id="rId1" Type="http://schemas.openxmlformats.org/officeDocument/2006/relationships/slideLayout" Target="../slideLayouts/slideLayout34.xml"/><Relationship Id="rId6" Type="http://schemas.openxmlformats.org/officeDocument/2006/relationships/image" Target="../media/image7.svg"/><Relationship Id="rId5" Type="http://schemas.openxmlformats.org/officeDocument/2006/relationships/image" Target="../media/image6.svg"/><Relationship Id="rId10" Type="http://schemas.openxmlformats.org/officeDocument/2006/relationships/image" Target="../media/image8.svg"/><Relationship Id="rId4" Type="http://schemas.openxmlformats.org/officeDocument/2006/relationships/image" Target="../media/image5.svg"/><Relationship Id="rId9" Type="http://schemas.openxmlformats.org/officeDocument/2006/relationships/image" Target="../media/image11.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9.xml"/><Relationship Id="rId1" Type="http://schemas.openxmlformats.org/officeDocument/2006/relationships/slideLayout" Target="../slideLayouts/slideLayout34.xml"/><Relationship Id="rId4" Type="http://schemas.openxmlformats.org/officeDocument/2006/relationships/image" Target="../media/image13.svg"/></Relationships>
</file>

<file path=ppt/slides/_rels/slide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0.xml"/><Relationship Id="rId1" Type="http://schemas.openxmlformats.org/officeDocument/2006/relationships/slideLayout" Target="../slideLayouts/slideLayout34.xml"/><Relationship Id="rId6" Type="http://schemas.openxmlformats.org/officeDocument/2006/relationships/image" Target="../media/image14.svg"/><Relationship Id="rId5" Type="http://schemas.openxmlformats.org/officeDocument/2006/relationships/image" Target="../media/image4.svg"/><Relationship Id="rId4" Type="http://schemas.openxmlformats.org/officeDocument/2006/relationships/image" Target="../media/image13.svg"/></Relationships>
</file>

<file path=ppt/slides/_rels/slide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1.xml"/><Relationship Id="rId1" Type="http://schemas.openxmlformats.org/officeDocument/2006/relationships/slideLayout" Target="../slideLayouts/slideLayout34.xml"/><Relationship Id="rId6" Type="http://schemas.openxmlformats.org/officeDocument/2006/relationships/image" Target="../media/image14.svg"/><Relationship Id="rId5" Type="http://schemas.openxmlformats.org/officeDocument/2006/relationships/image" Target="../media/image4.svg"/><Relationship Id="rId4" Type="http://schemas.openxmlformats.org/officeDocument/2006/relationships/image" Target="../media/image13.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1.xml"/><Relationship Id="rId1" Type="http://schemas.openxmlformats.org/officeDocument/2006/relationships/slideLayout" Target="../slideLayouts/slideLayout34.xml"/><Relationship Id="rId4" Type="http://schemas.openxmlformats.org/officeDocument/2006/relationships/image" Target="../media/image12.svg"/></Relationships>
</file>

<file path=ppt/slides/_rels/slide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2.xml"/><Relationship Id="rId1" Type="http://schemas.openxmlformats.org/officeDocument/2006/relationships/slideLayout" Target="../slideLayouts/slideLayout34.xml"/><Relationship Id="rId5" Type="http://schemas.openxmlformats.org/officeDocument/2006/relationships/image" Target="../media/image18.svg"/><Relationship Id="rId4" Type="http://schemas.openxmlformats.org/officeDocument/2006/relationships/image" Target="../media/image12.svg"/></Relationships>
</file>

<file path=ppt/slides/_rels/slide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3.xml"/><Relationship Id="rId1" Type="http://schemas.openxmlformats.org/officeDocument/2006/relationships/slideLayout" Target="../slideLayouts/slideLayout34.xml"/><Relationship Id="rId5" Type="http://schemas.openxmlformats.org/officeDocument/2006/relationships/image" Target="../media/image18.svg"/><Relationship Id="rId4" Type="http://schemas.openxmlformats.org/officeDocument/2006/relationships/image" Target="../media/image12.svg"/></Relationships>
</file>

<file path=ppt/slides/_rels/slide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4.xml"/><Relationship Id="rId1" Type="http://schemas.openxmlformats.org/officeDocument/2006/relationships/slideLayout" Target="../slideLayouts/slideLayout34.xml"/><Relationship Id="rId5" Type="http://schemas.openxmlformats.org/officeDocument/2006/relationships/image" Target="../media/image18.svg"/><Relationship Id="rId4" Type="http://schemas.openxmlformats.org/officeDocument/2006/relationships/image" Target="../media/image12.svg"/></Relationships>
</file>

<file path=ppt/slides/_rels/slide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5.xml"/><Relationship Id="rId1" Type="http://schemas.openxmlformats.org/officeDocument/2006/relationships/slideLayout" Target="../slideLayouts/slideLayout34.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2.sv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3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4.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4.xml"/></Relationships>
</file>

<file path=ppt/slides/_rels/slide6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4.svg"/><Relationship Id="rId1" Type="http://schemas.openxmlformats.org/officeDocument/2006/relationships/slideLayout" Target="../slideLayouts/slideLayout34.xml"/><Relationship Id="rId4" Type="http://schemas.openxmlformats.org/officeDocument/2006/relationships/image" Target="../media/image12.svg"/></Relationships>
</file>

<file path=ppt/slides/_rels/slide6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4.svg"/><Relationship Id="rId1" Type="http://schemas.openxmlformats.org/officeDocument/2006/relationships/slideLayout" Target="../slideLayouts/slideLayout34.xml"/><Relationship Id="rId6" Type="http://schemas.openxmlformats.org/officeDocument/2006/relationships/image" Target="../media/image24.svg"/><Relationship Id="rId5" Type="http://schemas.openxmlformats.org/officeDocument/2006/relationships/image" Target="../media/image25.svg"/><Relationship Id="rId4" Type="http://schemas.openxmlformats.org/officeDocument/2006/relationships/image" Target="../media/image12.svg"/></Relationships>
</file>

<file path=ppt/slides/_rels/slide6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4.svg"/><Relationship Id="rId1" Type="http://schemas.openxmlformats.org/officeDocument/2006/relationships/slideLayout" Target="../slideLayouts/slideLayout34.xml"/><Relationship Id="rId4" Type="http://schemas.openxmlformats.org/officeDocument/2006/relationships/image" Target="../media/image26.svg"/></Relationships>
</file>

<file path=ppt/slides/_rels/slide6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4.svg"/><Relationship Id="rId1" Type="http://schemas.openxmlformats.org/officeDocument/2006/relationships/slideLayout" Target="../slideLayouts/slideLayout34.xml"/><Relationship Id="rId4" Type="http://schemas.openxmlformats.org/officeDocument/2006/relationships/image" Target="../media/image26.svg"/></Relationships>
</file>

<file path=ppt/slides/_rels/slide6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4.svg"/><Relationship Id="rId1" Type="http://schemas.openxmlformats.org/officeDocument/2006/relationships/slideLayout" Target="../slideLayouts/slideLayout34.xml"/></Relationships>
</file>

<file path=ppt/slides/_rels/slide7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4.svg"/><Relationship Id="rId1" Type="http://schemas.openxmlformats.org/officeDocument/2006/relationships/slideLayout" Target="../slideLayouts/slideLayout34.xml"/></Relationships>
</file>

<file path=ppt/slides/_rels/slide7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4.svg"/><Relationship Id="rId1" Type="http://schemas.openxmlformats.org/officeDocument/2006/relationships/slideLayout" Target="../slideLayouts/slideLayout34.xml"/></Relationships>
</file>

<file path=ppt/slides/_rels/slide7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9.svg"/><Relationship Id="rId1" Type="http://schemas.openxmlformats.org/officeDocument/2006/relationships/slideLayout" Target="../slideLayouts/slideLayout34.xml"/><Relationship Id="rId4" Type="http://schemas.openxmlformats.org/officeDocument/2006/relationships/image" Target="../media/image8.svg"/></Relationships>
</file>

<file path=ppt/slides/_rels/slide7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9.svg"/><Relationship Id="rId1" Type="http://schemas.openxmlformats.org/officeDocument/2006/relationships/slideLayout" Target="../slideLayouts/slideLayout34.xml"/><Relationship Id="rId4" Type="http://schemas.openxmlformats.org/officeDocument/2006/relationships/image" Target="../media/image8.svg"/></Relationships>
</file>

<file path=ppt/slides/_rels/slide7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9.svg"/><Relationship Id="rId1" Type="http://schemas.openxmlformats.org/officeDocument/2006/relationships/slideLayout" Target="../slideLayouts/slideLayout34.xml"/><Relationship Id="rId4" Type="http://schemas.openxmlformats.org/officeDocument/2006/relationships/image" Target="../media/image8.svg"/></Relationships>
</file>

<file path=ppt/slides/_rels/slide7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9.svg"/><Relationship Id="rId1" Type="http://schemas.openxmlformats.org/officeDocument/2006/relationships/slideLayout" Target="../slideLayouts/slideLayout34.xml"/><Relationship Id="rId4" Type="http://schemas.openxmlformats.org/officeDocument/2006/relationships/image" Target="../media/image8.svg"/></Relationships>
</file>

<file path=ppt/slides/_rels/slide7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9.svg"/><Relationship Id="rId1" Type="http://schemas.openxmlformats.org/officeDocument/2006/relationships/slideLayout" Target="../slideLayouts/slideLayout34.xml"/><Relationship Id="rId4" Type="http://schemas.openxmlformats.org/officeDocument/2006/relationships/image" Target="../media/image8.sv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2.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3.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8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4.xml"/><Relationship Id="rId1" Type="http://schemas.openxmlformats.org/officeDocument/2006/relationships/slideLayout" Target="../slideLayouts/slideLayout9.xml"/><Relationship Id="rId5" Type="http://schemas.openxmlformats.org/officeDocument/2006/relationships/image" Target="../media/image32.png"/><Relationship Id="rId4" Type="http://schemas.openxmlformats.org/officeDocument/2006/relationships/image" Target="../media/image31.png"/></Relationships>
</file>

<file path=ppt/slides/_rels/slide9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5.xml"/><Relationship Id="rId1" Type="http://schemas.openxmlformats.org/officeDocument/2006/relationships/slideLayout" Target="../slideLayouts/slideLayout9.xml"/><Relationship Id="rId5" Type="http://schemas.openxmlformats.org/officeDocument/2006/relationships/image" Target="../media/image33.png"/><Relationship Id="rId4" Type="http://schemas.openxmlformats.org/officeDocument/2006/relationships/image" Target="../media/image31.png"/></Relationships>
</file>

<file path=ppt/slides/_rels/slide9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6.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3.svg"/><Relationship Id="rId4" Type="http://schemas.openxmlformats.org/officeDocument/2006/relationships/image" Target="../media/image32.svg"/></Relationships>
</file>

<file path=ppt/slides/_rels/slide92.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42.svg"/><Relationship Id="rId2" Type="http://schemas.openxmlformats.org/officeDocument/2006/relationships/image" Target="../media/image34.svg"/><Relationship Id="rId1" Type="http://schemas.openxmlformats.org/officeDocument/2006/relationships/slideLayout" Target="../slideLayouts/slideLayout35.xml"/><Relationship Id="rId6" Type="http://schemas.openxmlformats.org/officeDocument/2006/relationships/image" Target="../media/image36.svg"/><Relationship Id="rId11" Type="http://schemas.openxmlformats.org/officeDocument/2006/relationships/image" Target="../media/image41.svg"/><Relationship Id="rId5" Type="http://schemas.openxmlformats.org/officeDocument/2006/relationships/image" Target="../media/image35.svg"/><Relationship Id="rId10" Type="http://schemas.openxmlformats.org/officeDocument/2006/relationships/image" Target="../media/image40.svg"/><Relationship Id="rId4" Type="http://schemas.openxmlformats.org/officeDocument/2006/relationships/image" Target="../media/image35.png"/><Relationship Id="rId9" Type="http://schemas.openxmlformats.org/officeDocument/2006/relationships/image" Target="../media/image39.svg"/></Relationships>
</file>

<file path=ppt/slides/_rels/slide93.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42.svg"/><Relationship Id="rId2" Type="http://schemas.openxmlformats.org/officeDocument/2006/relationships/image" Target="../media/image34.svg"/><Relationship Id="rId1" Type="http://schemas.openxmlformats.org/officeDocument/2006/relationships/slideLayout" Target="../slideLayouts/slideLayout35.xml"/><Relationship Id="rId6" Type="http://schemas.openxmlformats.org/officeDocument/2006/relationships/image" Target="../media/image36.svg"/><Relationship Id="rId11" Type="http://schemas.openxmlformats.org/officeDocument/2006/relationships/image" Target="../media/image41.svg"/><Relationship Id="rId5" Type="http://schemas.openxmlformats.org/officeDocument/2006/relationships/image" Target="../media/image35.svg"/><Relationship Id="rId10" Type="http://schemas.openxmlformats.org/officeDocument/2006/relationships/image" Target="../media/image40.svg"/><Relationship Id="rId4" Type="http://schemas.openxmlformats.org/officeDocument/2006/relationships/image" Target="../media/image35.png"/><Relationship Id="rId9" Type="http://schemas.openxmlformats.org/officeDocument/2006/relationships/image" Target="../media/image39.svg"/><Relationship Id="rId14" Type="http://schemas.openxmlformats.org/officeDocument/2006/relationships/image" Target="../media/image45.png"/></Relationships>
</file>

<file path=ppt/slides/_rels/slide94.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42.svg"/><Relationship Id="rId2" Type="http://schemas.openxmlformats.org/officeDocument/2006/relationships/image" Target="../media/image34.svg"/><Relationship Id="rId1" Type="http://schemas.openxmlformats.org/officeDocument/2006/relationships/slideLayout" Target="../slideLayouts/slideLayout35.xml"/><Relationship Id="rId6" Type="http://schemas.openxmlformats.org/officeDocument/2006/relationships/image" Target="../media/image36.svg"/><Relationship Id="rId11" Type="http://schemas.openxmlformats.org/officeDocument/2006/relationships/image" Target="../media/image41.svg"/><Relationship Id="rId5" Type="http://schemas.openxmlformats.org/officeDocument/2006/relationships/image" Target="../media/image35.svg"/><Relationship Id="rId15" Type="http://schemas.openxmlformats.org/officeDocument/2006/relationships/image" Target="../media/image44.png"/><Relationship Id="rId10" Type="http://schemas.openxmlformats.org/officeDocument/2006/relationships/image" Target="../media/image40.svg"/><Relationship Id="rId4" Type="http://schemas.openxmlformats.org/officeDocument/2006/relationships/image" Target="../media/image35.png"/><Relationship Id="rId9" Type="http://schemas.openxmlformats.org/officeDocument/2006/relationships/image" Target="../media/image39.svg"/><Relationship Id="rId14" Type="http://schemas.openxmlformats.org/officeDocument/2006/relationships/image" Target="../media/image45.png"/></Relationships>
</file>

<file path=ppt/slides/_rels/slide9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77.xml"/><Relationship Id="rId1" Type="http://schemas.openxmlformats.org/officeDocument/2006/relationships/slideLayout" Target="../slideLayouts/slideLayout34.xml"/><Relationship Id="rId4" Type="http://schemas.openxmlformats.org/officeDocument/2006/relationships/image" Target="../media/image8.svg"/></Relationships>
</file>

<file path=ppt/slides/_rels/slide9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78.xml"/><Relationship Id="rId1" Type="http://schemas.openxmlformats.org/officeDocument/2006/relationships/slideLayout" Target="../slideLayouts/slideLayout34.xml"/><Relationship Id="rId4" Type="http://schemas.openxmlformats.org/officeDocument/2006/relationships/image" Target="../media/image8.svg"/></Relationships>
</file>

<file path=ppt/slides/_rels/slide9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9.xml"/><Relationship Id="rId1" Type="http://schemas.openxmlformats.org/officeDocument/2006/relationships/slideLayout" Target="../slideLayouts/slideLayout34.xml"/></Relationships>
</file>

<file path=ppt/slides/_rels/slide9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0.xml"/><Relationship Id="rId1" Type="http://schemas.openxmlformats.org/officeDocument/2006/relationships/slideLayout" Target="../slideLayouts/slideLayout34.xml"/></Relationships>
</file>

<file path=ppt/slides/_rels/slide9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1.xml"/><Relationship Id="rId1" Type="http://schemas.openxmlformats.org/officeDocument/2006/relationships/slideLayout" Target="../slideLayouts/slideLayout34.xml"/><Relationship Id="rId4" Type="http://schemas.openxmlformats.org/officeDocument/2006/relationships/chart" Target="../charts/chart1.xml"/></Relationships>
</file>

<file path=ppt/slides/_rels/slide10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2.xml"/><Relationship Id="rId1" Type="http://schemas.openxmlformats.org/officeDocument/2006/relationships/slideLayout" Target="../slideLayouts/slideLayout34.xml"/><Relationship Id="rId4" Type="http://schemas.openxmlformats.org/officeDocument/2006/relationships/chart" Target="../charts/chart2.xml"/></Relationships>
</file>

<file path=ppt/slides/_rels/slide10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3.xml"/><Relationship Id="rId1" Type="http://schemas.openxmlformats.org/officeDocument/2006/relationships/slideLayout" Target="../slideLayouts/slideLayout34.xml"/><Relationship Id="rId4" Type="http://schemas.openxmlformats.org/officeDocument/2006/relationships/chart" Target="../charts/chart3.xml"/></Relationships>
</file>

<file path=ppt/slides/_rels/slide10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4.xml"/><Relationship Id="rId1" Type="http://schemas.openxmlformats.org/officeDocument/2006/relationships/slideLayout" Target="../slideLayouts/slideLayout34.xml"/></Relationships>
</file>

<file path=ppt/slides/_rels/slide10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5.xml"/><Relationship Id="rId1" Type="http://schemas.openxmlformats.org/officeDocument/2006/relationships/slideLayout" Target="../slideLayouts/slideLayout34.xml"/><Relationship Id="rId5" Type="http://schemas.openxmlformats.org/officeDocument/2006/relationships/image" Target="../media/image61.png"/><Relationship Id="rId4" Type="http://schemas.openxmlformats.org/officeDocument/2006/relationships/image" Target="../media/image49.svg"/></Relationships>
</file>

<file path=ppt/slides/_rels/slide10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6.xml"/><Relationship Id="rId1" Type="http://schemas.openxmlformats.org/officeDocument/2006/relationships/slideLayout" Target="../slideLayouts/slideLayout34.xml"/><Relationship Id="rId6" Type="http://schemas.openxmlformats.org/officeDocument/2006/relationships/image" Target="../media/image61.png"/><Relationship Id="rId5" Type="http://schemas.openxmlformats.org/officeDocument/2006/relationships/image" Target="../media/image49.svg"/><Relationship Id="rId4" Type="http://schemas.openxmlformats.org/officeDocument/2006/relationships/image" Target="../media/image451.pn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4.xml"/></Relationships>
</file>

<file path=ppt/slides/_rels/slide108.xml.rels><?xml version="1.0" encoding="UTF-8" standalone="yes"?>
<Relationships xmlns="http://schemas.openxmlformats.org/package/2006/relationships"><Relationship Id="rId8" Type="http://schemas.openxmlformats.org/officeDocument/2006/relationships/hyperlink" Target="https://doi.org/10.1073/pnas.2105076119" TargetMode="External"/><Relationship Id="rId3" Type="http://schemas.openxmlformats.org/officeDocument/2006/relationships/image" Target="../media/image40.png"/><Relationship Id="rId7" Type="http://schemas.openxmlformats.org/officeDocument/2006/relationships/image" Target="../media/image42.png"/><Relationship Id="rId2" Type="http://schemas.openxmlformats.org/officeDocument/2006/relationships/notesSlide" Target="../notesSlides/notesSlide90.xml"/><Relationship Id="rId1" Type="http://schemas.openxmlformats.org/officeDocument/2006/relationships/slideLayout" Target="../slideLayouts/slideLayout7.xml"/><Relationship Id="rId6" Type="http://schemas.openxmlformats.org/officeDocument/2006/relationships/chart" Target="../charts/chart7.xml"/><Relationship Id="rId5" Type="http://schemas.openxmlformats.org/officeDocument/2006/relationships/chart" Target="../charts/chart7.xml"/><Relationship Id="rId10" Type="http://schemas.openxmlformats.org/officeDocument/2006/relationships/image" Target="../media/image440.png"/><Relationship Id="rId4" Type="http://schemas.openxmlformats.org/officeDocument/2006/relationships/image" Target="../media/image41.png"/><Relationship Id="rId9" Type="http://schemas.openxmlformats.org/officeDocument/2006/relationships/image" Target="../media/image43.png"/></Relationships>
</file>

<file path=ppt/slides/_rels/slide10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91.xml"/><Relationship Id="rId1" Type="http://schemas.openxmlformats.org/officeDocument/2006/relationships/slideLayout" Target="../slideLayouts/slideLayout7.xml"/><Relationship Id="rId5" Type="http://schemas.openxmlformats.org/officeDocument/2006/relationships/image" Target="../media/image360.png"/><Relationship Id="rId4" Type="http://schemas.openxmlformats.org/officeDocument/2006/relationships/image" Target="../media/image32.svg"/></Relationships>
</file>

<file path=ppt/slides/_rels/slide110.xml.rels><?xml version="1.0" encoding="UTF-8" standalone="yes"?>
<Relationships xmlns="http://schemas.openxmlformats.org/package/2006/relationships"><Relationship Id="rId8" Type="http://schemas.openxmlformats.org/officeDocument/2006/relationships/image" Target="../media/image460.png"/><Relationship Id="rId13" Type="http://schemas.openxmlformats.org/officeDocument/2006/relationships/image" Target="../media/image32.svg"/><Relationship Id="rId3" Type="http://schemas.openxmlformats.org/officeDocument/2006/relationships/image" Target="../media/image450.png"/><Relationship Id="rId7" Type="http://schemas.openxmlformats.org/officeDocument/2006/relationships/image" Target="../media/image7.svg"/><Relationship Id="rId12" Type="http://schemas.openxmlformats.org/officeDocument/2006/relationships/image" Target="../media/image11.svg"/><Relationship Id="rId2" Type="http://schemas.openxmlformats.org/officeDocument/2006/relationships/notesSlide" Target="../notesSlides/notesSlide92.xml"/><Relationship Id="rId1" Type="http://schemas.openxmlformats.org/officeDocument/2006/relationships/slideLayout" Target="../slideLayouts/slideLayout7.xml"/><Relationship Id="rId6" Type="http://schemas.openxmlformats.org/officeDocument/2006/relationships/image" Target="../media/image6.svg"/><Relationship Id="rId11" Type="http://schemas.openxmlformats.org/officeDocument/2006/relationships/image" Target="../media/image10.svg"/><Relationship Id="rId5" Type="http://schemas.openxmlformats.org/officeDocument/2006/relationships/image" Target="../media/image5.svg"/><Relationship Id="rId15" Type="http://schemas.openxmlformats.org/officeDocument/2006/relationships/image" Target="../media/image480.png"/><Relationship Id="rId10" Type="http://schemas.openxmlformats.org/officeDocument/2006/relationships/image" Target="../media/image9.svg"/><Relationship Id="rId4" Type="http://schemas.openxmlformats.org/officeDocument/2006/relationships/image" Target="../media/image4.svg"/><Relationship Id="rId9" Type="http://schemas.openxmlformats.org/officeDocument/2006/relationships/image" Target="../media/image8.svg"/><Relationship Id="rId14" Type="http://schemas.openxmlformats.org/officeDocument/2006/relationships/image" Target="../media/image470.png"/></Relationships>
</file>

<file path=ppt/slides/_rels/slide111.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52.png"/><Relationship Id="rId2" Type="http://schemas.openxmlformats.org/officeDocument/2006/relationships/notesSlide" Target="../notesSlides/notesSlide93.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0.png"/></Relationships>
</file>

<file path=ppt/slides/_rels/slide112.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56.png"/><Relationship Id="rId2" Type="http://schemas.openxmlformats.org/officeDocument/2006/relationships/notesSlide" Target="../notesSlides/notesSlide94.xml"/><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B331CB12-CC9E-9AA1-0BA0-877EB25D02F6}"/>
              </a:ext>
            </a:extLst>
          </p:cNvPr>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27244" r="46140"/>
          <a:stretch>
            <a:fillRect/>
          </a:stretch>
        </p:blipFill>
        <p:spPr>
          <a:xfrm rot="5400000">
            <a:off x="3339306" y="-1944687"/>
            <a:ext cx="5513388" cy="11652250"/>
          </a:xfrm>
          <a:prstGeom prst="rect">
            <a:avLst/>
          </a:prstGeom>
          <a:pattFill prst="lgCheck">
            <a:fgClr>
              <a:prstClr val="white">
                <a:lumMod val="85000"/>
              </a:prstClr>
            </a:fgClr>
            <a:bgClr>
              <a:prstClr val="white"/>
            </a:bgClr>
          </a:pattFill>
        </p:spPr>
      </p:pic>
      <p:sp>
        <p:nvSpPr>
          <p:cNvPr id="3" name="Textplatzhalter 2">
            <a:extLst>
              <a:ext uri="{FF2B5EF4-FFF2-40B4-BE49-F238E27FC236}">
                <a16:creationId xmlns:a16="http://schemas.microsoft.com/office/drawing/2014/main" id="{0C6B5B82-CC2A-6D00-1F19-2CE5ACFBFFF2}"/>
              </a:ext>
            </a:extLst>
          </p:cNvPr>
          <p:cNvSpPr>
            <a:spLocks noGrp="1"/>
          </p:cNvSpPr>
          <p:nvPr>
            <p:ph type="body" sz="quarter" idx="14"/>
          </p:nvPr>
        </p:nvSpPr>
        <p:spPr>
          <a:xfrm>
            <a:off x="2412000" y="273600"/>
            <a:ext cx="4548096" cy="536400"/>
          </a:xfrm>
        </p:spPr>
        <p:txBody>
          <a:bodyPr/>
          <a:lstStyle/>
          <a:p>
            <a:r>
              <a:rPr lang="en-US" noProof="0" dirty="0"/>
              <a:t>Spatial Genetics of Ecosystems, Department of Geography</a:t>
            </a:r>
          </a:p>
        </p:txBody>
      </p:sp>
      <p:sp>
        <p:nvSpPr>
          <p:cNvPr id="4" name="Textplatzhalter 3">
            <a:extLst>
              <a:ext uri="{FF2B5EF4-FFF2-40B4-BE49-F238E27FC236}">
                <a16:creationId xmlns:a16="http://schemas.microsoft.com/office/drawing/2014/main" id="{33954A1B-BB1F-1482-3D90-E762B4C65B27}"/>
              </a:ext>
            </a:extLst>
          </p:cNvPr>
          <p:cNvSpPr>
            <a:spLocks noGrp="1"/>
          </p:cNvSpPr>
          <p:nvPr>
            <p:ph type="body" sz="quarter" idx="15"/>
          </p:nvPr>
        </p:nvSpPr>
        <p:spPr>
          <a:xfrm>
            <a:off x="1" y="2440388"/>
            <a:ext cx="6273435" cy="1372968"/>
          </a:xfrm>
        </p:spPr>
        <p:txBody>
          <a:bodyPr/>
          <a:lstStyle/>
          <a:p>
            <a:r>
              <a:rPr lang="en-US" noProof="0" dirty="0"/>
              <a:t>Intro to Demographic Simulations</a:t>
            </a:r>
          </a:p>
          <a:p>
            <a:pPr lvl="2"/>
            <a:r>
              <a:rPr lang="en-US" noProof="0" dirty="0"/>
              <a:t>Billy Wallisch</a:t>
            </a:r>
            <a:br>
              <a:rPr lang="en-US" noProof="0" dirty="0"/>
            </a:br>
            <a:r>
              <a:rPr lang="en-US" noProof="0" dirty="0"/>
              <a:t>16 September 2026</a:t>
            </a:r>
          </a:p>
        </p:txBody>
      </p:sp>
      <p:sp>
        <p:nvSpPr>
          <p:cNvPr id="2" name="Date Placeholder 1">
            <a:extLst>
              <a:ext uri="{FF2B5EF4-FFF2-40B4-BE49-F238E27FC236}">
                <a16:creationId xmlns:a16="http://schemas.microsoft.com/office/drawing/2014/main" id="{D1886778-60AA-BF3E-276D-015E3B66C3F8}"/>
              </a:ext>
            </a:extLst>
          </p:cNvPr>
          <p:cNvSpPr>
            <a:spLocks noGrp="1"/>
          </p:cNvSpPr>
          <p:nvPr>
            <p:ph type="dt" sz="half" idx="10"/>
          </p:nvPr>
        </p:nvSpPr>
        <p:spPr/>
        <p:txBody>
          <a:bodyPr/>
          <a:lstStyle/>
          <a:p>
            <a:fld id="{376563CA-3E83-4CA5-9C83-DDF55292C9F4}" type="datetime1">
              <a:rPr lang="en-GB" noProof="0" smtClean="0"/>
              <a:t>16/09/2026</a:t>
            </a:fld>
            <a:endParaRPr lang="en-GB" noProof="0" dirty="0"/>
          </a:p>
        </p:txBody>
      </p:sp>
      <p:sp>
        <p:nvSpPr>
          <p:cNvPr id="7" name="Slide Number Placeholder 6">
            <a:extLst>
              <a:ext uri="{FF2B5EF4-FFF2-40B4-BE49-F238E27FC236}">
                <a16:creationId xmlns:a16="http://schemas.microsoft.com/office/drawing/2014/main" id="{01F14C1E-65FD-D742-FFEA-3B49D92D9E90}"/>
              </a:ext>
            </a:extLst>
          </p:cNvPr>
          <p:cNvSpPr>
            <a:spLocks noGrp="1"/>
          </p:cNvSpPr>
          <p:nvPr>
            <p:ph type="sldNum" sz="quarter" idx="12"/>
          </p:nvPr>
        </p:nvSpPr>
        <p:spPr/>
        <p:txBody>
          <a:bodyPr/>
          <a:lstStyle/>
          <a:p>
            <a:r>
              <a:rPr lang="en-GB" noProof="0"/>
              <a:t> </a:t>
            </a:r>
            <a:endParaRPr lang="en-GB" noProof="0" dirty="0"/>
          </a:p>
        </p:txBody>
      </p:sp>
      <p:sp>
        <p:nvSpPr>
          <p:cNvPr id="5" name="TextBox 4">
            <a:extLst>
              <a:ext uri="{FF2B5EF4-FFF2-40B4-BE49-F238E27FC236}">
                <a16:creationId xmlns:a16="http://schemas.microsoft.com/office/drawing/2014/main" id="{BC115623-E518-FC90-02A1-BC8BCE5BE659}"/>
              </a:ext>
            </a:extLst>
          </p:cNvPr>
          <p:cNvSpPr txBox="1"/>
          <p:nvPr/>
        </p:nvSpPr>
        <p:spPr>
          <a:xfrm>
            <a:off x="269875" y="6638132"/>
            <a:ext cx="6834237" cy="150811"/>
          </a:xfrm>
          <a:prstGeom prst="rect">
            <a:avLst/>
          </a:prstGeom>
          <a:noFill/>
        </p:spPr>
        <p:txBody>
          <a:bodyPr wrap="square" lIns="0" tIns="0" rIns="0" bIns="0" rtlCol="0">
            <a:spAutoFit/>
          </a:bodyPr>
          <a:lstStyle/>
          <a:p>
            <a:r>
              <a:rPr lang="en-CH" sz="1000" b="1" dirty="0"/>
              <a:t>Exposed beech tree in May on Corsica, Meredith C Schuman</a:t>
            </a:r>
            <a:endParaRPr lang="en-CH" sz="1000" dirty="0"/>
          </a:p>
        </p:txBody>
      </p:sp>
    </p:spTree>
    <p:extLst>
      <p:ext uri="{BB962C8B-B14F-4D97-AF65-F5344CB8AC3E}">
        <p14:creationId xmlns:p14="http://schemas.microsoft.com/office/powerpoint/2010/main" val="3702509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E5841-294F-AB0E-5B25-7559442F9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647FDF-9737-F4C9-002A-12BE7DBB505B}"/>
              </a:ext>
            </a:extLst>
          </p:cNvPr>
          <p:cNvSpPr>
            <a:spLocks noGrp="1"/>
          </p:cNvSpPr>
          <p:nvPr>
            <p:ph type="title"/>
          </p:nvPr>
        </p:nvSpPr>
        <p:spPr/>
        <p:txBody>
          <a:bodyPr/>
          <a:lstStyle/>
          <a:p>
            <a:r>
              <a:rPr lang="en-US" sz="2400" b="1" noProof="0" dirty="0">
                <a:solidFill>
                  <a:srgbClr val="0B0B0B"/>
                </a:solidFill>
                <a:latin typeface="Arial"/>
              </a:rPr>
              <a:t>Intro</a:t>
            </a:r>
          </a:p>
        </p:txBody>
      </p:sp>
      <p:grpSp>
        <p:nvGrpSpPr>
          <p:cNvPr id="4" name="Group 3">
            <a:extLst>
              <a:ext uri="{FF2B5EF4-FFF2-40B4-BE49-F238E27FC236}">
                <a16:creationId xmlns:a16="http://schemas.microsoft.com/office/drawing/2014/main" id="{57DBB17E-DFA9-E141-E16F-D063DFDAE91A}"/>
              </a:ext>
            </a:extLst>
          </p:cNvPr>
          <p:cNvGrpSpPr/>
          <p:nvPr/>
        </p:nvGrpSpPr>
        <p:grpSpPr>
          <a:xfrm>
            <a:off x="2847192" y="834400"/>
            <a:ext cx="2797344" cy="2594600"/>
            <a:chOff x="274321" y="1554480"/>
            <a:chExt cx="3697223" cy="3291840"/>
          </a:xfrm>
        </p:grpSpPr>
        <p:sp>
          <p:nvSpPr>
            <p:cNvPr id="3" name="Rounded Rectangle 2">
              <a:extLst>
                <a:ext uri="{FF2B5EF4-FFF2-40B4-BE49-F238E27FC236}">
                  <a16:creationId xmlns:a16="http://schemas.microsoft.com/office/drawing/2014/main" id="{79F585F0-85B0-58BB-FA6F-3F81945384DE}"/>
                </a:ext>
              </a:extLst>
            </p:cNvPr>
            <p:cNvSpPr/>
            <p:nvPr/>
          </p:nvSpPr>
          <p:spPr>
            <a:xfrm>
              <a:off x="274321" y="1554480"/>
              <a:ext cx="3697223" cy="32918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5" name="TextBox 4">
              <a:extLst>
                <a:ext uri="{FF2B5EF4-FFF2-40B4-BE49-F238E27FC236}">
                  <a16:creationId xmlns:a16="http://schemas.microsoft.com/office/drawing/2014/main" id="{94397F6A-2756-CD12-54BA-22E1B3C04A2F}"/>
                </a:ext>
              </a:extLst>
            </p:cNvPr>
            <p:cNvSpPr txBox="1"/>
            <p:nvPr/>
          </p:nvSpPr>
          <p:spPr>
            <a:xfrm>
              <a:off x="640080" y="2395728"/>
              <a:ext cx="2965704" cy="392095"/>
            </a:xfrm>
            <a:prstGeom prst="rect">
              <a:avLst/>
            </a:prstGeom>
            <a:noFill/>
          </p:spPr>
          <p:txBody>
            <a:bodyPr wrap="square" lIns="0" tIns="0" rIns="0" bIns="0" anchor="t">
              <a:spAutoFit/>
            </a:bodyPr>
            <a:lstStyle/>
            <a:p>
              <a:pPr algn="l">
                <a:spcAft>
                  <a:spcPts val="800"/>
                </a:spcAft>
              </a:pPr>
              <a:r>
                <a:rPr lang="en-US" sz="2600" b="1" i="0" noProof="0" dirty="0">
                  <a:solidFill>
                    <a:srgbClr val="0B0B0B"/>
                  </a:solidFill>
                  <a:latin typeface="Arial"/>
                </a:rPr>
                <a:t>1. Problem</a:t>
              </a:r>
            </a:p>
          </p:txBody>
        </p:sp>
        <p:sp>
          <p:nvSpPr>
            <p:cNvPr id="6" name="TextBox 5">
              <a:extLst>
                <a:ext uri="{FF2B5EF4-FFF2-40B4-BE49-F238E27FC236}">
                  <a16:creationId xmlns:a16="http://schemas.microsoft.com/office/drawing/2014/main" id="{FE220E5F-2B9E-6051-AC6C-8206F862C4F8}"/>
                </a:ext>
              </a:extLst>
            </p:cNvPr>
            <p:cNvSpPr txBox="1"/>
            <p:nvPr/>
          </p:nvSpPr>
          <p:spPr>
            <a:xfrm>
              <a:off x="640080" y="2880360"/>
              <a:ext cx="2965704" cy="285078"/>
            </a:xfrm>
            <a:prstGeom prst="rect">
              <a:avLst/>
            </a:prstGeom>
            <a:noFill/>
          </p:spPr>
          <p:txBody>
            <a:bodyPr wrap="square" lIns="0" tIns="0" rIns="0" bIns="0" anchor="t">
              <a:spAutoFit/>
            </a:bodyPr>
            <a:lstStyle/>
            <a:p>
              <a:pPr algn="l">
                <a:lnSpc>
                  <a:spcPct val="120000"/>
                </a:lnSpc>
                <a:spcAft>
                  <a:spcPts val="800"/>
                </a:spcAft>
              </a:pPr>
              <a:r>
                <a:rPr lang="en-US" sz="1700" b="0" i="0" noProof="0" dirty="0">
                  <a:solidFill>
                    <a:srgbClr val="52514E"/>
                  </a:solidFill>
                  <a:latin typeface="Arial"/>
                </a:rPr>
                <a:t>Expensive, noisy data</a:t>
              </a:r>
            </a:p>
          </p:txBody>
        </p:sp>
      </p:grpSp>
      <p:sp>
        <p:nvSpPr>
          <p:cNvPr id="7" name="Date Placeholder 6">
            <a:extLst>
              <a:ext uri="{FF2B5EF4-FFF2-40B4-BE49-F238E27FC236}">
                <a16:creationId xmlns:a16="http://schemas.microsoft.com/office/drawing/2014/main" id="{74AE3BB1-8566-9D11-F319-F839B6410BE5}"/>
              </a:ext>
            </a:extLst>
          </p:cNvPr>
          <p:cNvSpPr>
            <a:spLocks noGrp="1"/>
          </p:cNvSpPr>
          <p:nvPr>
            <p:ph type="dt" sz="half" idx="10"/>
          </p:nvPr>
        </p:nvSpPr>
        <p:spPr/>
        <p:txBody>
          <a:bodyPr/>
          <a:lstStyle/>
          <a:p>
            <a:fld id="{B187EEF0-390F-4664-AD00-8BCC65DFA9A5}" type="datetime1">
              <a:rPr lang="en-GB" noProof="0" smtClean="0"/>
              <a:t>16/09/2026</a:t>
            </a:fld>
            <a:endParaRPr lang="en-GB" noProof="0" dirty="0"/>
          </a:p>
        </p:txBody>
      </p:sp>
      <p:sp>
        <p:nvSpPr>
          <p:cNvPr id="9" name="Slide Number Placeholder 8">
            <a:extLst>
              <a:ext uri="{FF2B5EF4-FFF2-40B4-BE49-F238E27FC236}">
                <a16:creationId xmlns:a16="http://schemas.microsoft.com/office/drawing/2014/main" id="{CF0DEC48-948D-9C66-A433-A66BBD34D241}"/>
              </a:ext>
            </a:extLst>
          </p:cNvPr>
          <p:cNvSpPr>
            <a:spLocks noGrp="1"/>
          </p:cNvSpPr>
          <p:nvPr>
            <p:ph type="sldNum" sz="quarter" idx="12"/>
          </p:nvPr>
        </p:nvSpPr>
        <p:spPr/>
        <p:txBody>
          <a:bodyPr/>
          <a:lstStyle/>
          <a:p>
            <a:fld id="{442AD375-037F-43D0-B059-5172DA06796A}" type="slidenum">
              <a:rPr lang="en-GB" noProof="0" smtClean="0"/>
              <a:pPr/>
              <a:t>2</a:t>
            </a:fld>
            <a:endParaRPr lang="en-GB" noProof="0" dirty="0"/>
          </a:p>
        </p:txBody>
      </p:sp>
    </p:spTree>
    <p:extLst>
      <p:ext uri="{BB962C8B-B14F-4D97-AF65-F5344CB8AC3E}">
        <p14:creationId xmlns:p14="http://schemas.microsoft.com/office/powerpoint/2010/main" val="2345848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0823D-465F-0E60-94F4-FEA637A2E5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6C8AC-5D11-AF73-908C-DD0FB0FE6577}"/>
              </a:ext>
            </a:extLst>
          </p:cNvPr>
          <p:cNvSpPr>
            <a:spLocks noGrp="1"/>
          </p:cNvSpPr>
          <p:nvPr>
            <p:ph type="title"/>
          </p:nvPr>
        </p:nvSpPr>
        <p:spPr/>
        <p:txBody>
          <a:bodyPr/>
          <a:lstStyle/>
          <a:p>
            <a:r>
              <a:rPr lang="en-US" sz="2400" b="1" noProof="0" dirty="0">
                <a:solidFill>
                  <a:srgbClr val="0B0B0B"/>
                </a:solidFill>
                <a:latin typeface="Arial"/>
              </a:rPr>
              <a:t>Intro</a:t>
            </a:r>
          </a:p>
        </p:txBody>
      </p:sp>
      <p:grpSp>
        <p:nvGrpSpPr>
          <p:cNvPr id="4" name="Group 3">
            <a:extLst>
              <a:ext uri="{FF2B5EF4-FFF2-40B4-BE49-F238E27FC236}">
                <a16:creationId xmlns:a16="http://schemas.microsoft.com/office/drawing/2014/main" id="{AF5316D8-16B4-8611-4A71-EBFD1FA5C33A}"/>
              </a:ext>
            </a:extLst>
          </p:cNvPr>
          <p:cNvGrpSpPr/>
          <p:nvPr/>
        </p:nvGrpSpPr>
        <p:grpSpPr>
          <a:xfrm>
            <a:off x="2847192" y="834400"/>
            <a:ext cx="2797344" cy="2594600"/>
            <a:chOff x="274321" y="1554480"/>
            <a:chExt cx="3697223" cy="3291840"/>
          </a:xfrm>
        </p:grpSpPr>
        <p:sp>
          <p:nvSpPr>
            <p:cNvPr id="3" name="Rounded Rectangle 2">
              <a:extLst>
                <a:ext uri="{FF2B5EF4-FFF2-40B4-BE49-F238E27FC236}">
                  <a16:creationId xmlns:a16="http://schemas.microsoft.com/office/drawing/2014/main" id="{62C796EE-4A5F-8AB3-6026-5F2FAC5C88FB}"/>
                </a:ext>
              </a:extLst>
            </p:cNvPr>
            <p:cNvSpPr/>
            <p:nvPr/>
          </p:nvSpPr>
          <p:spPr>
            <a:xfrm>
              <a:off x="274321" y="1554480"/>
              <a:ext cx="3697223" cy="32918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5" name="TextBox 4">
              <a:extLst>
                <a:ext uri="{FF2B5EF4-FFF2-40B4-BE49-F238E27FC236}">
                  <a16:creationId xmlns:a16="http://schemas.microsoft.com/office/drawing/2014/main" id="{AC4104C9-4A3D-55D7-512C-B5B8692384D0}"/>
                </a:ext>
              </a:extLst>
            </p:cNvPr>
            <p:cNvSpPr txBox="1"/>
            <p:nvPr/>
          </p:nvSpPr>
          <p:spPr>
            <a:xfrm>
              <a:off x="640080" y="2395728"/>
              <a:ext cx="2965704" cy="392095"/>
            </a:xfrm>
            <a:prstGeom prst="rect">
              <a:avLst/>
            </a:prstGeom>
            <a:noFill/>
          </p:spPr>
          <p:txBody>
            <a:bodyPr wrap="square" lIns="0" tIns="0" rIns="0" bIns="0" anchor="t">
              <a:spAutoFit/>
            </a:bodyPr>
            <a:lstStyle/>
            <a:p>
              <a:pPr algn="l">
                <a:spcAft>
                  <a:spcPts val="800"/>
                </a:spcAft>
              </a:pPr>
              <a:r>
                <a:rPr lang="en-US" sz="2600" b="1" i="0" noProof="0" dirty="0">
                  <a:solidFill>
                    <a:srgbClr val="0B0B0B"/>
                  </a:solidFill>
                  <a:latin typeface="Arial"/>
                </a:rPr>
                <a:t>1. Problem</a:t>
              </a:r>
            </a:p>
          </p:txBody>
        </p:sp>
        <p:sp>
          <p:nvSpPr>
            <p:cNvPr id="6" name="TextBox 5">
              <a:extLst>
                <a:ext uri="{FF2B5EF4-FFF2-40B4-BE49-F238E27FC236}">
                  <a16:creationId xmlns:a16="http://schemas.microsoft.com/office/drawing/2014/main" id="{438F9792-9153-0A81-6718-DD06B36540FE}"/>
                </a:ext>
              </a:extLst>
            </p:cNvPr>
            <p:cNvSpPr txBox="1"/>
            <p:nvPr/>
          </p:nvSpPr>
          <p:spPr>
            <a:xfrm>
              <a:off x="640080" y="2880360"/>
              <a:ext cx="2965704" cy="361686"/>
            </a:xfrm>
            <a:prstGeom prst="rect">
              <a:avLst/>
            </a:prstGeom>
            <a:noFill/>
          </p:spPr>
          <p:txBody>
            <a:bodyPr wrap="square" lIns="0" tIns="0" rIns="0" bIns="0" anchor="t">
              <a:spAutoFit/>
            </a:bodyPr>
            <a:lstStyle/>
            <a:p>
              <a:pPr>
                <a:lnSpc>
                  <a:spcPct val="120000"/>
                </a:lnSpc>
                <a:spcAft>
                  <a:spcPts val="800"/>
                </a:spcAft>
              </a:pPr>
              <a:r>
                <a:rPr lang="en-US" sz="1700" dirty="0">
                  <a:solidFill>
                    <a:srgbClr val="52514E"/>
                  </a:solidFill>
                  <a:latin typeface="Arial"/>
                </a:rPr>
                <a:t>Real data</a:t>
              </a:r>
            </a:p>
          </p:txBody>
        </p:sp>
      </p:grpSp>
      <p:sp>
        <p:nvSpPr>
          <p:cNvPr id="7" name="Rounded Rectangle 6">
            <a:extLst>
              <a:ext uri="{FF2B5EF4-FFF2-40B4-BE49-F238E27FC236}">
                <a16:creationId xmlns:a16="http://schemas.microsoft.com/office/drawing/2014/main" id="{E631CE47-0165-E0D6-C612-A39CE043DF5D}"/>
              </a:ext>
            </a:extLst>
          </p:cNvPr>
          <p:cNvSpPr/>
          <p:nvPr/>
        </p:nvSpPr>
        <p:spPr>
          <a:xfrm>
            <a:off x="5921272" y="834400"/>
            <a:ext cx="2796044" cy="25946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9" name="TextBox 8">
            <a:extLst>
              <a:ext uri="{FF2B5EF4-FFF2-40B4-BE49-F238E27FC236}">
                <a16:creationId xmlns:a16="http://schemas.microsoft.com/office/drawing/2014/main" id="{0C8CC55E-1E28-6AE5-3130-81196777E528}"/>
              </a:ext>
            </a:extLst>
          </p:cNvPr>
          <p:cNvSpPr txBox="1"/>
          <p:nvPr/>
        </p:nvSpPr>
        <p:spPr>
          <a:xfrm>
            <a:off x="6287032" y="1494496"/>
            <a:ext cx="2242829" cy="392095"/>
          </a:xfrm>
          <a:prstGeom prst="rect">
            <a:avLst/>
          </a:prstGeom>
          <a:noFill/>
        </p:spPr>
        <p:txBody>
          <a:bodyPr wrap="square" lIns="0" tIns="0" rIns="0" bIns="0" anchor="t">
            <a:spAutoFit/>
          </a:bodyPr>
          <a:lstStyle/>
          <a:p>
            <a:pPr algn="l">
              <a:spcAft>
                <a:spcPts val="800"/>
              </a:spcAft>
            </a:pPr>
            <a:r>
              <a:rPr lang="en-US" sz="2600" b="1" i="0" noProof="0" dirty="0">
                <a:solidFill>
                  <a:srgbClr val="0B0B0B"/>
                </a:solidFill>
                <a:latin typeface="Arial"/>
              </a:rPr>
              <a:t>2. Solution</a:t>
            </a:r>
          </a:p>
        </p:txBody>
      </p:sp>
      <p:sp>
        <p:nvSpPr>
          <p:cNvPr id="10" name="TextBox 9">
            <a:extLst>
              <a:ext uri="{FF2B5EF4-FFF2-40B4-BE49-F238E27FC236}">
                <a16:creationId xmlns:a16="http://schemas.microsoft.com/office/drawing/2014/main" id="{C37DFCBF-BE4E-1ABD-A0A1-43DF4B027997}"/>
              </a:ext>
            </a:extLst>
          </p:cNvPr>
          <p:cNvSpPr txBox="1"/>
          <p:nvPr/>
        </p:nvSpPr>
        <p:spPr>
          <a:xfrm>
            <a:off x="6287032" y="1877181"/>
            <a:ext cx="2242829" cy="599010"/>
          </a:xfrm>
          <a:prstGeom prst="rect">
            <a:avLst/>
          </a:prstGeom>
          <a:noFill/>
        </p:spPr>
        <p:txBody>
          <a:bodyPr wrap="square" lIns="0" tIns="0" rIns="0" bIns="0" anchor="t">
            <a:spAutoFit/>
          </a:bodyPr>
          <a:lstStyle/>
          <a:p>
            <a:pPr algn="l">
              <a:lnSpc>
                <a:spcPct val="120000"/>
              </a:lnSpc>
              <a:spcAft>
                <a:spcPts val="800"/>
              </a:spcAft>
            </a:pPr>
            <a:r>
              <a:rPr lang="en-US" sz="1700" b="0" i="0" noProof="0" dirty="0">
                <a:solidFill>
                  <a:srgbClr val="52514E"/>
                </a:solidFill>
                <a:latin typeface="Arial"/>
              </a:rPr>
              <a:t>Demographic Simulations</a:t>
            </a:r>
          </a:p>
        </p:txBody>
      </p:sp>
      <p:sp>
        <p:nvSpPr>
          <p:cNvPr id="8" name="Date Placeholder 7">
            <a:extLst>
              <a:ext uri="{FF2B5EF4-FFF2-40B4-BE49-F238E27FC236}">
                <a16:creationId xmlns:a16="http://schemas.microsoft.com/office/drawing/2014/main" id="{9AF80FBD-AD34-52BC-D4A0-BDE879094A0A}"/>
              </a:ext>
            </a:extLst>
          </p:cNvPr>
          <p:cNvSpPr>
            <a:spLocks noGrp="1"/>
          </p:cNvSpPr>
          <p:nvPr>
            <p:ph type="dt" sz="half" idx="10"/>
          </p:nvPr>
        </p:nvSpPr>
        <p:spPr/>
        <p:txBody>
          <a:bodyPr/>
          <a:lstStyle/>
          <a:p>
            <a:fld id="{BE159A2D-5AD3-4013-B785-06B72D84406F}" type="datetime1">
              <a:rPr lang="en-GB" noProof="0" smtClean="0"/>
              <a:t>16/09/2026</a:t>
            </a:fld>
            <a:endParaRPr lang="en-GB" noProof="0" dirty="0"/>
          </a:p>
        </p:txBody>
      </p:sp>
      <p:sp>
        <p:nvSpPr>
          <p:cNvPr id="12" name="Slide Number Placeholder 11">
            <a:extLst>
              <a:ext uri="{FF2B5EF4-FFF2-40B4-BE49-F238E27FC236}">
                <a16:creationId xmlns:a16="http://schemas.microsoft.com/office/drawing/2014/main" id="{0CCC0A0A-7256-8FC6-CDE6-522F9D2F5C9C}"/>
              </a:ext>
            </a:extLst>
          </p:cNvPr>
          <p:cNvSpPr>
            <a:spLocks noGrp="1"/>
          </p:cNvSpPr>
          <p:nvPr>
            <p:ph type="sldNum" sz="quarter" idx="12"/>
          </p:nvPr>
        </p:nvSpPr>
        <p:spPr/>
        <p:txBody>
          <a:bodyPr/>
          <a:lstStyle/>
          <a:p>
            <a:fld id="{442AD375-037F-43D0-B059-5172DA06796A}" type="slidenum">
              <a:rPr lang="en-GB" noProof="0" smtClean="0"/>
              <a:pPr/>
              <a:t>3</a:t>
            </a:fld>
            <a:endParaRPr lang="en-GB" noProof="0" dirty="0"/>
          </a:p>
        </p:txBody>
      </p:sp>
    </p:spTree>
    <p:extLst>
      <p:ext uri="{BB962C8B-B14F-4D97-AF65-F5344CB8AC3E}">
        <p14:creationId xmlns:p14="http://schemas.microsoft.com/office/powerpoint/2010/main" val="1635414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38AA5-029B-7EF7-C833-0CA07E295051}"/>
            </a:ext>
          </a:extLst>
        </p:cNvPr>
        <p:cNvGrpSpPr/>
        <p:nvPr/>
      </p:nvGrpSpPr>
      <p:grpSpPr>
        <a:xfrm>
          <a:off x="0" y="0"/>
          <a:ext cx="0" cy="0"/>
          <a:chOff x="0" y="0"/>
          <a:chExt cx="0" cy="0"/>
        </a:xfrm>
      </p:grpSpPr>
      <p:sp>
        <p:nvSpPr>
          <p:cNvPr id="12" name="Rounded Rectangle 6">
            <a:extLst>
              <a:ext uri="{FF2B5EF4-FFF2-40B4-BE49-F238E27FC236}">
                <a16:creationId xmlns:a16="http://schemas.microsoft.com/office/drawing/2014/main" id="{A7727E4C-CF89-3004-7DB2-EDB71DE30D06}"/>
              </a:ext>
            </a:extLst>
          </p:cNvPr>
          <p:cNvSpPr/>
          <p:nvPr/>
        </p:nvSpPr>
        <p:spPr>
          <a:xfrm>
            <a:off x="2854619" y="3549019"/>
            <a:ext cx="2796044" cy="25946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2" name="Title 1">
            <a:extLst>
              <a:ext uri="{FF2B5EF4-FFF2-40B4-BE49-F238E27FC236}">
                <a16:creationId xmlns:a16="http://schemas.microsoft.com/office/drawing/2014/main" id="{18A79608-F858-1ED3-A50B-6FFC2F589AAB}"/>
              </a:ext>
            </a:extLst>
          </p:cNvPr>
          <p:cNvSpPr>
            <a:spLocks noGrp="1"/>
          </p:cNvSpPr>
          <p:nvPr>
            <p:ph type="title"/>
          </p:nvPr>
        </p:nvSpPr>
        <p:spPr/>
        <p:txBody>
          <a:bodyPr/>
          <a:lstStyle/>
          <a:p>
            <a:r>
              <a:rPr lang="en-US" sz="2400" b="1" noProof="0" dirty="0">
                <a:solidFill>
                  <a:srgbClr val="0B0B0B"/>
                </a:solidFill>
                <a:latin typeface="Arial"/>
              </a:rPr>
              <a:t>Intro</a:t>
            </a:r>
          </a:p>
        </p:txBody>
      </p:sp>
      <p:grpSp>
        <p:nvGrpSpPr>
          <p:cNvPr id="4" name="Group 3">
            <a:extLst>
              <a:ext uri="{FF2B5EF4-FFF2-40B4-BE49-F238E27FC236}">
                <a16:creationId xmlns:a16="http://schemas.microsoft.com/office/drawing/2014/main" id="{CF673D89-D76B-9894-347E-F7F49AF13856}"/>
              </a:ext>
            </a:extLst>
          </p:cNvPr>
          <p:cNvGrpSpPr/>
          <p:nvPr/>
        </p:nvGrpSpPr>
        <p:grpSpPr>
          <a:xfrm>
            <a:off x="2847192" y="834400"/>
            <a:ext cx="2797344" cy="2594600"/>
            <a:chOff x="274321" y="1554480"/>
            <a:chExt cx="3697223" cy="3291840"/>
          </a:xfrm>
        </p:grpSpPr>
        <p:sp>
          <p:nvSpPr>
            <p:cNvPr id="3" name="Rounded Rectangle 2">
              <a:extLst>
                <a:ext uri="{FF2B5EF4-FFF2-40B4-BE49-F238E27FC236}">
                  <a16:creationId xmlns:a16="http://schemas.microsoft.com/office/drawing/2014/main" id="{1CAFEB45-C642-BCD5-F444-4EEC7DA24F8C}"/>
                </a:ext>
              </a:extLst>
            </p:cNvPr>
            <p:cNvSpPr/>
            <p:nvPr/>
          </p:nvSpPr>
          <p:spPr>
            <a:xfrm>
              <a:off x="274321" y="1554480"/>
              <a:ext cx="3697223" cy="32918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5" name="TextBox 4">
              <a:extLst>
                <a:ext uri="{FF2B5EF4-FFF2-40B4-BE49-F238E27FC236}">
                  <a16:creationId xmlns:a16="http://schemas.microsoft.com/office/drawing/2014/main" id="{DC257A02-8ADC-27FD-9252-40612AE29FD7}"/>
                </a:ext>
              </a:extLst>
            </p:cNvPr>
            <p:cNvSpPr txBox="1"/>
            <p:nvPr/>
          </p:nvSpPr>
          <p:spPr>
            <a:xfrm>
              <a:off x="640080" y="2395728"/>
              <a:ext cx="2965704" cy="392095"/>
            </a:xfrm>
            <a:prstGeom prst="rect">
              <a:avLst/>
            </a:prstGeom>
            <a:noFill/>
          </p:spPr>
          <p:txBody>
            <a:bodyPr wrap="square" lIns="0" tIns="0" rIns="0" bIns="0" anchor="t">
              <a:spAutoFit/>
            </a:bodyPr>
            <a:lstStyle/>
            <a:p>
              <a:pPr algn="l">
                <a:spcAft>
                  <a:spcPts val="800"/>
                </a:spcAft>
              </a:pPr>
              <a:r>
                <a:rPr lang="en-US" sz="2600" b="1" i="0" noProof="0" dirty="0">
                  <a:solidFill>
                    <a:srgbClr val="0B0B0B"/>
                  </a:solidFill>
                  <a:latin typeface="Arial"/>
                </a:rPr>
                <a:t>1. Problem</a:t>
              </a:r>
            </a:p>
          </p:txBody>
        </p:sp>
        <p:sp>
          <p:nvSpPr>
            <p:cNvPr id="6" name="TextBox 5">
              <a:extLst>
                <a:ext uri="{FF2B5EF4-FFF2-40B4-BE49-F238E27FC236}">
                  <a16:creationId xmlns:a16="http://schemas.microsoft.com/office/drawing/2014/main" id="{DC645055-B852-D980-7DB6-FACA91210BEC}"/>
                </a:ext>
              </a:extLst>
            </p:cNvPr>
            <p:cNvSpPr txBox="1"/>
            <p:nvPr/>
          </p:nvSpPr>
          <p:spPr>
            <a:xfrm>
              <a:off x="640080" y="2880360"/>
              <a:ext cx="2965704" cy="361686"/>
            </a:xfrm>
            <a:prstGeom prst="rect">
              <a:avLst/>
            </a:prstGeom>
            <a:noFill/>
          </p:spPr>
          <p:txBody>
            <a:bodyPr wrap="square" lIns="0" tIns="0" rIns="0" bIns="0" anchor="t">
              <a:spAutoFit/>
            </a:bodyPr>
            <a:lstStyle/>
            <a:p>
              <a:pPr>
                <a:lnSpc>
                  <a:spcPct val="120000"/>
                </a:lnSpc>
                <a:spcAft>
                  <a:spcPts val="800"/>
                </a:spcAft>
              </a:pPr>
              <a:r>
                <a:rPr lang="en-US" sz="1700" dirty="0">
                  <a:solidFill>
                    <a:srgbClr val="52514E"/>
                  </a:solidFill>
                  <a:latin typeface="Arial"/>
                </a:rPr>
                <a:t>Real data</a:t>
              </a:r>
            </a:p>
          </p:txBody>
        </p:sp>
      </p:grpSp>
      <p:sp>
        <p:nvSpPr>
          <p:cNvPr id="7" name="Rounded Rectangle 6">
            <a:extLst>
              <a:ext uri="{FF2B5EF4-FFF2-40B4-BE49-F238E27FC236}">
                <a16:creationId xmlns:a16="http://schemas.microsoft.com/office/drawing/2014/main" id="{1E3D3518-AE93-DAFB-79B1-54AEC70BD26C}"/>
              </a:ext>
            </a:extLst>
          </p:cNvPr>
          <p:cNvSpPr/>
          <p:nvPr/>
        </p:nvSpPr>
        <p:spPr>
          <a:xfrm>
            <a:off x="5921272" y="834400"/>
            <a:ext cx="2796044" cy="25946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9" name="TextBox 8">
            <a:extLst>
              <a:ext uri="{FF2B5EF4-FFF2-40B4-BE49-F238E27FC236}">
                <a16:creationId xmlns:a16="http://schemas.microsoft.com/office/drawing/2014/main" id="{6FBED4D7-98E4-FD1E-A4C7-79BAA0C25808}"/>
              </a:ext>
            </a:extLst>
          </p:cNvPr>
          <p:cNvSpPr txBox="1"/>
          <p:nvPr/>
        </p:nvSpPr>
        <p:spPr>
          <a:xfrm>
            <a:off x="6287032" y="1494496"/>
            <a:ext cx="2242829" cy="392095"/>
          </a:xfrm>
          <a:prstGeom prst="rect">
            <a:avLst/>
          </a:prstGeom>
          <a:noFill/>
        </p:spPr>
        <p:txBody>
          <a:bodyPr wrap="square" lIns="0" tIns="0" rIns="0" bIns="0" anchor="t">
            <a:spAutoFit/>
          </a:bodyPr>
          <a:lstStyle/>
          <a:p>
            <a:pPr algn="l">
              <a:spcAft>
                <a:spcPts val="800"/>
              </a:spcAft>
            </a:pPr>
            <a:r>
              <a:rPr lang="en-US" sz="2600" b="1" i="0" noProof="0" dirty="0">
                <a:solidFill>
                  <a:srgbClr val="0B0B0B"/>
                </a:solidFill>
                <a:latin typeface="Arial"/>
              </a:rPr>
              <a:t>2. Solution</a:t>
            </a:r>
          </a:p>
        </p:txBody>
      </p:sp>
      <p:sp>
        <p:nvSpPr>
          <p:cNvPr id="10" name="TextBox 9">
            <a:extLst>
              <a:ext uri="{FF2B5EF4-FFF2-40B4-BE49-F238E27FC236}">
                <a16:creationId xmlns:a16="http://schemas.microsoft.com/office/drawing/2014/main" id="{F49C3270-D0ED-E4AA-6EC8-8E1F1E77DDA8}"/>
              </a:ext>
            </a:extLst>
          </p:cNvPr>
          <p:cNvSpPr txBox="1"/>
          <p:nvPr/>
        </p:nvSpPr>
        <p:spPr>
          <a:xfrm>
            <a:off x="6287032" y="1877181"/>
            <a:ext cx="2242829" cy="599010"/>
          </a:xfrm>
          <a:prstGeom prst="rect">
            <a:avLst/>
          </a:prstGeom>
          <a:noFill/>
        </p:spPr>
        <p:txBody>
          <a:bodyPr wrap="square" lIns="0" tIns="0" rIns="0" bIns="0" anchor="t">
            <a:spAutoFit/>
          </a:bodyPr>
          <a:lstStyle/>
          <a:p>
            <a:pPr algn="l">
              <a:lnSpc>
                <a:spcPct val="120000"/>
              </a:lnSpc>
              <a:spcAft>
                <a:spcPts val="800"/>
              </a:spcAft>
            </a:pPr>
            <a:r>
              <a:rPr lang="en-US" sz="1700" b="0" i="0" noProof="0" dirty="0">
                <a:solidFill>
                  <a:srgbClr val="52514E"/>
                </a:solidFill>
                <a:latin typeface="Arial"/>
              </a:rPr>
              <a:t>Demographic Simulations</a:t>
            </a:r>
          </a:p>
        </p:txBody>
      </p:sp>
      <p:sp>
        <p:nvSpPr>
          <p:cNvPr id="13" name="TextBox 12">
            <a:extLst>
              <a:ext uri="{FF2B5EF4-FFF2-40B4-BE49-F238E27FC236}">
                <a16:creationId xmlns:a16="http://schemas.microsoft.com/office/drawing/2014/main" id="{3D582788-491B-5B28-B0A0-55FBEE8CEC30}"/>
              </a:ext>
            </a:extLst>
          </p:cNvPr>
          <p:cNvSpPr txBox="1"/>
          <p:nvPr/>
        </p:nvSpPr>
        <p:spPr>
          <a:xfrm>
            <a:off x="3123928" y="4085560"/>
            <a:ext cx="1918592" cy="392095"/>
          </a:xfrm>
          <a:prstGeom prst="rect">
            <a:avLst/>
          </a:prstGeom>
          <a:noFill/>
        </p:spPr>
        <p:txBody>
          <a:bodyPr wrap="square" lIns="0" tIns="0" rIns="0" bIns="0" anchor="t">
            <a:spAutoFit/>
          </a:bodyPr>
          <a:lstStyle/>
          <a:p>
            <a:pPr algn="l">
              <a:spcAft>
                <a:spcPts val="800"/>
              </a:spcAft>
            </a:pPr>
            <a:r>
              <a:rPr lang="en-US" sz="2600" b="1" i="0" noProof="0" dirty="0">
                <a:solidFill>
                  <a:srgbClr val="0B0B0B"/>
                </a:solidFill>
                <a:latin typeface="Arial"/>
              </a:rPr>
              <a:t>3. Method</a:t>
            </a:r>
          </a:p>
        </p:txBody>
      </p:sp>
      <p:sp>
        <p:nvSpPr>
          <p:cNvPr id="14" name="TextBox 13">
            <a:extLst>
              <a:ext uri="{FF2B5EF4-FFF2-40B4-BE49-F238E27FC236}">
                <a16:creationId xmlns:a16="http://schemas.microsoft.com/office/drawing/2014/main" id="{338FAE1D-C41A-D5A2-2286-1A1C053FFC5B}"/>
              </a:ext>
            </a:extLst>
          </p:cNvPr>
          <p:cNvSpPr txBox="1"/>
          <p:nvPr/>
        </p:nvSpPr>
        <p:spPr>
          <a:xfrm>
            <a:off x="3123928" y="4597674"/>
            <a:ext cx="2237504" cy="599010"/>
          </a:xfrm>
          <a:prstGeom prst="rect">
            <a:avLst/>
          </a:prstGeom>
          <a:noFill/>
        </p:spPr>
        <p:txBody>
          <a:bodyPr wrap="square" lIns="0" tIns="0" rIns="0" bIns="0" anchor="t">
            <a:spAutoFit/>
          </a:bodyPr>
          <a:lstStyle/>
          <a:p>
            <a:pPr algn="l">
              <a:lnSpc>
                <a:spcPct val="120000"/>
              </a:lnSpc>
              <a:spcAft>
                <a:spcPts val="800"/>
              </a:spcAft>
            </a:pPr>
            <a:r>
              <a:rPr lang="en-US" sz="1700" b="0" i="0" noProof="0" dirty="0">
                <a:solidFill>
                  <a:srgbClr val="52514E"/>
                </a:solidFill>
                <a:latin typeface="Arial"/>
              </a:rPr>
              <a:t>SLiM: Forward in time genetic simulation</a:t>
            </a:r>
          </a:p>
        </p:txBody>
      </p:sp>
      <p:sp>
        <p:nvSpPr>
          <p:cNvPr id="8" name="Date Placeholder 7">
            <a:extLst>
              <a:ext uri="{FF2B5EF4-FFF2-40B4-BE49-F238E27FC236}">
                <a16:creationId xmlns:a16="http://schemas.microsoft.com/office/drawing/2014/main" id="{5946C9CE-0DAA-96BD-4D44-F89985E2EBFF}"/>
              </a:ext>
            </a:extLst>
          </p:cNvPr>
          <p:cNvSpPr>
            <a:spLocks noGrp="1"/>
          </p:cNvSpPr>
          <p:nvPr>
            <p:ph type="dt" sz="half" idx="10"/>
          </p:nvPr>
        </p:nvSpPr>
        <p:spPr/>
        <p:txBody>
          <a:bodyPr/>
          <a:lstStyle/>
          <a:p>
            <a:fld id="{94E1FF8A-1E5C-4AE0-AF42-E34507FD1609}" type="datetime1">
              <a:rPr lang="en-GB" noProof="0" smtClean="0"/>
              <a:t>16/09/2026</a:t>
            </a:fld>
            <a:endParaRPr lang="en-GB" noProof="0" dirty="0"/>
          </a:p>
        </p:txBody>
      </p:sp>
      <p:sp>
        <p:nvSpPr>
          <p:cNvPr id="15" name="Slide Number Placeholder 14">
            <a:extLst>
              <a:ext uri="{FF2B5EF4-FFF2-40B4-BE49-F238E27FC236}">
                <a16:creationId xmlns:a16="http://schemas.microsoft.com/office/drawing/2014/main" id="{0ECACC36-CBA8-FA3B-9BCD-9C7BBDF6B3B8}"/>
              </a:ext>
            </a:extLst>
          </p:cNvPr>
          <p:cNvSpPr>
            <a:spLocks noGrp="1"/>
          </p:cNvSpPr>
          <p:nvPr>
            <p:ph type="sldNum" sz="quarter" idx="12"/>
          </p:nvPr>
        </p:nvSpPr>
        <p:spPr/>
        <p:txBody>
          <a:bodyPr/>
          <a:lstStyle/>
          <a:p>
            <a:fld id="{442AD375-037F-43D0-B059-5172DA06796A}" type="slidenum">
              <a:rPr lang="en-GB" noProof="0" smtClean="0"/>
              <a:pPr/>
              <a:t>4</a:t>
            </a:fld>
            <a:endParaRPr lang="en-GB" noProof="0" dirty="0"/>
          </a:p>
        </p:txBody>
      </p:sp>
    </p:spTree>
    <p:extLst>
      <p:ext uri="{BB962C8B-B14F-4D97-AF65-F5344CB8AC3E}">
        <p14:creationId xmlns:p14="http://schemas.microsoft.com/office/powerpoint/2010/main" val="2636242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1C75D-7C3F-5454-33AB-7E3DE7DA368B}"/>
            </a:ext>
          </a:extLst>
        </p:cNvPr>
        <p:cNvGrpSpPr/>
        <p:nvPr/>
      </p:nvGrpSpPr>
      <p:grpSpPr>
        <a:xfrm>
          <a:off x="0" y="0"/>
          <a:ext cx="0" cy="0"/>
          <a:chOff x="0" y="0"/>
          <a:chExt cx="0" cy="0"/>
        </a:xfrm>
      </p:grpSpPr>
      <p:sp>
        <p:nvSpPr>
          <p:cNvPr id="12" name="Rounded Rectangle 6">
            <a:extLst>
              <a:ext uri="{FF2B5EF4-FFF2-40B4-BE49-F238E27FC236}">
                <a16:creationId xmlns:a16="http://schemas.microsoft.com/office/drawing/2014/main" id="{7717A84B-F83E-E4D9-C689-9E3CBD7FA820}"/>
              </a:ext>
            </a:extLst>
          </p:cNvPr>
          <p:cNvSpPr/>
          <p:nvPr/>
        </p:nvSpPr>
        <p:spPr>
          <a:xfrm>
            <a:off x="2854619" y="3549019"/>
            <a:ext cx="2796044" cy="25946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2" name="Title 1">
            <a:extLst>
              <a:ext uri="{FF2B5EF4-FFF2-40B4-BE49-F238E27FC236}">
                <a16:creationId xmlns:a16="http://schemas.microsoft.com/office/drawing/2014/main" id="{48D0789D-97A9-7EE1-45D6-E4A6464706B4}"/>
              </a:ext>
            </a:extLst>
          </p:cNvPr>
          <p:cNvSpPr>
            <a:spLocks noGrp="1"/>
          </p:cNvSpPr>
          <p:nvPr>
            <p:ph type="title"/>
          </p:nvPr>
        </p:nvSpPr>
        <p:spPr/>
        <p:txBody>
          <a:bodyPr/>
          <a:lstStyle/>
          <a:p>
            <a:r>
              <a:rPr lang="en-US" sz="2400" b="1" noProof="0" dirty="0">
                <a:solidFill>
                  <a:srgbClr val="0B0B0B"/>
                </a:solidFill>
                <a:latin typeface="Arial"/>
              </a:rPr>
              <a:t>Intro</a:t>
            </a:r>
          </a:p>
        </p:txBody>
      </p:sp>
      <p:grpSp>
        <p:nvGrpSpPr>
          <p:cNvPr id="4" name="Group 3">
            <a:extLst>
              <a:ext uri="{FF2B5EF4-FFF2-40B4-BE49-F238E27FC236}">
                <a16:creationId xmlns:a16="http://schemas.microsoft.com/office/drawing/2014/main" id="{6EF8B8B3-B185-A0C0-3E41-059D0007C987}"/>
              </a:ext>
            </a:extLst>
          </p:cNvPr>
          <p:cNvGrpSpPr/>
          <p:nvPr/>
        </p:nvGrpSpPr>
        <p:grpSpPr>
          <a:xfrm>
            <a:off x="2847192" y="834400"/>
            <a:ext cx="2797344" cy="2594600"/>
            <a:chOff x="274321" y="1554480"/>
            <a:chExt cx="3697223" cy="3291840"/>
          </a:xfrm>
        </p:grpSpPr>
        <p:sp>
          <p:nvSpPr>
            <p:cNvPr id="3" name="Rounded Rectangle 2">
              <a:extLst>
                <a:ext uri="{FF2B5EF4-FFF2-40B4-BE49-F238E27FC236}">
                  <a16:creationId xmlns:a16="http://schemas.microsoft.com/office/drawing/2014/main" id="{D4C54FBD-2CDA-D925-0CDE-FBD986AFD2ED}"/>
                </a:ext>
              </a:extLst>
            </p:cNvPr>
            <p:cNvSpPr/>
            <p:nvPr/>
          </p:nvSpPr>
          <p:spPr>
            <a:xfrm>
              <a:off x="274321" y="1554480"/>
              <a:ext cx="3697223" cy="32918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5" name="TextBox 4">
              <a:extLst>
                <a:ext uri="{FF2B5EF4-FFF2-40B4-BE49-F238E27FC236}">
                  <a16:creationId xmlns:a16="http://schemas.microsoft.com/office/drawing/2014/main" id="{428CEAA9-D114-6F95-D48C-7B037526EF61}"/>
                </a:ext>
              </a:extLst>
            </p:cNvPr>
            <p:cNvSpPr txBox="1"/>
            <p:nvPr/>
          </p:nvSpPr>
          <p:spPr>
            <a:xfrm>
              <a:off x="640080" y="2395728"/>
              <a:ext cx="2965704" cy="392095"/>
            </a:xfrm>
            <a:prstGeom prst="rect">
              <a:avLst/>
            </a:prstGeom>
            <a:noFill/>
          </p:spPr>
          <p:txBody>
            <a:bodyPr wrap="square" lIns="0" tIns="0" rIns="0" bIns="0" anchor="t">
              <a:spAutoFit/>
            </a:bodyPr>
            <a:lstStyle/>
            <a:p>
              <a:pPr algn="l">
                <a:spcAft>
                  <a:spcPts val="800"/>
                </a:spcAft>
              </a:pPr>
              <a:r>
                <a:rPr lang="en-US" sz="2600" b="1" i="0" noProof="0" dirty="0">
                  <a:solidFill>
                    <a:srgbClr val="0B0B0B"/>
                  </a:solidFill>
                  <a:latin typeface="Arial"/>
                </a:rPr>
                <a:t>1. Problem</a:t>
              </a:r>
            </a:p>
          </p:txBody>
        </p:sp>
        <p:sp>
          <p:nvSpPr>
            <p:cNvPr id="6" name="TextBox 5">
              <a:extLst>
                <a:ext uri="{FF2B5EF4-FFF2-40B4-BE49-F238E27FC236}">
                  <a16:creationId xmlns:a16="http://schemas.microsoft.com/office/drawing/2014/main" id="{2E5E5E5E-FC21-3AE6-36BC-4B58292C61A3}"/>
                </a:ext>
              </a:extLst>
            </p:cNvPr>
            <p:cNvSpPr txBox="1"/>
            <p:nvPr/>
          </p:nvSpPr>
          <p:spPr>
            <a:xfrm>
              <a:off x="640080" y="2880360"/>
              <a:ext cx="2965704" cy="361686"/>
            </a:xfrm>
            <a:prstGeom prst="rect">
              <a:avLst/>
            </a:prstGeom>
            <a:noFill/>
          </p:spPr>
          <p:txBody>
            <a:bodyPr wrap="square" lIns="0" tIns="0" rIns="0" bIns="0" anchor="t">
              <a:spAutoFit/>
            </a:bodyPr>
            <a:lstStyle/>
            <a:p>
              <a:pPr algn="l">
                <a:lnSpc>
                  <a:spcPct val="120000"/>
                </a:lnSpc>
                <a:spcAft>
                  <a:spcPts val="800"/>
                </a:spcAft>
              </a:pPr>
              <a:r>
                <a:rPr lang="en-US" sz="1700" b="0" i="0" noProof="0" dirty="0">
                  <a:solidFill>
                    <a:srgbClr val="52514E"/>
                  </a:solidFill>
                  <a:latin typeface="Arial"/>
                </a:rPr>
                <a:t>Real data</a:t>
              </a:r>
            </a:p>
          </p:txBody>
        </p:sp>
      </p:grpSp>
      <p:sp>
        <p:nvSpPr>
          <p:cNvPr id="7" name="Rounded Rectangle 6">
            <a:extLst>
              <a:ext uri="{FF2B5EF4-FFF2-40B4-BE49-F238E27FC236}">
                <a16:creationId xmlns:a16="http://schemas.microsoft.com/office/drawing/2014/main" id="{01C0A579-92BF-82C0-B924-6AF9EC19A963}"/>
              </a:ext>
            </a:extLst>
          </p:cNvPr>
          <p:cNvSpPr/>
          <p:nvPr/>
        </p:nvSpPr>
        <p:spPr>
          <a:xfrm>
            <a:off x="5921272" y="834400"/>
            <a:ext cx="2796044" cy="25946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9" name="TextBox 8">
            <a:extLst>
              <a:ext uri="{FF2B5EF4-FFF2-40B4-BE49-F238E27FC236}">
                <a16:creationId xmlns:a16="http://schemas.microsoft.com/office/drawing/2014/main" id="{CBE22FD7-770C-8059-747F-A391A5446AB1}"/>
              </a:ext>
            </a:extLst>
          </p:cNvPr>
          <p:cNvSpPr txBox="1"/>
          <p:nvPr/>
        </p:nvSpPr>
        <p:spPr>
          <a:xfrm>
            <a:off x="6287032" y="1494496"/>
            <a:ext cx="2242829" cy="392095"/>
          </a:xfrm>
          <a:prstGeom prst="rect">
            <a:avLst/>
          </a:prstGeom>
          <a:noFill/>
        </p:spPr>
        <p:txBody>
          <a:bodyPr wrap="square" lIns="0" tIns="0" rIns="0" bIns="0" anchor="t">
            <a:spAutoFit/>
          </a:bodyPr>
          <a:lstStyle/>
          <a:p>
            <a:pPr algn="l">
              <a:spcAft>
                <a:spcPts val="800"/>
              </a:spcAft>
            </a:pPr>
            <a:r>
              <a:rPr lang="en-US" sz="2600" b="1" i="0" noProof="0" dirty="0">
                <a:solidFill>
                  <a:srgbClr val="0B0B0B"/>
                </a:solidFill>
                <a:latin typeface="Arial"/>
              </a:rPr>
              <a:t>2. Solution</a:t>
            </a:r>
          </a:p>
        </p:txBody>
      </p:sp>
      <p:sp>
        <p:nvSpPr>
          <p:cNvPr id="10" name="TextBox 9">
            <a:extLst>
              <a:ext uri="{FF2B5EF4-FFF2-40B4-BE49-F238E27FC236}">
                <a16:creationId xmlns:a16="http://schemas.microsoft.com/office/drawing/2014/main" id="{5CE3249E-FB78-D689-0473-0E432B9F9850}"/>
              </a:ext>
            </a:extLst>
          </p:cNvPr>
          <p:cNvSpPr txBox="1"/>
          <p:nvPr/>
        </p:nvSpPr>
        <p:spPr>
          <a:xfrm>
            <a:off x="6287032" y="1877181"/>
            <a:ext cx="2242829" cy="599010"/>
          </a:xfrm>
          <a:prstGeom prst="rect">
            <a:avLst/>
          </a:prstGeom>
          <a:noFill/>
        </p:spPr>
        <p:txBody>
          <a:bodyPr wrap="square" lIns="0" tIns="0" rIns="0" bIns="0" anchor="t">
            <a:spAutoFit/>
          </a:bodyPr>
          <a:lstStyle/>
          <a:p>
            <a:pPr algn="l">
              <a:lnSpc>
                <a:spcPct val="120000"/>
              </a:lnSpc>
              <a:spcAft>
                <a:spcPts val="800"/>
              </a:spcAft>
            </a:pPr>
            <a:r>
              <a:rPr lang="en-US" sz="1700" b="0" i="0" noProof="0" dirty="0">
                <a:solidFill>
                  <a:srgbClr val="52514E"/>
                </a:solidFill>
                <a:latin typeface="Arial"/>
              </a:rPr>
              <a:t>Demographic Simulations</a:t>
            </a:r>
          </a:p>
        </p:txBody>
      </p:sp>
      <p:sp>
        <p:nvSpPr>
          <p:cNvPr id="13" name="TextBox 12">
            <a:extLst>
              <a:ext uri="{FF2B5EF4-FFF2-40B4-BE49-F238E27FC236}">
                <a16:creationId xmlns:a16="http://schemas.microsoft.com/office/drawing/2014/main" id="{D4575DBE-141D-CD4C-F9E8-D1B5828A87FE}"/>
              </a:ext>
            </a:extLst>
          </p:cNvPr>
          <p:cNvSpPr txBox="1"/>
          <p:nvPr/>
        </p:nvSpPr>
        <p:spPr>
          <a:xfrm>
            <a:off x="3123928" y="4085560"/>
            <a:ext cx="1918592" cy="392095"/>
          </a:xfrm>
          <a:prstGeom prst="rect">
            <a:avLst/>
          </a:prstGeom>
          <a:noFill/>
        </p:spPr>
        <p:txBody>
          <a:bodyPr wrap="square" lIns="0" tIns="0" rIns="0" bIns="0" anchor="t">
            <a:spAutoFit/>
          </a:bodyPr>
          <a:lstStyle/>
          <a:p>
            <a:pPr algn="l">
              <a:spcAft>
                <a:spcPts val="800"/>
              </a:spcAft>
            </a:pPr>
            <a:r>
              <a:rPr lang="en-US" sz="2600" b="1" i="0" noProof="0" dirty="0">
                <a:solidFill>
                  <a:srgbClr val="0B0B0B"/>
                </a:solidFill>
                <a:latin typeface="Arial"/>
              </a:rPr>
              <a:t>3. Method</a:t>
            </a:r>
          </a:p>
        </p:txBody>
      </p:sp>
      <p:sp>
        <p:nvSpPr>
          <p:cNvPr id="14" name="TextBox 13">
            <a:extLst>
              <a:ext uri="{FF2B5EF4-FFF2-40B4-BE49-F238E27FC236}">
                <a16:creationId xmlns:a16="http://schemas.microsoft.com/office/drawing/2014/main" id="{29C052B6-96BA-42B3-498E-9591301676EE}"/>
              </a:ext>
            </a:extLst>
          </p:cNvPr>
          <p:cNvSpPr txBox="1"/>
          <p:nvPr/>
        </p:nvSpPr>
        <p:spPr>
          <a:xfrm>
            <a:off x="3123928" y="4597674"/>
            <a:ext cx="2237504" cy="599010"/>
          </a:xfrm>
          <a:prstGeom prst="rect">
            <a:avLst/>
          </a:prstGeom>
          <a:noFill/>
        </p:spPr>
        <p:txBody>
          <a:bodyPr wrap="square" lIns="0" tIns="0" rIns="0" bIns="0" anchor="t">
            <a:spAutoFit/>
          </a:bodyPr>
          <a:lstStyle/>
          <a:p>
            <a:pPr algn="l">
              <a:lnSpc>
                <a:spcPct val="120000"/>
              </a:lnSpc>
              <a:spcAft>
                <a:spcPts val="800"/>
              </a:spcAft>
            </a:pPr>
            <a:r>
              <a:rPr lang="en-US" sz="1700" b="0" i="0" noProof="0" dirty="0">
                <a:solidFill>
                  <a:srgbClr val="52514E"/>
                </a:solidFill>
                <a:latin typeface="Arial"/>
              </a:rPr>
              <a:t>SLiM: Forward in time genetic simulation</a:t>
            </a:r>
          </a:p>
        </p:txBody>
      </p:sp>
      <p:sp>
        <p:nvSpPr>
          <p:cNvPr id="16" name="Rounded Rectangle 6">
            <a:extLst>
              <a:ext uri="{FF2B5EF4-FFF2-40B4-BE49-F238E27FC236}">
                <a16:creationId xmlns:a16="http://schemas.microsoft.com/office/drawing/2014/main" id="{6D63433B-4FE5-1B33-404D-FB095B384D4E}"/>
              </a:ext>
            </a:extLst>
          </p:cNvPr>
          <p:cNvSpPr/>
          <p:nvPr/>
        </p:nvSpPr>
        <p:spPr>
          <a:xfrm>
            <a:off x="5921272" y="3549019"/>
            <a:ext cx="2796044" cy="25946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8" name="TextBox 17">
            <a:extLst>
              <a:ext uri="{FF2B5EF4-FFF2-40B4-BE49-F238E27FC236}">
                <a16:creationId xmlns:a16="http://schemas.microsoft.com/office/drawing/2014/main" id="{2C8E194D-30CF-FC12-D24B-A49F30CE5C5B}"/>
              </a:ext>
            </a:extLst>
          </p:cNvPr>
          <p:cNvSpPr txBox="1"/>
          <p:nvPr/>
        </p:nvSpPr>
        <p:spPr>
          <a:xfrm>
            <a:off x="6287032" y="4085560"/>
            <a:ext cx="2237504" cy="392095"/>
          </a:xfrm>
          <a:prstGeom prst="rect">
            <a:avLst/>
          </a:prstGeom>
          <a:noFill/>
        </p:spPr>
        <p:txBody>
          <a:bodyPr wrap="square" lIns="0" tIns="0" rIns="0" bIns="0" anchor="t">
            <a:spAutoFit/>
          </a:bodyPr>
          <a:lstStyle/>
          <a:p>
            <a:pPr algn="l">
              <a:spcAft>
                <a:spcPts val="800"/>
              </a:spcAft>
            </a:pPr>
            <a:r>
              <a:rPr lang="en-US" sz="2600" b="1" dirty="0">
                <a:solidFill>
                  <a:srgbClr val="0B0B0B"/>
                </a:solidFill>
                <a:latin typeface="Arial"/>
              </a:rPr>
              <a:t>4</a:t>
            </a:r>
            <a:r>
              <a:rPr lang="en-US" sz="2600" b="1" i="0" noProof="0" dirty="0">
                <a:solidFill>
                  <a:srgbClr val="0B0B0B"/>
                </a:solidFill>
                <a:latin typeface="Arial"/>
              </a:rPr>
              <a:t>. My Project</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19F7D9B-3E07-838A-BDD3-0C49DE70DBDE}"/>
                  </a:ext>
                </a:extLst>
              </p:cNvPr>
              <p:cNvSpPr txBox="1"/>
              <p:nvPr/>
            </p:nvSpPr>
            <p:spPr>
              <a:xfrm>
                <a:off x="6107038" y="4597674"/>
                <a:ext cx="2527428" cy="285078"/>
              </a:xfrm>
              <a:prstGeom prst="rect">
                <a:avLst/>
              </a:prstGeom>
              <a:noFill/>
            </p:spPr>
            <p:txBody>
              <a:bodyPr wrap="square" lIns="0" tIns="0" rIns="0" bIns="0" anchor="t">
                <a:spAutoFit/>
              </a:bodyPr>
              <a:lstStyle/>
              <a:p>
                <a:pPr algn="l">
                  <a:lnSpc>
                    <a:spcPct val="120000"/>
                  </a:lnSpc>
                  <a:spcAft>
                    <a:spcPts val="800"/>
                  </a:spcAft>
                </a:pPr>
                <a:r>
                  <a:rPr lang="en-US" sz="1700" b="0" i="0" noProof="0" dirty="0">
                    <a:solidFill>
                      <a:srgbClr val="52514E"/>
                    </a:solidFill>
                    <a:latin typeface="Arial"/>
                  </a:rPr>
                  <a:t>MSc Thesis: </a:t>
                </a:r>
                <a14:m>
                  <m:oMath xmlns:m="http://schemas.openxmlformats.org/officeDocument/2006/math">
                    <m:sSub>
                      <m:sSubPr>
                        <m:ctrlPr>
                          <a:rPr lang="en-US" sz="1700" b="0" i="1" noProof="0" smtClean="0">
                            <a:solidFill>
                              <a:srgbClr val="52514E"/>
                            </a:solidFill>
                            <a:latin typeface="Cambria Math" panose="02040503050406030204" pitchFamily="18" charset="0"/>
                          </a:rPr>
                        </m:ctrlPr>
                      </m:sSubPr>
                      <m:e>
                        <m:r>
                          <a:rPr lang="en-US" sz="1700" b="0" i="1" noProof="0" smtClean="0">
                            <a:solidFill>
                              <a:srgbClr val="52514E"/>
                            </a:solidFill>
                            <a:latin typeface="Cambria Math" panose="02040503050406030204" pitchFamily="18" charset="0"/>
                          </a:rPr>
                          <m:t>𝑁</m:t>
                        </m:r>
                      </m:e>
                      <m:sub>
                        <m:r>
                          <a:rPr lang="en-US" sz="1700" b="0" i="1" noProof="0" smtClean="0">
                            <a:solidFill>
                              <a:srgbClr val="52514E"/>
                            </a:solidFill>
                            <a:latin typeface="Cambria Math" panose="02040503050406030204" pitchFamily="18" charset="0"/>
                          </a:rPr>
                          <m:t>𝑒</m:t>
                        </m:r>
                      </m:sub>
                    </m:sSub>
                  </m:oMath>
                </a14:m>
                <a:r>
                  <a:rPr lang="en-US" sz="1700" b="0" i="0" noProof="0" dirty="0">
                    <a:solidFill>
                      <a:srgbClr val="52514E"/>
                    </a:solidFill>
                    <a:latin typeface="Arial"/>
                  </a:rPr>
                  <a:t> validation</a:t>
                </a:r>
              </a:p>
            </p:txBody>
          </p:sp>
        </mc:Choice>
        <mc:Fallback xmlns="">
          <p:sp>
            <p:nvSpPr>
              <p:cNvPr id="20" name="TextBox 19">
                <a:extLst>
                  <a:ext uri="{FF2B5EF4-FFF2-40B4-BE49-F238E27FC236}">
                    <a16:creationId xmlns:a16="http://schemas.microsoft.com/office/drawing/2014/main" id="{419F7D9B-3E07-838A-BDD3-0C49DE70DBDE}"/>
                  </a:ext>
                </a:extLst>
              </p:cNvPr>
              <p:cNvSpPr txBox="1">
                <a:spLocks noRot="1" noChangeAspect="1" noMove="1" noResize="1" noEditPoints="1" noAdjustHandles="1" noChangeArrowheads="1" noChangeShapeType="1" noTextEdit="1"/>
              </p:cNvSpPr>
              <p:nvPr/>
            </p:nvSpPr>
            <p:spPr>
              <a:xfrm>
                <a:off x="6107038" y="4597674"/>
                <a:ext cx="2527428" cy="285078"/>
              </a:xfrm>
              <a:prstGeom prst="rect">
                <a:avLst/>
              </a:prstGeom>
              <a:blipFill>
                <a:blip r:embed="rId3"/>
                <a:stretch>
                  <a:fillRect l="-5314" t="-14894" b="-44681"/>
                </a:stretch>
              </a:blipFill>
            </p:spPr>
            <p:txBody>
              <a:bodyPr/>
              <a:lstStyle/>
              <a:p>
                <a:r>
                  <a:rPr lang="en-CH">
                    <a:noFill/>
                  </a:rPr>
                  <a:t> </a:t>
                </a:r>
              </a:p>
            </p:txBody>
          </p:sp>
        </mc:Fallback>
      </mc:AlternateContent>
      <p:sp>
        <p:nvSpPr>
          <p:cNvPr id="8" name="Date Placeholder 7">
            <a:extLst>
              <a:ext uri="{FF2B5EF4-FFF2-40B4-BE49-F238E27FC236}">
                <a16:creationId xmlns:a16="http://schemas.microsoft.com/office/drawing/2014/main" id="{DC8882E7-6B37-68B7-8A19-666C5894A85A}"/>
              </a:ext>
            </a:extLst>
          </p:cNvPr>
          <p:cNvSpPr>
            <a:spLocks noGrp="1"/>
          </p:cNvSpPr>
          <p:nvPr>
            <p:ph type="dt" sz="half" idx="10"/>
          </p:nvPr>
        </p:nvSpPr>
        <p:spPr/>
        <p:txBody>
          <a:bodyPr/>
          <a:lstStyle/>
          <a:p>
            <a:fld id="{BB6A0E66-A079-4D01-83F4-3BB3D6E497B7}" type="datetime1">
              <a:rPr lang="en-GB" noProof="0" smtClean="0"/>
              <a:t>16/09/2026</a:t>
            </a:fld>
            <a:endParaRPr lang="en-GB" noProof="0" dirty="0"/>
          </a:p>
        </p:txBody>
      </p:sp>
      <p:sp>
        <p:nvSpPr>
          <p:cNvPr id="15" name="Slide Number Placeholder 14">
            <a:extLst>
              <a:ext uri="{FF2B5EF4-FFF2-40B4-BE49-F238E27FC236}">
                <a16:creationId xmlns:a16="http://schemas.microsoft.com/office/drawing/2014/main" id="{F63556B6-A307-8F2F-406A-C9EC4D09C54C}"/>
              </a:ext>
            </a:extLst>
          </p:cNvPr>
          <p:cNvSpPr>
            <a:spLocks noGrp="1"/>
          </p:cNvSpPr>
          <p:nvPr>
            <p:ph type="sldNum" sz="quarter" idx="12"/>
          </p:nvPr>
        </p:nvSpPr>
        <p:spPr/>
        <p:txBody>
          <a:bodyPr/>
          <a:lstStyle/>
          <a:p>
            <a:fld id="{442AD375-037F-43D0-B059-5172DA06796A}" type="slidenum">
              <a:rPr lang="en-GB" noProof="0" smtClean="0"/>
              <a:pPr/>
              <a:t>5</a:t>
            </a:fld>
            <a:endParaRPr lang="en-GB" noProof="0" dirty="0"/>
          </a:p>
        </p:txBody>
      </p:sp>
    </p:spTree>
    <p:extLst>
      <p:ext uri="{BB962C8B-B14F-4D97-AF65-F5344CB8AC3E}">
        <p14:creationId xmlns:p14="http://schemas.microsoft.com/office/powerpoint/2010/main" val="1114586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nhaltsplatzhalter 7">
            <a:extLst>
              <a:ext uri="{FF2B5EF4-FFF2-40B4-BE49-F238E27FC236}">
                <a16:creationId xmlns:a16="http://schemas.microsoft.com/office/drawing/2014/main" id="{D69A17C2-E607-F0D1-CAF3-99D27F35F5D1}"/>
              </a:ext>
            </a:extLst>
          </p:cNvPr>
          <p:cNvSpPr>
            <a:spLocks noGrp="1"/>
          </p:cNvSpPr>
          <p:nvPr>
            <p:ph idx="1"/>
          </p:nvPr>
        </p:nvSpPr>
        <p:spPr/>
        <p:txBody>
          <a:bodyPr/>
          <a:lstStyle/>
          <a:p>
            <a:r>
              <a:rPr lang="de-DE" sz="9600" dirty="0"/>
              <a:t>1. Problem</a:t>
            </a:r>
          </a:p>
        </p:txBody>
      </p:sp>
      <p:sp>
        <p:nvSpPr>
          <p:cNvPr id="4" name="Datumsplatzhalter 3">
            <a:extLst>
              <a:ext uri="{FF2B5EF4-FFF2-40B4-BE49-F238E27FC236}">
                <a16:creationId xmlns:a16="http://schemas.microsoft.com/office/drawing/2014/main" id="{C79EAEE5-77F8-9D4A-89C7-7BB873414B29}"/>
              </a:ext>
            </a:extLst>
          </p:cNvPr>
          <p:cNvSpPr>
            <a:spLocks noGrp="1"/>
          </p:cNvSpPr>
          <p:nvPr>
            <p:ph type="dt" sz="half" idx="10"/>
          </p:nvPr>
        </p:nvSpPr>
        <p:spPr/>
        <p:txBody>
          <a:bodyPr/>
          <a:lstStyle/>
          <a:p>
            <a:fld id="{92DD151E-841B-4CBD-AD08-E2A53BC07C2A}" type="datetime1">
              <a:rPr lang="en-GB" noProof="0" smtClean="0"/>
              <a:t>16/09/2026</a:t>
            </a:fld>
            <a:endParaRPr lang="en-GB" noProof="0" dirty="0"/>
          </a:p>
        </p:txBody>
      </p:sp>
      <p:sp>
        <p:nvSpPr>
          <p:cNvPr id="6" name="Foliennummernplatzhalter 5">
            <a:extLst>
              <a:ext uri="{FF2B5EF4-FFF2-40B4-BE49-F238E27FC236}">
                <a16:creationId xmlns:a16="http://schemas.microsoft.com/office/drawing/2014/main" id="{52299BC6-0654-70EB-39EB-2F26AB216326}"/>
              </a:ext>
            </a:extLst>
          </p:cNvPr>
          <p:cNvSpPr>
            <a:spLocks noGrp="1"/>
          </p:cNvSpPr>
          <p:nvPr>
            <p:ph type="sldNum" sz="quarter" idx="12"/>
          </p:nvPr>
        </p:nvSpPr>
        <p:spPr/>
        <p:txBody>
          <a:bodyPr/>
          <a:lstStyle/>
          <a:p>
            <a:fld id="{442AD375-037F-43D0-B059-5172DA06796A}" type="slidenum">
              <a:rPr lang="en-GB" noProof="0" smtClean="0"/>
              <a:pPr/>
              <a:t>6</a:t>
            </a:fld>
            <a:endParaRPr lang="en-GB" noProof="0" dirty="0"/>
          </a:p>
        </p:txBody>
      </p:sp>
    </p:spTree>
    <p:extLst>
      <p:ext uri="{BB962C8B-B14F-4D97-AF65-F5344CB8AC3E}">
        <p14:creationId xmlns:p14="http://schemas.microsoft.com/office/powerpoint/2010/main" val="1611354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C83D9-14AE-8455-AA30-786A5B074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8D7AD-94BA-A23A-9988-7119EC4B2497}"/>
              </a:ext>
            </a:extLst>
          </p:cNvPr>
          <p:cNvSpPr>
            <a:spLocks noGrp="1"/>
          </p:cNvSpPr>
          <p:nvPr>
            <p:ph type="title"/>
          </p:nvPr>
        </p:nvSpPr>
        <p:spPr/>
        <p:txBody>
          <a:bodyPr/>
          <a:lstStyle/>
          <a:p>
            <a:r>
              <a:rPr lang="en-US" sz="2400" b="1" noProof="0" dirty="0">
                <a:solidFill>
                  <a:srgbClr val="0B0B0B"/>
                </a:solidFill>
                <a:latin typeface="Arial"/>
              </a:rPr>
              <a:t>Problem</a:t>
            </a:r>
          </a:p>
        </p:txBody>
      </p:sp>
      <p:sp>
        <p:nvSpPr>
          <p:cNvPr id="3" name="Rounded Rectangle 2">
            <a:extLst>
              <a:ext uri="{FF2B5EF4-FFF2-40B4-BE49-F238E27FC236}">
                <a16:creationId xmlns:a16="http://schemas.microsoft.com/office/drawing/2014/main" id="{05328D14-F951-036A-02F3-FA255FFF54FD}"/>
              </a:ext>
            </a:extLst>
          </p:cNvPr>
          <p:cNvSpPr/>
          <p:nvPr/>
        </p:nvSpPr>
        <p:spPr>
          <a:xfrm>
            <a:off x="27432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5" name="TextBox 4">
            <a:extLst>
              <a:ext uri="{FF2B5EF4-FFF2-40B4-BE49-F238E27FC236}">
                <a16:creationId xmlns:a16="http://schemas.microsoft.com/office/drawing/2014/main" id="{53BBE186-5786-711A-EB25-F15FB34389BE}"/>
              </a:ext>
            </a:extLst>
          </p:cNvPr>
          <p:cNvSpPr txBox="1"/>
          <p:nvPr/>
        </p:nvSpPr>
        <p:spPr>
          <a:xfrm>
            <a:off x="640080" y="2926080"/>
            <a:ext cx="3108960" cy="1098249"/>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Field work</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Lab work</a:t>
            </a:r>
          </a:p>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Etc.</a:t>
            </a:r>
            <a:endParaRPr lang="en-US" sz="1600" b="0" i="0" noProof="0" dirty="0">
              <a:solidFill>
                <a:srgbClr val="52514E"/>
              </a:solidFill>
              <a:latin typeface="Arial"/>
            </a:endParaRPr>
          </a:p>
        </p:txBody>
      </p:sp>
      <p:sp>
        <p:nvSpPr>
          <p:cNvPr id="12" name="TextBox 11">
            <a:extLst>
              <a:ext uri="{FF2B5EF4-FFF2-40B4-BE49-F238E27FC236}">
                <a16:creationId xmlns:a16="http://schemas.microsoft.com/office/drawing/2014/main" id="{F2D7CC2B-96D4-D277-82F8-7D9B473F25CB}"/>
              </a:ext>
            </a:extLst>
          </p:cNvPr>
          <p:cNvSpPr txBox="1"/>
          <p:nvPr/>
        </p:nvSpPr>
        <p:spPr>
          <a:xfrm>
            <a:off x="425196" y="822960"/>
            <a:ext cx="11338560" cy="392095"/>
          </a:xfrm>
          <a:prstGeom prst="rect">
            <a:avLst/>
          </a:prstGeom>
          <a:noFill/>
        </p:spPr>
        <p:txBody>
          <a:bodyPr wrap="square" lIns="0" tIns="0" rIns="0" bIns="0" anchor="t">
            <a:spAutoFit/>
          </a:bodyPr>
          <a:lstStyle/>
          <a:p>
            <a:pPr algn="ctr">
              <a:spcAft>
                <a:spcPts val="800"/>
              </a:spcAft>
            </a:pPr>
            <a:r>
              <a:rPr lang="en-US" sz="2600" b="1" noProof="0" dirty="0">
                <a:solidFill>
                  <a:srgbClr val="0B0B0B"/>
                </a:solidFill>
                <a:latin typeface="Arial"/>
              </a:rPr>
              <a:t>Empirical Data</a:t>
            </a:r>
            <a:endParaRPr lang="en-US" sz="2600" b="1" i="0" noProof="0" dirty="0">
              <a:solidFill>
                <a:srgbClr val="0B0B0B"/>
              </a:solidFill>
              <a:latin typeface="Arial"/>
            </a:endParaRPr>
          </a:p>
        </p:txBody>
      </p:sp>
      <p:sp>
        <p:nvSpPr>
          <p:cNvPr id="10" name="TextBox 9">
            <a:extLst>
              <a:ext uri="{FF2B5EF4-FFF2-40B4-BE49-F238E27FC236}">
                <a16:creationId xmlns:a16="http://schemas.microsoft.com/office/drawing/2014/main" id="{7D62D869-CC38-0D7B-4331-21A1A79B9658}"/>
              </a:ext>
            </a:extLst>
          </p:cNvPr>
          <p:cNvSpPr txBox="1"/>
          <p:nvPr/>
        </p:nvSpPr>
        <p:spPr>
          <a:xfrm>
            <a:off x="706992" y="191851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FF0000"/>
                </a:solidFill>
                <a:latin typeface="Arial"/>
              </a:rPr>
              <a:t>Difficult</a:t>
            </a:r>
            <a:endParaRPr lang="en-US" sz="3600" b="1" i="0" noProof="0" dirty="0">
              <a:solidFill>
                <a:srgbClr val="FF0000"/>
              </a:solidFill>
              <a:latin typeface="Arial"/>
            </a:endParaRPr>
          </a:p>
        </p:txBody>
      </p:sp>
      <p:sp>
        <p:nvSpPr>
          <p:cNvPr id="4" name="Date Placeholder 3">
            <a:extLst>
              <a:ext uri="{FF2B5EF4-FFF2-40B4-BE49-F238E27FC236}">
                <a16:creationId xmlns:a16="http://schemas.microsoft.com/office/drawing/2014/main" id="{79E479FC-D333-6A80-76A9-DF0F63AC4C13}"/>
              </a:ext>
            </a:extLst>
          </p:cNvPr>
          <p:cNvSpPr>
            <a:spLocks noGrp="1"/>
          </p:cNvSpPr>
          <p:nvPr>
            <p:ph type="dt" sz="half" idx="10"/>
          </p:nvPr>
        </p:nvSpPr>
        <p:spPr/>
        <p:txBody>
          <a:bodyPr/>
          <a:lstStyle/>
          <a:p>
            <a:fld id="{8F512ED1-1383-4BEC-A029-165E03919215}" type="datetime1">
              <a:rPr lang="en-GB" noProof="0" smtClean="0"/>
              <a:t>16/09/2026</a:t>
            </a:fld>
            <a:endParaRPr lang="en-GB" noProof="0" dirty="0"/>
          </a:p>
        </p:txBody>
      </p:sp>
      <p:sp>
        <p:nvSpPr>
          <p:cNvPr id="7" name="Slide Number Placeholder 6">
            <a:extLst>
              <a:ext uri="{FF2B5EF4-FFF2-40B4-BE49-F238E27FC236}">
                <a16:creationId xmlns:a16="http://schemas.microsoft.com/office/drawing/2014/main" id="{EB6DED34-9424-CDE1-A143-19826F2D6C40}"/>
              </a:ext>
            </a:extLst>
          </p:cNvPr>
          <p:cNvSpPr>
            <a:spLocks noGrp="1"/>
          </p:cNvSpPr>
          <p:nvPr>
            <p:ph type="sldNum" sz="quarter" idx="12"/>
          </p:nvPr>
        </p:nvSpPr>
        <p:spPr/>
        <p:txBody>
          <a:bodyPr/>
          <a:lstStyle/>
          <a:p>
            <a:fld id="{442AD375-037F-43D0-B059-5172DA06796A}" type="slidenum">
              <a:rPr lang="en-GB" noProof="0" smtClean="0"/>
              <a:pPr/>
              <a:t>7</a:t>
            </a:fld>
            <a:endParaRPr lang="en-GB" noProof="0" dirty="0"/>
          </a:p>
        </p:txBody>
      </p:sp>
    </p:spTree>
    <p:extLst>
      <p:ext uri="{BB962C8B-B14F-4D97-AF65-F5344CB8AC3E}">
        <p14:creationId xmlns:p14="http://schemas.microsoft.com/office/powerpoint/2010/main" val="2847291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16124-DF95-E84A-38E7-80A423E22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28037-B30C-5B01-7125-EFAAF831CF93}"/>
              </a:ext>
            </a:extLst>
          </p:cNvPr>
          <p:cNvSpPr>
            <a:spLocks noGrp="1"/>
          </p:cNvSpPr>
          <p:nvPr>
            <p:ph type="title"/>
          </p:nvPr>
        </p:nvSpPr>
        <p:spPr/>
        <p:txBody>
          <a:bodyPr/>
          <a:lstStyle/>
          <a:p>
            <a:r>
              <a:rPr lang="en-US" sz="2400" b="1" noProof="0" dirty="0">
                <a:solidFill>
                  <a:srgbClr val="0B0B0B"/>
                </a:solidFill>
                <a:latin typeface="Arial"/>
              </a:rPr>
              <a:t>Problem</a:t>
            </a:r>
          </a:p>
        </p:txBody>
      </p:sp>
      <p:sp>
        <p:nvSpPr>
          <p:cNvPr id="3" name="Rounded Rectangle 2">
            <a:extLst>
              <a:ext uri="{FF2B5EF4-FFF2-40B4-BE49-F238E27FC236}">
                <a16:creationId xmlns:a16="http://schemas.microsoft.com/office/drawing/2014/main" id="{BBDCCECF-32A6-64C5-E0A5-4E9AED9F0394}"/>
              </a:ext>
            </a:extLst>
          </p:cNvPr>
          <p:cNvSpPr/>
          <p:nvPr/>
        </p:nvSpPr>
        <p:spPr>
          <a:xfrm>
            <a:off x="27432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5" name="TextBox 4">
            <a:extLst>
              <a:ext uri="{FF2B5EF4-FFF2-40B4-BE49-F238E27FC236}">
                <a16:creationId xmlns:a16="http://schemas.microsoft.com/office/drawing/2014/main" id="{BEC790C5-B635-0B00-F480-55387EFCB880}"/>
              </a:ext>
            </a:extLst>
          </p:cNvPr>
          <p:cNvSpPr txBox="1"/>
          <p:nvPr/>
        </p:nvSpPr>
        <p:spPr>
          <a:xfrm>
            <a:off x="640080" y="2926080"/>
            <a:ext cx="3108960" cy="1098249"/>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Field work</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Lab work</a:t>
            </a:r>
          </a:p>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Etc.</a:t>
            </a:r>
            <a:endParaRPr lang="en-US" sz="1600" b="0" i="0" noProof="0" dirty="0">
              <a:solidFill>
                <a:srgbClr val="52514E"/>
              </a:solidFill>
              <a:latin typeface="Arial"/>
            </a:endParaRPr>
          </a:p>
        </p:txBody>
      </p:sp>
      <p:sp>
        <p:nvSpPr>
          <p:cNvPr id="6" name="Rounded Rectangle 5">
            <a:extLst>
              <a:ext uri="{FF2B5EF4-FFF2-40B4-BE49-F238E27FC236}">
                <a16:creationId xmlns:a16="http://schemas.microsoft.com/office/drawing/2014/main" id="{EA479399-E8A3-3EF2-17C0-68A89234C6F4}"/>
              </a:ext>
            </a:extLst>
          </p:cNvPr>
          <p:cNvSpPr/>
          <p:nvPr/>
        </p:nvSpPr>
        <p:spPr>
          <a:xfrm>
            <a:off x="420624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8" name="TextBox 7">
            <a:extLst>
              <a:ext uri="{FF2B5EF4-FFF2-40B4-BE49-F238E27FC236}">
                <a16:creationId xmlns:a16="http://schemas.microsoft.com/office/drawing/2014/main" id="{25FAF52F-7ABD-643F-C4C0-F5C30CE2391A}"/>
              </a:ext>
            </a:extLst>
          </p:cNvPr>
          <p:cNvSpPr txBox="1"/>
          <p:nvPr/>
        </p:nvSpPr>
        <p:spPr>
          <a:xfrm>
            <a:off x="4572000" y="2926080"/>
            <a:ext cx="3108960" cy="1098249"/>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Data collection</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Analysis </a:t>
            </a:r>
          </a:p>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Reporting</a:t>
            </a:r>
            <a:endParaRPr lang="en-US" sz="1600" b="0" i="0" noProof="0" dirty="0">
              <a:solidFill>
                <a:srgbClr val="52514E"/>
              </a:solidFill>
              <a:latin typeface="Arial"/>
            </a:endParaRPr>
          </a:p>
        </p:txBody>
      </p:sp>
      <p:sp>
        <p:nvSpPr>
          <p:cNvPr id="12" name="TextBox 11">
            <a:extLst>
              <a:ext uri="{FF2B5EF4-FFF2-40B4-BE49-F238E27FC236}">
                <a16:creationId xmlns:a16="http://schemas.microsoft.com/office/drawing/2014/main" id="{325021AF-BF17-CB60-695B-40FD2B22F44A}"/>
              </a:ext>
            </a:extLst>
          </p:cNvPr>
          <p:cNvSpPr txBox="1"/>
          <p:nvPr/>
        </p:nvSpPr>
        <p:spPr>
          <a:xfrm>
            <a:off x="425196" y="822960"/>
            <a:ext cx="11338560" cy="392095"/>
          </a:xfrm>
          <a:prstGeom prst="rect">
            <a:avLst/>
          </a:prstGeom>
          <a:noFill/>
        </p:spPr>
        <p:txBody>
          <a:bodyPr wrap="square" lIns="0" tIns="0" rIns="0" bIns="0" anchor="t">
            <a:spAutoFit/>
          </a:bodyPr>
          <a:lstStyle/>
          <a:p>
            <a:pPr algn="ctr">
              <a:spcAft>
                <a:spcPts val="800"/>
              </a:spcAft>
            </a:pPr>
            <a:r>
              <a:rPr lang="en-US" sz="2600" b="1" noProof="0" dirty="0">
                <a:solidFill>
                  <a:srgbClr val="0B0B0B"/>
                </a:solidFill>
                <a:latin typeface="Arial"/>
              </a:rPr>
              <a:t>Empirical Data</a:t>
            </a:r>
            <a:endParaRPr lang="en-US" sz="2600" b="1" i="0" noProof="0" dirty="0">
              <a:solidFill>
                <a:srgbClr val="0B0B0B"/>
              </a:solidFill>
              <a:latin typeface="Arial"/>
            </a:endParaRPr>
          </a:p>
        </p:txBody>
      </p:sp>
      <p:sp>
        <p:nvSpPr>
          <p:cNvPr id="16" name="TextBox 15">
            <a:extLst>
              <a:ext uri="{FF2B5EF4-FFF2-40B4-BE49-F238E27FC236}">
                <a16:creationId xmlns:a16="http://schemas.microsoft.com/office/drawing/2014/main" id="{A0B5FD79-9E15-6F63-58C5-31B4944C8667}"/>
              </a:ext>
            </a:extLst>
          </p:cNvPr>
          <p:cNvSpPr txBox="1"/>
          <p:nvPr/>
        </p:nvSpPr>
        <p:spPr>
          <a:xfrm>
            <a:off x="4539996" y="192024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FF0000"/>
                </a:solidFill>
                <a:latin typeface="Arial"/>
              </a:rPr>
              <a:t>Slow</a:t>
            </a:r>
            <a:endParaRPr lang="en-US" sz="3600" b="1" i="0" noProof="0" dirty="0">
              <a:solidFill>
                <a:srgbClr val="FF0000"/>
              </a:solidFill>
              <a:latin typeface="Arial"/>
            </a:endParaRPr>
          </a:p>
        </p:txBody>
      </p:sp>
      <p:sp>
        <p:nvSpPr>
          <p:cNvPr id="10" name="TextBox 9">
            <a:extLst>
              <a:ext uri="{FF2B5EF4-FFF2-40B4-BE49-F238E27FC236}">
                <a16:creationId xmlns:a16="http://schemas.microsoft.com/office/drawing/2014/main" id="{6E109556-43A5-59FC-480F-4A38C273A97C}"/>
              </a:ext>
            </a:extLst>
          </p:cNvPr>
          <p:cNvSpPr txBox="1"/>
          <p:nvPr/>
        </p:nvSpPr>
        <p:spPr>
          <a:xfrm>
            <a:off x="706992" y="191851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FF0000"/>
                </a:solidFill>
                <a:latin typeface="Arial"/>
              </a:rPr>
              <a:t>Difficult</a:t>
            </a:r>
            <a:endParaRPr lang="en-US" sz="3600" b="1" i="0" noProof="0" dirty="0">
              <a:solidFill>
                <a:srgbClr val="FF0000"/>
              </a:solidFill>
              <a:latin typeface="Arial"/>
            </a:endParaRPr>
          </a:p>
        </p:txBody>
      </p:sp>
      <p:sp>
        <p:nvSpPr>
          <p:cNvPr id="4" name="Date Placeholder 3">
            <a:extLst>
              <a:ext uri="{FF2B5EF4-FFF2-40B4-BE49-F238E27FC236}">
                <a16:creationId xmlns:a16="http://schemas.microsoft.com/office/drawing/2014/main" id="{BD00308F-D2D2-BD2E-308B-A3E348069C86}"/>
              </a:ext>
            </a:extLst>
          </p:cNvPr>
          <p:cNvSpPr>
            <a:spLocks noGrp="1"/>
          </p:cNvSpPr>
          <p:nvPr>
            <p:ph type="dt" sz="half" idx="10"/>
          </p:nvPr>
        </p:nvSpPr>
        <p:spPr/>
        <p:txBody>
          <a:bodyPr/>
          <a:lstStyle/>
          <a:p>
            <a:fld id="{8283FC00-9CE6-45CE-BA5E-B81FA0623A6B}" type="datetime1">
              <a:rPr lang="en-GB" noProof="0" smtClean="0"/>
              <a:t>16/09/2026</a:t>
            </a:fld>
            <a:endParaRPr lang="en-GB" noProof="0" dirty="0"/>
          </a:p>
        </p:txBody>
      </p:sp>
      <p:sp>
        <p:nvSpPr>
          <p:cNvPr id="9" name="Slide Number Placeholder 8">
            <a:extLst>
              <a:ext uri="{FF2B5EF4-FFF2-40B4-BE49-F238E27FC236}">
                <a16:creationId xmlns:a16="http://schemas.microsoft.com/office/drawing/2014/main" id="{42F615F4-9682-E7C2-E3A5-48AF7D1EC5F6}"/>
              </a:ext>
            </a:extLst>
          </p:cNvPr>
          <p:cNvSpPr>
            <a:spLocks noGrp="1"/>
          </p:cNvSpPr>
          <p:nvPr>
            <p:ph type="sldNum" sz="quarter" idx="12"/>
          </p:nvPr>
        </p:nvSpPr>
        <p:spPr/>
        <p:txBody>
          <a:bodyPr/>
          <a:lstStyle/>
          <a:p>
            <a:fld id="{442AD375-037F-43D0-B059-5172DA06796A}" type="slidenum">
              <a:rPr lang="en-GB" noProof="0" smtClean="0"/>
              <a:pPr/>
              <a:t>8</a:t>
            </a:fld>
            <a:endParaRPr lang="en-GB" noProof="0" dirty="0"/>
          </a:p>
        </p:txBody>
      </p:sp>
    </p:spTree>
    <p:extLst>
      <p:ext uri="{BB962C8B-B14F-4D97-AF65-F5344CB8AC3E}">
        <p14:creationId xmlns:p14="http://schemas.microsoft.com/office/powerpoint/2010/main" val="3697251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ABC3D-A951-8443-B8F5-A96850E8D3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3A4EF-768B-5F7B-E7C7-5CBEF921F0AC}"/>
              </a:ext>
            </a:extLst>
          </p:cNvPr>
          <p:cNvSpPr>
            <a:spLocks noGrp="1"/>
          </p:cNvSpPr>
          <p:nvPr>
            <p:ph type="title"/>
          </p:nvPr>
        </p:nvSpPr>
        <p:spPr/>
        <p:txBody>
          <a:bodyPr/>
          <a:lstStyle/>
          <a:p>
            <a:r>
              <a:rPr lang="en-US" sz="2400" b="1" noProof="0" dirty="0">
                <a:solidFill>
                  <a:srgbClr val="0B0B0B"/>
                </a:solidFill>
                <a:latin typeface="Arial"/>
              </a:rPr>
              <a:t>Problem</a:t>
            </a:r>
          </a:p>
        </p:txBody>
      </p:sp>
      <p:sp>
        <p:nvSpPr>
          <p:cNvPr id="3" name="Rounded Rectangle 2">
            <a:extLst>
              <a:ext uri="{FF2B5EF4-FFF2-40B4-BE49-F238E27FC236}">
                <a16:creationId xmlns:a16="http://schemas.microsoft.com/office/drawing/2014/main" id="{A5040964-89E9-C484-F8B6-31DC0E4C7A4A}"/>
              </a:ext>
            </a:extLst>
          </p:cNvPr>
          <p:cNvSpPr/>
          <p:nvPr/>
        </p:nvSpPr>
        <p:spPr>
          <a:xfrm>
            <a:off x="27432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5" name="TextBox 4">
            <a:extLst>
              <a:ext uri="{FF2B5EF4-FFF2-40B4-BE49-F238E27FC236}">
                <a16:creationId xmlns:a16="http://schemas.microsoft.com/office/drawing/2014/main" id="{BC207870-4A4B-2B43-7846-DADFFC791BE7}"/>
              </a:ext>
            </a:extLst>
          </p:cNvPr>
          <p:cNvSpPr txBox="1"/>
          <p:nvPr/>
        </p:nvSpPr>
        <p:spPr>
          <a:xfrm>
            <a:off x="640080" y="2926080"/>
            <a:ext cx="3108960" cy="1098249"/>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Field work</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Lab work</a:t>
            </a:r>
          </a:p>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Etc.</a:t>
            </a:r>
            <a:endParaRPr lang="en-US" sz="1600" b="0" i="0" noProof="0" dirty="0">
              <a:solidFill>
                <a:srgbClr val="52514E"/>
              </a:solidFill>
              <a:latin typeface="Arial"/>
            </a:endParaRPr>
          </a:p>
        </p:txBody>
      </p:sp>
      <p:sp>
        <p:nvSpPr>
          <p:cNvPr id="6" name="Rounded Rectangle 5">
            <a:extLst>
              <a:ext uri="{FF2B5EF4-FFF2-40B4-BE49-F238E27FC236}">
                <a16:creationId xmlns:a16="http://schemas.microsoft.com/office/drawing/2014/main" id="{C907DEE9-44DC-9E49-4CF6-F12D58210E07}"/>
              </a:ext>
            </a:extLst>
          </p:cNvPr>
          <p:cNvSpPr/>
          <p:nvPr/>
        </p:nvSpPr>
        <p:spPr>
          <a:xfrm>
            <a:off x="420624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8" name="TextBox 7">
            <a:extLst>
              <a:ext uri="{FF2B5EF4-FFF2-40B4-BE49-F238E27FC236}">
                <a16:creationId xmlns:a16="http://schemas.microsoft.com/office/drawing/2014/main" id="{B7C9C6C1-6840-7EE0-4E32-59DCB48708CD}"/>
              </a:ext>
            </a:extLst>
          </p:cNvPr>
          <p:cNvSpPr txBox="1"/>
          <p:nvPr/>
        </p:nvSpPr>
        <p:spPr>
          <a:xfrm>
            <a:off x="4572000" y="2926080"/>
            <a:ext cx="3108960" cy="1098249"/>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Data collection</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Analysis </a:t>
            </a:r>
          </a:p>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Reporting</a:t>
            </a:r>
            <a:endParaRPr lang="en-US" sz="1600" b="0" i="0" noProof="0" dirty="0">
              <a:solidFill>
                <a:srgbClr val="52514E"/>
              </a:solidFill>
              <a:latin typeface="Arial"/>
            </a:endParaRPr>
          </a:p>
        </p:txBody>
      </p:sp>
      <p:sp>
        <p:nvSpPr>
          <p:cNvPr id="9" name="Rounded Rectangle 8">
            <a:extLst>
              <a:ext uri="{FF2B5EF4-FFF2-40B4-BE49-F238E27FC236}">
                <a16:creationId xmlns:a16="http://schemas.microsoft.com/office/drawing/2014/main" id="{73C77F2F-2874-F571-ECC9-640511877852}"/>
              </a:ext>
            </a:extLst>
          </p:cNvPr>
          <p:cNvSpPr/>
          <p:nvPr/>
        </p:nvSpPr>
        <p:spPr>
          <a:xfrm>
            <a:off x="813816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1" name="TextBox 10">
            <a:extLst>
              <a:ext uri="{FF2B5EF4-FFF2-40B4-BE49-F238E27FC236}">
                <a16:creationId xmlns:a16="http://schemas.microsoft.com/office/drawing/2014/main" id="{BF2E11E7-7D35-3FA0-794A-3A2423B224C0}"/>
              </a:ext>
            </a:extLst>
          </p:cNvPr>
          <p:cNvSpPr txBox="1"/>
          <p:nvPr/>
        </p:nvSpPr>
        <p:spPr>
          <a:xfrm>
            <a:off x="8503920" y="2926080"/>
            <a:ext cx="3108960" cy="1508618"/>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Funding</a:t>
            </a:r>
          </a:p>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Equipment</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People</a:t>
            </a:r>
          </a:p>
          <a:p>
            <a:pPr algn="l">
              <a:lnSpc>
                <a:spcPct val="125000"/>
              </a:lnSpc>
              <a:spcAft>
                <a:spcPts val="800"/>
              </a:spcAft>
            </a:pPr>
            <a:endParaRPr lang="en-US" sz="1600" b="0" i="0" noProof="0" dirty="0">
              <a:solidFill>
                <a:srgbClr val="52514E"/>
              </a:solidFill>
              <a:latin typeface="Arial"/>
            </a:endParaRPr>
          </a:p>
        </p:txBody>
      </p:sp>
      <p:sp>
        <p:nvSpPr>
          <p:cNvPr id="12" name="TextBox 11">
            <a:extLst>
              <a:ext uri="{FF2B5EF4-FFF2-40B4-BE49-F238E27FC236}">
                <a16:creationId xmlns:a16="http://schemas.microsoft.com/office/drawing/2014/main" id="{565ABEFE-72D9-1853-4AE8-E08855FF4A71}"/>
              </a:ext>
            </a:extLst>
          </p:cNvPr>
          <p:cNvSpPr txBox="1"/>
          <p:nvPr/>
        </p:nvSpPr>
        <p:spPr>
          <a:xfrm>
            <a:off x="425196" y="822960"/>
            <a:ext cx="11338560" cy="392095"/>
          </a:xfrm>
          <a:prstGeom prst="rect">
            <a:avLst/>
          </a:prstGeom>
          <a:noFill/>
        </p:spPr>
        <p:txBody>
          <a:bodyPr wrap="square" lIns="0" tIns="0" rIns="0" bIns="0" anchor="t">
            <a:spAutoFit/>
          </a:bodyPr>
          <a:lstStyle/>
          <a:p>
            <a:pPr algn="ctr">
              <a:spcAft>
                <a:spcPts val="800"/>
              </a:spcAft>
            </a:pPr>
            <a:r>
              <a:rPr lang="en-US" sz="2600" b="1" noProof="0" dirty="0">
                <a:solidFill>
                  <a:srgbClr val="0B0B0B"/>
                </a:solidFill>
                <a:latin typeface="Arial"/>
              </a:rPr>
              <a:t>Empirical Data</a:t>
            </a:r>
            <a:endParaRPr lang="en-US" sz="2600" b="1" i="0" noProof="0" dirty="0">
              <a:solidFill>
                <a:srgbClr val="0B0B0B"/>
              </a:solidFill>
              <a:latin typeface="Arial"/>
            </a:endParaRPr>
          </a:p>
        </p:txBody>
      </p:sp>
      <p:sp>
        <p:nvSpPr>
          <p:cNvPr id="16" name="TextBox 15">
            <a:extLst>
              <a:ext uri="{FF2B5EF4-FFF2-40B4-BE49-F238E27FC236}">
                <a16:creationId xmlns:a16="http://schemas.microsoft.com/office/drawing/2014/main" id="{1610764E-DF06-7F64-95FF-D66EFB044ECC}"/>
              </a:ext>
            </a:extLst>
          </p:cNvPr>
          <p:cNvSpPr txBox="1"/>
          <p:nvPr/>
        </p:nvSpPr>
        <p:spPr>
          <a:xfrm>
            <a:off x="4539996" y="192024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FF0000"/>
                </a:solidFill>
                <a:latin typeface="Arial"/>
              </a:rPr>
              <a:t>Slow</a:t>
            </a:r>
            <a:endParaRPr lang="en-US" sz="3600" b="1" i="0" noProof="0" dirty="0">
              <a:solidFill>
                <a:srgbClr val="FF0000"/>
              </a:solidFill>
              <a:latin typeface="Arial"/>
            </a:endParaRPr>
          </a:p>
        </p:txBody>
      </p:sp>
      <p:sp>
        <p:nvSpPr>
          <p:cNvPr id="18" name="TextBox 17">
            <a:extLst>
              <a:ext uri="{FF2B5EF4-FFF2-40B4-BE49-F238E27FC236}">
                <a16:creationId xmlns:a16="http://schemas.microsoft.com/office/drawing/2014/main" id="{5834A84E-6DAE-B86E-5F82-D05EA78C68FD}"/>
              </a:ext>
            </a:extLst>
          </p:cNvPr>
          <p:cNvSpPr txBox="1"/>
          <p:nvPr/>
        </p:nvSpPr>
        <p:spPr>
          <a:xfrm>
            <a:off x="8442960" y="1919375"/>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FF0000"/>
                </a:solidFill>
                <a:latin typeface="Arial"/>
              </a:rPr>
              <a:t>Expensive</a:t>
            </a:r>
            <a:endParaRPr lang="en-US" sz="3600" b="1" i="0" noProof="0" dirty="0">
              <a:solidFill>
                <a:srgbClr val="FF0000"/>
              </a:solidFill>
              <a:latin typeface="Arial"/>
            </a:endParaRPr>
          </a:p>
        </p:txBody>
      </p:sp>
      <p:sp>
        <p:nvSpPr>
          <p:cNvPr id="10" name="TextBox 9">
            <a:extLst>
              <a:ext uri="{FF2B5EF4-FFF2-40B4-BE49-F238E27FC236}">
                <a16:creationId xmlns:a16="http://schemas.microsoft.com/office/drawing/2014/main" id="{090B6661-68A1-4C81-C490-80D725586B4F}"/>
              </a:ext>
            </a:extLst>
          </p:cNvPr>
          <p:cNvSpPr txBox="1"/>
          <p:nvPr/>
        </p:nvSpPr>
        <p:spPr>
          <a:xfrm>
            <a:off x="706992" y="191851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FF0000"/>
                </a:solidFill>
                <a:latin typeface="Arial"/>
              </a:rPr>
              <a:t>Difficult</a:t>
            </a:r>
            <a:endParaRPr lang="en-US" sz="3600" b="1" i="0" noProof="0" dirty="0">
              <a:solidFill>
                <a:srgbClr val="FF0000"/>
              </a:solidFill>
              <a:latin typeface="Arial"/>
            </a:endParaRPr>
          </a:p>
        </p:txBody>
      </p:sp>
      <p:sp>
        <p:nvSpPr>
          <p:cNvPr id="4" name="Date Placeholder 3">
            <a:extLst>
              <a:ext uri="{FF2B5EF4-FFF2-40B4-BE49-F238E27FC236}">
                <a16:creationId xmlns:a16="http://schemas.microsoft.com/office/drawing/2014/main" id="{3C85963C-D5AF-F63B-28E4-43D5629FC9B3}"/>
              </a:ext>
            </a:extLst>
          </p:cNvPr>
          <p:cNvSpPr>
            <a:spLocks noGrp="1"/>
          </p:cNvSpPr>
          <p:nvPr>
            <p:ph type="dt" sz="half" idx="10"/>
          </p:nvPr>
        </p:nvSpPr>
        <p:spPr/>
        <p:txBody>
          <a:bodyPr/>
          <a:lstStyle/>
          <a:p>
            <a:fld id="{D12D9DFB-21EE-419C-AA60-4CA66C1EB1A9}" type="datetime1">
              <a:rPr lang="en-GB" noProof="0" smtClean="0"/>
              <a:t>16/09/2026</a:t>
            </a:fld>
            <a:endParaRPr lang="en-GB" noProof="0" dirty="0"/>
          </a:p>
        </p:txBody>
      </p:sp>
      <p:sp>
        <p:nvSpPr>
          <p:cNvPr id="13" name="Slide Number Placeholder 12">
            <a:extLst>
              <a:ext uri="{FF2B5EF4-FFF2-40B4-BE49-F238E27FC236}">
                <a16:creationId xmlns:a16="http://schemas.microsoft.com/office/drawing/2014/main" id="{5096BA52-EFB8-BB16-DA37-10E230E8D9BD}"/>
              </a:ext>
            </a:extLst>
          </p:cNvPr>
          <p:cNvSpPr>
            <a:spLocks noGrp="1"/>
          </p:cNvSpPr>
          <p:nvPr>
            <p:ph type="sldNum" sz="quarter" idx="12"/>
          </p:nvPr>
        </p:nvSpPr>
        <p:spPr/>
        <p:txBody>
          <a:bodyPr/>
          <a:lstStyle/>
          <a:p>
            <a:fld id="{442AD375-037F-43D0-B059-5172DA06796A}" type="slidenum">
              <a:rPr lang="en-GB" noProof="0" smtClean="0"/>
              <a:pPr/>
              <a:t>9</a:t>
            </a:fld>
            <a:endParaRPr lang="en-GB" noProof="0" dirty="0"/>
          </a:p>
        </p:txBody>
      </p:sp>
    </p:spTree>
    <p:extLst>
      <p:ext uri="{BB962C8B-B14F-4D97-AF65-F5344CB8AC3E}">
        <p14:creationId xmlns:p14="http://schemas.microsoft.com/office/powerpoint/2010/main" val="647834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1FB08-01E7-288D-8CBF-F6FB7C43C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5B685-2AC3-0F3D-48FE-5DE924820B6D}"/>
              </a:ext>
            </a:extLst>
          </p:cNvPr>
          <p:cNvSpPr>
            <a:spLocks noGrp="1"/>
          </p:cNvSpPr>
          <p:nvPr>
            <p:ph type="title"/>
          </p:nvPr>
        </p:nvSpPr>
        <p:spPr/>
        <p:txBody>
          <a:bodyPr/>
          <a:lstStyle/>
          <a:p>
            <a:r>
              <a:rPr lang="en-US" sz="2400" b="1" noProof="0" dirty="0">
                <a:solidFill>
                  <a:srgbClr val="0B0B0B"/>
                </a:solidFill>
                <a:latin typeface="Arial"/>
              </a:rPr>
              <a:t>Problem</a:t>
            </a:r>
          </a:p>
        </p:txBody>
      </p:sp>
      <p:sp>
        <p:nvSpPr>
          <p:cNvPr id="3" name="Rounded Rectangle 2">
            <a:extLst>
              <a:ext uri="{FF2B5EF4-FFF2-40B4-BE49-F238E27FC236}">
                <a16:creationId xmlns:a16="http://schemas.microsoft.com/office/drawing/2014/main" id="{864F66DD-9FBC-1C99-657F-62259541C402}"/>
              </a:ext>
            </a:extLst>
          </p:cNvPr>
          <p:cNvSpPr/>
          <p:nvPr/>
        </p:nvSpPr>
        <p:spPr>
          <a:xfrm>
            <a:off x="27432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5" name="TextBox 4">
            <a:extLst>
              <a:ext uri="{FF2B5EF4-FFF2-40B4-BE49-F238E27FC236}">
                <a16:creationId xmlns:a16="http://schemas.microsoft.com/office/drawing/2014/main" id="{B32375B4-2A7C-E727-EC2D-0F84E0BFFA10}"/>
              </a:ext>
            </a:extLst>
          </p:cNvPr>
          <p:cNvSpPr txBox="1"/>
          <p:nvPr/>
        </p:nvSpPr>
        <p:spPr>
          <a:xfrm>
            <a:off x="640080" y="2926080"/>
            <a:ext cx="3108960" cy="1098249"/>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Field work</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Lab work</a:t>
            </a:r>
          </a:p>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Etc.</a:t>
            </a:r>
            <a:endParaRPr lang="en-US" sz="1600" b="0" i="0" noProof="0" dirty="0">
              <a:solidFill>
                <a:srgbClr val="52514E"/>
              </a:solidFill>
              <a:latin typeface="Arial"/>
            </a:endParaRPr>
          </a:p>
        </p:txBody>
      </p:sp>
      <p:sp>
        <p:nvSpPr>
          <p:cNvPr id="6" name="Rounded Rectangle 5">
            <a:extLst>
              <a:ext uri="{FF2B5EF4-FFF2-40B4-BE49-F238E27FC236}">
                <a16:creationId xmlns:a16="http://schemas.microsoft.com/office/drawing/2014/main" id="{1654B4F8-8302-51FD-67B4-6D0175B029D8}"/>
              </a:ext>
            </a:extLst>
          </p:cNvPr>
          <p:cNvSpPr/>
          <p:nvPr/>
        </p:nvSpPr>
        <p:spPr>
          <a:xfrm>
            <a:off x="420624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8" name="TextBox 7">
            <a:extLst>
              <a:ext uri="{FF2B5EF4-FFF2-40B4-BE49-F238E27FC236}">
                <a16:creationId xmlns:a16="http://schemas.microsoft.com/office/drawing/2014/main" id="{BE3224CE-68E8-19AE-324F-43E802C9816C}"/>
              </a:ext>
            </a:extLst>
          </p:cNvPr>
          <p:cNvSpPr txBox="1"/>
          <p:nvPr/>
        </p:nvSpPr>
        <p:spPr>
          <a:xfrm>
            <a:off x="4572000" y="2926080"/>
            <a:ext cx="3108960" cy="1098249"/>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Data collection</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Analysis </a:t>
            </a:r>
          </a:p>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Reporting</a:t>
            </a:r>
            <a:endParaRPr lang="en-US" sz="1600" b="0" i="0" noProof="0" dirty="0">
              <a:solidFill>
                <a:srgbClr val="52514E"/>
              </a:solidFill>
              <a:latin typeface="Arial"/>
            </a:endParaRPr>
          </a:p>
        </p:txBody>
      </p:sp>
      <p:sp>
        <p:nvSpPr>
          <p:cNvPr id="9" name="Rounded Rectangle 8">
            <a:extLst>
              <a:ext uri="{FF2B5EF4-FFF2-40B4-BE49-F238E27FC236}">
                <a16:creationId xmlns:a16="http://schemas.microsoft.com/office/drawing/2014/main" id="{E1580FA1-D80A-A71E-888E-E099F7FA0288}"/>
              </a:ext>
            </a:extLst>
          </p:cNvPr>
          <p:cNvSpPr/>
          <p:nvPr/>
        </p:nvSpPr>
        <p:spPr>
          <a:xfrm>
            <a:off x="813816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1" name="TextBox 10">
            <a:extLst>
              <a:ext uri="{FF2B5EF4-FFF2-40B4-BE49-F238E27FC236}">
                <a16:creationId xmlns:a16="http://schemas.microsoft.com/office/drawing/2014/main" id="{255EF8D5-C3B4-37CB-0519-668744863247}"/>
              </a:ext>
            </a:extLst>
          </p:cNvPr>
          <p:cNvSpPr txBox="1"/>
          <p:nvPr/>
        </p:nvSpPr>
        <p:spPr>
          <a:xfrm>
            <a:off x="8503920" y="2926080"/>
            <a:ext cx="3108960" cy="1508618"/>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Funding</a:t>
            </a:r>
          </a:p>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Equipment</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People</a:t>
            </a:r>
          </a:p>
          <a:p>
            <a:pPr algn="l">
              <a:lnSpc>
                <a:spcPct val="125000"/>
              </a:lnSpc>
              <a:spcAft>
                <a:spcPts val="800"/>
              </a:spcAft>
            </a:pPr>
            <a:endParaRPr lang="en-US" sz="1600" b="0" i="0" noProof="0" dirty="0">
              <a:solidFill>
                <a:srgbClr val="52514E"/>
              </a:solidFill>
              <a:latin typeface="Arial"/>
            </a:endParaRPr>
          </a:p>
        </p:txBody>
      </p:sp>
      <p:sp>
        <p:nvSpPr>
          <p:cNvPr id="12" name="TextBox 11">
            <a:extLst>
              <a:ext uri="{FF2B5EF4-FFF2-40B4-BE49-F238E27FC236}">
                <a16:creationId xmlns:a16="http://schemas.microsoft.com/office/drawing/2014/main" id="{5677D4A8-A9D4-EA88-D2CE-E582E1B25216}"/>
              </a:ext>
            </a:extLst>
          </p:cNvPr>
          <p:cNvSpPr txBox="1"/>
          <p:nvPr/>
        </p:nvSpPr>
        <p:spPr>
          <a:xfrm>
            <a:off x="425196" y="822960"/>
            <a:ext cx="11338560" cy="392095"/>
          </a:xfrm>
          <a:prstGeom prst="rect">
            <a:avLst/>
          </a:prstGeom>
          <a:noFill/>
        </p:spPr>
        <p:txBody>
          <a:bodyPr wrap="square" lIns="0" tIns="0" rIns="0" bIns="0" anchor="t">
            <a:spAutoFit/>
          </a:bodyPr>
          <a:lstStyle/>
          <a:p>
            <a:pPr algn="ctr">
              <a:spcAft>
                <a:spcPts val="800"/>
              </a:spcAft>
            </a:pPr>
            <a:r>
              <a:rPr lang="en-US" sz="2600" b="1" noProof="0" dirty="0">
                <a:solidFill>
                  <a:srgbClr val="0B0B0B"/>
                </a:solidFill>
                <a:latin typeface="Arial"/>
              </a:rPr>
              <a:t>Empirical Data</a:t>
            </a:r>
            <a:endParaRPr lang="en-US" sz="2600" b="1" i="0" noProof="0" dirty="0">
              <a:solidFill>
                <a:srgbClr val="0B0B0B"/>
              </a:solidFill>
              <a:latin typeface="Arial"/>
            </a:endParaRPr>
          </a:p>
        </p:txBody>
      </p:sp>
      <p:sp>
        <p:nvSpPr>
          <p:cNvPr id="16" name="TextBox 15">
            <a:extLst>
              <a:ext uri="{FF2B5EF4-FFF2-40B4-BE49-F238E27FC236}">
                <a16:creationId xmlns:a16="http://schemas.microsoft.com/office/drawing/2014/main" id="{3D132204-578C-89C4-409F-6633B6262259}"/>
              </a:ext>
            </a:extLst>
          </p:cNvPr>
          <p:cNvSpPr txBox="1"/>
          <p:nvPr/>
        </p:nvSpPr>
        <p:spPr>
          <a:xfrm>
            <a:off x="4539996" y="192024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FF0000"/>
                </a:solidFill>
                <a:latin typeface="Arial"/>
              </a:rPr>
              <a:t>Slow</a:t>
            </a:r>
            <a:endParaRPr lang="en-US" sz="3600" b="1" i="0" noProof="0" dirty="0">
              <a:solidFill>
                <a:srgbClr val="FF0000"/>
              </a:solidFill>
              <a:latin typeface="Arial"/>
            </a:endParaRPr>
          </a:p>
        </p:txBody>
      </p:sp>
      <p:sp>
        <p:nvSpPr>
          <p:cNvPr id="18" name="TextBox 17">
            <a:extLst>
              <a:ext uri="{FF2B5EF4-FFF2-40B4-BE49-F238E27FC236}">
                <a16:creationId xmlns:a16="http://schemas.microsoft.com/office/drawing/2014/main" id="{5B8E9A80-D62F-31F9-6718-1546B7E5E09E}"/>
              </a:ext>
            </a:extLst>
          </p:cNvPr>
          <p:cNvSpPr txBox="1"/>
          <p:nvPr/>
        </p:nvSpPr>
        <p:spPr>
          <a:xfrm>
            <a:off x="8442960" y="1919375"/>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FF0000"/>
                </a:solidFill>
                <a:latin typeface="Arial"/>
              </a:rPr>
              <a:t>Expensive</a:t>
            </a:r>
            <a:endParaRPr lang="en-US" sz="3600" b="1" i="0" noProof="0" dirty="0">
              <a:solidFill>
                <a:srgbClr val="FF0000"/>
              </a:solidFill>
              <a:latin typeface="Arial"/>
            </a:endParaRPr>
          </a:p>
        </p:txBody>
      </p:sp>
      <p:sp>
        <p:nvSpPr>
          <p:cNvPr id="10" name="TextBox 9">
            <a:extLst>
              <a:ext uri="{FF2B5EF4-FFF2-40B4-BE49-F238E27FC236}">
                <a16:creationId xmlns:a16="http://schemas.microsoft.com/office/drawing/2014/main" id="{3FE8EDEB-DEA0-92F0-45A4-665F4F67ADB3}"/>
              </a:ext>
            </a:extLst>
          </p:cNvPr>
          <p:cNvSpPr txBox="1"/>
          <p:nvPr/>
        </p:nvSpPr>
        <p:spPr>
          <a:xfrm>
            <a:off x="706992" y="191851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FF0000"/>
                </a:solidFill>
                <a:latin typeface="Arial"/>
              </a:rPr>
              <a:t>Difficult</a:t>
            </a:r>
            <a:endParaRPr lang="en-US" sz="3600" b="1" i="0" noProof="0" dirty="0">
              <a:solidFill>
                <a:srgbClr val="FF0000"/>
              </a:solidFill>
              <a:latin typeface="Arial"/>
            </a:endParaRPr>
          </a:p>
        </p:txBody>
      </p:sp>
      <p:sp>
        <p:nvSpPr>
          <p:cNvPr id="17" name="TextBox 16">
            <a:extLst>
              <a:ext uri="{FF2B5EF4-FFF2-40B4-BE49-F238E27FC236}">
                <a16:creationId xmlns:a16="http://schemas.microsoft.com/office/drawing/2014/main" id="{C5D8CA27-70E4-4158-48F1-DDA5BCFCB6C7}"/>
              </a:ext>
            </a:extLst>
          </p:cNvPr>
          <p:cNvSpPr txBox="1"/>
          <p:nvPr/>
        </p:nvSpPr>
        <p:spPr>
          <a:xfrm>
            <a:off x="408328" y="4763964"/>
            <a:ext cx="11338560" cy="392095"/>
          </a:xfrm>
          <a:prstGeom prst="rect">
            <a:avLst/>
          </a:prstGeom>
          <a:noFill/>
        </p:spPr>
        <p:txBody>
          <a:bodyPr wrap="square" lIns="0" tIns="0" rIns="0" bIns="0" anchor="t">
            <a:spAutoFit/>
          </a:bodyPr>
          <a:lstStyle/>
          <a:p>
            <a:pPr>
              <a:spcAft>
                <a:spcPts val="800"/>
              </a:spcAft>
            </a:pPr>
            <a:r>
              <a:rPr lang="en-US" sz="2600" b="1" i="0" noProof="0" dirty="0">
                <a:solidFill>
                  <a:srgbClr val="0B0B0B"/>
                </a:solidFill>
                <a:latin typeface="Arial"/>
              </a:rPr>
              <a:t>Pro: True by construction</a:t>
            </a:r>
          </a:p>
        </p:txBody>
      </p:sp>
      <p:sp>
        <p:nvSpPr>
          <p:cNvPr id="7" name="TextBox 6">
            <a:extLst>
              <a:ext uri="{FF2B5EF4-FFF2-40B4-BE49-F238E27FC236}">
                <a16:creationId xmlns:a16="http://schemas.microsoft.com/office/drawing/2014/main" id="{C66F7085-0075-B984-1DDA-07BEAA5203CE}"/>
              </a:ext>
            </a:extLst>
          </p:cNvPr>
          <p:cNvSpPr txBox="1"/>
          <p:nvPr/>
        </p:nvSpPr>
        <p:spPr>
          <a:xfrm>
            <a:off x="408328" y="5303520"/>
            <a:ext cx="11338560" cy="392095"/>
          </a:xfrm>
          <a:prstGeom prst="rect">
            <a:avLst/>
          </a:prstGeom>
          <a:noFill/>
        </p:spPr>
        <p:txBody>
          <a:bodyPr wrap="square" lIns="0" tIns="0" rIns="0" bIns="0" anchor="t">
            <a:spAutoFit/>
          </a:bodyPr>
          <a:lstStyle/>
          <a:p>
            <a:pPr>
              <a:spcAft>
                <a:spcPts val="800"/>
              </a:spcAft>
            </a:pPr>
            <a:r>
              <a:rPr lang="en-US" sz="2600" b="1" dirty="0">
                <a:solidFill>
                  <a:srgbClr val="0B0B0B"/>
                </a:solidFill>
                <a:latin typeface="Arial"/>
              </a:rPr>
              <a:t>Con</a:t>
            </a:r>
            <a:r>
              <a:rPr lang="en-US" sz="2600" b="1" i="0" noProof="0" dirty="0">
                <a:solidFill>
                  <a:srgbClr val="0B0B0B"/>
                </a:solidFill>
                <a:latin typeface="Arial"/>
              </a:rPr>
              <a:t>: Snapshot of system</a:t>
            </a:r>
          </a:p>
        </p:txBody>
      </p:sp>
      <p:sp>
        <p:nvSpPr>
          <p:cNvPr id="13" name="Date Placeholder 12">
            <a:extLst>
              <a:ext uri="{FF2B5EF4-FFF2-40B4-BE49-F238E27FC236}">
                <a16:creationId xmlns:a16="http://schemas.microsoft.com/office/drawing/2014/main" id="{D3F1CF82-AB27-DED6-41D3-71CC7C73B81D}"/>
              </a:ext>
            </a:extLst>
          </p:cNvPr>
          <p:cNvSpPr>
            <a:spLocks noGrp="1"/>
          </p:cNvSpPr>
          <p:nvPr>
            <p:ph type="dt" sz="half" idx="10"/>
          </p:nvPr>
        </p:nvSpPr>
        <p:spPr/>
        <p:txBody>
          <a:bodyPr/>
          <a:lstStyle/>
          <a:p>
            <a:fld id="{73D921E8-0B32-4330-967D-86A327B0D36E}" type="datetime1">
              <a:rPr lang="en-GB" noProof="0" smtClean="0"/>
              <a:t>16/09/2026</a:t>
            </a:fld>
            <a:endParaRPr lang="en-GB" noProof="0" dirty="0"/>
          </a:p>
        </p:txBody>
      </p:sp>
      <p:sp>
        <p:nvSpPr>
          <p:cNvPr id="15" name="Slide Number Placeholder 14">
            <a:extLst>
              <a:ext uri="{FF2B5EF4-FFF2-40B4-BE49-F238E27FC236}">
                <a16:creationId xmlns:a16="http://schemas.microsoft.com/office/drawing/2014/main" id="{2B9A8961-9ED0-EB3A-2E0B-7DA7BE512CF6}"/>
              </a:ext>
            </a:extLst>
          </p:cNvPr>
          <p:cNvSpPr>
            <a:spLocks noGrp="1"/>
          </p:cNvSpPr>
          <p:nvPr>
            <p:ph type="sldNum" sz="quarter" idx="12"/>
          </p:nvPr>
        </p:nvSpPr>
        <p:spPr/>
        <p:txBody>
          <a:bodyPr/>
          <a:lstStyle/>
          <a:p>
            <a:fld id="{442AD375-037F-43D0-B059-5172DA06796A}" type="slidenum">
              <a:rPr lang="en-GB" noProof="0" smtClean="0"/>
              <a:pPr/>
              <a:t>10</a:t>
            </a:fld>
            <a:endParaRPr lang="en-GB" noProof="0" dirty="0"/>
          </a:p>
        </p:txBody>
      </p:sp>
    </p:spTree>
    <p:extLst>
      <p:ext uri="{BB962C8B-B14F-4D97-AF65-F5344CB8AC3E}">
        <p14:creationId xmlns:p14="http://schemas.microsoft.com/office/powerpoint/2010/main" val="1323306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1" name="TextBox 3940">
            <a:extLst>
              <a:ext uri="{FF2B5EF4-FFF2-40B4-BE49-F238E27FC236}">
                <a16:creationId xmlns:a16="http://schemas.microsoft.com/office/drawing/2014/main" id="{59E4D3E2-A17C-0307-E1D6-60D1CB3C6C5E}"/>
              </a:ext>
            </a:extLst>
          </p:cNvPr>
          <p:cNvSpPr txBox="1"/>
          <p:nvPr/>
        </p:nvSpPr>
        <p:spPr>
          <a:xfrm>
            <a:off x="479376" y="4722171"/>
            <a:ext cx="3672408" cy="422295"/>
          </a:xfrm>
          <a:prstGeom prst="rect">
            <a:avLst/>
          </a:prstGeom>
          <a:noFill/>
        </p:spPr>
        <p:txBody>
          <a:bodyPr wrap="square" lIns="0" tIns="0" rIns="0" bIns="0" rtlCol="0">
            <a:spAutoFit/>
          </a:bodyPr>
          <a:lstStyle/>
          <a:p>
            <a:r>
              <a:rPr lang="en-US" sz="2800" b="1" noProof="0" dirty="0">
                <a:latin typeface="Aptos" panose="020B0004020202020204" pitchFamily="34" charset="0"/>
              </a:rPr>
              <a:t>Sample 10 individuals </a:t>
            </a:r>
          </a:p>
        </p:txBody>
      </p:sp>
      <p:grpSp>
        <p:nvGrpSpPr>
          <p:cNvPr id="4088" name="Group 4087">
            <a:extLst>
              <a:ext uri="{FF2B5EF4-FFF2-40B4-BE49-F238E27FC236}">
                <a16:creationId xmlns:a16="http://schemas.microsoft.com/office/drawing/2014/main" id="{6AEF9C68-E46B-1DD4-9596-1D2E535B997F}"/>
              </a:ext>
            </a:extLst>
          </p:cNvPr>
          <p:cNvGrpSpPr/>
          <p:nvPr/>
        </p:nvGrpSpPr>
        <p:grpSpPr>
          <a:xfrm>
            <a:off x="152967" y="1255830"/>
            <a:ext cx="4176464" cy="3312368"/>
            <a:chOff x="191344" y="1268760"/>
            <a:chExt cx="4176464" cy="3312368"/>
          </a:xfrm>
          <a:effectLst>
            <a:outerShdw blurRad="50800" dist="38100" dir="2700000" algn="tl" rotWithShape="0">
              <a:prstClr val="black">
                <a:alpha val="40000"/>
              </a:prstClr>
            </a:outerShdw>
          </a:effectLst>
        </p:grpSpPr>
        <p:sp>
          <p:nvSpPr>
            <p:cNvPr id="4008" name="Rectangle: Rounded Corners 4007">
              <a:extLst>
                <a:ext uri="{FF2B5EF4-FFF2-40B4-BE49-F238E27FC236}">
                  <a16:creationId xmlns:a16="http://schemas.microsoft.com/office/drawing/2014/main" id="{2475AEB6-6DE9-5919-DF6C-ABE2563EB5BE}"/>
                </a:ext>
              </a:extLst>
            </p:cNvPr>
            <p:cNvSpPr/>
            <p:nvPr/>
          </p:nvSpPr>
          <p:spPr>
            <a:xfrm>
              <a:off x="191344" y="1268760"/>
              <a:ext cx="4176464" cy="3312368"/>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951" name="Group 3950">
              <a:extLst>
                <a:ext uri="{FF2B5EF4-FFF2-40B4-BE49-F238E27FC236}">
                  <a16:creationId xmlns:a16="http://schemas.microsoft.com/office/drawing/2014/main" id="{189E10ED-43CF-BEA9-A33A-14C131941EF6}"/>
                </a:ext>
              </a:extLst>
            </p:cNvPr>
            <p:cNvGrpSpPr/>
            <p:nvPr/>
          </p:nvGrpSpPr>
          <p:grpSpPr>
            <a:xfrm>
              <a:off x="335360" y="1484784"/>
              <a:ext cx="3888432" cy="2880320"/>
              <a:chOff x="335360" y="1484784"/>
              <a:chExt cx="3888432" cy="2880320"/>
            </a:xfrm>
          </p:grpSpPr>
          <p:pic>
            <p:nvPicPr>
              <p:cNvPr id="83" name="Graphic 82" descr="Deciduous tree with solid fill">
                <a:extLst>
                  <a:ext uri="{FF2B5EF4-FFF2-40B4-BE49-F238E27FC236}">
                    <a16:creationId xmlns:a16="http://schemas.microsoft.com/office/drawing/2014/main" id="{50E30836-5128-AB03-0ECC-8E209EDAF5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0986" y="2454941"/>
                <a:ext cx="209457" cy="196410"/>
              </a:xfrm>
              <a:prstGeom prst="rect">
                <a:avLst/>
              </a:prstGeom>
            </p:spPr>
          </p:pic>
          <p:pic>
            <p:nvPicPr>
              <p:cNvPr id="91" name="Graphic 90" descr="Deciduous tree with solid fill">
                <a:extLst>
                  <a:ext uri="{FF2B5EF4-FFF2-40B4-BE49-F238E27FC236}">
                    <a16:creationId xmlns:a16="http://schemas.microsoft.com/office/drawing/2014/main" id="{1918BF1F-1BCE-5881-C88F-8C80A3B9F4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360" y="2550800"/>
                <a:ext cx="209457" cy="196410"/>
              </a:xfrm>
              <a:prstGeom prst="rect">
                <a:avLst/>
              </a:prstGeom>
            </p:spPr>
          </p:pic>
          <p:pic>
            <p:nvPicPr>
              <p:cNvPr id="93" name="Graphic 92" descr="Deciduous tree with solid fill">
                <a:extLst>
                  <a:ext uri="{FF2B5EF4-FFF2-40B4-BE49-F238E27FC236}">
                    <a16:creationId xmlns:a16="http://schemas.microsoft.com/office/drawing/2014/main" id="{93304C56-E780-211D-67BF-66916F35A4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563" y="2366903"/>
                <a:ext cx="209457" cy="196410"/>
              </a:xfrm>
              <a:prstGeom prst="rect">
                <a:avLst/>
              </a:prstGeom>
            </p:spPr>
          </p:pic>
          <p:pic>
            <p:nvPicPr>
              <p:cNvPr id="103" name="Graphic 102" descr="Deciduous tree with solid fill">
                <a:extLst>
                  <a:ext uri="{FF2B5EF4-FFF2-40B4-BE49-F238E27FC236}">
                    <a16:creationId xmlns:a16="http://schemas.microsoft.com/office/drawing/2014/main" id="{6C1A599D-6BA7-263B-DC7A-DA2D3CC561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4" y="2674291"/>
                <a:ext cx="209457" cy="196410"/>
              </a:xfrm>
              <a:prstGeom prst="rect">
                <a:avLst/>
              </a:prstGeom>
            </p:spPr>
          </p:pic>
          <p:pic>
            <p:nvPicPr>
              <p:cNvPr id="105" name="Graphic 104" descr="Deciduous tree with solid fill">
                <a:extLst>
                  <a:ext uri="{FF2B5EF4-FFF2-40B4-BE49-F238E27FC236}">
                    <a16:creationId xmlns:a16="http://schemas.microsoft.com/office/drawing/2014/main" id="{D31CBD70-FD29-9E94-B0A4-34065DD23C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107" name="Graphic 106" descr="Deciduous tree with solid fill">
                <a:extLst>
                  <a:ext uri="{FF2B5EF4-FFF2-40B4-BE49-F238E27FC236}">
                    <a16:creationId xmlns:a16="http://schemas.microsoft.com/office/drawing/2014/main" id="{E2E19701-8BF8-8037-2C2A-373A749A2B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109" name="Graphic 108" descr="Deciduous tree with solid fill">
                <a:extLst>
                  <a:ext uri="{FF2B5EF4-FFF2-40B4-BE49-F238E27FC236}">
                    <a16:creationId xmlns:a16="http://schemas.microsoft.com/office/drawing/2014/main" id="{8B01A00A-AE7E-450D-E266-181333FB11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111" name="Graphic 110" descr="Deciduous tree with solid fill">
                <a:extLst>
                  <a:ext uri="{FF2B5EF4-FFF2-40B4-BE49-F238E27FC236}">
                    <a16:creationId xmlns:a16="http://schemas.microsoft.com/office/drawing/2014/main" id="{2FDC23E2-D0D2-DE38-4234-E175BDE0DB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113" name="Graphic 112" descr="Deciduous tree with solid fill">
                <a:extLst>
                  <a:ext uri="{FF2B5EF4-FFF2-40B4-BE49-F238E27FC236}">
                    <a16:creationId xmlns:a16="http://schemas.microsoft.com/office/drawing/2014/main" id="{6426CC2A-6143-D631-47CF-F403561F7F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115" name="Graphic 114" descr="Deciduous tree with solid fill">
                <a:extLst>
                  <a:ext uri="{FF2B5EF4-FFF2-40B4-BE49-F238E27FC236}">
                    <a16:creationId xmlns:a16="http://schemas.microsoft.com/office/drawing/2014/main" id="{E9DC5E23-0F73-F593-3CBB-A1A8C68011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117" name="Graphic 116" descr="Deciduous tree with solid fill">
                <a:extLst>
                  <a:ext uri="{FF2B5EF4-FFF2-40B4-BE49-F238E27FC236}">
                    <a16:creationId xmlns:a16="http://schemas.microsoft.com/office/drawing/2014/main" id="{DA1CAA69-F91E-D7F2-3B5B-2C3141D0C1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119" name="Graphic 118" descr="Deciduous tree with solid fill">
                <a:extLst>
                  <a:ext uri="{FF2B5EF4-FFF2-40B4-BE49-F238E27FC236}">
                    <a16:creationId xmlns:a16="http://schemas.microsoft.com/office/drawing/2014/main" id="{4EE2FEFD-134D-A0B1-5F2F-7F66A2A7AE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121" name="Graphic 120" descr="Deciduous tree with solid fill">
                <a:extLst>
                  <a:ext uri="{FF2B5EF4-FFF2-40B4-BE49-F238E27FC236}">
                    <a16:creationId xmlns:a16="http://schemas.microsoft.com/office/drawing/2014/main" id="{BE1C1984-111F-6A95-6743-61D71B2577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23" name="Graphic 122" descr="Deciduous tree with solid fill">
                <a:extLst>
                  <a:ext uri="{FF2B5EF4-FFF2-40B4-BE49-F238E27FC236}">
                    <a16:creationId xmlns:a16="http://schemas.microsoft.com/office/drawing/2014/main" id="{A0F9A1EA-DE4E-7602-DBAE-5566393507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25" name="Graphic 124" descr="Deciduous tree with solid fill">
                <a:extLst>
                  <a:ext uri="{FF2B5EF4-FFF2-40B4-BE49-F238E27FC236}">
                    <a16:creationId xmlns:a16="http://schemas.microsoft.com/office/drawing/2014/main" id="{D34B4C69-93F1-EBD3-94A2-1C75B99AAE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29" name="Graphic 128" descr="Deciduous tree with solid fill">
                <a:extLst>
                  <a:ext uri="{FF2B5EF4-FFF2-40B4-BE49-F238E27FC236}">
                    <a16:creationId xmlns:a16="http://schemas.microsoft.com/office/drawing/2014/main" id="{4464A913-B14A-ECB9-65AC-10854DF7CE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0" y="2578432"/>
                <a:ext cx="209457" cy="196410"/>
              </a:xfrm>
              <a:prstGeom prst="rect">
                <a:avLst/>
              </a:prstGeom>
            </p:spPr>
          </p:pic>
          <p:pic>
            <p:nvPicPr>
              <p:cNvPr id="131" name="Graphic 130" descr="Deciduous tree with solid fill">
                <a:extLst>
                  <a:ext uri="{FF2B5EF4-FFF2-40B4-BE49-F238E27FC236}">
                    <a16:creationId xmlns:a16="http://schemas.microsoft.com/office/drawing/2014/main" id="{F703CA86-8B69-67F5-4794-8EBCBC3FA4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133" name="Graphic 132" descr="Deciduous tree with solid fill">
                <a:extLst>
                  <a:ext uri="{FF2B5EF4-FFF2-40B4-BE49-F238E27FC236}">
                    <a16:creationId xmlns:a16="http://schemas.microsoft.com/office/drawing/2014/main" id="{625500DF-5AAF-3E9A-11DD-BCF63D0746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135" name="Graphic 134" descr="Deciduous tree with solid fill">
                <a:extLst>
                  <a:ext uri="{FF2B5EF4-FFF2-40B4-BE49-F238E27FC236}">
                    <a16:creationId xmlns:a16="http://schemas.microsoft.com/office/drawing/2014/main" id="{2A346BBA-7A4F-E285-70EF-3E4ADB4969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137" name="Graphic 136" descr="Deciduous tree with solid fill">
                <a:extLst>
                  <a:ext uri="{FF2B5EF4-FFF2-40B4-BE49-F238E27FC236}">
                    <a16:creationId xmlns:a16="http://schemas.microsoft.com/office/drawing/2014/main" id="{9072D182-4403-B5EB-23A3-DB5F991F1E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139" name="Graphic 138" descr="Deciduous tree with solid fill">
                <a:extLst>
                  <a:ext uri="{FF2B5EF4-FFF2-40B4-BE49-F238E27FC236}">
                    <a16:creationId xmlns:a16="http://schemas.microsoft.com/office/drawing/2014/main" id="{1CD21A70-0197-8663-A614-49591DC35B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141" name="Graphic 140" descr="Deciduous tree with solid fill">
                <a:extLst>
                  <a:ext uri="{FF2B5EF4-FFF2-40B4-BE49-F238E27FC236}">
                    <a16:creationId xmlns:a16="http://schemas.microsoft.com/office/drawing/2014/main" id="{6B195007-2BC4-6BAB-7C63-48915CED6F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143" name="Graphic 142" descr="Deciduous tree with solid fill">
                <a:extLst>
                  <a:ext uri="{FF2B5EF4-FFF2-40B4-BE49-F238E27FC236}">
                    <a16:creationId xmlns:a16="http://schemas.microsoft.com/office/drawing/2014/main" id="{98A2536D-8A67-EEB0-C540-87B3BAA4C4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145" name="Graphic 144" descr="Deciduous tree with solid fill">
                <a:extLst>
                  <a:ext uri="{FF2B5EF4-FFF2-40B4-BE49-F238E27FC236}">
                    <a16:creationId xmlns:a16="http://schemas.microsoft.com/office/drawing/2014/main" id="{44B33DC1-7794-50D5-89EE-15B9D3F752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147" name="Graphic 146" descr="Deciduous tree with solid fill">
                <a:extLst>
                  <a:ext uri="{FF2B5EF4-FFF2-40B4-BE49-F238E27FC236}">
                    <a16:creationId xmlns:a16="http://schemas.microsoft.com/office/drawing/2014/main" id="{8B585B1A-0D4B-8B13-A131-CBA1591E9C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49" name="Graphic 148" descr="Deciduous tree with solid fill">
                <a:extLst>
                  <a:ext uri="{FF2B5EF4-FFF2-40B4-BE49-F238E27FC236}">
                    <a16:creationId xmlns:a16="http://schemas.microsoft.com/office/drawing/2014/main" id="{6A4E0162-5038-50A7-5FBE-BDF77A5931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51" name="Graphic 150" descr="Deciduous tree with solid fill">
                <a:extLst>
                  <a:ext uri="{FF2B5EF4-FFF2-40B4-BE49-F238E27FC236}">
                    <a16:creationId xmlns:a16="http://schemas.microsoft.com/office/drawing/2014/main" id="{EB131373-9CB5-DD26-E3EE-0A0BFF5D54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55" name="Graphic 154" descr="Deciduous tree with solid fill">
                <a:extLst>
                  <a:ext uri="{FF2B5EF4-FFF2-40B4-BE49-F238E27FC236}">
                    <a16:creationId xmlns:a16="http://schemas.microsoft.com/office/drawing/2014/main" id="{03C0805D-E5BA-A6AA-C262-EC90487397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57" y="2490393"/>
                <a:ext cx="209457" cy="196410"/>
              </a:xfrm>
              <a:prstGeom prst="rect">
                <a:avLst/>
              </a:prstGeom>
            </p:spPr>
          </p:pic>
          <p:pic>
            <p:nvPicPr>
              <p:cNvPr id="157" name="Graphic 156" descr="Deciduous tree with solid fill">
                <a:extLst>
                  <a:ext uri="{FF2B5EF4-FFF2-40B4-BE49-F238E27FC236}">
                    <a16:creationId xmlns:a16="http://schemas.microsoft.com/office/drawing/2014/main" id="{F46CFF54-198B-B999-13E6-29FB7B37B4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159" name="Graphic 158" descr="Deciduous tree with solid fill">
                <a:extLst>
                  <a:ext uri="{FF2B5EF4-FFF2-40B4-BE49-F238E27FC236}">
                    <a16:creationId xmlns:a16="http://schemas.microsoft.com/office/drawing/2014/main" id="{629C6C79-F63D-C385-5E95-9C270547FF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161" name="Graphic 160" descr="Deciduous tree with solid fill">
                <a:extLst>
                  <a:ext uri="{FF2B5EF4-FFF2-40B4-BE49-F238E27FC236}">
                    <a16:creationId xmlns:a16="http://schemas.microsoft.com/office/drawing/2014/main" id="{B7E7D84E-70F6-9B6B-A76C-CA79C55AA3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163" name="Graphic 162" descr="Deciduous tree with solid fill">
                <a:extLst>
                  <a:ext uri="{FF2B5EF4-FFF2-40B4-BE49-F238E27FC236}">
                    <a16:creationId xmlns:a16="http://schemas.microsoft.com/office/drawing/2014/main" id="{856B52A3-9D55-74DE-E033-27EE9672A3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165" name="Graphic 164" descr="Deciduous tree with solid fill">
                <a:extLst>
                  <a:ext uri="{FF2B5EF4-FFF2-40B4-BE49-F238E27FC236}">
                    <a16:creationId xmlns:a16="http://schemas.microsoft.com/office/drawing/2014/main" id="{0DFA08A1-8B25-BAFD-B693-C5F28D5700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167" name="Graphic 166" descr="Deciduous tree with solid fill">
                <a:extLst>
                  <a:ext uri="{FF2B5EF4-FFF2-40B4-BE49-F238E27FC236}">
                    <a16:creationId xmlns:a16="http://schemas.microsoft.com/office/drawing/2014/main" id="{DD8208CA-CA69-183A-9DAD-DFDF84083C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169" name="Graphic 168" descr="Deciduous tree with solid fill">
                <a:extLst>
                  <a:ext uri="{FF2B5EF4-FFF2-40B4-BE49-F238E27FC236}">
                    <a16:creationId xmlns:a16="http://schemas.microsoft.com/office/drawing/2014/main" id="{BECA5053-3415-647D-22A2-1E63B5AFC9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171" name="Graphic 170" descr="Deciduous tree with solid fill">
                <a:extLst>
                  <a:ext uri="{FF2B5EF4-FFF2-40B4-BE49-F238E27FC236}">
                    <a16:creationId xmlns:a16="http://schemas.microsoft.com/office/drawing/2014/main" id="{CF19537D-EB9C-F3A0-99FD-7CD1516D62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73" name="Graphic 172" descr="Deciduous tree with solid fill">
                <a:extLst>
                  <a:ext uri="{FF2B5EF4-FFF2-40B4-BE49-F238E27FC236}">
                    <a16:creationId xmlns:a16="http://schemas.microsoft.com/office/drawing/2014/main" id="{C4A87C3E-2A2D-A323-F58D-C0BC1FA78C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75" name="Graphic 174" descr="Deciduous tree with solid fill">
                <a:extLst>
                  <a:ext uri="{FF2B5EF4-FFF2-40B4-BE49-F238E27FC236}">
                    <a16:creationId xmlns:a16="http://schemas.microsoft.com/office/drawing/2014/main" id="{CDFE6583-892D-55DA-7E19-99586AF7BD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77" name="Graphic 176" descr="Deciduous tree with solid fill">
                <a:extLst>
                  <a:ext uri="{FF2B5EF4-FFF2-40B4-BE49-F238E27FC236}">
                    <a16:creationId xmlns:a16="http://schemas.microsoft.com/office/drawing/2014/main" id="{365E85CA-1C23-EB0B-F92C-5451BEF1E9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353" name="Graphic 352" descr="Deciduous tree with solid fill">
                <a:extLst>
                  <a:ext uri="{FF2B5EF4-FFF2-40B4-BE49-F238E27FC236}">
                    <a16:creationId xmlns:a16="http://schemas.microsoft.com/office/drawing/2014/main" id="{EF48DC67-0D7B-1817-ABFC-5450503FC8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0" y="2578432"/>
                <a:ext cx="209457" cy="196410"/>
              </a:xfrm>
              <a:prstGeom prst="rect">
                <a:avLst/>
              </a:prstGeom>
            </p:spPr>
          </p:pic>
          <p:pic>
            <p:nvPicPr>
              <p:cNvPr id="355" name="Graphic 354" descr="Deciduous tree with solid fill">
                <a:extLst>
                  <a:ext uri="{FF2B5EF4-FFF2-40B4-BE49-F238E27FC236}">
                    <a16:creationId xmlns:a16="http://schemas.microsoft.com/office/drawing/2014/main" id="{0C8B0234-CF9F-D207-2FF3-E5BA9EA767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4" y="2674291"/>
                <a:ext cx="209457" cy="196410"/>
              </a:xfrm>
              <a:prstGeom prst="rect">
                <a:avLst/>
              </a:prstGeom>
            </p:spPr>
          </p:pic>
          <p:pic>
            <p:nvPicPr>
              <p:cNvPr id="357" name="Graphic 356" descr="Deciduous tree with solid fill">
                <a:extLst>
                  <a:ext uri="{FF2B5EF4-FFF2-40B4-BE49-F238E27FC236}">
                    <a16:creationId xmlns:a16="http://schemas.microsoft.com/office/drawing/2014/main" id="{4093745B-D827-0692-67D0-AB1ABC5768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57" y="2490393"/>
                <a:ext cx="209457" cy="196410"/>
              </a:xfrm>
              <a:prstGeom prst="rect">
                <a:avLst/>
              </a:prstGeom>
            </p:spPr>
          </p:pic>
          <p:pic>
            <p:nvPicPr>
              <p:cNvPr id="361" name="Graphic 360" descr="Deciduous tree with solid fill">
                <a:extLst>
                  <a:ext uri="{FF2B5EF4-FFF2-40B4-BE49-F238E27FC236}">
                    <a16:creationId xmlns:a16="http://schemas.microsoft.com/office/drawing/2014/main" id="{C3E9F907-97BB-454F-CCA6-EFEA206B28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363" name="Graphic 362" descr="Deciduous tree with solid fill">
                <a:extLst>
                  <a:ext uri="{FF2B5EF4-FFF2-40B4-BE49-F238E27FC236}">
                    <a16:creationId xmlns:a16="http://schemas.microsoft.com/office/drawing/2014/main" id="{602115F4-59B0-6244-8EB7-70AD995CA2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365" name="Graphic 364" descr="Deciduous tree with solid fill">
                <a:extLst>
                  <a:ext uri="{FF2B5EF4-FFF2-40B4-BE49-F238E27FC236}">
                    <a16:creationId xmlns:a16="http://schemas.microsoft.com/office/drawing/2014/main" id="{0F9B0E99-1F46-C4C5-0181-D2D21E3D27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367" name="Graphic 366" descr="Deciduous tree with solid fill">
                <a:extLst>
                  <a:ext uri="{FF2B5EF4-FFF2-40B4-BE49-F238E27FC236}">
                    <a16:creationId xmlns:a16="http://schemas.microsoft.com/office/drawing/2014/main" id="{BAD004C9-D860-4A99-296F-CC8E0E5CF5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369" name="Graphic 368" descr="Deciduous tree with solid fill">
                <a:extLst>
                  <a:ext uri="{FF2B5EF4-FFF2-40B4-BE49-F238E27FC236}">
                    <a16:creationId xmlns:a16="http://schemas.microsoft.com/office/drawing/2014/main" id="{F976018D-D6A8-1698-E11E-05CCB6063C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371" name="Graphic 370" descr="Deciduous tree with solid fill">
                <a:extLst>
                  <a:ext uri="{FF2B5EF4-FFF2-40B4-BE49-F238E27FC236}">
                    <a16:creationId xmlns:a16="http://schemas.microsoft.com/office/drawing/2014/main" id="{23E4D08E-69C6-458B-FA72-5D009DAE57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373" name="Graphic 372" descr="Deciduous tree with solid fill">
                <a:extLst>
                  <a:ext uri="{FF2B5EF4-FFF2-40B4-BE49-F238E27FC236}">
                    <a16:creationId xmlns:a16="http://schemas.microsoft.com/office/drawing/2014/main" id="{504D1317-AEAB-F3F1-B741-F5BD4C7E19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375" name="Graphic 374" descr="Deciduous tree with solid fill">
                <a:extLst>
                  <a:ext uri="{FF2B5EF4-FFF2-40B4-BE49-F238E27FC236}">
                    <a16:creationId xmlns:a16="http://schemas.microsoft.com/office/drawing/2014/main" id="{04EF2D24-2082-F940-1BAE-938C92A221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377" name="Graphic 376" descr="Deciduous tree with solid fill">
                <a:extLst>
                  <a:ext uri="{FF2B5EF4-FFF2-40B4-BE49-F238E27FC236}">
                    <a16:creationId xmlns:a16="http://schemas.microsoft.com/office/drawing/2014/main" id="{BA617098-159E-E28D-BDC3-77EAB19ECE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379" name="Graphic 378" descr="Deciduous tree with solid fill">
                <a:extLst>
                  <a:ext uri="{FF2B5EF4-FFF2-40B4-BE49-F238E27FC236}">
                    <a16:creationId xmlns:a16="http://schemas.microsoft.com/office/drawing/2014/main" id="{AB202BC5-F4AD-6D50-B982-E58D2059F9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381" name="Graphic 380" descr="Deciduous tree with solid fill">
                <a:extLst>
                  <a:ext uri="{FF2B5EF4-FFF2-40B4-BE49-F238E27FC236}">
                    <a16:creationId xmlns:a16="http://schemas.microsoft.com/office/drawing/2014/main" id="{5704D1A4-790D-7CB4-D220-5E8FCB736D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387" name="Graphic 386" descr="Deciduous tree with solid fill">
                <a:extLst>
                  <a:ext uri="{FF2B5EF4-FFF2-40B4-BE49-F238E27FC236}">
                    <a16:creationId xmlns:a16="http://schemas.microsoft.com/office/drawing/2014/main" id="{91AF2BC2-F063-5CEF-48C9-8B7278F4AB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389" name="Graphic 388" descr="Deciduous tree with solid fill">
                <a:extLst>
                  <a:ext uri="{FF2B5EF4-FFF2-40B4-BE49-F238E27FC236}">
                    <a16:creationId xmlns:a16="http://schemas.microsoft.com/office/drawing/2014/main" id="{96342F36-2498-1DF3-2A70-9259948C1A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391" name="Graphic 390" descr="Deciduous tree with solid fill">
                <a:extLst>
                  <a:ext uri="{FF2B5EF4-FFF2-40B4-BE49-F238E27FC236}">
                    <a16:creationId xmlns:a16="http://schemas.microsoft.com/office/drawing/2014/main" id="{643531D9-DC9F-6843-473B-6C3DBBC189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393" name="Graphic 392" descr="Deciduous tree with solid fill">
                <a:extLst>
                  <a:ext uri="{FF2B5EF4-FFF2-40B4-BE49-F238E27FC236}">
                    <a16:creationId xmlns:a16="http://schemas.microsoft.com/office/drawing/2014/main" id="{D1CF4EFC-C8D2-10FF-0543-6E7B4B4A7C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395" name="Graphic 394" descr="Deciduous tree with solid fill">
                <a:extLst>
                  <a:ext uri="{FF2B5EF4-FFF2-40B4-BE49-F238E27FC236}">
                    <a16:creationId xmlns:a16="http://schemas.microsoft.com/office/drawing/2014/main" id="{977E4CFF-84AD-C7FB-D987-F244D97E30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397" name="Graphic 396" descr="Deciduous tree with solid fill">
                <a:extLst>
                  <a:ext uri="{FF2B5EF4-FFF2-40B4-BE49-F238E27FC236}">
                    <a16:creationId xmlns:a16="http://schemas.microsoft.com/office/drawing/2014/main" id="{BDA8F7B4-B628-F0DE-2700-1F5CB2A817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399" name="Graphic 398" descr="Deciduous tree with solid fill">
                <a:extLst>
                  <a:ext uri="{FF2B5EF4-FFF2-40B4-BE49-F238E27FC236}">
                    <a16:creationId xmlns:a16="http://schemas.microsoft.com/office/drawing/2014/main" id="{2BB8B6B8-0917-094B-1A74-B5479EA2BC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401" name="Graphic 400" descr="Deciduous tree with solid fill">
                <a:extLst>
                  <a:ext uri="{FF2B5EF4-FFF2-40B4-BE49-F238E27FC236}">
                    <a16:creationId xmlns:a16="http://schemas.microsoft.com/office/drawing/2014/main" id="{C3EE7265-A44A-6C28-A541-668D5CD78E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403" name="Graphic 402" descr="Deciduous tree with solid fill">
                <a:extLst>
                  <a:ext uri="{FF2B5EF4-FFF2-40B4-BE49-F238E27FC236}">
                    <a16:creationId xmlns:a16="http://schemas.microsoft.com/office/drawing/2014/main" id="{5A54F0EA-7741-96EE-1718-BF8953FCBA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405" name="Graphic 404" descr="Deciduous tree with solid fill">
                <a:extLst>
                  <a:ext uri="{FF2B5EF4-FFF2-40B4-BE49-F238E27FC236}">
                    <a16:creationId xmlns:a16="http://schemas.microsoft.com/office/drawing/2014/main" id="{D0D5DA20-C21A-89A2-B753-EB8897E908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407" name="Graphic 406" descr="Deciduous tree with solid fill">
                <a:extLst>
                  <a:ext uri="{FF2B5EF4-FFF2-40B4-BE49-F238E27FC236}">
                    <a16:creationId xmlns:a16="http://schemas.microsoft.com/office/drawing/2014/main" id="{0504DC4F-1595-9BE2-761A-C5476DA4FB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413" name="Graphic 412" descr="Deciduous tree with solid fill">
                <a:extLst>
                  <a:ext uri="{FF2B5EF4-FFF2-40B4-BE49-F238E27FC236}">
                    <a16:creationId xmlns:a16="http://schemas.microsoft.com/office/drawing/2014/main" id="{B0195339-ED6C-5572-4106-6EAF1A1B73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415" name="Graphic 414" descr="Deciduous tree with solid fill">
                <a:extLst>
                  <a:ext uri="{FF2B5EF4-FFF2-40B4-BE49-F238E27FC236}">
                    <a16:creationId xmlns:a16="http://schemas.microsoft.com/office/drawing/2014/main" id="{CBDCF667-4B2E-BCC7-4DE7-2F46FBA30B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417" name="Graphic 416" descr="Deciduous tree with solid fill">
                <a:extLst>
                  <a:ext uri="{FF2B5EF4-FFF2-40B4-BE49-F238E27FC236}">
                    <a16:creationId xmlns:a16="http://schemas.microsoft.com/office/drawing/2014/main" id="{DB68386C-033F-67D2-C76B-5762232F45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419" name="Graphic 418" descr="Deciduous tree with solid fill">
                <a:extLst>
                  <a:ext uri="{FF2B5EF4-FFF2-40B4-BE49-F238E27FC236}">
                    <a16:creationId xmlns:a16="http://schemas.microsoft.com/office/drawing/2014/main" id="{556C45AD-B3A0-F33F-D192-B66D07490E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421" name="Graphic 420" descr="Deciduous tree with solid fill">
                <a:extLst>
                  <a:ext uri="{FF2B5EF4-FFF2-40B4-BE49-F238E27FC236}">
                    <a16:creationId xmlns:a16="http://schemas.microsoft.com/office/drawing/2014/main" id="{68A8B82C-947B-0C38-EEA3-662FB809E1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423" name="Graphic 422" descr="Deciduous tree with solid fill">
                <a:extLst>
                  <a:ext uri="{FF2B5EF4-FFF2-40B4-BE49-F238E27FC236}">
                    <a16:creationId xmlns:a16="http://schemas.microsoft.com/office/drawing/2014/main" id="{29578EAF-BEED-7A34-3902-7FA89329D8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425" name="Graphic 424" descr="Deciduous tree with solid fill">
                <a:extLst>
                  <a:ext uri="{FF2B5EF4-FFF2-40B4-BE49-F238E27FC236}">
                    <a16:creationId xmlns:a16="http://schemas.microsoft.com/office/drawing/2014/main" id="{E372F8EE-41FD-1506-9F59-8392BCF5FF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427" name="Graphic 426" descr="Deciduous tree with solid fill">
                <a:extLst>
                  <a:ext uri="{FF2B5EF4-FFF2-40B4-BE49-F238E27FC236}">
                    <a16:creationId xmlns:a16="http://schemas.microsoft.com/office/drawing/2014/main" id="{7750D0A7-03EA-B313-BB3A-E4929016A0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429" name="Graphic 428" descr="Deciduous tree with solid fill">
                <a:extLst>
                  <a:ext uri="{FF2B5EF4-FFF2-40B4-BE49-F238E27FC236}">
                    <a16:creationId xmlns:a16="http://schemas.microsoft.com/office/drawing/2014/main" id="{46B3D681-E9F0-D9F4-DC0E-71BAAE6882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431" name="Graphic 430" descr="Deciduous tree with solid fill">
                <a:extLst>
                  <a:ext uri="{FF2B5EF4-FFF2-40B4-BE49-F238E27FC236}">
                    <a16:creationId xmlns:a16="http://schemas.microsoft.com/office/drawing/2014/main" id="{3DAFE78D-05CB-30F2-7AB2-403DD15660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433" name="Graphic 432" descr="Deciduous tree with solid fill">
                <a:extLst>
                  <a:ext uri="{FF2B5EF4-FFF2-40B4-BE49-F238E27FC236}">
                    <a16:creationId xmlns:a16="http://schemas.microsoft.com/office/drawing/2014/main" id="{4E02738A-EF9D-F093-E995-8D9D4C678A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439" name="Graphic 438" descr="Deciduous tree with solid fill">
                <a:extLst>
                  <a:ext uri="{FF2B5EF4-FFF2-40B4-BE49-F238E27FC236}">
                    <a16:creationId xmlns:a16="http://schemas.microsoft.com/office/drawing/2014/main" id="{BE833EF0-EFAB-12B6-5EB0-AEB64E7B61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441" name="Graphic 440" descr="Deciduous tree with solid fill">
                <a:extLst>
                  <a:ext uri="{FF2B5EF4-FFF2-40B4-BE49-F238E27FC236}">
                    <a16:creationId xmlns:a16="http://schemas.microsoft.com/office/drawing/2014/main" id="{B572A085-D7D9-9110-7631-BAA82A527F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443" name="Graphic 442" descr="Deciduous tree with solid fill">
                <a:extLst>
                  <a:ext uri="{FF2B5EF4-FFF2-40B4-BE49-F238E27FC236}">
                    <a16:creationId xmlns:a16="http://schemas.microsoft.com/office/drawing/2014/main" id="{197C8BDA-C4C0-B0CC-DDC8-CBA17E1FF3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447" name="Graphic 446" descr="Deciduous tree with solid fill">
                <a:extLst>
                  <a:ext uri="{FF2B5EF4-FFF2-40B4-BE49-F238E27FC236}">
                    <a16:creationId xmlns:a16="http://schemas.microsoft.com/office/drawing/2014/main" id="{C6677439-3504-1E6E-8C56-7C19832BF5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449" name="Graphic 448" descr="Deciduous tree with solid fill">
                <a:extLst>
                  <a:ext uri="{FF2B5EF4-FFF2-40B4-BE49-F238E27FC236}">
                    <a16:creationId xmlns:a16="http://schemas.microsoft.com/office/drawing/2014/main" id="{F73E6F01-495E-B92F-1D66-C39A5A68F3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451" name="Graphic 450" descr="Deciduous tree with solid fill">
                <a:extLst>
                  <a:ext uri="{FF2B5EF4-FFF2-40B4-BE49-F238E27FC236}">
                    <a16:creationId xmlns:a16="http://schemas.microsoft.com/office/drawing/2014/main" id="{66C0807A-80AD-99B3-F1F1-066062DECE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453" name="Graphic 452" descr="Deciduous tree with solid fill">
                <a:extLst>
                  <a:ext uri="{FF2B5EF4-FFF2-40B4-BE49-F238E27FC236}">
                    <a16:creationId xmlns:a16="http://schemas.microsoft.com/office/drawing/2014/main" id="{07DBF28F-4A41-A4C6-A49D-D871B301AE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455" name="Graphic 454" descr="Deciduous tree with solid fill">
                <a:extLst>
                  <a:ext uri="{FF2B5EF4-FFF2-40B4-BE49-F238E27FC236}">
                    <a16:creationId xmlns:a16="http://schemas.microsoft.com/office/drawing/2014/main" id="{9A8B8616-C5D8-3901-DC80-CD299EF0F9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457" name="Graphic 456" descr="Deciduous tree with solid fill">
                <a:extLst>
                  <a:ext uri="{FF2B5EF4-FFF2-40B4-BE49-F238E27FC236}">
                    <a16:creationId xmlns:a16="http://schemas.microsoft.com/office/drawing/2014/main" id="{703F03E3-17CC-5E86-9A51-E39E312768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459" name="Graphic 458" descr="Deciduous tree with solid fill">
                <a:extLst>
                  <a:ext uri="{FF2B5EF4-FFF2-40B4-BE49-F238E27FC236}">
                    <a16:creationId xmlns:a16="http://schemas.microsoft.com/office/drawing/2014/main" id="{39201975-B70B-D6A2-07D9-87BB9C9339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461" name="Graphic 460" descr="Deciduous tree with solid fill">
                <a:extLst>
                  <a:ext uri="{FF2B5EF4-FFF2-40B4-BE49-F238E27FC236}">
                    <a16:creationId xmlns:a16="http://schemas.microsoft.com/office/drawing/2014/main" id="{039BA917-394B-7906-BBAF-36152FDEE8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463" name="Graphic 462" descr="Deciduous tree with solid fill">
                <a:extLst>
                  <a:ext uri="{FF2B5EF4-FFF2-40B4-BE49-F238E27FC236}">
                    <a16:creationId xmlns:a16="http://schemas.microsoft.com/office/drawing/2014/main" id="{9BC8CD1E-E5D0-AC4A-40D3-E2C90CC2B9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465" name="Graphic 464" descr="Deciduous tree with solid fill">
                <a:extLst>
                  <a:ext uri="{FF2B5EF4-FFF2-40B4-BE49-F238E27FC236}">
                    <a16:creationId xmlns:a16="http://schemas.microsoft.com/office/drawing/2014/main" id="{A1A8C534-A9B3-7FE1-F52A-C68563D6C5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473" name="Graphic 472" descr="Deciduous tree with solid fill">
                <a:extLst>
                  <a:ext uri="{FF2B5EF4-FFF2-40B4-BE49-F238E27FC236}">
                    <a16:creationId xmlns:a16="http://schemas.microsoft.com/office/drawing/2014/main" id="{1DAD2CFA-273A-7E65-A909-2456EE7424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475" name="Graphic 474" descr="Deciduous tree with solid fill">
                <a:extLst>
                  <a:ext uri="{FF2B5EF4-FFF2-40B4-BE49-F238E27FC236}">
                    <a16:creationId xmlns:a16="http://schemas.microsoft.com/office/drawing/2014/main" id="{EFB5577F-7534-C4CE-915D-FF4C02098E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477" name="Graphic 476" descr="Deciduous tree with solid fill">
                <a:extLst>
                  <a:ext uri="{FF2B5EF4-FFF2-40B4-BE49-F238E27FC236}">
                    <a16:creationId xmlns:a16="http://schemas.microsoft.com/office/drawing/2014/main" id="{CB3A2684-F858-21CF-B056-C9BC000F41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479" name="Graphic 478" descr="Deciduous tree with solid fill">
                <a:extLst>
                  <a:ext uri="{FF2B5EF4-FFF2-40B4-BE49-F238E27FC236}">
                    <a16:creationId xmlns:a16="http://schemas.microsoft.com/office/drawing/2014/main" id="{213B695F-911E-26D9-C645-124CC1FC26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481" name="Graphic 480" descr="Deciduous tree with solid fill">
                <a:extLst>
                  <a:ext uri="{FF2B5EF4-FFF2-40B4-BE49-F238E27FC236}">
                    <a16:creationId xmlns:a16="http://schemas.microsoft.com/office/drawing/2014/main" id="{F394D69B-7BAD-C922-769D-6FCA6DCE8E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483" name="Graphic 482" descr="Deciduous tree with solid fill">
                <a:extLst>
                  <a:ext uri="{FF2B5EF4-FFF2-40B4-BE49-F238E27FC236}">
                    <a16:creationId xmlns:a16="http://schemas.microsoft.com/office/drawing/2014/main" id="{6469167B-388E-9973-789C-0FB8E2275C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485" name="Graphic 484" descr="Deciduous tree with solid fill">
                <a:extLst>
                  <a:ext uri="{FF2B5EF4-FFF2-40B4-BE49-F238E27FC236}">
                    <a16:creationId xmlns:a16="http://schemas.microsoft.com/office/drawing/2014/main" id="{B6C7796A-44DA-54AB-26B1-C2E41967F0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487" name="Graphic 486" descr="Deciduous tree with solid fill">
                <a:extLst>
                  <a:ext uri="{FF2B5EF4-FFF2-40B4-BE49-F238E27FC236}">
                    <a16:creationId xmlns:a16="http://schemas.microsoft.com/office/drawing/2014/main" id="{1AF57DB9-266A-4BAB-0F88-BD35E3F93E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489" name="Graphic 488" descr="Deciduous tree with solid fill">
                <a:extLst>
                  <a:ext uri="{FF2B5EF4-FFF2-40B4-BE49-F238E27FC236}">
                    <a16:creationId xmlns:a16="http://schemas.microsoft.com/office/drawing/2014/main" id="{8695926F-0C65-4C20-839E-AA7D19FCAB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491" name="Graphic 490" descr="Deciduous tree with solid fill">
                <a:extLst>
                  <a:ext uri="{FF2B5EF4-FFF2-40B4-BE49-F238E27FC236}">
                    <a16:creationId xmlns:a16="http://schemas.microsoft.com/office/drawing/2014/main" id="{94FB62E9-83CE-704D-863A-A7C4EAD310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499" name="Graphic 498" descr="Deciduous tree with solid fill">
                <a:extLst>
                  <a:ext uri="{FF2B5EF4-FFF2-40B4-BE49-F238E27FC236}">
                    <a16:creationId xmlns:a16="http://schemas.microsoft.com/office/drawing/2014/main" id="{B301A14D-A79B-F881-597A-62300AAD91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501" name="Graphic 500" descr="Deciduous tree with solid fill">
                <a:extLst>
                  <a:ext uri="{FF2B5EF4-FFF2-40B4-BE49-F238E27FC236}">
                    <a16:creationId xmlns:a16="http://schemas.microsoft.com/office/drawing/2014/main" id="{009157F3-7A6E-3EBF-4949-E8953D82A4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503" name="Graphic 502" descr="Deciduous tree with solid fill">
                <a:extLst>
                  <a:ext uri="{FF2B5EF4-FFF2-40B4-BE49-F238E27FC236}">
                    <a16:creationId xmlns:a16="http://schemas.microsoft.com/office/drawing/2014/main" id="{4B6E4028-F720-758A-964B-3A637002C4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505" name="Graphic 504" descr="Deciduous tree with solid fill">
                <a:extLst>
                  <a:ext uri="{FF2B5EF4-FFF2-40B4-BE49-F238E27FC236}">
                    <a16:creationId xmlns:a16="http://schemas.microsoft.com/office/drawing/2014/main" id="{00CD5C12-31C7-D358-709C-6C44CE8A43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507" name="Graphic 506" descr="Deciduous tree with solid fill">
                <a:extLst>
                  <a:ext uri="{FF2B5EF4-FFF2-40B4-BE49-F238E27FC236}">
                    <a16:creationId xmlns:a16="http://schemas.microsoft.com/office/drawing/2014/main" id="{EF520ABB-1515-39A3-B0B7-2D34B5812E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509" name="Graphic 508" descr="Deciduous tree with solid fill">
                <a:extLst>
                  <a:ext uri="{FF2B5EF4-FFF2-40B4-BE49-F238E27FC236}">
                    <a16:creationId xmlns:a16="http://schemas.microsoft.com/office/drawing/2014/main" id="{6EDA40F7-9BE1-576A-53C5-1AD0F13716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511" name="Graphic 510" descr="Deciduous tree with solid fill">
                <a:extLst>
                  <a:ext uri="{FF2B5EF4-FFF2-40B4-BE49-F238E27FC236}">
                    <a16:creationId xmlns:a16="http://schemas.microsoft.com/office/drawing/2014/main" id="{AE6238A3-C944-E265-E330-21622A172C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513" name="Graphic 512" descr="Deciduous tree with solid fill">
                <a:extLst>
                  <a:ext uri="{FF2B5EF4-FFF2-40B4-BE49-F238E27FC236}">
                    <a16:creationId xmlns:a16="http://schemas.microsoft.com/office/drawing/2014/main" id="{12AB9F1A-CC62-A8BD-A7C2-BFB71C77D0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515" name="Graphic 514" descr="Deciduous tree with solid fill">
                <a:extLst>
                  <a:ext uri="{FF2B5EF4-FFF2-40B4-BE49-F238E27FC236}">
                    <a16:creationId xmlns:a16="http://schemas.microsoft.com/office/drawing/2014/main" id="{7FD693ED-278B-14B9-0AA3-1AA150DAD1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517" name="Graphic 516" descr="Deciduous tree with solid fill">
                <a:extLst>
                  <a:ext uri="{FF2B5EF4-FFF2-40B4-BE49-F238E27FC236}">
                    <a16:creationId xmlns:a16="http://schemas.microsoft.com/office/drawing/2014/main" id="{01E5196D-4724-A5CF-55DA-3B96A3CE3B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525" name="Graphic 524" descr="Deciduous tree with solid fill">
                <a:extLst>
                  <a:ext uri="{FF2B5EF4-FFF2-40B4-BE49-F238E27FC236}">
                    <a16:creationId xmlns:a16="http://schemas.microsoft.com/office/drawing/2014/main" id="{72A586DE-7D11-B355-5FBD-65F62288A6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527" name="Graphic 526" descr="Deciduous tree with solid fill">
                <a:extLst>
                  <a:ext uri="{FF2B5EF4-FFF2-40B4-BE49-F238E27FC236}">
                    <a16:creationId xmlns:a16="http://schemas.microsoft.com/office/drawing/2014/main" id="{8AA92AEA-5209-9734-B626-A377C48E8D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529" name="Graphic 528" descr="Deciduous tree with solid fill">
                <a:extLst>
                  <a:ext uri="{FF2B5EF4-FFF2-40B4-BE49-F238E27FC236}">
                    <a16:creationId xmlns:a16="http://schemas.microsoft.com/office/drawing/2014/main" id="{480139C4-2607-B916-D11B-3D024DAF30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533" name="Graphic 532" descr="Deciduous tree with solid fill">
                <a:extLst>
                  <a:ext uri="{FF2B5EF4-FFF2-40B4-BE49-F238E27FC236}">
                    <a16:creationId xmlns:a16="http://schemas.microsoft.com/office/drawing/2014/main" id="{62395F27-FD40-D9E8-1A73-E87E6E8B57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535" name="Graphic 534" descr="Deciduous tree with solid fill">
                <a:extLst>
                  <a:ext uri="{FF2B5EF4-FFF2-40B4-BE49-F238E27FC236}">
                    <a16:creationId xmlns:a16="http://schemas.microsoft.com/office/drawing/2014/main" id="{4244A46C-4D77-A377-E9C9-FF89B68DC5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537" name="Graphic 536" descr="Deciduous tree with solid fill">
                <a:extLst>
                  <a:ext uri="{FF2B5EF4-FFF2-40B4-BE49-F238E27FC236}">
                    <a16:creationId xmlns:a16="http://schemas.microsoft.com/office/drawing/2014/main" id="{73155EB3-951F-0D4F-BF9B-3AD5A6FAC1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539" name="Graphic 538" descr="Deciduous tree with solid fill">
                <a:extLst>
                  <a:ext uri="{FF2B5EF4-FFF2-40B4-BE49-F238E27FC236}">
                    <a16:creationId xmlns:a16="http://schemas.microsoft.com/office/drawing/2014/main" id="{E23BACDB-2B11-F544-AA42-502A090B17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541" name="Graphic 540" descr="Deciduous tree with solid fill">
                <a:extLst>
                  <a:ext uri="{FF2B5EF4-FFF2-40B4-BE49-F238E27FC236}">
                    <a16:creationId xmlns:a16="http://schemas.microsoft.com/office/drawing/2014/main" id="{BF3AA49C-2449-9E9D-634B-D057513187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543" name="Graphic 542" descr="Deciduous tree with solid fill">
                <a:extLst>
                  <a:ext uri="{FF2B5EF4-FFF2-40B4-BE49-F238E27FC236}">
                    <a16:creationId xmlns:a16="http://schemas.microsoft.com/office/drawing/2014/main" id="{B4AAB571-6870-87B1-58AB-2F2CFB5355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545" name="Graphic 544" descr="Deciduous tree with solid fill">
                <a:extLst>
                  <a:ext uri="{FF2B5EF4-FFF2-40B4-BE49-F238E27FC236}">
                    <a16:creationId xmlns:a16="http://schemas.microsoft.com/office/drawing/2014/main" id="{D4499E57-6A0E-8D5D-EB6C-7C40682EC6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547" name="Graphic 546" descr="Deciduous tree with solid fill">
                <a:extLst>
                  <a:ext uri="{FF2B5EF4-FFF2-40B4-BE49-F238E27FC236}">
                    <a16:creationId xmlns:a16="http://schemas.microsoft.com/office/drawing/2014/main" id="{EC6015E6-E7CB-DFE0-8417-94F538C151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549" name="Graphic 548" descr="Deciduous tree with solid fill">
                <a:extLst>
                  <a:ext uri="{FF2B5EF4-FFF2-40B4-BE49-F238E27FC236}">
                    <a16:creationId xmlns:a16="http://schemas.microsoft.com/office/drawing/2014/main" id="{71251991-9637-6D3C-BC6C-37CD4309B1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559" name="Graphic 558" descr="Deciduous tree with solid fill">
                <a:extLst>
                  <a:ext uri="{FF2B5EF4-FFF2-40B4-BE49-F238E27FC236}">
                    <a16:creationId xmlns:a16="http://schemas.microsoft.com/office/drawing/2014/main" id="{D86ECBBB-A1AD-1002-43F9-7705C5B428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561" name="Graphic 560" descr="Deciduous tree with solid fill">
                <a:extLst>
                  <a:ext uri="{FF2B5EF4-FFF2-40B4-BE49-F238E27FC236}">
                    <a16:creationId xmlns:a16="http://schemas.microsoft.com/office/drawing/2014/main" id="{36645C40-7B44-EA6B-2E71-9344E7D74D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563" name="Graphic 562" descr="Deciduous tree with solid fill">
                <a:extLst>
                  <a:ext uri="{FF2B5EF4-FFF2-40B4-BE49-F238E27FC236}">
                    <a16:creationId xmlns:a16="http://schemas.microsoft.com/office/drawing/2014/main" id="{CE69183B-FFCF-BAF0-467A-CAC141A0E4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565" name="Graphic 564" descr="Deciduous tree with solid fill">
                <a:extLst>
                  <a:ext uri="{FF2B5EF4-FFF2-40B4-BE49-F238E27FC236}">
                    <a16:creationId xmlns:a16="http://schemas.microsoft.com/office/drawing/2014/main" id="{DB554333-0A6D-9D79-1275-70BCA7B7B7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567" name="Graphic 566" descr="Deciduous tree with solid fill">
                <a:extLst>
                  <a:ext uri="{FF2B5EF4-FFF2-40B4-BE49-F238E27FC236}">
                    <a16:creationId xmlns:a16="http://schemas.microsoft.com/office/drawing/2014/main" id="{B44949F9-0504-7217-54DB-474B1E482F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569" name="Graphic 568" descr="Deciduous tree with solid fill">
                <a:extLst>
                  <a:ext uri="{FF2B5EF4-FFF2-40B4-BE49-F238E27FC236}">
                    <a16:creationId xmlns:a16="http://schemas.microsoft.com/office/drawing/2014/main" id="{1237E90E-3957-2197-42A9-61660372D8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571" name="Graphic 570" descr="Deciduous tree with solid fill">
                <a:extLst>
                  <a:ext uri="{FF2B5EF4-FFF2-40B4-BE49-F238E27FC236}">
                    <a16:creationId xmlns:a16="http://schemas.microsoft.com/office/drawing/2014/main" id="{37480834-9221-5CBF-06D5-B679E4D2A7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573" name="Graphic 572" descr="Deciduous tree with solid fill">
                <a:extLst>
                  <a:ext uri="{FF2B5EF4-FFF2-40B4-BE49-F238E27FC236}">
                    <a16:creationId xmlns:a16="http://schemas.microsoft.com/office/drawing/2014/main" id="{032FD244-5472-6DBD-5EE8-660EE5D686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575" name="Graphic 574" descr="Deciduous tree with solid fill">
                <a:extLst>
                  <a:ext uri="{FF2B5EF4-FFF2-40B4-BE49-F238E27FC236}">
                    <a16:creationId xmlns:a16="http://schemas.microsoft.com/office/drawing/2014/main" id="{C47C3E9A-198E-209F-79B3-5A05D5B4AA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585" name="Graphic 584" descr="Deciduous tree with solid fill">
                <a:extLst>
                  <a:ext uri="{FF2B5EF4-FFF2-40B4-BE49-F238E27FC236}">
                    <a16:creationId xmlns:a16="http://schemas.microsoft.com/office/drawing/2014/main" id="{3694B717-A45C-D22F-52A0-AC8A23F6C1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587" name="Graphic 586" descr="Deciduous tree with solid fill">
                <a:extLst>
                  <a:ext uri="{FF2B5EF4-FFF2-40B4-BE49-F238E27FC236}">
                    <a16:creationId xmlns:a16="http://schemas.microsoft.com/office/drawing/2014/main" id="{048979E5-396D-29E2-6477-4069D2C531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589" name="Graphic 588" descr="Deciduous tree with solid fill">
                <a:extLst>
                  <a:ext uri="{FF2B5EF4-FFF2-40B4-BE49-F238E27FC236}">
                    <a16:creationId xmlns:a16="http://schemas.microsoft.com/office/drawing/2014/main" id="{EF52D1B2-2749-7A8D-5F79-7787C41781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591" name="Graphic 590" descr="Deciduous tree with solid fill">
                <a:extLst>
                  <a:ext uri="{FF2B5EF4-FFF2-40B4-BE49-F238E27FC236}">
                    <a16:creationId xmlns:a16="http://schemas.microsoft.com/office/drawing/2014/main" id="{52D8D5E5-73C2-2982-AFE5-A21A8BE4B4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593" name="Graphic 592" descr="Deciduous tree with solid fill">
                <a:extLst>
                  <a:ext uri="{FF2B5EF4-FFF2-40B4-BE49-F238E27FC236}">
                    <a16:creationId xmlns:a16="http://schemas.microsoft.com/office/drawing/2014/main" id="{10412DA3-C280-A650-8C94-54C4DF84AB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595" name="Graphic 594" descr="Deciduous tree with solid fill">
                <a:extLst>
                  <a:ext uri="{FF2B5EF4-FFF2-40B4-BE49-F238E27FC236}">
                    <a16:creationId xmlns:a16="http://schemas.microsoft.com/office/drawing/2014/main" id="{88E157B9-E7F8-3DD9-A290-F4D6975894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597" name="Graphic 596" descr="Deciduous tree with solid fill">
                <a:extLst>
                  <a:ext uri="{FF2B5EF4-FFF2-40B4-BE49-F238E27FC236}">
                    <a16:creationId xmlns:a16="http://schemas.microsoft.com/office/drawing/2014/main" id="{689A9600-FDBD-8013-B411-9342D1DE02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599" name="Graphic 598" descr="Deciduous tree with solid fill">
                <a:extLst>
                  <a:ext uri="{FF2B5EF4-FFF2-40B4-BE49-F238E27FC236}">
                    <a16:creationId xmlns:a16="http://schemas.microsoft.com/office/drawing/2014/main" id="{DA9AAA45-CF90-D24A-34B8-8D7EE785EE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601" name="Graphic 600" descr="Deciduous tree with solid fill">
                <a:extLst>
                  <a:ext uri="{FF2B5EF4-FFF2-40B4-BE49-F238E27FC236}">
                    <a16:creationId xmlns:a16="http://schemas.microsoft.com/office/drawing/2014/main" id="{884B3733-93E4-8A91-48CD-B0A0F7724B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611" name="Graphic 610" descr="Deciduous tree with solid fill">
                <a:extLst>
                  <a:ext uri="{FF2B5EF4-FFF2-40B4-BE49-F238E27FC236}">
                    <a16:creationId xmlns:a16="http://schemas.microsoft.com/office/drawing/2014/main" id="{4D04AEB2-AF6D-144F-28E3-5479A4024B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613" name="Graphic 612" descr="Deciduous tree with solid fill">
                <a:extLst>
                  <a:ext uri="{FF2B5EF4-FFF2-40B4-BE49-F238E27FC236}">
                    <a16:creationId xmlns:a16="http://schemas.microsoft.com/office/drawing/2014/main" id="{38B184A3-B145-357E-223D-7AADC298F6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615" name="Graphic 614" descr="Deciduous tree with solid fill">
                <a:extLst>
                  <a:ext uri="{FF2B5EF4-FFF2-40B4-BE49-F238E27FC236}">
                    <a16:creationId xmlns:a16="http://schemas.microsoft.com/office/drawing/2014/main" id="{605C9AA0-650D-4D78-B8BA-45E74019FE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619" name="Graphic 618" descr="Deciduous tree with solid fill">
                <a:extLst>
                  <a:ext uri="{FF2B5EF4-FFF2-40B4-BE49-F238E27FC236}">
                    <a16:creationId xmlns:a16="http://schemas.microsoft.com/office/drawing/2014/main" id="{F8E30B11-0AED-91AA-CA34-985B12104A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621" name="Graphic 620" descr="Deciduous tree with solid fill">
                <a:extLst>
                  <a:ext uri="{FF2B5EF4-FFF2-40B4-BE49-F238E27FC236}">
                    <a16:creationId xmlns:a16="http://schemas.microsoft.com/office/drawing/2014/main" id="{7485583B-6C92-64EB-8A9B-200E806602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623" name="Graphic 622" descr="Deciduous tree with solid fill">
                <a:extLst>
                  <a:ext uri="{FF2B5EF4-FFF2-40B4-BE49-F238E27FC236}">
                    <a16:creationId xmlns:a16="http://schemas.microsoft.com/office/drawing/2014/main" id="{67514094-BB4E-DA5B-33CC-A57968005B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625" name="Graphic 624" descr="Deciduous tree with solid fill">
                <a:extLst>
                  <a:ext uri="{FF2B5EF4-FFF2-40B4-BE49-F238E27FC236}">
                    <a16:creationId xmlns:a16="http://schemas.microsoft.com/office/drawing/2014/main" id="{6F546EC6-FB28-5EF8-3F60-ADF12A4F77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627" name="Graphic 626" descr="Deciduous tree with solid fill">
                <a:extLst>
                  <a:ext uri="{FF2B5EF4-FFF2-40B4-BE49-F238E27FC236}">
                    <a16:creationId xmlns:a16="http://schemas.microsoft.com/office/drawing/2014/main" id="{F1BC5BB9-E98F-5161-4CDF-12091F6454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629" name="Graphic 628" descr="Deciduous tree with solid fill">
                <a:extLst>
                  <a:ext uri="{FF2B5EF4-FFF2-40B4-BE49-F238E27FC236}">
                    <a16:creationId xmlns:a16="http://schemas.microsoft.com/office/drawing/2014/main" id="{BBA64B86-D254-1BC6-BE31-54BBBCFEB2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631" name="Graphic 630" descr="Deciduous tree with solid fill">
                <a:extLst>
                  <a:ext uri="{FF2B5EF4-FFF2-40B4-BE49-F238E27FC236}">
                    <a16:creationId xmlns:a16="http://schemas.microsoft.com/office/drawing/2014/main" id="{600FDEB5-AA62-46FE-EA1B-3ED11B000A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633" name="Graphic 632" descr="Deciduous tree with solid fill">
                <a:extLst>
                  <a:ext uri="{FF2B5EF4-FFF2-40B4-BE49-F238E27FC236}">
                    <a16:creationId xmlns:a16="http://schemas.microsoft.com/office/drawing/2014/main" id="{6E1E5388-BCD0-800A-CBA0-60CF0A4DD6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645" name="Graphic 644" descr="Deciduous tree with solid fill">
                <a:extLst>
                  <a:ext uri="{FF2B5EF4-FFF2-40B4-BE49-F238E27FC236}">
                    <a16:creationId xmlns:a16="http://schemas.microsoft.com/office/drawing/2014/main" id="{BDEB399C-C247-3A4A-7362-E76AB2B075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647" name="Graphic 646" descr="Deciduous tree with solid fill">
                <a:extLst>
                  <a:ext uri="{FF2B5EF4-FFF2-40B4-BE49-F238E27FC236}">
                    <a16:creationId xmlns:a16="http://schemas.microsoft.com/office/drawing/2014/main" id="{B73A6E41-133F-BD06-77CF-6C344EE94F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649" name="Graphic 648" descr="Deciduous tree with solid fill">
                <a:extLst>
                  <a:ext uri="{FF2B5EF4-FFF2-40B4-BE49-F238E27FC236}">
                    <a16:creationId xmlns:a16="http://schemas.microsoft.com/office/drawing/2014/main" id="{8965AEC4-19BD-4FE4-C32C-5EE70BD790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651" name="Graphic 650" descr="Deciduous tree with solid fill">
                <a:extLst>
                  <a:ext uri="{FF2B5EF4-FFF2-40B4-BE49-F238E27FC236}">
                    <a16:creationId xmlns:a16="http://schemas.microsoft.com/office/drawing/2014/main" id="{D8D9E193-3675-6967-1D55-A8FB697ECD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653" name="Graphic 652" descr="Deciduous tree with solid fill">
                <a:extLst>
                  <a:ext uri="{FF2B5EF4-FFF2-40B4-BE49-F238E27FC236}">
                    <a16:creationId xmlns:a16="http://schemas.microsoft.com/office/drawing/2014/main" id="{9D03125F-B866-7FF0-19EB-D9763B5171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655" name="Graphic 654" descr="Deciduous tree with solid fill">
                <a:extLst>
                  <a:ext uri="{FF2B5EF4-FFF2-40B4-BE49-F238E27FC236}">
                    <a16:creationId xmlns:a16="http://schemas.microsoft.com/office/drawing/2014/main" id="{0784C359-BDDA-998A-289B-59B6925E28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657" name="Graphic 656" descr="Deciduous tree with solid fill">
                <a:extLst>
                  <a:ext uri="{FF2B5EF4-FFF2-40B4-BE49-F238E27FC236}">
                    <a16:creationId xmlns:a16="http://schemas.microsoft.com/office/drawing/2014/main" id="{D2A1C388-C4C0-D93E-7E3A-BE4DA8FA2B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659" name="Graphic 658" descr="Deciduous tree with solid fill">
                <a:extLst>
                  <a:ext uri="{FF2B5EF4-FFF2-40B4-BE49-F238E27FC236}">
                    <a16:creationId xmlns:a16="http://schemas.microsoft.com/office/drawing/2014/main" id="{88378CC5-56CE-30F8-802B-1EA463C969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671" name="Graphic 670" descr="Deciduous tree with solid fill">
                <a:extLst>
                  <a:ext uri="{FF2B5EF4-FFF2-40B4-BE49-F238E27FC236}">
                    <a16:creationId xmlns:a16="http://schemas.microsoft.com/office/drawing/2014/main" id="{2614CAAD-FA78-54CE-A4AE-A3D87FA496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673" name="Graphic 672" descr="Deciduous tree with solid fill">
                <a:extLst>
                  <a:ext uri="{FF2B5EF4-FFF2-40B4-BE49-F238E27FC236}">
                    <a16:creationId xmlns:a16="http://schemas.microsoft.com/office/drawing/2014/main" id="{CB3E46DD-C02E-4292-FD79-076E0E2A4B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675" name="Graphic 674" descr="Deciduous tree with solid fill">
                <a:extLst>
                  <a:ext uri="{FF2B5EF4-FFF2-40B4-BE49-F238E27FC236}">
                    <a16:creationId xmlns:a16="http://schemas.microsoft.com/office/drawing/2014/main" id="{679F8BFA-3750-4C56-D8F4-998EA0DBA3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677" name="Graphic 676" descr="Deciduous tree with solid fill">
                <a:extLst>
                  <a:ext uri="{FF2B5EF4-FFF2-40B4-BE49-F238E27FC236}">
                    <a16:creationId xmlns:a16="http://schemas.microsoft.com/office/drawing/2014/main" id="{ABE3FAF4-4DCB-01C2-1614-F46C6583F8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679" name="Graphic 678" descr="Deciduous tree with solid fill">
                <a:extLst>
                  <a:ext uri="{FF2B5EF4-FFF2-40B4-BE49-F238E27FC236}">
                    <a16:creationId xmlns:a16="http://schemas.microsoft.com/office/drawing/2014/main" id="{F12C7B94-A5D3-C20B-8612-4EA372F6CB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681" name="Graphic 680" descr="Deciduous tree with solid fill">
                <a:extLst>
                  <a:ext uri="{FF2B5EF4-FFF2-40B4-BE49-F238E27FC236}">
                    <a16:creationId xmlns:a16="http://schemas.microsoft.com/office/drawing/2014/main" id="{E5275C3B-632D-C90C-D6A0-324FBB6BB5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683" name="Graphic 682" descr="Deciduous tree with solid fill">
                <a:extLst>
                  <a:ext uri="{FF2B5EF4-FFF2-40B4-BE49-F238E27FC236}">
                    <a16:creationId xmlns:a16="http://schemas.microsoft.com/office/drawing/2014/main" id="{3E41F1EE-A628-32A2-FA05-D981980FDC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685" name="Graphic 684" descr="Deciduous tree with solid fill">
                <a:extLst>
                  <a:ext uri="{FF2B5EF4-FFF2-40B4-BE49-F238E27FC236}">
                    <a16:creationId xmlns:a16="http://schemas.microsoft.com/office/drawing/2014/main" id="{7FCB129E-EA81-481D-1FDF-778C3FDB99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697" name="Graphic 696" descr="Deciduous tree with solid fill">
                <a:extLst>
                  <a:ext uri="{FF2B5EF4-FFF2-40B4-BE49-F238E27FC236}">
                    <a16:creationId xmlns:a16="http://schemas.microsoft.com/office/drawing/2014/main" id="{6B0EC978-739D-4111-226A-41B3848F2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699" name="Graphic 698" descr="Deciduous tree with solid fill">
                <a:extLst>
                  <a:ext uri="{FF2B5EF4-FFF2-40B4-BE49-F238E27FC236}">
                    <a16:creationId xmlns:a16="http://schemas.microsoft.com/office/drawing/2014/main" id="{27987CCD-2C88-9D6A-57E2-8CAB1416F4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701" name="Graphic 700" descr="Deciduous tree with solid fill">
                <a:extLst>
                  <a:ext uri="{FF2B5EF4-FFF2-40B4-BE49-F238E27FC236}">
                    <a16:creationId xmlns:a16="http://schemas.microsoft.com/office/drawing/2014/main" id="{296A746C-CC3B-E0BF-A071-8A9532DED4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705" name="Graphic 704" descr="Deciduous tree with solid fill">
                <a:extLst>
                  <a:ext uri="{FF2B5EF4-FFF2-40B4-BE49-F238E27FC236}">
                    <a16:creationId xmlns:a16="http://schemas.microsoft.com/office/drawing/2014/main" id="{F0CED2F9-F2DB-243A-F508-103219B309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707" name="Graphic 706" descr="Deciduous tree with solid fill">
                <a:extLst>
                  <a:ext uri="{FF2B5EF4-FFF2-40B4-BE49-F238E27FC236}">
                    <a16:creationId xmlns:a16="http://schemas.microsoft.com/office/drawing/2014/main" id="{00C35588-A8AB-6984-E6F0-17724333BC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709" name="Graphic 708" descr="Deciduous tree with solid fill">
                <a:extLst>
                  <a:ext uri="{FF2B5EF4-FFF2-40B4-BE49-F238E27FC236}">
                    <a16:creationId xmlns:a16="http://schemas.microsoft.com/office/drawing/2014/main" id="{4B7368E5-F327-F850-8134-6B9EFB5FB7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711" name="Graphic 710" descr="Deciduous tree with solid fill">
                <a:extLst>
                  <a:ext uri="{FF2B5EF4-FFF2-40B4-BE49-F238E27FC236}">
                    <a16:creationId xmlns:a16="http://schemas.microsoft.com/office/drawing/2014/main" id="{389F065E-65FA-2700-F8C8-7B9A40EB8F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713" name="Graphic 712" descr="Deciduous tree with solid fill">
                <a:extLst>
                  <a:ext uri="{FF2B5EF4-FFF2-40B4-BE49-F238E27FC236}">
                    <a16:creationId xmlns:a16="http://schemas.microsoft.com/office/drawing/2014/main" id="{9DB5A0F7-3B88-468C-2D13-B8A2ACA1FF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715" name="Graphic 714" descr="Deciduous tree with solid fill">
                <a:extLst>
                  <a:ext uri="{FF2B5EF4-FFF2-40B4-BE49-F238E27FC236}">
                    <a16:creationId xmlns:a16="http://schemas.microsoft.com/office/drawing/2014/main" id="{1824AA7B-644C-3D53-82D4-9278586B51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717" name="Graphic 716" descr="Deciduous tree with solid fill">
                <a:extLst>
                  <a:ext uri="{FF2B5EF4-FFF2-40B4-BE49-F238E27FC236}">
                    <a16:creationId xmlns:a16="http://schemas.microsoft.com/office/drawing/2014/main" id="{7FBD1C67-A6BB-BBE2-6EC5-B94BE362E8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731" name="Graphic 730" descr="Deciduous tree with solid fill">
                <a:extLst>
                  <a:ext uri="{FF2B5EF4-FFF2-40B4-BE49-F238E27FC236}">
                    <a16:creationId xmlns:a16="http://schemas.microsoft.com/office/drawing/2014/main" id="{5A437ECA-711B-3D52-4902-68C58E225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733" name="Graphic 732" descr="Deciduous tree with solid fill">
                <a:extLst>
                  <a:ext uri="{FF2B5EF4-FFF2-40B4-BE49-F238E27FC236}">
                    <a16:creationId xmlns:a16="http://schemas.microsoft.com/office/drawing/2014/main" id="{18AE3EEC-AF9A-C628-C107-E7FF31A7AA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735" name="Graphic 734" descr="Deciduous tree with solid fill">
                <a:extLst>
                  <a:ext uri="{FF2B5EF4-FFF2-40B4-BE49-F238E27FC236}">
                    <a16:creationId xmlns:a16="http://schemas.microsoft.com/office/drawing/2014/main" id="{66592C40-82E0-99EC-BD5E-55AD7860CC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737" name="Graphic 736" descr="Deciduous tree with solid fill">
                <a:extLst>
                  <a:ext uri="{FF2B5EF4-FFF2-40B4-BE49-F238E27FC236}">
                    <a16:creationId xmlns:a16="http://schemas.microsoft.com/office/drawing/2014/main" id="{C80177C9-ADFA-04C8-D48E-C90C05C65F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739" name="Graphic 738" descr="Deciduous tree with solid fill">
                <a:extLst>
                  <a:ext uri="{FF2B5EF4-FFF2-40B4-BE49-F238E27FC236}">
                    <a16:creationId xmlns:a16="http://schemas.microsoft.com/office/drawing/2014/main" id="{5D7A8C07-116C-FC26-ABD9-D06272E5C0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741" name="Graphic 740" descr="Deciduous tree with solid fill">
                <a:extLst>
                  <a:ext uri="{FF2B5EF4-FFF2-40B4-BE49-F238E27FC236}">
                    <a16:creationId xmlns:a16="http://schemas.microsoft.com/office/drawing/2014/main" id="{0BD85B15-065D-1DB9-854B-12823B8DEE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743" name="Graphic 742" descr="Deciduous tree with solid fill">
                <a:extLst>
                  <a:ext uri="{FF2B5EF4-FFF2-40B4-BE49-F238E27FC236}">
                    <a16:creationId xmlns:a16="http://schemas.microsoft.com/office/drawing/2014/main" id="{21539089-EDA8-6B9A-0EFF-0DE9976B0C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757" name="Graphic 756" descr="Deciduous tree with solid fill">
                <a:extLst>
                  <a:ext uri="{FF2B5EF4-FFF2-40B4-BE49-F238E27FC236}">
                    <a16:creationId xmlns:a16="http://schemas.microsoft.com/office/drawing/2014/main" id="{D7D29207-6E9C-5391-DC5B-BA09A3B5A4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759" name="Graphic 758" descr="Deciduous tree with solid fill">
                <a:extLst>
                  <a:ext uri="{FF2B5EF4-FFF2-40B4-BE49-F238E27FC236}">
                    <a16:creationId xmlns:a16="http://schemas.microsoft.com/office/drawing/2014/main" id="{C6DFE9D1-7CD8-EE4A-E899-8089D25D5C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761" name="Graphic 760" descr="Deciduous tree with solid fill">
                <a:extLst>
                  <a:ext uri="{FF2B5EF4-FFF2-40B4-BE49-F238E27FC236}">
                    <a16:creationId xmlns:a16="http://schemas.microsoft.com/office/drawing/2014/main" id="{61483C64-7B72-57FB-609C-E80A2AF453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763" name="Graphic 762" descr="Deciduous tree with solid fill">
                <a:extLst>
                  <a:ext uri="{FF2B5EF4-FFF2-40B4-BE49-F238E27FC236}">
                    <a16:creationId xmlns:a16="http://schemas.microsoft.com/office/drawing/2014/main" id="{98DD0363-724C-558F-6FB8-5729BA014B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765" name="Graphic 764" descr="Deciduous tree with solid fill">
                <a:extLst>
                  <a:ext uri="{FF2B5EF4-FFF2-40B4-BE49-F238E27FC236}">
                    <a16:creationId xmlns:a16="http://schemas.microsoft.com/office/drawing/2014/main" id="{271DBD4E-2322-1BD5-DA17-D6F4D1A802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767" name="Graphic 766" descr="Deciduous tree with solid fill">
                <a:extLst>
                  <a:ext uri="{FF2B5EF4-FFF2-40B4-BE49-F238E27FC236}">
                    <a16:creationId xmlns:a16="http://schemas.microsoft.com/office/drawing/2014/main" id="{796B8CBC-F366-4552-2E6A-51FF8FB210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769" name="Graphic 768" descr="Deciduous tree with solid fill">
                <a:extLst>
                  <a:ext uri="{FF2B5EF4-FFF2-40B4-BE49-F238E27FC236}">
                    <a16:creationId xmlns:a16="http://schemas.microsoft.com/office/drawing/2014/main" id="{F9A1D6D6-B3F2-598E-93FE-3AE7726BD5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783" name="Graphic 782" descr="Deciduous tree with solid fill">
                <a:extLst>
                  <a:ext uri="{FF2B5EF4-FFF2-40B4-BE49-F238E27FC236}">
                    <a16:creationId xmlns:a16="http://schemas.microsoft.com/office/drawing/2014/main" id="{EFAB09E2-E139-87B8-E8BA-CF5945905D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785" name="Graphic 784" descr="Deciduous tree with solid fill">
                <a:extLst>
                  <a:ext uri="{FF2B5EF4-FFF2-40B4-BE49-F238E27FC236}">
                    <a16:creationId xmlns:a16="http://schemas.microsoft.com/office/drawing/2014/main" id="{F68B7859-E537-4FF0-8463-B0690D7BF5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787" name="Graphic 786" descr="Deciduous tree with solid fill">
                <a:extLst>
                  <a:ext uri="{FF2B5EF4-FFF2-40B4-BE49-F238E27FC236}">
                    <a16:creationId xmlns:a16="http://schemas.microsoft.com/office/drawing/2014/main" id="{646BE9E2-241F-1F3C-F616-CD9B144F3D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791" name="Graphic 790" descr="Deciduous tree with solid fill">
                <a:extLst>
                  <a:ext uri="{FF2B5EF4-FFF2-40B4-BE49-F238E27FC236}">
                    <a16:creationId xmlns:a16="http://schemas.microsoft.com/office/drawing/2014/main" id="{28FF14B7-C057-48E3-4F31-B08E4C98E3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793" name="Graphic 792" descr="Deciduous tree with solid fill">
                <a:extLst>
                  <a:ext uri="{FF2B5EF4-FFF2-40B4-BE49-F238E27FC236}">
                    <a16:creationId xmlns:a16="http://schemas.microsoft.com/office/drawing/2014/main" id="{7D1F394F-919D-1CC6-08FB-D04D3CEFEF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795" name="Graphic 794" descr="Deciduous tree with solid fill">
                <a:extLst>
                  <a:ext uri="{FF2B5EF4-FFF2-40B4-BE49-F238E27FC236}">
                    <a16:creationId xmlns:a16="http://schemas.microsoft.com/office/drawing/2014/main" id="{0793C40A-08B4-586A-D65F-8A05A2A9CC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797" name="Graphic 796" descr="Deciduous tree with solid fill">
                <a:extLst>
                  <a:ext uri="{FF2B5EF4-FFF2-40B4-BE49-F238E27FC236}">
                    <a16:creationId xmlns:a16="http://schemas.microsoft.com/office/drawing/2014/main" id="{B9EADBBE-4351-7083-14CC-350BBF05E9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799" name="Graphic 798" descr="Deciduous tree with solid fill">
                <a:extLst>
                  <a:ext uri="{FF2B5EF4-FFF2-40B4-BE49-F238E27FC236}">
                    <a16:creationId xmlns:a16="http://schemas.microsoft.com/office/drawing/2014/main" id="{CA08D7AE-D0E7-6FED-22E3-3DCF95CEC5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801" name="Graphic 800" descr="Deciduous tree with solid fill">
                <a:extLst>
                  <a:ext uri="{FF2B5EF4-FFF2-40B4-BE49-F238E27FC236}">
                    <a16:creationId xmlns:a16="http://schemas.microsoft.com/office/drawing/2014/main" id="{F83091E8-4820-1D17-3CD0-E94EFEA40A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817" name="Graphic 816" descr="Deciduous tree with solid fill">
                <a:extLst>
                  <a:ext uri="{FF2B5EF4-FFF2-40B4-BE49-F238E27FC236}">
                    <a16:creationId xmlns:a16="http://schemas.microsoft.com/office/drawing/2014/main" id="{905892BE-CBD6-7E99-77C8-C0BA9BA74E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819" name="Graphic 818" descr="Deciduous tree with solid fill">
                <a:extLst>
                  <a:ext uri="{FF2B5EF4-FFF2-40B4-BE49-F238E27FC236}">
                    <a16:creationId xmlns:a16="http://schemas.microsoft.com/office/drawing/2014/main" id="{BEDFD1B6-1E8C-7207-D364-FD1ADF3941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821" name="Graphic 820" descr="Deciduous tree with solid fill">
                <a:extLst>
                  <a:ext uri="{FF2B5EF4-FFF2-40B4-BE49-F238E27FC236}">
                    <a16:creationId xmlns:a16="http://schemas.microsoft.com/office/drawing/2014/main" id="{B0E30734-C01A-504F-C7DC-E11FC643CC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823" name="Graphic 822" descr="Deciduous tree with solid fill">
                <a:extLst>
                  <a:ext uri="{FF2B5EF4-FFF2-40B4-BE49-F238E27FC236}">
                    <a16:creationId xmlns:a16="http://schemas.microsoft.com/office/drawing/2014/main" id="{4507E409-B4E1-4EF4-7727-15524BC558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825" name="Graphic 824" descr="Deciduous tree with solid fill">
                <a:extLst>
                  <a:ext uri="{FF2B5EF4-FFF2-40B4-BE49-F238E27FC236}">
                    <a16:creationId xmlns:a16="http://schemas.microsoft.com/office/drawing/2014/main" id="{231AF263-B046-E104-8BDD-3140490C5F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827" name="Graphic 826" descr="Deciduous tree with solid fill">
                <a:extLst>
                  <a:ext uri="{FF2B5EF4-FFF2-40B4-BE49-F238E27FC236}">
                    <a16:creationId xmlns:a16="http://schemas.microsoft.com/office/drawing/2014/main" id="{071A9D62-E0DB-DE6E-545C-5F59B48748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843" name="Graphic 842" descr="Deciduous tree with solid fill">
                <a:extLst>
                  <a:ext uri="{FF2B5EF4-FFF2-40B4-BE49-F238E27FC236}">
                    <a16:creationId xmlns:a16="http://schemas.microsoft.com/office/drawing/2014/main" id="{76725FBE-6B2F-E3C8-943B-7FA6F2193B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845" name="Graphic 844" descr="Deciduous tree with solid fill">
                <a:extLst>
                  <a:ext uri="{FF2B5EF4-FFF2-40B4-BE49-F238E27FC236}">
                    <a16:creationId xmlns:a16="http://schemas.microsoft.com/office/drawing/2014/main" id="{31D21048-A315-5FFC-9A00-3BA98FF6E0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847" name="Graphic 846" descr="Deciduous tree with solid fill">
                <a:extLst>
                  <a:ext uri="{FF2B5EF4-FFF2-40B4-BE49-F238E27FC236}">
                    <a16:creationId xmlns:a16="http://schemas.microsoft.com/office/drawing/2014/main" id="{D7033369-A2FD-F93A-F7B8-532221C13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849" name="Graphic 848" descr="Deciduous tree with solid fill">
                <a:extLst>
                  <a:ext uri="{FF2B5EF4-FFF2-40B4-BE49-F238E27FC236}">
                    <a16:creationId xmlns:a16="http://schemas.microsoft.com/office/drawing/2014/main" id="{D928DC35-E496-1D1C-EB75-10801DDEF0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851" name="Graphic 850" descr="Deciduous tree with solid fill">
                <a:extLst>
                  <a:ext uri="{FF2B5EF4-FFF2-40B4-BE49-F238E27FC236}">
                    <a16:creationId xmlns:a16="http://schemas.microsoft.com/office/drawing/2014/main" id="{2BE0E623-8522-B4EE-C04E-CC47575047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853" name="Graphic 852" descr="Deciduous tree with solid fill">
                <a:extLst>
                  <a:ext uri="{FF2B5EF4-FFF2-40B4-BE49-F238E27FC236}">
                    <a16:creationId xmlns:a16="http://schemas.microsoft.com/office/drawing/2014/main" id="{A1320D22-1B01-F17E-880A-44F52BFA8D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869" name="Graphic 868" descr="Deciduous tree with solid fill">
                <a:extLst>
                  <a:ext uri="{FF2B5EF4-FFF2-40B4-BE49-F238E27FC236}">
                    <a16:creationId xmlns:a16="http://schemas.microsoft.com/office/drawing/2014/main" id="{AF53A8F5-43A1-098D-3E9C-9409A041C9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871" name="Graphic 870" descr="Deciduous tree with solid fill">
                <a:extLst>
                  <a:ext uri="{FF2B5EF4-FFF2-40B4-BE49-F238E27FC236}">
                    <a16:creationId xmlns:a16="http://schemas.microsoft.com/office/drawing/2014/main" id="{E364B5C1-1F53-C139-BEE5-E427F80B9A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873" name="Graphic 872" descr="Deciduous tree with solid fill">
                <a:extLst>
                  <a:ext uri="{FF2B5EF4-FFF2-40B4-BE49-F238E27FC236}">
                    <a16:creationId xmlns:a16="http://schemas.microsoft.com/office/drawing/2014/main" id="{A963E7B5-8CDF-C28C-311F-C0A222460F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877" name="Graphic 876" descr="Deciduous tree with solid fill">
                <a:extLst>
                  <a:ext uri="{FF2B5EF4-FFF2-40B4-BE49-F238E27FC236}">
                    <a16:creationId xmlns:a16="http://schemas.microsoft.com/office/drawing/2014/main" id="{BC5872ED-8209-9245-D4A9-83F2F6521B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879" name="Graphic 878" descr="Deciduous tree with solid fill">
                <a:extLst>
                  <a:ext uri="{FF2B5EF4-FFF2-40B4-BE49-F238E27FC236}">
                    <a16:creationId xmlns:a16="http://schemas.microsoft.com/office/drawing/2014/main" id="{F725BAF9-CF02-B4A0-D6B8-93AC7E1128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881" name="Graphic 880" descr="Deciduous tree with solid fill">
                <a:extLst>
                  <a:ext uri="{FF2B5EF4-FFF2-40B4-BE49-F238E27FC236}">
                    <a16:creationId xmlns:a16="http://schemas.microsoft.com/office/drawing/2014/main" id="{FE48B47A-330E-666C-A04A-F15443E61F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883" name="Graphic 882" descr="Deciduous tree with solid fill">
                <a:extLst>
                  <a:ext uri="{FF2B5EF4-FFF2-40B4-BE49-F238E27FC236}">
                    <a16:creationId xmlns:a16="http://schemas.microsoft.com/office/drawing/2014/main" id="{82D51BDB-0656-B736-6315-97DA83AB04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885" name="Graphic 884" descr="Deciduous tree with solid fill">
                <a:extLst>
                  <a:ext uri="{FF2B5EF4-FFF2-40B4-BE49-F238E27FC236}">
                    <a16:creationId xmlns:a16="http://schemas.microsoft.com/office/drawing/2014/main" id="{24402F36-E1E5-64F5-2C91-23EA64DFF0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903" name="Graphic 902" descr="Deciduous tree with solid fill">
                <a:extLst>
                  <a:ext uri="{FF2B5EF4-FFF2-40B4-BE49-F238E27FC236}">
                    <a16:creationId xmlns:a16="http://schemas.microsoft.com/office/drawing/2014/main" id="{DF444DD6-73A1-9345-2724-C6996001FA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905" name="Graphic 904" descr="Deciduous tree with solid fill">
                <a:extLst>
                  <a:ext uri="{FF2B5EF4-FFF2-40B4-BE49-F238E27FC236}">
                    <a16:creationId xmlns:a16="http://schemas.microsoft.com/office/drawing/2014/main" id="{DD9DE5C8-6B49-3085-CA18-27BED94376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907" name="Graphic 906" descr="Deciduous tree with solid fill">
                <a:extLst>
                  <a:ext uri="{FF2B5EF4-FFF2-40B4-BE49-F238E27FC236}">
                    <a16:creationId xmlns:a16="http://schemas.microsoft.com/office/drawing/2014/main" id="{46537993-180B-A04A-611D-81BCCD6761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909" name="Graphic 908" descr="Deciduous tree with solid fill">
                <a:extLst>
                  <a:ext uri="{FF2B5EF4-FFF2-40B4-BE49-F238E27FC236}">
                    <a16:creationId xmlns:a16="http://schemas.microsoft.com/office/drawing/2014/main" id="{9E75980D-F47A-B49B-50CB-CE54811B88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911" name="Graphic 910" descr="Deciduous tree with solid fill">
                <a:extLst>
                  <a:ext uri="{FF2B5EF4-FFF2-40B4-BE49-F238E27FC236}">
                    <a16:creationId xmlns:a16="http://schemas.microsoft.com/office/drawing/2014/main" id="{C0B62E69-24D2-A774-3854-BAD5234403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929" name="Graphic 928" descr="Deciduous tree with solid fill">
                <a:extLst>
                  <a:ext uri="{FF2B5EF4-FFF2-40B4-BE49-F238E27FC236}">
                    <a16:creationId xmlns:a16="http://schemas.microsoft.com/office/drawing/2014/main" id="{FC367AFF-A23E-9B1A-A51A-AB813451BE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931" name="Graphic 930" descr="Deciduous tree with solid fill">
                <a:extLst>
                  <a:ext uri="{FF2B5EF4-FFF2-40B4-BE49-F238E27FC236}">
                    <a16:creationId xmlns:a16="http://schemas.microsoft.com/office/drawing/2014/main" id="{21B769BB-7804-0780-E334-482B35D888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933" name="Graphic 932" descr="Deciduous tree with solid fill">
                <a:extLst>
                  <a:ext uri="{FF2B5EF4-FFF2-40B4-BE49-F238E27FC236}">
                    <a16:creationId xmlns:a16="http://schemas.microsoft.com/office/drawing/2014/main" id="{49BE4BED-DA59-67EC-DCC0-EA3CD94A85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935" name="Graphic 934" descr="Deciduous tree with solid fill">
                <a:extLst>
                  <a:ext uri="{FF2B5EF4-FFF2-40B4-BE49-F238E27FC236}">
                    <a16:creationId xmlns:a16="http://schemas.microsoft.com/office/drawing/2014/main" id="{72453A93-9347-27F5-38AC-FFC1A70FDC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937" name="Graphic 936" descr="Deciduous tree with solid fill">
                <a:extLst>
                  <a:ext uri="{FF2B5EF4-FFF2-40B4-BE49-F238E27FC236}">
                    <a16:creationId xmlns:a16="http://schemas.microsoft.com/office/drawing/2014/main" id="{C98B745B-D7FD-02ED-74B5-986D47F009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955" name="Graphic 954" descr="Deciduous tree with solid fill">
                <a:extLst>
                  <a:ext uri="{FF2B5EF4-FFF2-40B4-BE49-F238E27FC236}">
                    <a16:creationId xmlns:a16="http://schemas.microsoft.com/office/drawing/2014/main" id="{B00B0518-00C2-AA82-BE49-827EBD4D27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957" name="Graphic 956" descr="Deciduous tree with solid fill">
                <a:extLst>
                  <a:ext uri="{FF2B5EF4-FFF2-40B4-BE49-F238E27FC236}">
                    <a16:creationId xmlns:a16="http://schemas.microsoft.com/office/drawing/2014/main" id="{E5E516CE-B5B3-4DA5-8E94-B5F1034C8E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959" name="Graphic 958" descr="Deciduous tree with solid fill">
                <a:extLst>
                  <a:ext uri="{FF2B5EF4-FFF2-40B4-BE49-F238E27FC236}">
                    <a16:creationId xmlns:a16="http://schemas.microsoft.com/office/drawing/2014/main" id="{AEE6A1E3-AEDF-DAF6-8669-3C23277DFF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963" name="Graphic 962" descr="Deciduous tree with solid fill">
                <a:extLst>
                  <a:ext uri="{FF2B5EF4-FFF2-40B4-BE49-F238E27FC236}">
                    <a16:creationId xmlns:a16="http://schemas.microsoft.com/office/drawing/2014/main" id="{F986D14B-E998-96D9-8547-6BE8AC7DBD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965" name="Graphic 964" descr="Deciduous tree with solid fill">
                <a:extLst>
                  <a:ext uri="{FF2B5EF4-FFF2-40B4-BE49-F238E27FC236}">
                    <a16:creationId xmlns:a16="http://schemas.microsoft.com/office/drawing/2014/main" id="{B90B2063-DA3E-4C55-FE2E-2F62784E7C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967" name="Graphic 966" descr="Deciduous tree with solid fill">
                <a:extLst>
                  <a:ext uri="{FF2B5EF4-FFF2-40B4-BE49-F238E27FC236}">
                    <a16:creationId xmlns:a16="http://schemas.microsoft.com/office/drawing/2014/main" id="{2B59419F-A9A0-04FE-8050-D18F10A5CA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969" name="Graphic 968" descr="Deciduous tree with solid fill">
                <a:extLst>
                  <a:ext uri="{FF2B5EF4-FFF2-40B4-BE49-F238E27FC236}">
                    <a16:creationId xmlns:a16="http://schemas.microsoft.com/office/drawing/2014/main" id="{89FAB9AF-9833-082B-BD2C-AA1F546ED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989" name="Graphic 988" descr="Deciduous tree with solid fill">
                <a:extLst>
                  <a:ext uri="{FF2B5EF4-FFF2-40B4-BE49-F238E27FC236}">
                    <a16:creationId xmlns:a16="http://schemas.microsoft.com/office/drawing/2014/main" id="{120E2D13-5E65-A542-EE14-A0B356391B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991" name="Graphic 990" descr="Deciduous tree with solid fill">
                <a:extLst>
                  <a:ext uri="{FF2B5EF4-FFF2-40B4-BE49-F238E27FC236}">
                    <a16:creationId xmlns:a16="http://schemas.microsoft.com/office/drawing/2014/main" id="{CA74F822-61FE-5CB5-3ACC-AC20845B92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993" name="Graphic 992" descr="Deciduous tree with solid fill">
                <a:extLst>
                  <a:ext uri="{FF2B5EF4-FFF2-40B4-BE49-F238E27FC236}">
                    <a16:creationId xmlns:a16="http://schemas.microsoft.com/office/drawing/2014/main" id="{C551DCDF-BA6D-14D2-E21F-7D4B334146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995" name="Graphic 994" descr="Deciduous tree with solid fill">
                <a:extLst>
                  <a:ext uri="{FF2B5EF4-FFF2-40B4-BE49-F238E27FC236}">
                    <a16:creationId xmlns:a16="http://schemas.microsoft.com/office/drawing/2014/main" id="{A2EC1939-9214-7C31-64D0-5D5204CB19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015" name="Graphic 1014" descr="Deciduous tree with solid fill">
                <a:extLst>
                  <a:ext uri="{FF2B5EF4-FFF2-40B4-BE49-F238E27FC236}">
                    <a16:creationId xmlns:a16="http://schemas.microsoft.com/office/drawing/2014/main" id="{D4AAA4D0-A8DC-9110-28BC-FBCB79326B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017" name="Graphic 1016" descr="Deciduous tree with solid fill">
                <a:extLst>
                  <a:ext uri="{FF2B5EF4-FFF2-40B4-BE49-F238E27FC236}">
                    <a16:creationId xmlns:a16="http://schemas.microsoft.com/office/drawing/2014/main" id="{84C9D272-2ADB-A357-1F75-8DDEE211DF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019" name="Graphic 1018" descr="Deciduous tree with solid fill">
                <a:extLst>
                  <a:ext uri="{FF2B5EF4-FFF2-40B4-BE49-F238E27FC236}">
                    <a16:creationId xmlns:a16="http://schemas.microsoft.com/office/drawing/2014/main" id="{9B7612AB-7422-1085-7C91-BAECBA6714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021" name="Graphic 1020" descr="Deciduous tree with solid fill">
                <a:extLst>
                  <a:ext uri="{FF2B5EF4-FFF2-40B4-BE49-F238E27FC236}">
                    <a16:creationId xmlns:a16="http://schemas.microsoft.com/office/drawing/2014/main" id="{48BAEB0E-A33C-9FC4-5BDD-69593E8705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041" name="Graphic 1040" descr="Deciduous tree with solid fill">
                <a:extLst>
                  <a:ext uri="{FF2B5EF4-FFF2-40B4-BE49-F238E27FC236}">
                    <a16:creationId xmlns:a16="http://schemas.microsoft.com/office/drawing/2014/main" id="{FC3149C8-081D-B936-AFE4-F7E6EB7700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1043" name="Graphic 1042" descr="Deciduous tree with solid fill">
                <a:extLst>
                  <a:ext uri="{FF2B5EF4-FFF2-40B4-BE49-F238E27FC236}">
                    <a16:creationId xmlns:a16="http://schemas.microsoft.com/office/drawing/2014/main" id="{AB172784-8335-B66A-4D56-03EEF9C93C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1045" name="Graphic 1044" descr="Deciduous tree with solid fill">
                <a:extLst>
                  <a:ext uri="{FF2B5EF4-FFF2-40B4-BE49-F238E27FC236}">
                    <a16:creationId xmlns:a16="http://schemas.microsoft.com/office/drawing/2014/main" id="{E50973BB-9A99-5033-1EDF-6DE526C5D6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049" name="Graphic 1048" descr="Deciduous tree with solid fill">
                <a:extLst>
                  <a:ext uri="{FF2B5EF4-FFF2-40B4-BE49-F238E27FC236}">
                    <a16:creationId xmlns:a16="http://schemas.microsoft.com/office/drawing/2014/main" id="{DBBC7C07-BBE2-893E-C1E8-13695DBAA0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051" name="Graphic 1050" descr="Deciduous tree with solid fill">
                <a:extLst>
                  <a:ext uri="{FF2B5EF4-FFF2-40B4-BE49-F238E27FC236}">
                    <a16:creationId xmlns:a16="http://schemas.microsoft.com/office/drawing/2014/main" id="{ECE547CE-B9ED-5380-0185-27FB480DF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053" name="Graphic 1052" descr="Deciduous tree with solid fill">
                <a:extLst>
                  <a:ext uri="{FF2B5EF4-FFF2-40B4-BE49-F238E27FC236}">
                    <a16:creationId xmlns:a16="http://schemas.microsoft.com/office/drawing/2014/main" id="{4AA97852-0E6A-0339-3580-AE55B15172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075" name="Graphic 1074" descr="Deciduous tree with solid fill">
                <a:extLst>
                  <a:ext uri="{FF2B5EF4-FFF2-40B4-BE49-F238E27FC236}">
                    <a16:creationId xmlns:a16="http://schemas.microsoft.com/office/drawing/2014/main" id="{33E79F94-FAF1-5AC6-9077-DBCF99320F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077" name="Graphic 1076" descr="Deciduous tree with solid fill">
                <a:extLst>
                  <a:ext uri="{FF2B5EF4-FFF2-40B4-BE49-F238E27FC236}">
                    <a16:creationId xmlns:a16="http://schemas.microsoft.com/office/drawing/2014/main" id="{B0212613-04EE-E59F-E1DC-E3F4CBE48F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079" name="Graphic 1078" descr="Deciduous tree with solid fill">
                <a:extLst>
                  <a:ext uri="{FF2B5EF4-FFF2-40B4-BE49-F238E27FC236}">
                    <a16:creationId xmlns:a16="http://schemas.microsoft.com/office/drawing/2014/main" id="{75B3741E-ABD1-1CB0-FDAE-35BDEFA562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101" name="Graphic 1100" descr="Deciduous tree with solid fill">
                <a:extLst>
                  <a:ext uri="{FF2B5EF4-FFF2-40B4-BE49-F238E27FC236}">
                    <a16:creationId xmlns:a16="http://schemas.microsoft.com/office/drawing/2014/main" id="{27D74A8C-EA7B-7F50-6408-5967E40AFF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103" name="Graphic 1102" descr="Deciduous tree with solid fill">
                <a:extLst>
                  <a:ext uri="{FF2B5EF4-FFF2-40B4-BE49-F238E27FC236}">
                    <a16:creationId xmlns:a16="http://schemas.microsoft.com/office/drawing/2014/main" id="{1328F401-FCBB-6DB8-3078-3590D3026F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105" name="Graphic 1104" descr="Deciduous tree with solid fill">
                <a:extLst>
                  <a:ext uri="{FF2B5EF4-FFF2-40B4-BE49-F238E27FC236}">
                    <a16:creationId xmlns:a16="http://schemas.microsoft.com/office/drawing/2014/main" id="{893FDD0F-BDC2-8B9F-20D6-92BE4CE1D1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127" name="Graphic 1126" descr="Deciduous tree with solid fill">
                <a:extLst>
                  <a:ext uri="{FF2B5EF4-FFF2-40B4-BE49-F238E27FC236}">
                    <a16:creationId xmlns:a16="http://schemas.microsoft.com/office/drawing/2014/main" id="{45F4BF7E-A777-AECE-A8DE-048BE11045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129" name="Graphic 1128" descr="Deciduous tree with solid fill">
                <a:extLst>
                  <a:ext uri="{FF2B5EF4-FFF2-40B4-BE49-F238E27FC236}">
                    <a16:creationId xmlns:a16="http://schemas.microsoft.com/office/drawing/2014/main" id="{1C895F0F-47BB-ADB0-0B69-EDCADA4114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131" name="Graphic 1130" descr="Deciduous tree with solid fill">
                <a:extLst>
                  <a:ext uri="{FF2B5EF4-FFF2-40B4-BE49-F238E27FC236}">
                    <a16:creationId xmlns:a16="http://schemas.microsoft.com/office/drawing/2014/main" id="{DCD6FF01-D8DD-CF18-7394-59536D50E5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135" name="Graphic 1134" descr="Deciduous tree with solid fill">
                <a:extLst>
                  <a:ext uri="{FF2B5EF4-FFF2-40B4-BE49-F238E27FC236}">
                    <a16:creationId xmlns:a16="http://schemas.microsoft.com/office/drawing/2014/main" id="{853FC01B-2D69-3E26-FB22-B744FD68EE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137" name="Graphic 1136" descr="Deciduous tree with solid fill">
                <a:extLst>
                  <a:ext uri="{FF2B5EF4-FFF2-40B4-BE49-F238E27FC236}">
                    <a16:creationId xmlns:a16="http://schemas.microsoft.com/office/drawing/2014/main" id="{AAE0DE39-094B-5AC7-F159-F9419BC8AD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161" name="Graphic 1160" descr="Deciduous tree with solid fill">
                <a:extLst>
                  <a:ext uri="{FF2B5EF4-FFF2-40B4-BE49-F238E27FC236}">
                    <a16:creationId xmlns:a16="http://schemas.microsoft.com/office/drawing/2014/main" id="{1DC6DF29-CB79-857B-403A-3FB8A965D7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163" name="Graphic 1162" descr="Deciduous tree with solid fill">
                <a:extLst>
                  <a:ext uri="{FF2B5EF4-FFF2-40B4-BE49-F238E27FC236}">
                    <a16:creationId xmlns:a16="http://schemas.microsoft.com/office/drawing/2014/main" id="{6F802A26-45DA-96C5-4BD7-52AE4B31B8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187" name="Graphic 1186" descr="Deciduous tree with solid fill">
                <a:extLst>
                  <a:ext uri="{FF2B5EF4-FFF2-40B4-BE49-F238E27FC236}">
                    <a16:creationId xmlns:a16="http://schemas.microsoft.com/office/drawing/2014/main" id="{8B7592B0-C323-073D-349C-0CC9589C67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189" name="Graphic 1188" descr="Deciduous tree with solid fill">
                <a:extLst>
                  <a:ext uri="{FF2B5EF4-FFF2-40B4-BE49-F238E27FC236}">
                    <a16:creationId xmlns:a16="http://schemas.microsoft.com/office/drawing/2014/main" id="{EEE474BB-8F68-E694-C6B6-73DB6687EB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213" name="Graphic 1212" descr="Deciduous tree with solid fill">
                <a:extLst>
                  <a:ext uri="{FF2B5EF4-FFF2-40B4-BE49-F238E27FC236}">
                    <a16:creationId xmlns:a16="http://schemas.microsoft.com/office/drawing/2014/main" id="{104AB70D-1F4F-E2B5-7988-882FDD8777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215" name="Graphic 1214" descr="Deciduous tree with solid fill">
                <a:extLst>
                  <a:ext uri="{FF2B5EF4-FFF2-40B4-BE49-F238E27FC236}">
                    <a16:creationId xmlns:a16="http://schemas.microsoft.com/office/drawing/2014/main" id="{16A49BC2-C5B9-C3F6-5DC9-712CF5F16B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217" name="Graphic 1216" descr="Deciduous tree with solid fill">
                <a:extLst>
                  <a:ext uri="{FF2B5EF4-FFF2-40B4-BE49-F238E27FC236}">
                    <a16:creationId xmlns:a16="http://schemas.microsoft.com/office/drawing/2014/main" id="{364B7959-E27D-6282-8BA0-80BFC193ED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221" name="Graphic 1220" descr="Deciduous tree with solid fill">
                <a:extLst>
                  <a:ext uri="{FF2B5EF4-FFF2-40B4-BE49-F238E27FC236}">
                    <a16:creationId xmlns:a16="http://schemas.microsoft.com/office/drawing/2014/main" id="{C375059A-CE70-0173-3DA0-9EC37F5D63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247" name="Graphic 1246" descr="Deciduous tree with solid fill">
                <a:extLst>
                  <a:ext uri="{FF2B5EF4-FFF2-40B4-BE49-F238E27FC236}">
                    <a16:creationId xmlns:a16="http://schemas.microsoft.com/office/drawing/2014/main" id="{8BBF778E-4B56-E208-6A94-041B76F401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273" name="Graphic 1272" descr="Deciduous tree with solid fill">
                <a:extLst>
                  <a:ext uri="{FF2B5EF4-FFF2-40B4-BE49-F238E27FC236}">
                    <a16:creationId xmlns:a16="http://schemas.microsoft.com/office/drawing/2014/main" id="{878B999A-C1CA-CA90-3BA9-80A981C3DC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299" name="Graphic 1298" descr="Deciduous tree with solid fill">
                <a:extLst>
                  <a:ext uri="{FF2B5EF4-FFF2-40B4-BE49-F238E27FC236}">
                    <a16:creationId xmlns:a16="http://schemas.microsoft.com/office/drawing/2014/main" id="{41447F26-EEF2-26C9-72D9-9FE0167546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301" name="Graphic 1300" descr="Deciduous tree with solid fill">
                <a:extLst>
                  <a:ext uri="{FF2B5EF4-FFF2-40B4-BE49-F238E27FC236}">
                    <a16:creationId xmlns:a16="http://schemas.microsoft.com/office/drawing/2014/main" id="{E160C054-0108-8151-F9EC-D6D0719054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303" name="Graphic 1302" descr="Deciduous tree with solid fill">
                <a:extLst>
                  <a:ext uri="{FF2B5EF4-FFF2-40B4-BE49-F238E27FC236}">
                    <a16:creationId xmlns:a16="http://schemas.microsoft.com/office/drawing/2014/main" id="{843A8B9A-8183-12DB-63CC-FC61091090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471" name="Graphic 1470" descr="Deciduous tree with solid fill">
                <a:extLst>
                  <a:ext uri="{FF2B5EF4-FFF2-40B4-BE49-F238E27FC236}">
                    <a16:creationId xmlns:a16="http://schemas.microsoft.com/office/drawing/2014/main" id="{C20A4B4F-16CD-B491-6433-EB07163766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815" y="2160326"/>
                <a:ext cx="209457" cy="196410"/>
              </a:xfrm>
              <a:prstGeom prst="rect">
                <a:avLst/>
              </a:prstGeom>
            </p:spPr>
          </p:pic>
          <p:pic>
            <p:nvPicPr>
              <p:cNvPr id="1473" name="Graphic 1472" descr="Deciduous tree with solid fill">
                <a:extLst>
                  <a:ext uri="{FF2B5EF4-FFF2-40B4-BE49-F238E27FC236}">
                    <a16:creationId xmlns:a16="http://schemas.microsoft.com/office/drawing/2014/main" id="{D09ABC4E-B3E5-813B-D3F4-6413C2B229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7189" y="2256185"/>
                <a:ext cx="209457" cy="196410"/>
              </a:xfrm>
              <a:prstGeom prst="rect">
                <a:avLst/>
              </a:prstGeom>
            </p:spPr>
          </p:pic>
          <p:pic>
            <p:nvPicPr>
              <p:cNvPr id="1475" name="Graphic 1474" descr="Deciduous tree with solid fill">
                <a:extLst>
                  <a:ext uri="{FF2B5EF4-FFF2-40B4-BE49-F238E27FC236}">
                    <a16:creationId xmlns:a16="http://schemas.microsoft.com/office/drawing/2014/main" id="{86FAF115-9C7D-559A-BE41-5ED7DA12A6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3391" y="2072287"/>
                <a:ext cx="209457" cy="196410"/>
              </a:xfrm>
              <a:prstGeom prst="rect">
                <a:avLst/>
              </a:prstGeom>
            </p:spPr>
          </p:pic>
          <p:pic>
            <p:nvPicPr>
              <p:cNvPr id="1477" name="Graphic 1476" descr="Deciduous tree with solid fill">
                <a:extLst>
                  <a:ext uri="{FF2B5EF4-FFF2-40B4-BE49-F238E27FC236}">
                    <a16:creationId xmlns:a16="http://schemas.microsoft.com/office/drawing/2014/main" id="{C623E875-1B7D-703A-028B-9D7795FEBA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54914" y="4168694"/>
                <a:ext cx="209457" cy="196410"/>
              </a:xfrm>
              <a:prstGeom prst="rect">
                <a:avLst/>
              </a:prstGeom>
            </p:spPr>
          </p:pic>
          <p:pic>
            <p:nvPicPr>
              <p:cNvPr id="1479" name="Graphic 1478" descr="Deciduous tree with solid fill">
                <a:extLst>
                  <a:ext uri="{FF2B5EF4-FFF2-40B4-BE49-F238E27FC236}">
                    <a16:creationId xmlns:a16="http://schemas.microsoft.com/office/drawing/2014/main" id="{206CA81E-1715-3C2C-F3A5-C312783400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8883" y="2379676"/>
                <a:ext cx="209457" cy="196410"/>
              </a:xfrm>
              <a:prstGeom prst="rect">
                <a:avLst/>
              </a:prstGeom>
            </p:spPr>
          </p:pic>
          <p:pic>
            <p:nvPicPr>
              <p:cNvPr id="1481" name="Graphic 1480" descr="Deciduous tree with solid fill">
                <a:extLst>
                  <a:ext uri="{FF2B5EF4-FFF2-40B4-BE49-F238E27FC236}">
                    <a16:creationId xmlns:a16="http://schemas.microsoft.com/office/drawing/2014/main" id="{0B61219B-EE3D-106C-B2F9-F165FABE29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577" y="2503167"/>
                <a:ext cx="209457" cy="196410"/>
              </a:xfrm>
              <a:prstGeom prst="rect">
                <a:avLst/>
              </a:prstGeom>
            </p:spPr>
          </p:pic>
          <p:pic>
            <p:nvPicPr>
              <p:cNvPr id="1483" name="Graphic 1482" descr="Deciduous tree with solid fill">
                <a:extLst>
                  <a:ext uri="{FF2B5EF4-FFF2-40B4-BE49-F238E27FC236}">
                    <a16:creationId xmlns:a16="http://schemas.microsoft.com/office/drawing/2014/main" id="{4B782DB2-B261-9374-2AEE-4007664859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3" y="2626658"/>
                <a:ext cx="209457" cy="196410"/>
              </a:xfrm>
              <a:prstGeom prst="rect">
                <a:avLst/>
              </a:prstGeom>
            </p:spPr>
          </p:pic>
          <p:pic>
            <p:nvPicPr>
              <p:cNvPr id="1485" name="Graphic 1484" descr="Deciduous tree with solid fill">
                <a:extLst>
                  <a:ext uri="{FF2B5EF4-FFF2-40B4-BE49-F238E27FC236}">
                    <a16:creationId xmlns:a16="http://schemas.microsoft.com/office/drawing/2014/main" id="{D3A6AAA1-D6E0-AEF3-E2FF-9B7C75D443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3967" y="2750149"/>
                <a:ext cx="209457" cy="196410"/>
              </a:xfrm>
              <a:prstGeom prst="rect">
                <a:avLst/>
              </a:prstGeom>
            </p:spPr>
          </p:pic>
          <p:pic>
            <p:nvPicPr>
              <p:cNvPr id="1487" name="Graphic 1486" descr="Deciduous tree with solid fill">
                <a:extLst>
                  <a:ext uri="{FF2B5EF4-FFF2-40B4-BE49-F238E27FC236}">
                    <a16:creationId xmlns:a16="http://schemas.microsoft.com/office/drawing/2014/main" id="{0E111076-2D59-EA4D-974B-9CCD6FC463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661" y="2873640"/>
                <a:ext cx="209457" cy="196410"/>
              </a:xfrm>
              <a:prstGeom prst="rect">
                <a:avLst/>
              </a:prstGeom>
            </p:spPr>
          </p:pic>
          <p:pic>
            <p:nvPicPr>
              <p:cNvPr id="1489" name="Graphic 1488" descr="Deciduous tree with solid fill">
                <a:extLst>
                  <a:ext uri="{FF2B5EF4-FFF2-40B4-BE49-F238E27FC236}">
                    <a16:creationId xmlns:a16="http://schemas.microsoft.com/office/drawing/2014/main" id="{0181E9EB-B91F-3860-C92D-118B856F47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356" y="2997130"/>
                <a:ext cx="209457" cy="196410"/>
              </a:xfrm>
              <a:prstGeom prst="rect">
                <a:avLst/>
              </a:prstGeom>
            </p:spPr>
          </p:pic>
          <p:pic>
            <p:nvPicPr>
              <p:cNvPr id="1491" name="Graphic 1490" descr="Deciduous tree with solid fill">
                <a:extLst>
                  <a:ext uri="{FF2B5EF4-FFF2-40B4-BE49-F238E27FC236}">
                    <a16:creationId xmlns:a16="http://schemas.microsoft.com/office/drawing/2014/main" id="{E2E234F6-C96E-5D93-8D72-CBCC522135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050" y="3120622"/>
                <a:ext cx="209457" cy="196410"/>
              </a:xfrm>
              <a:prstGeom prst="rect">
                <a:avLst/>
              </a:prstGeom>
            </p:spPr>
          </p:pic>
          <p:pic>
            <p:nvPicPr>
              <p:cNvPr id="1493" name="Graphic 1492" descr="Deciduous tree with solid fill">
                <a:extLst>
                  <a:ext uri="{FF2B5EF4-FFF2-40B4-BE49-F238E27FC236}">
                    <a16:creationId xmlns:a16="http://schemas.microsoft.com/office/drawing/2014/main" id="{B9F7E1DF-D161-9DE6-998A-3E95FE0AA6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0745" y="3244113"/>
                <a:ext cx="209457" cy="196410"/>
              </a:xfrm>
              <a:prstGeom prst="rect">
                <a:avLst/>
              </a:prstGeom>
            </p:spPr>
          </p:pic>
          <p:pic>
            <p:nvPicPr>
              <p:cNvPr id="1495" name="Graphic 1494" descr="Deciduous tree with solid fill">
                <a:extLst>
                  <a:ext uri="{FF2B5EF4-FFF2-40B4-BE49-F238E27FC236}">
                    <a16:creationId xmlns:a16="http://schemas.microsoft.com/office/drawing/2014/main" id="{FE2EEC73-BBCC-5D86-154E-2D21CC7097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440" y="3367604"/>
                <a:ext cx="209457" cy="196410"/>
              </a:xfrm>
              <a:prstGeom prst="rect">
                <a:avLst/>
              </a:prstGeom>
            </p:spPr>
          </p:pic>
          <p:pic>
            <p:nvPicPr>
              <p:cNvPr id="1497" name="Graphic 1496" descr="Deciduous tree with solid fill">
                <a:extLst>
                  <a:ext uri="{FF2B5EF4-FFF2-40B4-BE49-F238E27FC236}">
                    <a16:creationId xmlns:a16="http://schemas.microsoft.com/office/drawing/2014/main" id="{F78F156C-1EA4-7807-EE4D-9001F5826F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134" y="3491095"/>
                <a:ext cx="209457" cy="196410"/>
              </a:xfrm>
              <a:prstGeom prst="rect">
                <a:avLst/>
              </a:prstGeom>
            </p:spPr>
          </p:pic>
          <p:pic>
            <p:nvPicPr>
              <p:cNvPr id="1499" name="Graphic 1498" descr="Deciduous tree with solid fill">
                <a:extLst>
                  <a:ext uri="{FF2B5EF4-FFF2-40B4-BE49-F238E27FC236}">
                    <a16:creationId xmlns:a16="http://schemas.microsoft.com/office/drawing/2014/main" id="{7F2C0240-CE9B-3832-04F5-C11E51F8EF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5828" y="3614585"/>
                <a:ext cx="209457" cy="196410"/>
              </a:xfrm>
              <a:prstGeom prst="rect">
                <a:avLst/>
              </a:prstGeom>
            </p:spPr>
          </p:pic>
          <p:pic>
            <p:nvPicPr>
              <p:cNvPr id="1501" name="Graphic 1500" descr="Deciduous tree with solid fill">
                <a:extLst>
                  <a:ext uri="{FF2B5EF4-FFF2-40B4-BE49-F238E27FC236}">
                    <a16:creationId xmlns:a16="http://schemas.microsoft.com/office/drawing/2014/main" id="{7C991ED5-7130-5CDF-A7AB-15D387F6DD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523" y="3738076"/>
                <a:ext cx="209457" cy="196410"/>
              </a:xfrm>
              <a:prstGeom prst="rect">
                <a:avLst/>
              </a:prstGeom>
            </p:spPr>
          </p:pic>
          <p:pic>
            <p:nvPicPr>
              <p:cNvPr id="1503" name="Graphic 1502" descr="Deciduous tree with solid fill">
                <a:extLst>
                  <a:ext uri="{FF2B5EF4-FFF2-40B4-BE49-F238E27FC236}">
                    <a16:creationId xmlns:a16="http://schemas.microsoft.com/office/drawing/2014/main" id="{68D482EE-3EB0-14B8-0635-B5B9F235B1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89217" y="3861567"/>
                <a:ext cx="209457" cy="196410"/>
              </a:xfrm>
              <a:prstGeom prst="rect">
                <a:avLst/>
              </a:prstGeom>
            </p:spPr>
          </p:pic>
          <p:pic>
            <p:nvPicPr>
              <p:cNvPr id="1505" name="Graphic 1504" descr="Deciduous tree with solid fill">
                <a:extLst>
                  <a:ext uri="{FF2B5EF4-FFF2-40B4-BE49-F238E27FC236}">
                    <a16:creationId xmlns:a16="http://schemas.microsoft.com/office/drawing/2014/main" id="{FC88CEB1-B8EC-10FF-1D46-CACB96C36B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4509" y="2283816"/>
                <a:ext cx="209457" cy="196410"/>
              </a:xfrm>
              <a:prstGeom prst="rect">
                <a:avLst/>
              </a:prstGeom>
            </p:spPr>
          </p:pic>
          <p:pic>
            <p:nvPicPr>
              <p:cNvPr id="1507" name="Graphic 1506" descr="Deciduous tree with solid fill">
                <a:extLst>
                  <a:ext uri="{FF2B5EF4-FFF2-40B4-BE49-F238E27FC236}">
                    <a16:creationId xmlns:a16="http://schemas.microsoft.com/office/drawing/2014/main" id="{2F3D00AE-500A-F228-D35E-E25C96A739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6204" y="2407307"/>
                <a:ext cx="209457" cy="196410"/>
              </a:xfrm>
              <a:prstGeom prst="rect">
                <a:avLst/>
              </a:prstGeom>
            </p:spPr>
          </p:pic>
          <p:pic>
            <p:nvPicPr>
              <p:cNvPr id="1509" name="Graphic 1508" descr="Deciduous tree with solid fill">
                <a:extLst>
                  <a:ext uri="{FF2B5EF4-FFF2-40B4-BE49-F238E27FC236}">
                    <a16:creationId xmlns:a16="http://schemas.microsoft.com/office/drawing/2014/main" id="{E641D3CF-7DBF-C7C5-3ADD-7B4AA3AE66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899" y="2530799"/>
                <a:ext cx="209457" cy="196410"/>
              </a:xfrm>
              <a:prstGeom prst="rect">
                <a:avLst/>
              </a:prstGeom>
            </p:spPr>
          </p:pic>
          <p:pic>
            <p:nvPicPr>
              <p:cNvPr id="1511" name="Graphic 1510" descr="Deciduous tree with solid fill">
                <a:extLst>
                  <a:ext uri="{FF2B5EF4-FFF2-40B4-BE49-F238E27FC236}">
                    <a16:creationId xmlns:a16="http://schemas.microsoft.com/office/drawing/2014/main" id="{C8F2D335-DA27-AFB4-DFB9-2415BF9E2A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593" y="2654290"/>
                <a:ext cx="209457" cy="196410"/>
              </a:xfrm>
              <a:prstGeom prst="rect">
                <a:avLst/>
              </a:prstGeom>
            </p:spPr>
          </p:pic>
          <p:pic>
            <p:nvPicPr>
              <p:cNvPr id="1513" name="Graphic 1512" descr="Deciduous tree with solid fill">
                <a:extLst>
                  <a:ext uri="{FF2B5EF4-FFF2-40B4-BE49-F238E27FC236}">
                    <a16:creationId xmlns:a16="http://schemas.microsoft.com/office/drawing/2014/main" id="{6FC86572-72FE-5522-5564-432259FFE7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287" y="2777781"/>
                <a:ext cx="209457" cy="196410"/>
              </a:xfrm>
              <a:prstGeom prst="rect">
                <a:avLst/>
              </a:prstGeom>
            </p:spPr>
          </p:pic>
          <p:pic>
            <p:nvPicPr>
              <p:cNvPr id="1515" name="Graphic 1514" descr="Deciduous tree with solid fill">
                <a:extLst>
                  <a:ext uri="{FF2B5EF4-FFF2-40B4-BE49-F238E27FC236}">
                    <a16:creationId xmlns:a16="http://schemas.microsoft.com/office/drawing/2014/main" id="{A5665D7A-1E91-3C78-A39F-4C256E9037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2982" y="2901271"/>
                <a:ext cx="209457" cy="196410"/>
              </a:xfrm>
              <a:prstGeom prst="rect">
                <a:avLst/>
              </a:prstGeom>
            </p:spPr>
          </p:pic>
          <p:pic>
            <p:nvPicPr>
              <p:cNvPr id="1517" name="Graphic 1516" descr="Deciduous tree with solid fill">
                <a:extLst>
                  <a:ext uri="{FF2B5EF4-FFF2-40B4-BE49-F238E27FC236}">
                    <a16:creationId xmlns:a16="http://schemas.microsoft.com/office/drawing/2014/main" id="{A2DC73A3-0EDE-F230-0EFB-97AC32B706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677" y="3024762"/>
                <a:ext cx="209457" cy="196410"/>
              </a:xfrm>
              <a:prstGeom prst="rect">
                <a:avLst/>
              </a:prstGeom>
            </p:spPr>
          </p:pic>
          <p:pic>
            <p:nvPicPr>
              <p:cNvPr id="1519" name="Graphic 1518" descr="Deciduous tree with solid fill">
                <a:extLst>
                  <a:ext uri="{FF2B5EF4-FFF2-40B4-BE49-F238E27FC236}">
                    <a16:creationId xmlns:a16="http://schemas.microsoft.com/office/drawing/2014/main" id="{11646584-9E5B-E25F-0B7F-5717D29687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371" y="3148253"/>
                <a:ext cx="209457" cy="196410"/>
              </a:xfrm>
              <a:prstGeom prst="rect">
                <a:avLst/>
              </a:prstGeom>
            </p:spPr>
          </p:pic>
          <p:pic>
            <p:nvPicPr>
              <p:cNvPr id="1521" name="Graphic 1520" descr="Deciduous tree with solid fill">
                <a:extLst>
                  <a:ext uri="{FF2B5EF4-FFF2-40B4-BE49-F238E27FC236}">
                    <a16:creationId xmlns:a16="http://schemas.microsoft.com/office/drawing/2014/main" id="{7BC23BA5-28E7-C1F4-E2B1-103B7AFE34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066" y="3271744"/>
                <a:ext cx="209457" cy="196410"/>
              </a:xfrm>
              <a:prstGeom prst="rect">
                <a:avLst/>
              </a:prstGeom>
            </p:spPr>
          </p:pic>
          <p:pic>
            <p:nvPicPr>
              <p:cNvPr id="1523" name="Graphic 1522" descr="Deciduous tree with solid fill">
                <a:extLst>
                  <a:ext uri="{FF2B5EF4-FFF2-40B4-BE49-F238E27FC236}">
                    <a16:creationId xmlns:a16="http://schemas.microsoft.com/office/drawing/2014/main" id="{991BF619-C4DC-66B0-4576-BED428B06A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9760" y="3395235"/>
                <a:ext cx="209457" cy="196410"/>
              </a:xfrm>
              <a:prstGeom prst="rect">
                <a:avLst/>
              </a:prstGeom>
            </p:spPr>
          </p:pic>
          <p:pic>
            <p:nvPicPr>
              <p:cNvPr id="1525" name="Graphic 1524" descr="Deciduous tree with solid fill">
                <a:extLst>
                  <a:ext uri="{FF2B5EF4-FFF2-40B4-BE49-F238E27FC236}">
                    <a16:creationId xmlns:a16="http://schemas.microsoft.com/office/drawing/2014/main" id="{54AA3E82-70B3-01A5-92D6-5B319CB64A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454" y="3518726"/>
                <a:ext cx="209457" cy="196410"/>
              </a:xfrm>
              <a:prstGeom prst="rect">
                <a:avLst/>
              </a:prstGeom>
            </p:spPr>
          </p:pic>
          <p:pic>
            <p:nvPicPr>
              <p:cNvPr id="1527" name="Graphic 1526" descr="Deciduous tree with solid fill">
                <a:extLst>
                  <a:ext uri="{FF2B5EF4-FFF2-40B4-BE49-F238E27FC236}">
                    <a16:creationId xmlns:a16="http://schemas.microsoft.com/office/drawing/2014/main" id="{2DA102D3-C066-6153-82DD-2F4211D6AC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149" y="3642217"/>
                <a:ext cx="209457" cy="196410"/>
              </a:xfrm>
              <a:prstGeom prst="rect">
                <a:avLst/>
              </a:prstGeom>
            </p:spPr>
          </p:pic>
          <p:pic>
            <p:nvPicPr>
              <p:cNvPr id="1529" name="Graphic 1528" descr="Deciduous tree with solid fill">
                <a:extLst>
                  <a:ext uri="{FF2B5EF4-FFF2-40B4-BE49-F238E27FC236}">
                    <a16:creationId xmlns:a16="http://schemas.microsoft.com/office/drawing/2014/main" id="{9B97C9F4-7C3B-9974-7635-2F9B15F79C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74844" y="3765708"/>
                <a:ext cx="209457" cy="196410"/>
              </a:xfrm>
              <a:prstGeom prst="rect">
                <a:avLst/>
              </a:prstGeom>
            </p:spPr>
          </p:pic>
          <p:pic>
            <p:nvPicPr>
              <p:cNvPr id="1531" name="Graphic 1530" descr="Deciduous tree with solid fill">
                <a:extLst>
                  <a:ext uri="{FF2B5EF4-FFF2-40B4-BE49-F238E27FC236}">
                    <a16:creationId xmlns:a16="http://schemas.microsoft.com/office/drawing/2014/main" id="{170FB902-9668-49AD-2798-A0E035C033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5086" y="2195778"/>
                <a:ext cx="209457" cy="196410"/>
              </a:xfrm>
              <a:prstGeom prst="rect">
                <a:avLst/>
              </a:prstGeom>
            </p:spPr>
          </p:pic>
          <p:pic>
            <p:nvPicPr>
              <p:cNvPr id="1533" name="Graphic 1532" descr="Deciduous tree with solid fill">
                <a:extLst>
                  <a:ext uri="{FF2B5EF4-FFF2-40B4-BE49-F238E27FC236}">
                    <a16:creationId xmlns:a16="http://schemas.microsoft.com/office/drawing/2014/main" id="{2F0F9A05-DDA8-C27E-2A83-04263F95C8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6780" y="2319269"/>
                <a:ext cx="209457" cy="196410"/>
              </a:xfrm>
              <a:prstGeom prst="rect">
                <a:avLst/>
              </a:prstGeom>
            </p:spPr>
          </p:pic>
          <p:pic>
            <p:nvPicPr>
              <p:cNvPr id="1535" name="Graphic 1534" descr="Deciduous tree with solid fill">
                <a:extLst>
                  <a:ext uri="{FF2B5EF4-FFF2-40B4-BE49-F238E27FC236}">
                    <a16:creationId xmlns:a16="http://schemas.microsoft.com/office/drawing/2014/main" id="{E310CDFD-971C-38B9-C179-1DE3CBF78D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8475" y="2442760"/>
                <a:ext cx="209457" cy="196410"/>
              </a:xfrm>
              <a:prstGeom prst="rect">
                <a:avLst/>
              </a:prstGeom>
            </p:spPr>
          </p:pic>
          <p:pic>
            <p:nvPicPr>
              <p:cNvPr id="1537" name="Graphic 1536" descr="Deciduous tree with solid fill">
                <a:extLst>
                  <a:ext uri="{FF2B5EF4-FFF2-40B4-BE49-F238E27FC236}">
                    <a16:creationId xmlns:a16="http://schemas.microsoft.com/office/drawing/2014/main" id="{BCE39439-DDC3-1BAE-FC27-EB8AFDB331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170" y="2566251"/>
                <a:ext cx="209457" cy="196410"/>
              </a:xfrm>
              <a:prstGeom prst="rect">
                <a:avLst/>
              </a:prstGeom>
            </p:spPr>
          </p:pic>
          <p:pic>
            <p:nvPicPr>
              <p:cNvPr id="1539" name="Graphic 1538" descr="Deciduous tree with solid fill">
                <a:extLst>
                  <a:ext uri="{FF2B5EF4-FFF2-40B4-BE49-F238E27FC236}">
                    <a16:creationId xmlns:a16="http://schemas.microsoft.com/office/drawing/2014/main" id="{FDFF47C9-9875-8258-3455-BA6B8FE134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1864" y="2689742"/>
                <a:ext cx="209457" cy="196410"/>
              </a:xfrm>
              <a:prstGeom prst="rect">
                <a:avLst/>
              </a:prstGeom>
            </p:spPr>
          </p:pic>
          <p:pic>
            <p:nvPicPr>
              <p:cNvPr id="1541" name="Graphic 1540" descr="Deciduous tree with solid fill">
                <a:extLst>
                  <a:ext uri="{FF2B5EF4-FFF2-40B4-BE49-F238E27FC236}">
                    <a16:creationId xmlns:a16="http://schemas.microsoft.com/office/drawing/2014/main" id="{00C33818-8794-6AC3-53EB-7DED70052B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558" y="2813233"/>
                <a:ext cx="209457" cy="196410"/>
              </a:xfrm>
              <a:prstGeom prst="rect">
                <a:avLst/>
              </a:prstGeom>
            </p:spPr>
          </p:pic>
          <p:pic>
            <p:nvPicPr>
              <p:cNvPr id="1543" name="Graphic 1542" descr="Deciduous tree with solid fill">
                <a:extLst>
                  <a:ext uri="{FF2B5EF4-FFF2-40B4-BE49-F238E27FC236}">
                    <a16:creationId xmlns:a16="http://schemas.microsoft.com/office/drawing/2014/main" id="{AB356816-C61E-6AD4-E079-9FF589A359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253" y="2936724"/>
                <a:ext cx="209457" cy="196410"/>
              </a:xfrm>
              <a:prstGeom prst="rect">
                <a:avLst/>
              </a:prstGeom>
            </p:spPr>
          </p:pic>
          <p:pic>
            <p:nvPicPr>
              <p:cNvPr id="1545" name="Graphic 1544" descr="Deciduous tree with solid fill">
                <a:extLst>
                  <a:ext uri="{FF2B5EF4-FFF2-40B4-BE49-F238E27FC236}">
                    <a16:creationId xmlns:a16="http://schemas.microsoft.com/office/drawing/2014/main" id="{2686D6AF-E581-88DB-5BD1-8668DD3283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947" y="3060215"/>
                <a:ext cx="209457" cy="196410"/>
              </a:xfrm>
              <a:prstGeom prst="rect">
                <a:avLst/>
              </a:prstGeom>
            </p:spPr>
          </p:pic>
          <p:pic>
            <p:nvPicPr>
              <p:cNvPr id="1547" name="Graphic 1546" descr="Deciduous tree with solid fill">
                <a:extLst>
                  <a:ext uri="{FF2B5EF4-FFF2-40B4-BE49-F238E27FC236}">
                    <a16:creationId xmlns:a16="http://schemas.microsoft.com/office/drawing/2014/main" id="{E99888D8-4214-1C78-7284-324E508EFE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642" y="3183706"/>
                <a:ext cx="209457" cy="196410"/>
              </a:xfrm>
              <a:prstGeom prst="rect">
                <a:avLst/>
              </a:prstGeom>
            </p:spPr>
          </p:pic>
          <p:pic>
            <p:nvPicPr>
              <p:cNvPr id="1549" name="Graphic 1548" descr="Deciduous tree with solid fill">
                <a:extLst>
                  <a:ext uri="{FF2B5EF4-FFF2-40B4-BE49-F238E27FC236}">
                    <a16:creationId xmlns:a16="http://schemas.microsoft.com/office/drawing/2014/main" id="{2F7E7154-6CA1-B6DF-72EC-4D415ABB8B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337" y="3307196"/>
                <a:ext cx="209457" cy="196410"/>
              </a:xfrm>
              <a:prstGeom prst="rect">
                <a:avLst/>
              </a:prstGeom>
            </p:spPr>
          </p:pic>
          <p:pic>
            <p:nvPicPr>
              <p:cNvPr id="1551" name="Graphic 1550" descr="Deciduous tree with solid fill">
                <a:extLst>
                  <a:ext uri="{FF2B5EF4-FFF2-40B4-BE49-F238E27FC236}">
                    <a16:creationId xmlns:a16="http://schemas.microsoft.com/office/drawing/2014/main" id="{B8B31306-EA2B-E588-38E3-B9DDA51935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031" y="3430687"/>
                <a:ext cx="209457" cy="196410"/>
              </a:xfrm>
              <a:prstGeom prst="rect">
                <a:avLst/>
              </a:prstGeom>
            </p:spPr>
          </p:pic>
          <p:pic>
            <p:nvPicPr>
              <p:cNvPr id="1553" name="Graphic 1552" descr="Deciduous tree with solid fill">
                <a:extLst>
                  <a:ext uri="{FF2B5EF4-FFF2-40B4-BE49-F238E27FC236}">
                    <a16:creationId xmlns:a16="http://schemas.microsoft.com/office/drawing/2014/main" id="{16AE5D2B-A378-2921-1C22-F45A5A52B2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3726" y="3554178"/>
                <a:ext cx="209457" cy="196410"/>
              </a:xfrm>
              <a:prstGeom prst="rect">
                <a:avLst/>
              </a:prstGeom>
            </p:spPr>
          </p:pic>
          <p:pic>
            <p:nvPicPr>
              <p:cNvPr id="1555" name="Graphic 1554" descr="Deciduous tree with solid fill">
                <a:extLst>
                  <a:ext uri="{FF2B5EF4-FFF2-40B4-BE49-F238E27FC236}">
                    <a16:creationId xmlns:a16="http://schemas.microsoft.com/office/drawing/2014/main" id="{A826EFA9-6F3C-68B9-7F95-8C67B3315F6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45420" y="3677670"/>
                <a:ext cx="209457" cy="196410"/>
              </a:xfrm>
              <a:prstGeom prst="rect">
                <a:avLst/>
              </a:prstGeom>
            </p:spPr>
          </p:pic>
          <p:pic>
            <p:nvPicPr>
              <p:cNvPr id="3277" name="Graphic 3276" descr="Deciduous tree with solid fill">
                <a:extLst>
                  <a:ext uri="{FF2B5EF4-FFF2-40B4-BE49-F238E27FC236}">
                    <a16:creationId xmlns:a16="http://schemas.microsoft.com/office/drawing/2014/main" id="{F221ECD0-0412-CE9F-43F6-40D280A32B6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33015" y="4082967"/>
                <a:ext cx="209457" cy="196410"/>
              </a:xfrm>
              <a:prstGeom prst="rect">
                <a:avLst/>
              </a:prstGeom>
            </p:spPr>
          </p:pic>
          <p:pic>
            <p:nvPicPr>
              <p:cNvPr id="3279" name="Graphic 3278" descr="Deciduous tree with solid fill">
                <a:extLst>
                  <a:ext uri="{FF2B5EF4-FFF2-40B4-BE49-F238E27FC236}">
                    <a16:creationId xmlns:a16="http://schemas.microsoft.com/office/drawing/2014/main" id="{A3D861DC-F166-D937-BF4C-C0093FEE35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901" y="1867438"/>
                <a:ext cx="209457" cy="196410"/>
              </a:xfrm>
              <a:prstGeom prst="rect">
                <a:avLst/>
              </a:prstGeom>
            </p:spPr>
          </p:pic>
          <p:pic>
            <p:nvPicPr>
              <p:cNvPr id="3281" name="Graphic 3280" descr="Deciduous tree with solid fill">
                <a:extLst>
                  <a:ext uri="{FF2B5EF4-FFF2-40B4-BE49-F238E27FC236}">
                    <a16:creationId xmlns:a16="http://schemas.microsoft.com/office/drawing/2014/main" id="{CD2ECE8E-5A53-FBEA-5BF7-3B0075A9D5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4274" y="1963297"/>
                <a:ext cx="209457" cy="196410"/>
              </a:xfrm>
              <a:prstGeom prst="rect">
                <a:avLst/>
              </a:prstGeom>
            </p:spPr>
          </p:pic>
          <p:pic>
            <p:nvPicPr>
              <p:cNvPr id="3283" name="Graphic 3282" descr="Deciduous tree with solid fill">
                <a:extLst>
                  <a:ext uri="{FF2B5EF4-FFF2-40B4-BE49-F238E27FC236}">
                    <a16:creationId xmlns:a16="http://schemas.microsoft.com/office/drawing/2014/main" id="{C42278A1-B080-513B-B6B8-3FB93C14EE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477" y="1779399"/>
                <a:ext cx="209457" cy="196410"/>
              </a:xfrm>
              <a:prstGeom prst="rect">
                <a:avLst/>
              </a:prstGeom>
            </p:spPr>
          </p:pic>
          <p:pic>
            <p:nvPicPr>
              <p:cNvPr id="3285" name="Graphic 3284" descr="Deciduous tree with solid fill">
                <a:extLst>
                  <a:ext uri="{FF2B5EF4-FFF2-40B4-BE49-F238E27FC236}">
                    <a16:creationId xmlns:a16="http://schemas.microsoft.com/office/drawing/2014/main" id="{94B278B6-958E-D64E-BCC9-467EF23356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69" y="2086788"/>
                <a:ext cx="209457" cy="196410"/>
              </a:xfrm>
              <a:prstGeom prst="rect">
                <a:avLst/>
              </a:prstGeom>
            </p:spPr>
          </p:pic>
          <p:pic>
            <p:nvPicPr>
              <p:cNvPr id="3287" name="Graphic 3286" descr="Deciduous tree with solid fill">
                <a:extLst>
                  <a:ext uri="{FF2B5EF4-FFF2-40B4-BE49-F238E27FC236}">
                    <a16:creationId xmlns:a16="http://schemas.microsoft.com/office/drawing/2014/main" id="{E5D9F2EE-082B-EABC-9900-AFC5D27C00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289" name="Graphic 3288" descr="Deciduous tree with solid fill">
                <a:extLst>
                  <a:ext uri="{FF2B5EF4-FFF2-40B4-BE49-F238E27FC236}">
                    <a16:creationId xmlns:a16="http://schemas.microsoft.com/office/drawing/2014/main" id="{25B49A66-C4CD-8210-77C4-081D7F97EE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291" name="Graphic 3290" descr="Deciduous tree with solid fill">
                <a:extLst>
                  <a:ext uri="{FF2B5EF4-FFF2-40B4-BE49-F238E27FC236}">
                    <a16:creationId xmlns:a16="http://schemas.microsoft.com/office/drawing/2014/main" id="{0DC4CAA2-8BCB-5792-D808-6811BBA37C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293" name="Graphic 3292" descr="Deciduous tree with solid fill">
                <a:extLst>
                  <a:ext uri="{FF2B5EF4-FFF2-40B4-BE49-F238E27FC236}">
                    <a16:creationId xmlns:a16="http://schemas.microsoft.com/office/drawing/2014/main" id="{0E5D1FAF-54BD-84D8-E8D8-87033EB532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295" name="Graphic 3294" descr="Deciduous tree with solid fill">
                <a:extLst>
                  <a:ext uri="{FF2B5EF4-FFF2-40B4-BE49-F238E27FC236}">
                    <a16:creationId xmlns:a16="http://schemas.microsoft.com/office/drawing/2014/main" id="{5DABE8F8-6AD0-798D-432F-A4A91BFF56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297" name="Graphic 3296" descr="Deciduous tree with solid fill">
                <a:extLst>
                  <a:ext uri="{FF2B5EF4-FFF2-40B4-BE49-F238E27FC236}">
                    <a16:creationId xmlns:a16="http://schemas.microsoft.com/office/drawing/2014/main" id="{DA3D09C8-94C1-B242-0B60-2038488DDA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299" name="Graphic 3298" descr="Deciduous tree with solid fill">
                <a:extLst>
                  <a:ext uri="{FF2B5EF4-FFF2-40B4-BE49-F238E27FC236}">
                    <a16:creationId xmlns:a16="http://schemas.microsoft.com/office/drawing/2014/main" id="{22EDFAD3-3FF5-EB77-D599-5AC9B8BCF5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301" name="Graphic 3300" descr="Deciduous tree with solid fill">
                <a:extLst>
                  <a:ext uri="{FF2B5EF4-FFF2-40B4-BE49-F238E27FC236}">
                    <a16:creationId xmlns:a16="http://schemas.microsoft.com/office/drawing/2014/main" id="{4CB4B763-9BCA-B02F-93E0-2DCC0C83DA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303" name="Graphic 3302" descr="Deciduous tree with solid fill">
                <a:extLst>
                  <a:ext uri="{FF2B5EF4-FFF2-40B4-BE49-F238E27FC236}">
                    <a16:creationId xmlns:a16="http://schemas.microsoft.com/office/drawing/2014/main" id="{0B13F479-BA40-7F47-8E07-FF2E4202E0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305" name="Graphic 3304" descr="Deciduous tree with solid fill">
                <a:extLst>
                  <a:ext uri="{FF2B5EF4-FFF2-40B4-BE49-F238E27FC236}">
                    <a16:creationId xmlns:a16="http://schemas.microsoft.com/office/drawing/2014/main" id="{5F7D4481-0D1A-32A5-C0FC-761B9C9976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307" name="Graphic 3306" descr="Deciduous tree with solid fill">
                <a:extLst>
                  <a:ext uri="{FF2B5EF4-FFF2-40B4-BE49-F238E27FC236}">
                    <a16:creationId xmlns:a16="http://schemas.microsoft.com/office/drawing/2014/main" id="{2A2CEA12-4878-0853-0E78-CFDF516C33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309" name="Graphic 3308" descr="Deciduous tree with solid fill">
                <a:extLst>
                  <a:ext uri="{FF2B5EF4-FFF2-40B4-BE49-F238E27FC236}">
                    <a16:creationId xmlns:a16="http://schemas.microsoft.com/office/drawing/2014/main" id="{30174975-8AAC-821B-4200-73043A80AA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596" y="1990929"/>
                <a:ext cx="209457" cy="196410"/>
              </a:xfrm>
              <a:prstGeom prst="rect">
                <a:avLst/>
              </a:prstGeom>
            </p:spPr>
          </p:pic>
          <p:pic>
            <p:nvPicPr>
              <p:cNvPr id="3311" name="Graphic 3310" descr="Deciduous tree with solid fill">
                <a:extLst>
                  <a:ext uri="{FF2B5EF4-FFF2-40B4-BE49-F238E27FC236}">
                    <a16:creationId xmlns:a16="http://schemas.microsoft.com/office/drawing/2014/main" id="{A17A7DAF-78D9-3B20-8B6F-D565B71DC2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313" name="Graphic 3312" descr="Deciduous tree with solid fill">
                <a:extLst>
                  <a:ext uri="{FF2B5EF4-FFF2-40B4-BE49-F238E27FC236}">
                    <a16:creationId xmlns:a16="http://schemas.microsoft.com/office/drawing/2014/main" id="{5754268F-C178-E6EA-991A-00111478B2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315" name="Graphic 3314" descr="Deciduous tree with solid fill">
                <a:extLst>
                  <a:ext uri="{FF2B5EF4-FFF2-40B4-BE49-F238E27FC236}">
                    <a16:creationId xmlns:a16="http://schemas.microsoft.com/office/drawing/2014/main" id="{4E4959EF-5817-7C7C-ECA5-B9D0986D1B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317" name="Graphic 3316" descr="Deciduous tree with solid fill">
                <a:extLst>
                  <a:ext uri="{FF2B5EF4-FFF2-40B4-BE49-F238E27FC236}">
                    <a16:creationId xmlns:a16="http://schemas.microsoft.com/office/drawing/2014/main" id="{A6D58EF1-A270-AEC0-57A3-B4E0E6F9D7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319" name="Graphic 3318" descr="Deciduous tree with solid fill">
                <a:extLst>
                  <a:ext uri="{FF2B5EF4-FFF2-40B4-BE49-F238E27FC236}">
                    <a16:creationId xmlns:a16="http://schemas.microsoft.com/office/drawing/2014/main" id="{FC8565FB-A254-7612-5F57-7360409105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321" name="Graphic 3320" descr="Deciduous tree with solid fill">
                <a:extLst>
                  <a:ext uri="{FF2B5EF4-FFF2-40B4-BE49-F238E27FC236}">
                    <a16:creationId xmlns:a16="http://schemas.microsoft.com/office/drawing/2014/main" id="{9309E73B-B735-B71B-95A1-610DC9EE1E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323" name="Graphic 3322" descr="Deciduous tree with solid fill">
                <a:extLst>
                  <a:ext uri="{FF2B5EF4-FFF2-40B4-BE49-F238E27FC236}">
                    <a16:creationId xmlns:a16="http://schemas.microsoft.com/office/drawing/2014/main" id="{EE0CB5AE-8976-9F69-DBC5-02B785954D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325" name="Graphic 3324" descr="Deciduous tree with solid fill">
                <a:extLst>
                  <a:ext uri="{FF2B5EF4-FFF2-40B4-BE49-F238E27FC236}">
                    <a16:creationId xmlns:a16="http://schemas.microsoft.com/office/drawing/2014/main" id="{9014A698-320A-7C59-61FB-709F19E5FF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327" name="Graphic 3326" descr="Deciduous tree with solid fill">
                <a:extLst>
                  <a:ext uri="{FF2B5EF4-FFF2-40B4-BE49-F238E27FC236}">
                    <a16:creationId xmlns:a16="http://schemas.microsoft.com/office/drawing/2014/main" id="{8296DE02-A969-A1F5-4311-F77BE44686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329" name="Graphic 3328" descr="Deciduous tree with solid fill">
                <a:extLst>
                  <a:ext uri="{FF2B5EF4-FFF2-40B4-BE49-F238E27FC236}">
                    <a16:creationId xmlns:a16="http://schemas.microsoft.com/office/drawing/2014/main" id="{0217B68D-41D0-72A1-AE94-8E4A9ABC4A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331" name="Graphic 3330" descr="Deciduous tree with solid fill">
                <a:extLst>
                  <a:ext uri="{FF2B5EF4-FFF2-40B4-BE49-F238E27FC236}">
                    <a16:creationId xmlns:a16="http://schemas.microsoft.com/office/drawing/2014/main" id="{11F6F61E-3DAA-40C7-C6C0-DD48397768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333" name="Graphic 3332" descr="Deciduous tree with solid fill">
                <a:extLst>
                  <a:ext uri="{FF2B5EF4-FFF2-40B4-BE49-F238E27FC236}">
                    <a16:creationId xmlns:a16="http://schemas.microsoft.com/office/drawing/2014/main" id="{36697084-B345-55C7-EF22-C55160623E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1" y="1902890"/>
                <a:ext cx="209457" cy="196410"/>
              </a:xfrm>
              <a:prstGeom prst="rect">
                <a:avLst/>
              </a:prstGeom>
            </p:spPr>
          </p:pic>
          <p:pic>
            <p:nvPicPr>
              <p:cNvPr id="3335" name="Graphic 3334" descr="Deciduous tree with solid fill">
                <a:extLst>
                  <a:ext uri="{FF2B5EF4-FFF2-40B4-BE49-F238E27FC236}">
                    <a16:creationId xmlns:a16="http://schemas.microsoft.com/office/drawing/2014/main" id="{6C957CDA-75A8-99D8-538A-982F2E6FFC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337" name="Graphic 3336" descr="Deciduous tree with solid fill">
                <a:extLst>
                  <a:ext uri="{FF2B5EF4-FFF2-40B4-BE49-F238E27FC236}">
                    <a16:creationId xmlns:a16="http://schemas.microsoft.com/office/drawing/2014/main" id="{1EDDC9B9-FBCC-6310-92F5-AFA2768C71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339" name="Graphic 3338" descr="Deciduous tree with solid fill">
                <a:extLst>
                  <a:ext uri="{FF2B5EF4-FFF2-40B4-BE49-F238E27FC236}">
                    <a16:creationId xmlns:a16="http://schemas.microsoft.com/office/drawing/2014/main" id="{55CD2354-85C6-A0CF-53EE-2A30C15D26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341" name="Graphic 3340" descr="Deciduous tree with solid fill">
                <a:extLst>
                  <a:ext uri="{FF2B5EF4-FFF2-40B4-BE49-F238E27FC236}">
                    <a16:creationId xmlns:a16="http://schemas.microsoft.com/office/drawing/2014/main" id="{CCCB0076-1504-B3CF-84E3-97398CE4F7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343" name="Graphic 3342" descr="Deciduous tree with solid fill">
                <a:extLst>
                  <a:ext uri="{FF2B5EF4-FFF2-40B4-BE49-F238E27FC236}">
                    <a16:creationId xmlns:a16="http://schemas.microsoft.com/office/drawing/2014/main" id="{83AA9DD7-5A1B-E74A-BFC7-D8D7E5E133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345" name="Graphic 3344" descr="Deciduous tree with solid fill">
                <a:extLst>
                  <a:ext uri="{FF2B5EF4-FFF2-40B4-BE49-F238E27FC236}">
                    <a16:creationId xmlns:a16="http://schemas.microsoft.com/office/drawing/2014/main" id="{3A5307FF-CE9B-6922-3A31-9C8DF77F2B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347" name="Graphic 3346" descr="Deciduous tree with solid fill">
                <a:extLst>
                  <a:ext uri="{FF2B5EF4-FFF2-40B4-BE49-F238E27FC236}">
                    <a16:creationId xmlns:a16="http://schemas.microsoft.com/office/drawing/2014/main" id="{71462F68-CBD5-CA2E-6800-6F1294551A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349" name="Graphic 3348" descr="Deciduous tree with solid fill">
                <a:extLst>
                  <a:ext uri="{FF2B5EF4-FFF2-40B4-BE49-F238E27FC236}">
                    <a16:creationId xmlns:a16="http://schemas.microsoft.com/office/drawing/2014/main" id="{C81A58F0-ED4B-AC15-7601-EB53A95864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351" name="Graphic 3350" descr="Deciduous tree with solid fill">
                <a:extLst>
                  <a:ext uri="{FF2B5EF4-FFF2-40B4-BE49-F238E27FC236}">
                    <a16:creationId xmlns:a16="http://schemas.microsoft.com/office/drawing/2014/main" id="{824455FB-27A6-3CC4-977E-6922A0C417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353" name="Graphic 3352" descr="Deciduous tree with solid fill">
                <a:extLst>
                  <a:ext uri="{FF2B5EF4-FFF2-40B4-BE49-F238E27FC236}">
                    <a16:creationId xmlns:a16="http://schemas.microsoft.com/office/drawing/2014/main" id="{E0AF766C-ACA3-35AC-D4F3-D47520270A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355" name="Graphic 3354" descr="Deciduous tree with solid fill">
                <a:extLst>
                  <a:ext uri="{FF2B5EF4-FFF2-40B4-BE49-F238E27FC236}">
                    <a16:creationId xmlns:a16="http://schemas.microsoft.com/office/drawing/2014/main" id="{9171C4F7-934C-E9BF-3461-65D7FBE85E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359" name="Graphic 3358" descr="Deciduous tree with solid fill">
                <a:extLst>
                  <a:ext uri="{FF2B5EF4-FFF2-40B4-BE49-F238E27FC236}">
                    <a16:creationId xmlns:a16="http://schemas.microsoft.com/office/drawing/2014/main" id="{44E4E151-F4B0-7AF8-7974-2D2E8575A9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596" y="1990929"/>
                <a:ext cx="209457" cy="196410"/>
              </a:xfrm>
              <a:prstGeom prst="rect">
                <a:avLst/>
              </a:prstGeom>
            </p:spPr>
          </p:pic>
          <p:pic>
            <p:nvPicPr>
              <p:cNvPr id="3361" name="Graphic 3360" descr="Deciduous tree with solid fill">
                <a:extLst>
                  <a:ext uri="{FF2B5EF4-FFF2-40B4-BE49-F238E27FC236}">
                    <a16:creationId xmlns:a16="http://schemas.microsoft.com/office/drawing/2014/main" id="{F6F33394-9924-3658-8BA2-199427C500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69" y="2086788"/>
                <a:ext cx="209457" cy="196410"/>
              </a:xfrm>
              <a:prstGeom prst="rect">
                <a:avLst/>
              </a:prstGeom>
            </p:spPr>
          </p:pic>
          <p:pic>
            <p:nvPicPr>
              <p:cNvPr id="3363" name="Graphic 3362" descr="Deciduous tree with solid fill">
                <a:extLst>
                  <a:ext uri="{FF2B5EF4-FFF2-40B4-BE49-F238E27FC236}">
                    <a16:creationId xmlns:a16="http://schemas.microsoft.com/office/drawing/2014/main" id="{CF3EB4E3-2765-5CAD-B7BA-A01C2B6F6A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1" y="1902890"/>
                <a:ext cx="209457" cy="196410"/>
              </a:xfrm>
              <a:prstGeom prst="rect">
                <a:avLst/>
              </a:prstGeom>
            </p:spPr>
          </p:pic>
          <p:pic>
            <p:nvPicPr>
              <p:cNvPr id="3365" name="Graphic 3364" descr="Deciduous tree with solid fill">
                <a:extLst>
                  <a:ext uri="{FF2B5EF4-FFF2-40B4-BE49-F238E27FC236}">
                    <a16:creationId xmlns:a16="http://schemas.microsoft.com/office/drawing/2014/main" id="{C2CCC616-1338-3336-14A3-C18377A130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367" name="Graphic 3366" descr="Deciduous tree with solid fill">
                <a:extLst>
                  <a:ext uri="{FF2B5EF4-FFF2-40B4-BE49-F238E27FC236}">
                    <a16:creationId xmlns:a16="http://schemas.microsoft.com/office/drawing/2014/main" id="{6116A3A4-B60C-4ADD-E560-BDADE47414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369" name="Graphic 3368" descr="Deciduous tree with solid fill">
                <a:extLst>
                  <a:ext uri="{FF2B5EF4-FFF2-40B4-BE49-F238E27FC236}">
                    <a16:creationId xmlns:a16="http://schemas.microsoft.com/office/drawing/2014/main" id="{FCA5571F-C7B6-BAE1-74C2-7CE9854F76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371" name="Graphic 3370" descr="Deciduous tree with solid fill">
                <a:extLst>
                  <a:ext uri="{FF2B5EF4-FFF2-40B4-BE49-F238E27FC236}">
                    <a16:creationId xmlns:a16="http://schemas.microsoft.com/office/drawing/2014/main" id="{9365B8CE-DD9E-D9C5-196F-516903863C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373" name="Graphic 3372" descr="Deciduous tree with solid fill">
                <a:extLst>
                  <a:ext uri="{FF2B5EF4-FFF2-40B4-BE49-F238E27FC236}">
                    <a16:creationId xmlns:a16="http://schemas.microsoft.com/office/drawing/2014/main" id="{73896C59-31B1-27C3-2E39-F6D1F0BD2E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375" name="Graphic 3374" descr="Deciduous tree with solid fill">
                <a:extLst>
                  <a:ext uri="{FF2B5EF4-FFF2-40B4-BE49-F238E27FC236}">
                    <a16:creationId xmlns:a16="http://schemas.microsoft.com/office/drawing/2014/main" id="{5A8AF535-42CD-DD9E-562B-1FAE3B1A26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377" name="Graphic 3376" descr="Deciduous tree with solid fill">
                <a:extLst>
                  <a:ext uri="{FF2B5EF4-FFF2-40B4-BE49-F238E27FC236}">
                    <a16:creationId xmlns:a16="http://schemas.microsoft.com/office/drawing/2014/main" id="{6F60ADD2-D9D6-2A3A-DEE2-36A64B5736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379" name="Graphic 3378" descr="Deciduous tree with solid fill">
                <a:extLst>
                  <a:ext uri="{FF2B5EF4-FFF2-40B4-BE49-F238E27FC236}">
                    <a16:creationId xmlns:a16="http://schemas.microsoft.com/office/drawing/2014/main" id="{392BE3AD-6C10-F418-E5A0-B43CF02580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381" name="Graphic 3380" descr="Deciduous tree with solid fill">
                <a:extLst>
                  <a:ext uri="{FF2B5EF4-FFF2-40B4-BE49-F238E27FC236}">
                    <a16:creationId xmlns:a16="http://schemas.microsoft.com/office/drawing/2014/main" id="{84262B82-13C0-4F98-AAFB-A4B4DAA4B6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383" name="Graphic 3382" descr="Deciduous tree with solid fill">
                <a:extLst>
                  <a:ext uri="{FF2B5EF4-FFF2-40B4-BE49-F238E27FC236}">
                    <a16:creationId xmlns:a16="http://schemas.microsoft.com/office/drawing/2014/main" id="{4692B159-B984-9C23-3507-E106C02C27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385" name="Graphic 3384" descr="Deciduous tree with solid fill">
                <a:extLst>
                  <a:ext uri="{FF2B5EF4-FFF2-40B4-BE49-F238E27FC236}">
                    <a16:creationId xmlns:a16="http://schemas.microsoft.com/office/drawing/2014/main" id="{724C1C92-8A26-AD28-03E2-51266F5690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387" name="Graphic 3386" descr="Deciduous tree with solid fill">
                <a:extLst>
                  <a:ext uri="{FF2B5EF4-FFF2-40B4-BE49-F238E27FC236}">
                    <a16:creationId xmlns:a16="http://schemas.microsoft.com/office/drawing/2014/main" id="{B25D27D6-DDBD-519C-028F-C5EB1DD61E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389" name="Graphic 3388" descr="Deciduous tree with solid fill">
                <a:extLst>
                  <a:ext uri="{FF2B5EF4-FFF2-40B4-BE49-F238E27FC236}">
                    <a16:creationId xmlns:a16="http://schemas.microsoft.com/office/drawing/2014/main" id="{CE4BAB7D-D29C-F778-644C-4377C192DD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391" name="Graphic 3390" descr="Deciduous tree with solid fill">
                <a:extLst>
                  <a:ext uri="{FF2B5EF4-FFF2-40B4-BE49-F238E27FC236}">
                    <a16:creationId xmlns:a16="http://schemas.microsoft.com/office/drawing/2014/main" id="{111827BC-F82E-A8C0-A144-705E4F64A7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393" name="Graphic 3392" descr="Deciduous tree with solid fill">
                <a:extLst>
                  <a:ext uri="{FF2B5EF4-FFF2-40B4-BE49-F238E27FC236}">
                    <a16:creationId xmlns:a16="http://schemas.microsoft.com/office/drawing/2014/main" id="{7DBB17A3-52FD-7047-0CAE-80B71A7AC1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395" name="Graphic 3394" descr="Deciduous tree with solid fill">
                <a:extLst>
                  <a:ext uri="{FF2B5EF4-FFF2-40B4-BE49-F238E27FC236}">
                    <a16:creationId xmlns:a16="http://schemas.microsoft.com/office/drawing/2014/main" id="{D832143D-91A2-5E2E-163B-4B10CDA4C8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397" name="Graphic 3396" descr="Deciduous tree with solid fill">
                <a:extLst>
                  <a:ext uri="{FF2B5EF4-FFF2-40B4-BE49-F238E27FC236}">
                    <a16:creationId xmlns:a16="http://schemas.microsoft.com/office/drawing/2014/main" id="{DF81267D-655B-36F7-312D-2ACFC1110F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399" name="Graphic 3398" descr="Deciduous tree with solid fill">
                <a:extLst>
                  <a:ext uri="{FF2B5EF4-FFF2-40B4-BE49-F238E27FC236}">
                    <a16:creationId xmlns:a16="http://schemas.microsoft.com/office/drawing/2014/main" id="{2A75F975-09B4-82FB-CB59-6EC6F89BF8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401" name="Graphic 3400" descr="Deciduous tree with solid fill">
                <a:extLst>
                  <a:ext uri="{FF2B5EF4-FFF2-40B4-BE49-F238E27FC236}">
                    <a16:creationId xmlns:a16="http://schemas.microsoft.com/office/drawing/2014/main" id="{DE799102-75A3-3365-5983-361790607D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403" name="Graphic 3402" descr="Deciduous tree with solid fill">
                <a:extLst>
                  <a:ext uri="{FF2B5EF4-FFF2-40B4-BE49-F238E27FC236}">
                    <a16:creationId xmlns:a16="http://schemas.microsoft.com/office/drawing/2014/main" id="{D6DA9053-98F5-3D32-3168-402A14B3FD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405" name="Graphic 3404" descr="Deciduous tree with solid fill">
                <a:extLst>
                  <a:ext uri="{FF2B5EF4-FFF2-40B4-BE49-F238E27FC236}">
                    <a16:creationId xmlns:a16="http://schemas.microsoft.com/office/drawing/2014/main" id="{BCC55340-0C53-575C-0693-A0F3958F01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407" name="Graphic 3406" descr="Deciduous tree with solid fill">
                <a:extLst>
                  <a:ext uri="{FF2B5EF4-FFF2-40B4-BE49-F238E27FC236}">
                    <a16:creationId xmlns:a16="http://schemas.microsoft.com/office/drawing/2014/main" id="{9124BC41-0FAB-B9C3-9483-F1DF2B3E08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409" name="Graphic 3408" descr="Deciduous tree with solid fill">
                <a:extLst>
                  <a:ext uri="{FF2B5EF4-FFF2-40B4-BE49-F238E27FC236}">
                    <a16:creationId xmlns:a16="http://schemas.microsoft.com/office/drawing/2014/main" id="{98943EC8-77E5-31F7-3510-D3F25D15B5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411" name="Graphic 3410" descr="Deciduous tree with solid fill">
                <a:extLst>
                  <a:ext uri="{FF2B5EF4-FFF2-40B4-BE49-F238E27FC236}">
                    <a16:creationId xmlns:a16="http://schemas.microsoft.com/office/drawing/2014/main" id="{2CEDCF16-0EE0-3FD1-0A57-B66F0FBFA4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413" name="Graphic 3412" descr="Deciduous tree with solid fill">
                <a:extLst>
                  <a:ext uri="{FF2B5EF4-FFF2-40B4-BE49-F238E27FC236}">
                    <a16:creationId xmlns:a16="http://schemas.microsoft.com/office/drawing/2014/main" id="{60193E75-C121-1301-A238-BE06775D5D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415" name="Graphic 3414" descr="Deciduous tree with solid fill">
                <a:extLst>
                  <a:ext uri="{FF2B5EF4-FFF2-40B4-BE49-F238E27FC236}">
                    <a16:creationId xmlns:a16="http://schemas.microsoft.com/office/drawing/2014/main" id="{5C4CF18C-A971-6BA9-D2C8-C0012364CD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417" name="Graphic 3416" descr="Deciduous tree with solid fill">
                <a:extLst>
                  <a:ext uri="{FF2B5EF4-FFF2-40B4-BE49-F238E27FC236}">
                    <a16:creationId xmlns:a16="http://schemas.microsoft.com/office/drawing/2014/main" id="{2E2A8233-BC20-865B-1AE6-894C1DC7D2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419" name="Graphic 3418" descr="Deciduous tree with solid fill">
                <a:extLst>
                  <a:ext uri="{FF2B5EF4-FFF2-40B4-BE49-F238E27FC236}">
                    <a16:creationId xmlns:a16="http://schemas.microsoft.com/office/drawing/2014/main" id="{1C89AC77-7362-2B4E-EDDE-44913275FE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421" name="Graphic 3420" descr="Deciduous tree with solid fill">
                <a:extLst>
                  <a:ext uri="{FF2B5EF4-FFF2-40B4-BE49-F238E27FC236}">
                    <a16:creationId xmlns:a16="http://schemas.microsoft.com/office/drawing/2014/main" id="{6C23195B-F0CF-F7B4-2F59-8B0E199A4A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423" name="Graphic 3422" descr="Deciduous tree with solid fill">
                <a:extLst>
                  <a:ext uri="{FF2B5EF4-FFF2-40B4-BE49-F238E27FC236}">
                    <a16:creationId xmlns:a16="http://schemas.microsoft.com/office/drawing/2014/main" id="{8D670595-3F6D-A193-B6C5-03ED371382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425" name="Graphic 3424" descr="Deciduous tree with solid fill">
                <a:extLst>
                  <a:ext uri="{FF2B5EF4-FFF2-40B4-BE49-F238E27FC236}">
                    <a16:creationId xmlns:a16="http://schemas.microsoft.com/office/drawing/2014/main" id="{05BBB5D6-FDF0-838C-41A4-6F6C484368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427" name="Graphic 3426" descr="Deciduous tree with solid fill">
                <a:extLst>
                  <a:ext uri="{FF2B5EF4-FFF2-40B4-BE49-F238E27FC236}">
                    <a16:creationId xmlns:a16="http://schemas.microsoft.com/office/drawing/2014/main" id="{C44A403F-6FB6-FA1F-0782-106B3C3FED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429" name="Graphic 3428" descr="Deciduous tree with solid fill">
                <a:extLst>
                  <a:ext uri="{FF2B5EF4-FFF2-40B4-BE49-F238E27FC236}">
                    <a16:creationId xmlns:a16="http://schemas.microsoft.com/office/drawing/2014/main" id="{F5B71687-FF4E-159C-83B8-4009FA702C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433" name="Graphic 3432" descr="Deciduous tree with solid fill">
                <a:extLst>
                  <a:ext uri="{FF2B5EF4-FFF2-40B4-BE49-F238E27FC236}">
                    <a16:creationId xmlns:a16="http://schemas.microsoft.com/office/drawing/2014/main" id="{B9832436-AF8E-EDBE-7F52-18C2E04FFA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435" name="Graphic 3434" descr="Deciduous tree with solid fill">
                <a:extLst>
                  <a:ext uri="{FF2B5EF4-FFF2-40B4-BE49-F238E27FC236}">
                    <a16:creationId xmlns:a16="http://schemas.microsoft.com/office/drawing/2014/main" id="{3BDC5478-08DA-3BE7-16EB-F28FFB7608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437" name="Graphic 3436" descr="Deciduous tree with solid fill">
                <a:extLst>
                  <a:ext uri="{FF2B5EF4-FFF2-40B4-BE49-F238E27FC236}">
                    <a16:creationId xmlns:a16="http://schemas.microsoft.com/office/drawing/2014/main" id="{F12E7D81-F449-BC5E-D7B4-032AF76CAA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439" name="Graphic 3438" descr="Deciduous tree with solid fill">
                <a:extLst>
                  <a:ext uri="{FF2B5EF4-FFF2-40B4-BE49-F238E27FC236}">
                    <a16:creationId xmlns:a16="http://schemas.microsoft.com/office/drawing/2014/main" id="{553B7736-9ED5-8581-5DD3-359B9F689D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441" name="Graphic 3440" descr="Deciduous tree with solid fill">
                <a:extLst>
                  <a:ext uri="{FF2B5EF4-FFF2-40B4-BE49-F238E27FC236}">
                    <a16:creationId xmlns:a16="http://schemas.microsoft.com/office/drawing/2014/main" id="{AFCBE90C-76AD-4E5F-FEBE-487876B303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443" name="Graphic 3442" descr="Deciduous tree with solid fill">
                <a:extLst>
                  <a:ext uri="{FF2B5EF4-FFF2-40B4-BE49-F238E27FC236}">
                    <a16:creationId xmlns:a16="http://schemas.microsoft.com/office/drawing/2014/main" id="{413F2997-9CB9-2892-9176-617EAF13FF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445" name="Graphic 3444" descr="Deciduous tree with solid fill">
                <a:extLst>
                  <a:ext uri="{FF2B5EF4-FFF2-40B4-BE49-F238E27FC236}">
                    <a16:creationId xmlns:a16="http://schemas.microsoft.com/office/drawing/2014/main" id="{84CB51FF-BDC0-E236-5BD4-E37AFDA7E5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447" name="Graphic 3446" descr="Deciduous tree with solid fill">
                <a:extLst>
                  <a:ext uri="{FF2B5EF4-FFF2-40B4-BE49-F238E27FC236}">
                    <a16:creationId xmlns:a16="http://schemas.microsoft.com/office/drawing/2014/main" id="{31D023A8-A025-17D6-9956-43F08DB70E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449" name="Graphic 3448" descr="Deciduous tree with solid fill">
                <a:extLst>
                  <a:ext uri="{FF2B5EF4-FFF2-40B4-BE49-F238E27FC236}">
                    <a16:creationId xmlns:a16="http://schemas.microsoft.com/office/drawing/2014/main" id="{F71EBE59-8120-EA69-5610-56926BAB7A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451" name="Graphic 3450" descr="Deciduous tree with solid fill">
                <a:extLst>
                  <a:ext uri="{FF2B5EF4-FFF2-40B4-BE49-F238E27FC236}">
                    <a16:creationId xmlns:a16="http://schemas.microsoft.com/office/drawing/2014/main" id="{A4852EFF-26D9-9FE6-92FE-B09FCB5496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453" name="Graphic 3452" descr="Deciduous tree with solid fill">
                <a:extLst>
                  <a:ext uri="{FF2B5EF4-FFF2-40B4-BE49-F238E27FC236}">
                    <a16:creationId xmlns:a16="http://schemas.microsoft.com/office/drawing/2014/main" id="{6D214C99-E026-C572-CBAE-8035A8D7E9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455" name="Graphic 3454" descr="Deciduous tree with solid fill">
                <a:extLst>
                  <a:ext uri="{FF2B5EF4-FFF2-40B4-BE49-F238E27FC236}">
                    <a16:creationId xmlns:a16="http://schemas.microsoft.com/office/drawing/2014/main" id="{0CBE3A47-8E80-F600-0B1A-D39FA35C05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457" name="Graphic 3456" descr="Deciduous tree with solid fill">
                <a:extLst>
                  <a:ext uri="{FF2B5EF4-FFF2-40B4-BE49-F238E27FC236}">
                    <a16:creationId xmlns:a16="http://schemas.microsoft.com/office/drawing/2014/main" id="{C31C71A9-37ED-56E6-5A8B-9273086236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459" name="Graphic 3458" descr="Deciduous tree with solid fill">
                <a:extLst>
                  <a:ext uri="{FF2B5EF4-FFF2-40B4-BE49-F238E27FC236}">
                    <a16:creationId xmlns:a16="http://schemas.microsoft.com/office/drawing/2014/main" id="{402040DA-43FC-C7E3-6FB0-BE9016ED5F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461" name="Graphic 3460" descr="Deciduous tree with solid fill">
                <a:extLst>
                  <a:ext uri="{FF2B5EF4-FFF2-40B4-BE49-F238E27FC236}">
                    <a16:creationId xmlns:a16="http://schemas.microsoft.com/office/drawing/2014/main" id="{94951FBD-3012-12FA-85C6-CA712E0367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463" name="Graphic 3462" descr="Deciduous tree with solid fill">
                <a:extLst>
                  <a:ext uri="{FF2B5EF4-FFF2-40B4-BE49-F238E27FC236}">
                    <a16:creationId xmlns:a16="http://schemas.microsoft.com/office/drawing/2014/main" id="{9FF054C5-D55E-470E-5253-1FCC0C654F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465" name="Graphic 3464" descr="Deciduous tree with solid fill">
                <a:extLst>
                  <a:ext uri="{FF2B5EF4-FFF2-40B4-BE49-F238E27FC236}">
                    <a16:creationId xmlns:a16="http://schemas.microsoft.com/office/drawing/2014/main" id="{58C00A35-CCFB-E624-3C81-BD56FC7409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467" name="Graphic 3466" descr="Deciduous tree with solid fill">
                <a:extLst>
                  <a:ext uri="{FF2B5EF4-FFF2-40B4-BE49-F238E27FC236}">
                    <a16:creationId xmlns:a16="http://schemas.microsoft.com/office/drawing/2014/main" id="{A1A6C193-E6B8-99B9-0115-C0C0FE041C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469" name="Graphic 3468" descr="Deciduous tree with solid fill">
                <a:extLst>
                  <a:ext uri="{FF2B5EF4-FFF2-40B4-BE49-F238E27FC236}">
                    <a16:creationId xmlns:a16="http://schemas.microsoft.com/office/drawing/2014/main" id="{DED0DF4B-D680-62BD-AE8C-DCA110B7E0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471" name="Graphic 3470" descr="Deciduous tree with solid fill">
                <a:extLst>
                  <a:ext uri="{FF2B5EF4-FFF2-40B4-BE49-F238E27FC236}">
                    <a16:creationId xmlns:a16="http://schemas.microsoft.com/office/drawing/2014/main" id="{D3BD240D-4ECB-B0D3-BB6F-708C1E91E2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473" name="Graphic 3472" descr="Deciduous tree with solid fill">
                <a:extLst>
                  <a:ext uri="{FF2B5EF4-FFF2-40B4-BE49-F238E27FC236}">
                    <a16:creationId xmlns:a16="http://schemas.microsoft.com/office/drawing/2014/main" id="{10D73211-6C3A-CBC6-1A6A-DBFF3CFF46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475" name="Graphic 3474" descr="Deciduous tree with solid fill">
                <a:extLst>
                  <a:ext uri="{FF2B5EF4-FFF2-40B4-BE49-F238E27FC236}">
                    <a16:creationId xmlns:a16="http://schemas.microsoft.com/office/drawing/2014/main" id="{696F2AEE-349F-DBB9-1745-084D3E8BAB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477" name="Graphic 3476" descr="Deciduous tree with solid fill">
                <a:extLst>
                  <a:ext uri="{FF2B5EF4-FFF2-40B4-BE49-F238E27FC236}">
                    <a16:creationId xmlns:a16="http://schemas.microsoft.com/office/drawing/2014/main" id="{B3497C9C-C852-5C11-CD9F-A9A14CA7A1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479" name="Graphic 3478" descr="Deciduous tree with solid fill">
                <a:extLst>
                  <a:ext uri="{FF2B5EF4-FFF2-40B4-BE49-F238E27FC236}">
                    <a16:creationId xmlns:a16="http://schemas.microsoft.com/office/drawing/2014/main" id="{C105F078-547A-686D-B9E1-791C4F4208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481" name="Graphic 3480" descr="Deciduous tree with solid fill">
                <a:extLst>
                  <a:ext uri="{FF2B5EF4-FFF2-40B4-BE49-F238E27FC236}">
                    <a16:creationId xmlns:a16="http://schemas.microsoft.com/office/drawing/2014/main" id="{5A933F46-4309-1623-E916-AF387E1C34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483" name="Graphic 3482" descr="Deciduous tree with solid fill">
                <a:extLst>
                  <a:ext uri="{FF2B5EF4-FFF2-40B4-BE49-F238E27FC236}">
                    <a16:creationId xmlns:a16="http://schemas.microsoft.com/office/drawing/2014/main" id="{AB71C30C-4915-E6D3-0C6A-52C9E9D310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485" name="Graphic 3484" descr="Deciduous tree with solid fill">
                <a:extLst>
                  <a:ext uri="{FF2B5EF4-FFF2-40B4-BE49-F238E27FC236}">
                    <a16:creationId xmlns:a16="http://schemas.microsoft.com/office/drawing/2014/main" id="{1DCC3371-B712-0E86-5677-14F58C6914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487" name="Graphic 3486" descr="Deciduous tree with solid fill">
                <a:extLst>
                  <a:ext uri="{FF2B5EF4-FFF2-40B4-BE49-F238E27FC236}">
                    <a16:creationId xmlns:a16="http://schemas.microsoft.com/office/drawing/2014/main" id="{41B66199-5772-FA43-C0F4-D9CD28AE41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489" name="Graphic 3488" descr="Deciduous tree with solid fill">
                <a:extLst>
                  <a:ext uri="{FF2B5EF4-FFF2-40B4-BE49-F238E27FC236}">
                    <a16:creationId xmlns:a16="http://schemas.microsoft.com/office/drawing/2014/main" id="{AFEB4619-E52F-F6E9-2B06-1D63DA518E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491" name="Graphic 3490" descr="Deciduous tree with solid fill">
                <a:extLst>
                  <a:ext uri="{FF2B5EF4-FFF2-40B4-BE49-F238E27FC236}">
                    <a16:creationId xmlns:a16="http://schemas.microsoft.com/office/drawing/2014/main" id="{38802DE2-6E16-3156-657F-6AEA586F4E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493" name="Graphic 3492" descr="Deciduous tree with solid fill">
                <a:extLst>
                  <a:ext uri="{FF2B5EF4-FFF2-40B4-BE49-F238E27FC236}">
                    <a16:creationId xmlns:a16="http://schemas.microsoft.com/office/drawing/2014/main" id="{5FAA5B84-9DB0-DEDD-2845-3C6E5A23C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495" name="Graphic 3494" descr="Deciduous tree with solid fill">
                <a:extLst>
                  <a:ext uri="{FF2B5EF4-FFF2-40B4-BE49-F238E27FC236}">
                    <a16:creationId xmlns:a16="http://schemas.microsoft.com/office/drawing/2014/main" id="{DBB429C0-74AE-DDEE-D5D8-C7C3B1CF44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497" name="Graphic 3496" descr="Deciduous tree with solid fill">
                <a:extLst>
                  <a:ext uri="{FF2B5EF4-FFF2-40B4-BE49-F238E27FC236}">
                    <a16:creationId xmlns:a16="http://schemas.microsoft.com/office/drawing/2014/main" id="{CA3F25CA-ECD1-1B87-EB06-5F4FA47899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501" name="Graphic 3500" descr="Deciduous tree with solid fill">
                <a:extLst>
                  <a:ext uri="{FF2B5EF4-FFF2-40B4-BE49-F238E27FC236}">
                    <a16:creationId xmlns:a16="http://schemas.microsoft.com/office/drawing/2014/main" id="{25AD8EE4-0844-5BEF-8D13-6B3B03BB19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503" name="Graphic 3502" descr="Deciduous tree with solid fill">
                <a:extLst>
                  <a:ext uri="{FF2B5EF4-FFF2-40B4-BE49-F238E27FC236}">
                    <a16:creationId xmlns:a16="http://schemas.microsoft.com/office/drawing/2014/main" id="{D0A46A0C-06FB-F76C-86C1-542E221625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505" name="Graphic 3504" descr="Deciduous tree with solid fill">
                <a:extLst>
                  <a:ext uri="{FF2B5EF4-FFF2-40B4-BE49-F238E27FC236}">
                    <a16:creationId xmlns:a16="http://schemas.microsoft.com/office/drawing/2014/main" id="{1E36178C-7F83-4DD9-ACF1-5B95E35530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507" name="Graphic 3506" descr="Deciduous tree with solid fill">
                <a:extLst>
                  <a:ext uri="{FF2B5EF4-FFF2-40B4-BE49-F238E27FC236}">
                    <a16:creationId xmlns:a16="http://schemas.microsoft.com/office/drawing/2014/main" id="{EEA11728-F103-AD6D-CB9F-F41307AC8F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509" name="Graphic 3508" descr="Deciduous tree with solid fill">
                <a:extLst>
                  <a:ext uri="{FF2B5EF4-FFF2-40B4-BE49-F238E27FC236}">
                    <a16:creationId xmlns:a16="http://schemas.microsoft.com/office/drawing/2014/main" id="{FCCDCF5B-762F-7955-71C8-2086767DDF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511" name="Graphic 3510" descr="Deciduous tree with solid fill">
                <a:extLst>
                  <a:ext uri="{FF2B5EF4-FFF2-40B4-BE49-F238E27FC236}">
                    <a16:creationId xmlns:a16="http://schemas.microsoft.com/office/drawing/2014/main" id="{97050192-262F-259F-509A-A0CBEE1A4B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513" name="Graphic 3512" descr="Deciduous tree with solid fill">
                <a:extLst>
                  <a:ext uri="{FF2B5EF4-FFF2-40B4-BE49-F238E27FC236}">
                    <a16:creationId xmlns:a16="http://schemas.microsoft.com/office/drawing/2014/main" id="{B8AE211D-F3F0-7BD0-DF6C-A51E987413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515" name="Graphic 3514" descr="Deciduous tree with solid fill">
                <a:extLst>
                  <a:ext uri="{FF2B5EF4-FFF2-40B4-BE49-F238E27FC236}">
                    <a16:creationId xmlns:a16="http://schemas.microsoft.com/office/drawing/2014/main" id="{261B4219-7AD2-98C7-51CA-19C7FC20ED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517" name="Graphic 3516" descr="Deciduous tree with solid fill">
                <a:extLst>
                  <a:ext uri="{FF2B5EF4-FFF2-40B4-BE49-F238E27FC236}">
                    <a16:creationId xmlns:a16="http://schemas.microsoft.com/office/drawing/2014/main" id="{E492C411-BBBB-0368-3744-3107A5C530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519" name="Graphic 3518" descr="Deciduous tree with solid fill">
                <a:extLst>
                  <a:ext uri="{FF2B5EF4-FFF2-40B4-BE49-F238E27FC236}">
                    <a16:creationId xmlns:a16="http://schemas.microsoft.com/office/drawing/2014/main" id="{09A57718-F03A-8E9D-1D3E-9BBD9497B9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521" name="Graphic 3520" descr="Deciduous tree with solid fill">
                <a:extLst>
                  <a:ext uri="{FF2B5EF4-FFF2-40B4-BE49-F238E27FC236}">
                    <a16:creationId xmlns:a16="http://schemas.microsoft.com/office/drawing/2014/main" id="{9A0568A0-704C-0871-99AF-3EB367F705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523" name="Graphic 3522" descr="Deciduous tree with solid fill">
                <a:extLst>
                  <a:ext uri="{FF2B5EF4-FFF2-40B4-BE49-F238E27FC236}">
                    <a16:creationId xmlns:a16="http://schemas.microsoft.com/office/drawing/2014/main" id="{548584B9-9047-DECC-F851-C9F50D60AB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525" name="Graphic 3524" descr="Deciduous tree with solid fill">
                <a:extLst>
                  <a:ext uri="{FF2B5EF4-FFF2-40B4-BE49-F238E27FC236}">
                    <a16:creationId xmlns:a16="http://schemas.microsoft.com/office/drawing/2014/main" id="{8998ECB9-34D1-5778-FFE5-16A934D6C6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527" name="Graphic 3526" descr="Deciduous tree with solid fill">
                <a:extLst>
                  <a:ext uri="{FF2B5EF4-FFF2-40B4-BE49-F238E27FC236}">
                    <a16:creationId xmlns:a16="http://schemas.microsoft.com/office/drawing/2014/main" id="{F41610D8-111E-E5BB-48B0-338E767351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529" name="Graphic 3528" descr="Deciduous tree with solid fill">
                <a:extLst>
                  <a:ext uri="{FF2B5EF4-FFF2-40B4-BE49-F238E27FC236}">
                    <a16:creationId xmlns:a16="http://schemas.microsoft.com/office/drawing/2014/main" id="{791F586A-9F1C-08B3-7DBB-E554284A5E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531" name="Graphic 3530" descr="Deciduous tree with solid fill">
                <a:extLst>
                  <a:ext uri="{FF2B5EF4-FFF2-40B4-BE49-F238E27FC236}">
                    <a16:creationId xmlns:a16="http://schemas.microsoft.com/office/drawing/2014/main" id="{106AAC54-1A3D-9471-AAB8-A99F8A2EF7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533" name="Graphic 3532" descr="Deciduous tree with solid fill">
                <a:extLst>
                  <a:ext uri="{FF2B5EF4-FFF2-40B4-BE49-F238E27FC236}">
                    <a16:creationId xmlns:a16="http://schemas.microsoft.com/office/drawing/2014/main" id="{345605E4-6D73-752A-83EC-58ABA36A54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535" name="Graphic 3534" descr="Deciduous tree with solid fill">
                <a:extLst>
                  <a:ext uri="{FF2B5EF4-FFF2-40B4-BE49-F238E27FC236}">
                    <a16:creationId xmlns:a16="http://schemas.microsoft.com/office/drawing/2014/main" id="{52F85122-F62C-CB65-5E73-EDDAEB7131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537" name="Graphic 3536" descr="Deciduous tree with solid fill">
                <a:extLst>
                  <a:ext uri="{FF2B5EF4-FFF2-40B4-BE49-F238E27FC236}">
                    <a16:creationId xmlns:a16="http://schemas.microsoft.com/office/drawing/2014/main" id="{8F1A7028-8E68-379A-4CC8-31FE2B1918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539" name="Graphic 3538" descr="Deciduous tree with solid fill">
                <a:extLst>
                  <a:ext uri="{FF2B5EF4-FFF2-40B4-BE49-F238E27FC236}">
                    <a16:creationId xmlns:a16="http://schemas.microsoft.com/office/drawing/2014/main" id="{E781C530-7610-73E5-C08A-B3B3E069FC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541" name="Graphic 3540" descr="Deciduous tree with solid fill">
                <a:extLst>
                  <a:ext uri="{FF2B5EF4-FFF2-40B4-BE49-F238E27FC236}">
                    <a16:creationId xmlns:a16="http://schemas.microsoft.com/office/drawing/2014/main" id="{DBFA7D92-2621-FCAB-CA8B-AE6AFCC61C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543" name="Graphic 3542" descr="Deciduous tree with solid fill">
                <a:extLst>
                  <a:ext uri="{FF2B5EF4-FFF2-40B4-BE49-F238E27FC236}">
                    <a16:creationId xmlns:a16="http://schemas.microsoft.com/office/drawing/2014/main" id="{84AFC2AC-835D-09A6-3195-42B230ADF0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545" name="Graphic 3544" descr="Deciduous tree with solid fill">
                <a:extLst>
                  <a:ext uri="{FF2B5EF4-FFF2-40B4-BE49-F238E27FC236}">
                    <a16:creationId xmlns:a16="http://schemas.microsoft.com/office/drawing/2014/main" id="{8C83894F-B13A-4120-B8B6-7FAC351132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547" name="Graphic 3546" descr="Deciduous tree with solid fill">
                <a:extLst>
                  <a:ext uri="{FF2B5EF4-FFF2-40B4-BE49-F238E27FC236}">
                    <a16:creationId xmlns:a16="http://schemas.microsoft.com/office/drawing/2014/main" id="{77A20501-5159-B292-6CDC-4E9F1A8094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549" name="Graphic 3548" descr="Deciduous tree with solid fill">
                <a:extLst>
                  <a:ext uri="{FF2B5EF4-FFF2-40B4-BE49-F238E27FC236}">
                    <a16:creationId xmlns:a16="http://schemas.microsoft.com/office/drawing/2014/main" id="{1E15B7FE-0064-7594-627E-62B4A71C26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551" name="Graphic 3550" descr="Deciduous tree with solid fill">
                <a:extLst>
                  <a:ext uri="{FF2B5EF4-FFF2-40B4-BE49-F238E27FC236}">
                    <a16:creationId xmlns:a16="http://schemas.microsoft.com/office/drawing/2014/main" id="{8B5B481E-8000-EA67-A517-284728E677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553" name="Graphic 3552" descr="Deciduous tree with solid fill">
                <a:extLst>
                  <a:ext uri="{FF2B5EF4-FFF2-40B4-BE49-F238E27FC236}">
                    <a16:creationId xmlns:a16="http://schemas.microsoft.com/office/drawing/2014/main" id="{258DC576-DED3-C677-47CB-49A299970E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555" name="Graphic 3554" descr="Deciduous tree with solid fill">
                <a:extLst>
                  <a:ext uri="{FF2B5EF4-FFF2-40B4-BE49-F238E27FC236}">
                    <a16:creationId xmlns:a16="http://schemas.microsoft.com/office/drawing/2014/main" id="{19A0756C-A3A4-57D4-6899-161F61B07E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557" name="Graphic 3556" descr="Deciduous tree with solid fill">
                <a:extLst>
                  <a:ext uri="{FF2B5EF4-FFF2-40B4-BE49-F238E27FC236}">
                    <a16:creationId xmlns:a16="http://schemas.microsoft.com/office/drawing/2014/main" id="{5B485E36-DCE1-375C-3118-C6C73FBB0F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559" name="Graphic 3558" descr="Deciduous tree with solid fill">
                <a:extLst>
                  <a:ext uri="{FF2B5EF4-FFF2-40B4-BE49-F238E27FC236}">
                    <a16:creationId xmlns:a16="http://schemas.microsoft.com/office/drawing/2014/main" id="{50391554-B493-72DE-D3EC-338C804ADC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563" name="Graphic 3562" descr="Deciduous tree with solid fill">
                <a:extLst>
                  <a:ext uri="{FF2B5EF4-FFF2-40B4-BE49-F238E27FC236}">
                    <a16:creationId xmlns:a16="http://schemas.microsoft.com/office/drawing/2014/main" id="{801B92D4-B111-0096-B9F3-7561C69E3E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565" name="Graphic 3564" descr="Deciduous tree with solid fill">
                <a:extLst>
                  <a:ext uri="{FF2B5EF4-FFF2-40B4-BE49-F238E27FC236}">
                    <a16:creationId xmlns:a16="http://schemas.microsoft.com/office/drawing/2014/main" id="{8A3931F4-F60C-5171-69ED-5898E07DCA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567" name="Graphic 3566" descr="Deciduous tree with solid fill">
                <a:extLst>
                  <a:ext uri="{FF2B5EF4-FFF2-40B4-BE49-F238E27FC236}">
                    <a16:creationId xmlns:a16="http://schemas.microsoft.com/office/drawing/2014/main" id="{7B022DEE-0590-DD45-161F-F818F5988D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569" name="Graphic 3568" descr="Deciduous tree with solid fill">
                <a:extLst>
                  <a:ext uri="{FF2B5EF4-FFF2-40B4-BE49-F238E27FC236}">
                    <a16:creationId xmlns:a16="http://schemas.microsoft.com/office/drawing/2014/main" id="{AC441752-5C76-D6EB-962A-EFC1FBF0A4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571" name="Graphic 3570" descr="Deciduous tree with solid fill">
                <a:extLst>
                  <a:ext uri="{FF2B5EF4-FFF2-40B4-BE49-F238E27FC236}">
                    <a16:creationId xmlns:a16="http://schemas.microsoft.com/office/drawing/2014/main" id="{BE812565-838F-A5B5-EE0C-E5BF30093E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573" name="Graphic 3572" descr="Deciduous tree with solid fill">
                <a:extLst>
                  <a:ext uri="{FF2B5EF4-FFF2-40B4-BE49-F238E27FC236}">
                    <a16:creationId xmlns:a16="http://schemas.microsoft.com/office/drawing/2014/main" id="{859FEF0F-A7AE-4901-7566-B033FAA70C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575" name="Graphic 3574" descr="Deciduous tree with solid fill">
                <a:extLst>
                  <a:ext uri="{FF2B5EF4-FFF2-40B4-BE49-F238E27FC236}">
                    <a16:creationId xmlns:a16="http://schemas.microsoft.com/office/drawing/2014/main" id="{05929524-BAE2-510D-E55B-20205E2A98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577" name="Graphic 3576" descr="Deciduous tree with solid fill">
                <a:extLst>
                  <a:ext uri="{FF2B5EF4-FFF2-40B4-BE49-F238E27FC236}">
                    <a16:creationId xmlns:a16="http://schemas.microsoft.com/office/drawing/2014/main" id="{B5863359-82BC-C041-3B92-C839A676AD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579" name="Graphic 3578" descr="Deciduous tree with solid fill">
                <a:extLst>
                  <a:ext uri="{FF2B5EF4-FFF2-40B4-BE49-F238E27FC236}">
                    <a16:creationId xmlns:a16="http://schemas.microsoft.com/office/drawing/2014/main" id="{FFDEFCA5-3109-B335-8A86-646CE09FF1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581" name="Graphic 3580" descr="Deciduous tree with solid fill">
                <a:extLst>
                  <a:ext uri="{FF2B5EF4-FFF2-40B4-BE49-F238E27FC236}">
                    <a16:creationId xmlns:a16="http://schemas.microsoft.com/office/drawing/2014/main" id="{DA0572A9-AC6D-1677-7F7D-C67BFC6DD3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583" name="Graphic 3582" descr="Deciduous tree with solid fill">
                <a:extLst>
                  <a:ext uri="{FF2B5EF4-FFF2-40B4-BE49-F238E27FC236}">
                    <a16:creationId xmlns:a16="http://schemas.microsoft.com/office/drawing/2014/main" id="{4C2B0E85-3DFB-FA71-EBAF-F0A4EDD05A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585" name="Graphic 3584" descr="Deciduous tree with solid fill">
                <a:extLst>
                  <a:ext uri="{FF2B5EF4-FFF2-40B4-BE49-F238E27FC236}">
                    <a16:creationId xmlns:a16="http://schemas.microsoft.com/office/drawing/2014/main" id="{BB30D1D4-3D40-CB00-E92D-B4548F631C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587" name="Graphic 3586" descr="Deciduous tree with solid fill">
                <a:extLst>
                  <a:ext uri="{FF2B5EF4-FFF2-40B4-BE49-F238E27FC236}">
                    <a16:creationId xmlns:a16="http://schemas.microsoft.com/office/drawing/2014/main" id="{9FD6653C-9000-F118-1ADD-271E1882FB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589" name="Graphic 3588" descr="Deciduous tree with solid fill">
                <a:extLst>
                  <a:ext uri="{FF2B5EF4-FFF2-40B4-BE49-F238E27FC236}">
                    <a16:creationId xmlns:a16="http://schemas.microsoft.com/office/drawing/2014/main" id="{0CBBF137-62EB-C3C3-A40E-C1240AD5A6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591" name="Graphic 3590" descr="Deciduous tree with solid fill">
                <a:extLst>
                  <a:ext uri="{FF2B5EF4-FFF2-40B4-BE49-F238E27FC236}">
                    <a16:creationId xmlns:a16="http://schemas.microsoft.com/office/drawing/2014/main" id="{1F47BB74-A6B1-6DAC-6B7B-A250F2C23E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593" name="Graphic 3592" descr="Deciduous tree with solid fill">
                <a:extLst>
                  <a:ext uri="{FF2B5EF4-FFF2-40B4-BE49-F238E27FC236}">
                    <a16:creationId xmlns:a16="http://schemas.microsoft.com/office/drawing/2014/main" id="{82DD2362-1E79-16A0-2ABA-F1350E4B63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595" name="Graphic 3594" descr="Deciduous tree with solid fill">
                <a:extLst>
                  <a:ext uri="{FF2B5EF4-FFF2-40B4-BE49-F238E27FC236}">
                    <a16:creationId xmlns:a16="http://schemas.microsoft.com/office/drawing/2014/main" id="{B86E8C92-DC98-C251-2759-3A10CC680B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597" name="Graphic 3596" descr="Deciduous tree with solid fill">
                <a:extLst>
                  <a:ext uri="{FF2B5EF4-FFF2-40B4-BE49-F238E27FC236}">
                    <a16:creationId xmlns:a16="http://schemas.microsoft.com/office/drawing/2014/main" id="{0A1082AF-6CA3-2ACA-D55F-0076D4209F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599" name="Graphic 3598" descr="Deciduous tree with solid fill">
                <a:extLst>
                  <a:ext uri="{FF2B5EF4-FFF2-40B4-BE49-F238E27FC236}">
                    <a16:creationId xmlns:a16="http://schemas.microsoft.com/office/drawing/2014/main" id="{42CDA536-CF8B-040F-B21B-CCA075E129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01" name="Graphic 3600" descr="Deciduous tree with solid fill">
                <a:extLst>
                  <a:ext uri="{FF2B5EF4-FFF2-40B4-BE49-F238E27FC236}">
                    <a16:creationId xmlns:a16="http://schemas.microsoft.com/office/drawing/2014/main" id="{2CCF9698-9C48-B13F-07AE-25986230C6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603" name="Graphic 3602" descr="Deciduous tree with solid fill">
                <a:extLst>
                  <a:ext uri="{FF2B5EF4-FFF2-40B4-BE49-F238E27FC236}">
                    <a16:creationId xmlns:a16="http://schemas.microsoft.com/office/drawing/2014/main" id="{8CB544E9-F39F-A730-1BD2-322D32DF89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05" name="Graphic 3604" descr="Deciduous tree with solid fill">
                <a:extLst>
                  <a:ext uri="{FF2B5EF4-FFF2-40B4-BE49-F238E27FC236}">
                    <a16:creationId xmlns:a16="http://schemas.microsoft.com/office/drawing/2014/main" id="{385C4E6B-EB08-C629-877A-895FACC20C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607" name="Graphic 3606" descr="Deciduous tree with solid fill">
                <a:extLst>
                  <a:ext uri="{FF2B5EF4-FFF2-40B4-BE49-F238E27FC236}">
                    <a16:creationId xmlns:a16="http://schemas.microsoft.com/office/drawing/2014/main" id="{206D8351-6124-6D83-2804-8917E1E543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609" name="Graphic 3608" descr="Deciduous tree with solid fill">
                <a:extLst>
                  <a:ext uri="{FF2B5EF4-FFF2-40B4-BE49-F238E27FC236}">
                    <a16:creationId xmlns:a16="http://schemas.microsoft.com/office/drawing/2014/main" id="{F574001F-98E0-938A-BD5B-8E80F3053B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611" name="Graphic 3610" descr="Deciduous tree with solid fill">
                <a:extLst>
                  <a:ext uri="{FF2B5EF4-FFF2-40B4-BE49-F238E27FC236}">
                    <a16:creationId xmlns:a16="http://schemas.microsoft.com/office/drawing/2014/main" id="{C1FA67DE-2398-F06C-A3E0-06CE8424FE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613" name="Graphic 3612" descr="Deciduous tree with solid fill">
                <a:extLst>
                  <a:ext uri="{FF2B5EF4-FFF2-40B4-BE49-F238E27FC236}">
                    <a16:creationId xmlns:a16="http://schemas.microsoft.com/office/drawing/2014/main" id="{8005ED79-4934-53FD-B816-9EA1BCF814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615" name="Graphic 3614" descr="Deciduous tree with solid fill">
                <a:extLst>
                  <a:ext uri="{FF2B5EF4-FFF2-40B4-BE49-F238E27FC236}">
                    <a16:creationId xmlns:a16="http://schemas.microsoft.com/office/drawing/2014/main" id="{8F9C103D-CEDD-82A4-4B91-2643E02829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619" name="Graphic 3618" descr="Deciduous tree with solid fill">
                <a:extLst>
                  <a:ext uri="{FF2B5EF4-FFF2-40B4-BE49-F238E27FC236}">
                    <a16:creationId xmlns:a16="http://schemas.microsoft.com/office/drawing/2014/main" id="{34ABADDF-792F-A165-D506-21C62956F6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621" name="Graphic 3620" descr="Deciduous tree with solid fill">
                <a:extLst>
                  <a:ext uri="{FF2B5EF4-FFF2-40B4-BE49-F238E27FC236}">
                    <a16:creationId xmlns:a16="http://schemas.microsoft.com/office/drawing/2014/main" id="{500A2389-A974-CAE2-111E-F319A9767B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623" name="Graphic 3622" descr="Deciduous tree with solid fill">
                <a:extLst>
                  <a:ext uri="{FF2B5EF4-FFF2-40B4-BE49-F238E27FC236}">
                    <a16:creationId xmlns:a16="http://schemas.microsoft.com/office/drawing/2014/main" id="{1605B20A-A7A1-24C5-CC88-0B9F2B7757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625" name="Graphic 3624" descr="Deciduous tree with solid fill">
                <a:extLst>
                  <a:ext uri="{FF2B5EF4-FFF2-40B4-BE49-F238E27FC236}">
                    <a16:creationId xmlns:a16="http://schemas.microsoft.com/office/drawing/2014/main" id="{755DF0B3-3AF3-E4BB-C480-BC26D70D5A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627" name="Graphic 3626" descr="Deciduous tree with solid fill">
                <a:extLst>
                  <a:ext uri="{FF2B5EF4-FFF2-40B4-BE49-F238E27FC236}">
                    <a16:creationId xmlns:a16="http://schemas.microsoft.com/office/drawing/2014/main" id="{DEF46815-B859-205B-688A-B672B94BEB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629" name="Graphic 3628" descr="Deciduous tree with solid fill">
                <a:extLst>
                  <a:ext uri="{FF2B5EF4-FFF2-40B4-BE49-F238E27FC236}">
                    <a16:creationId xmlns:a16="http://schemas.microsoft.com/office/drawing/2014/main" id="{10CBD632-06B4-ABE2-AC94-9E9129F194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631" name="Graphic 3630" descr="Deciduous tree with solid fill">
                <a:extLst>
                  <a:ext uri="{FF2B5EF4-FFF2-40B4-BE49-F238E27FC236}">
                    <a16:creationId xmlns:a16="http://schemas.microsoft.com/office/drawing/2014/main" id="{FC5F7F37-49E6-1D3F-9792-B161560922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633" name="Graphic 3632" descr="Deciduous tree with solid fill">
                <a:extLst>
                  <a:ext uri="{FF2B5EF4-FFF2-40B4-BE49-F238E27FC236}">
                    <a16:creationId xmlns:a16="http://schemas.microsoft.com/office/drawing/2014/main" id="{5F70EA7C-C94D-4B55-9EFD-00352A9C70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635" name="Graphic 3634" descr="Deciduous tree with solid fill">
                <a:extLst>
                  <a:ext uri="{FF2B5EF4-FFF2-40B4-BE49-F238E27FC236}">
                    <a16:creationId xmlns:a16="http://schemas.microsoft.com/office/drawing/2014/main" id="{36C3C748-6C40-CC21-E4C2-041E30C3E4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637" name="Graphic 3636" descr="Deciduous tree with solid fill">
                <a:extLst>
                  <a:ext uri="{FF2B5EF4-FFF2-40B4-BE49-F238E27FC236}">
                    <a16:creationId xmlns:a16="http://schemas.microsoft.com/office/drawing/2014/main" id="{5D231764-AE63-C904-08B9-CD94718AB0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639" name="Graphic 3638" descr="Deciduous tree with solid fill">
                <a:extLst>
                  <a:ext uri="{FF2B5EF4-FFF2-40B4-BE49-F238E27FC236}">
                    <a16:creationId xmlns:a16="http://schemas.microsoft.com/office/drawing/2014/main" id="{E0ED813D-1F3B-2909-FB22-C38B625877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641" name="Graphic 3640" descr="Deciduous tree with solid fill">
                <a:extLst>
                  <a:ext uri="{FF2B5EF4-FFF2-40B4-BE49-F238E27FC236}">
                    <a16:creationId xmlns:a16="http://schemas.microsoft.com/office/drawing/2014/main" id="{9E156AF0-AAAD-0F58-AEA6-3B95C8A75D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643" name="Graphic 3642" descr="Deciduous tree with solid fill">
                <a:extLst>
                  <a:ext uri="{FF2B5EF4-FFF2-40B4-BE49-F238E27FC236}">
                    <a16:creationId xmlns:a16="http://schemas.microsoft.com/office/drawing/2014/main" id="{71A1FE5C-71E9-2225-6661-646E286C26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645" name="Graphic 3644" descr="Deciduous tree with solid fill">
                <a:extLst>
                  <a:ext uri="{FF2B5EF4-FFF2-40B4-BE49-F238E27FC236}">
                    <a16:creationId xmlns:a16="http://schemas.microsoft.com/office/drawing/2014/main" id="{7FB6EFE9-11B5-0959-1C1B-E881E2789C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647" name="Graphic 3646" descr="Deciduous tree with solid fill">
                <a:extLst>
                  <a:ext uri="{FF2B5EF4-FFF2-40B4-BE49-F238E27FC236}">
                    <a16:creationId xmlns:a16="http://schemas.microsoft.com/office/drawing/2014/main" id="{B5ED8105-79B6-7CA6-BDD0-29E086C60D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649" name="Graphic 3648" descr="Deciduous tree with solid fill">
                <a:extLst>
                  <a:ext uri="{FF2B5EF4-FFF2-40B4-BE49-F238E27FC236}">
                    <a16:creationId xmlns:a16="http://schemas.microsoft.com/office/drawing/2014/main" id="{96F63E32-B470-5858-5F9C-F59E08311B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651" name="Graphic 3650" descr="Deciduous tree with solid fill">
                <a:extLst>
                  <a:ext uri="{FF2B5EF4-FFF2-40B4-BE49-F238E27FC236}">
                    <a16:creationId xmlns:a16="http://schemas.microsoft.com/office/drawing/2014/main" id="{084DD9C4-E953-CFC2-1250-57493039EB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53" name="Graphic 3652" descr="Deciduous tree with solid fill">
                <a:extLst>
                  <a:ext uri="{FF2B5EF4-FFF2-40B4-BE49-F238E27FC236}">
                    <a16:creationId xmlns:a16="http://schemas.microsoft.com/office/drawing/2014/main" id="{FCFDBFCB-9923-F07D-0CCA-7B1FA0DFD0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55" name="Graphic 3654" descr="Deciduous tree with solid fill">
                <a:extLst>
                  <a:ext uri="{FF2B5EF4-FFF2-40B4-BE49-F238E27FC236}">
                    <a16:creationId xmlns:a16="http://schemas.microsoft.com/office/drawing/2014/main" id="{2BC33659-6113-B835-69BE-B2F94394B8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657" name="Graphic 3656" descr="Deciduous tree with solid fill">
                <a:extLst>
                  <a:ext uri="{FF2B5EF4-FFF2-40B4-BE49-F238E27FC236}">
                    <a16:creationId xmlns:a16="http://schemas.microsoft.com/office/drawing/2014/main" id="{CB88C325-092F-05DB-1D8F-72B5E0C068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659" name="Graphic 3658" descr="Deciduous tree with solid fill">
                <a:extLst>
                  <a:ext uri="{FF2B5EF4-FFF2-40B4-BE49-F238E27FC236}">
                    <a16:creationId xmlns:a16="http://schemas.microsoft.com/office/drawing/2014/main" id="{6456995D-12BF-DE7C-E112-DA99EEB62D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661" name="Graphic 3660" descr="Deciduous tree with solid fill">
                <a:extLst>
                  <a:ext uri="{FF2B5EF4-FFF2-40B4-BE49-F238E27FC236}">
                    <a16:creationId xmlns:a16="http://schemas.microsoft.com/office/drawing/2014/main" id="{F43AD54B-9417-A33F-9F93-68EB95E525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663" name="Graphic 3662" descr="Deciduous tree with solid fill">
                <a:extLst>
                  <a:ext uri="{FF2B5EF4-FFF2-40B4-BE49-F238E27FC236}">
                    <a16:creationId xmlns:a16="http://schemas.microsoft.com/office/drawing/2014/main" id="{7CF94481-779F-1F9E-8228-014232C381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665" name="Graphic 3664" descr="Deciduous tree with solid fill">
                <a:extLst>
                  <a:ext uri="{FF2B5EF4-FFF2-40B4-BE49-F238E27FC236}">
                    <a16:creationId xmlns:a16="http://schemas.microsoft.com/office/drawing/2014/main" id="{16C9F3DA-2FA9-F558-C6B0-34E0D1275E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669" name="Graphic 3668" descr="Deciduous tree with solid fill">
                <a:extLst>
                  <a:ext uri="{FF2B5EF4-FFF2-40B4-BE49-F238E27FC236}">
                    <a16:creationId xmlns:a16="http://schemas.microsoft.com/office/drawing/2014/main" id="{BE47BB81-3836-A4CC-6BF9-78CC5CD444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671" name="Graphic 3670" descr="Deciduous tree with solid fill">
                <a:extLst>
                  <a:ext uri="{FF2B5EF4-FFF2-40B4-BE49-F238E27FC236}">
                    <a16:creationId xmlns:a16="http://schemas.microsoft.com/office/drawing/2014/main" id="{DE09B022-7B11-3C5F-24A6-A862BA39D0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673" name="Graphic 3672" descr="Deciduous tree with solid fill">
                <a:extLst>
                  <a:ext uri="{FF2B5EF4-FFF2-40B4-BE49-F238E27FC236}">
                    <a16:creationId xmlns:a16="http://schemas.microsoft.com/office/drawing/2014/main" id="{996E26A7-56EB-1EE7-555C-6B6BF4F335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75" name="Graphic 3674" descr="Deciduous tree with solid fill">
                <a:extLst>
                  <a:ext uri="{FF2B5EF4-FFF2-40B4-BE49-F238E27FC236}">
                    <a16:creationId xmlns:a16="http://schemas.microsoft.com/office/drawing/2014/main" id="{EEA30DDB-A83C-5EC2-4CD8-A76AFDA395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677" name="Graphic 3676" descr="Deciduous tree with solid fill">
                <a:extLst>
                  <a:ext uri="{FF2B5EF4-FFF2-40B4-BE49-F238E27FC236}">
                    <a16:creationId xmlns:a16="http://schemas.microsoft.com/office/drawing/2014/main" id="{A5B5B5F7-8C8B-61DA-53F0-1A40F41048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679" name="Graphic 3678" descr="Deciduous tree with solid fill">
                <a:extLst>
                  <a:ext uri="{FF2B5EF4-FFF2-40B4-BE49-F238E27FC236}">
                    <a16:creationId xmlns:a16="http://schemas.microsoft.com/office/drawing/2014/main" id="{9D27B8FB-94C8-2C30-88FE-1AE5429EC9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681" name="Graphic 3680" descr="Deciduous tree with solid fill">
                <a:extLst>
                  <a:ext uri="{FF2B5EF4-FFF2-40B4-BE49-F238E27FC236}">
                    <a16:creationId xmlns:a16="http://schemas.microsoft.com/office/drawing/2014/main" id="{525DBC3D-A2F4-400F-AA17-55F471DFE5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683" name="Graphic 3682" descr="Deciduous tree with solid fill">
                <a:extLst>
                  <a:ext uri="{FF2B5EF4-FFF2-40B4-BE49-F238E27FC236}">
                    <a16:creationId xmlns:a16="http://schemas.microsoft.com/office/drawing/2014/main" id="{CFF8133C-2428-EACC-7AA8-898CA4588B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685" name="Graphic 3684" descr="Deciduous tree with solid fill">
                <a:extLst>
                  <a:ext uri="{FF2B5EF4-FFF2-40B4-BE49-F238E27FC236}">
                    <a16:creationId xmlns:a16="http://schemas.microsoft.com/office/drawing/2014/main" id="{4E39CA72-544E-EE72-7C2B-FE98002CCE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687" name="Graphic 3686" descr="Deciduous tree with solid fill">
                <a:extLst>
                  <a:ext uri="{FF2B5EF4-FFF2-40B4-BE49-F238E27FC236}">
                    <a16:creationId xmlns:a16="http://schemas.microsoft.com/office/drawing/2014/main" id="{5D405CD8-8C69-6A70-BA31-418CF915F0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689" name="Graphic 3688" descr="Deciduous tree with solid fill">
                <a:extLst>
                  <a:ext uri="{FF2B5EF4-FFF2-40B4-BE49-F238E27FC236}">
                    <a16:creationId xmlns:a16="http://schemas.microsoft.com/office/drawing/2014/main" id="{87D2010C-EBAB-F003-81C7-4EDE8E0338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691" name="Graphic 3690" descr="Deciduous tree with solid fill">
                <a:extLst>
                  <a:ext uri="{FF2B5EF4-FFF2-40B4-BE49-F238E27FC236}">
                    <a16:creationId xmlns:a16="http://schemas.microsoft.com/office/drawing/2014/main" id="{DB2F7638-CA23-1785-A4B8-B5BEDB48A0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693" name="Graphic 3692" descr="Deciduous tree with solid fill">
                <a:extLst>
                  <a:ext uri="{FF2B5EF4-FFF2-40B4-BE49-F238E27FC236}">
                    <a16:creationId xmlns:a16="http://schemas.microsoft.com/office/drawing/2014/main" id="{6F25FD66-5A94-3561-CCA5-342CAE7ED9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695" name="Graphic 3694" descr="Deciduous tree with solid fill">
                <a:extLst>
                  <a:ext uri="{FF2B5EF4-FFF2-40B4-BE49-F238E27FC236}">
                    <a16:creationId xmlns:a16="http://schemas.microsoft.com/office/drawing/2014/main" id="{E61F35BA-FA1F-3458-0023-F9CCB4445B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697" name="Graphic 3696" descr="Deciduous tree with solid fill">
                <a:extLst>
                  <a:ext uri="{FF2B5EF4-FFF2-40B4-BE49-F238E27FC236}">
                    <a16:creationId xmlns:a16="http://schemas.microsoft.com/office/drawing/2014/main" id="{B32F1E1C-2353-E561-E7A0-D90AF8BEEA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99" name="Graphic 3698" descr="Deciduous tree with solid fill">
                <a:extLst>
                  <a:ext uri="{FF2B5EF4-FFF2-40B4-BE49-F238E27FC236}">
                    <a16:creationId xmlns:a16="http://schemas.microsoft.com/office/drawing/2014/main" id="{82080332-FB2F-E5FF-DD46-119BD9F89D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701" name="Graphic 3700" descr="Deciduous tree with solid fill">
                <a:extLst>
                  <a:ext uri="{FF2B5EF4-FFF2-40B4-BE49-F238E27FC236}">
                    <a16:creationId xmlns:a16="http://schemas.microsoft.com/office/drawing/2014/main" id="{B08F79F6-C2A1-F068-1A43-543649C336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03" name="Graphic 3702" descr="Deciduous tree with solid fill">
                <a:extLst>
                  <a:ext uri="{FF2B5EF4-FFF2-40B4-BE49-F238E27FC236}">
                    <a16:creationId xmlns:a16="http://schemas.microsoft.com/office/drawing/2014/main" id="{BDB6E94A-22D5-2B04-99D2-E2538ACC3D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05" name="Graphic 3704" descr="Deciduous tree with solid fill">
                <a:extLst>
                  <a:ext uri="{FF2B5EF4-FFF2-40B4-BE49-F238E27FC236}">
                    <a16:creationId xmlns:a16="http://schemas.microsoft.com/office/drawing/2014/main" id="{B2AB89DB-4745-CE84-A64C-8B494B6991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07" name="Graphic 3706" descr="Deciduous tree with solid fill">
                <a:extLst>
                  <a:ext uri="{FF2B5EF4-FFF2-40B4-BE49-F238E27FC236}">
                    <a16:creationId xmlns:a16="http://schemas.microsoft.com/office/drawing/2014/main" id="{9B161EEB-7C95-485F-5CA6-B96368E359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09" name="Graphic 3708" descr="Deciduous tree with solid fill">
                <a:extLst>
                  <a:ext uri="{FF2B5EF4-FFF2-40B4-BE49-F238E27FC236}">
                    <a16:creationId xmlns:a16="http://schemas.microsoft.com/office/drawing/2014/main" id="{B29E0ABB-20A1-44D9-00F8-DE556D3A6F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13" name="Graphic 3712" descr="Deciduous tree with solid fill">
                <a:extLst>
                  <a:ext uri="{FF2B5EF4-FFF2-40B4-BE49-F238E27FC236}">
                    <a16:creationId xmlns:a16="http://schemas.microsoft.com/office/drawing/2014/main" id="{B3863261-51BB-571D-AE96-15228F2DD2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715" name="Graphic 3714" descr="Deciduous tree with solid fill">
                <a:extLst>
                  <a:ext uri="{FF2B5EF4-FFF2-40B4-BE49-F238E27FC236}">
                    <a16:creationId xmlns:a16="http://schemas.microsoft.com/office/drawing/2014/main" id="{D806CE57-6D39-A7B5-5228-D422B307EF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717" name="Graphic 3716" descr="Deciduous tree with solid fill">
                <a:extLst>
                  <a:ext uri="{FF2B5EF4-FFF2-40B4-BE49-F238E27FC236}">
                    <a16:creationId xmlns:a16="http://schemas.microsoft.com/office/drawing/2014/main" id="{1D0B4418-7CD2-A4F7-081B-6FA445D36D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719" name="Graphic 3718" descr="Deciduous tree with solid fill">
                <a:extLst>
                  <a:ext uri="{FF2B5EF4-FFF2-40B4-BE49-F238E27FC236}">
                    <a16:creationId xmlns:a16="http://schemas.microsoft.com/office/drawing/2014/main" id="{CA089FD1-4276-2339-D85C-CAA2CDE181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721" name="Graphic 3720" descr="Deciduous tree with solid fill">
                <a:extLst>
                  <a:ext uri="{FF2B5EF4-FFF2-40B4-BE49-F238E27FC236}">
                    <a16:creationId xmlns:a16="http://schemas.microsoft.com/office/drawing/2014/main" id="{F8144F17-6E72-D923-0248-5A003DFB26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23" name="Graphic 3722" descr="Deciduous tree with solid fill">
                <a:extLst>
                  <a:ext uri="{FF2B5EF4-FFF2-40B4-BE49-F238E27FC236}">
                    <a16:creationId xmlns:a16="http://schemas.microsoft.com/office/drawing/2014/main" id="{D103B50E-DB8F-485E-39BE-9650D6C81D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25" name="Graphic 3724" descr="Deciduous tree with solid fill">
                <a:extLst>
                  <a:ext uri="{FF2B5EF4-FFF2-40B4-BE49-F238E27FC236}">
                    <a16:creationId xmlns:a16="http://schemas.microsoft.com/office/drawing/2014/main" id="{38596994-A1F0-72DE-06BD-36E023F462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27" name="Graphic 3726" descr="Deciduous tree with solid fill">
                <a:extLst>
                  <a:ext uri="{FF2B5EF4-FFF2-40B4-BE49-F238E27FC236}">
                    <a16:creationId xmlns:a16="http://schemas.microsoft.com/office/drawing/2014/main" id="{D2717A43-305D-20EB-F3F3-FB8BA940AF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29" name="Graphic 3728" descr="Deciduous tree with solid fill">
                <a:extLst>
                  <a:ext uri="{FF2B5EF4-FFF2-40B4-BE49-F238E27FC236}">
                    <a16:creationId xmlns:a16="http://schemas.microsoft.com/office/drawing/2014/main" id="{0D2040F5-6E01-D960-4C5F-5842F8FECE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731" name="Graphic 3730" descr="Deciduous tree with solid fill">
                <a:extLst>
                  <a:ext uri="{FF2B5EF4-FFF2-40B4-BE49-F238E27FC236}">
                    <a16:creationId xmlns:a16="http://schemas.microsoft.com/office/drawing/2014/main" id="{951ADF52-B9F3-A2A7-04AF-862E784051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33" name="Graphic 3732" descr="Deciduous tree with solid fill">
                <a:extLst>
                  <a:ext uri="{FF2B5EF4-FFF2-40B4-BE49-F238E27FC236}">
                    <a16:creationId xmlns:a16="http://schemas.microsoft.com/office/drawing/2014/main" id="{3EBA03B9-3A01-D030-51E0-2B7E821BA7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35" name="Graphic 3734" descr="Deciduous tree with solid fill">
                <a:extLst>
                  <a:ext uri="{FF2B5EF4-FFF2-40B4-BE49-F238E27FC236}">
                    <a16:creationId xmlns:a16="http://schemas.microsoft.com/office/drawing/2014/main" id="{7CCB9E4F-6876-6D09-505E-E9AF24301E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37" name="Graphic 3736" descr="Deciduous tree with solid fill">
                <a:extLst>
                  <a:ext uri="{FF2B5EF4-FFF2-40B4-BE49-F238E27FC236}">
                    <a16:creationId xmlns:a16="http://schemas.microsoft.com/office/drawing/2014/main" id="{45CCDF5E-330C-9A1C-EE6F-E911A93D9B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739" name="Graphic 3738" descr="Deciduous tree with solid fill">
                <a:extLst>
                  <a:ext uri="{FF2B5EF4-FFF2-40B4-BE49-F238E27FC236}">
                    <a16:creationId xmlns:a16="http://schemas.microsoft.com/office/drawing/2014/main" id="{2C7B3E07-AD92-264B-BD91-22868BFF76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41" name="Graphic 3740" descr="Deciduous tree with solid fill">
                <a:extLst>
                  <a:ext uri="{FF2B5EF4-FFF2-40B4-BE49-F238E27FC236}">
                    <a16:creationId xmlns:a16="http://schemas.microsoft.com/office/drawing/2014/main" id="{7F9E814D-CE14-2E4F-21BA-47D5FEA41A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43" name="Graphic 3742" descr="Deciduous tree with solid fill">
                <a:extLst>
                  <a:ext uri="{FF2B5EF4-FFF2-40B4-BE49-F238E27FC236}">
                    <a16:creationId xmlns:a16="http://schemas.microsoft.com/office/drawing/2014/main" id="{6459EBA4-8ECE-56D0-55B9-89FEC4EF4D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45" name="Graphic 3744" descr="Deciduous tree with solid fill">
                <a:extLst>
                  <a:ext uri="{FF2B5EF4-FFF2-40B4-BE49-F238E27FC236}">
                    <a16:creationId xmlns:a16="http://schemas.microsoft.com/office/drawing/2014/main" id="{B5DCF99B-D7B5-9C2B-CDFE-4265CA06F8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47" name="Graphic 3746" descr="Deciduous tree with solid fill">
                <a:extLst>
                  <a:ext uri="{FF2B5EF4-FFF2-40B4-BE49-F238E27FC236}">
                    <a16:creationId xmlns:a16="http://schemas.microsoft.com/office/drawing/2014/main" id="{3C5C3FE8-460D-2A0F-F7DB-1DF833FB78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51" name="Graphic 3750" descr="Deciduous tree with solid fill">
                <a:extLst>
                  <a:ext uri="{FF2B5EF4-FFF2-40B4-BE49-F238E27FC236}">
                    <a16:creationId xmlns:a16="http://schemas.microsoft.com/office/drawing/2014/main" id="{D25B75BE-08F1-2ADB-AE98-FD3531964D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753" name="Graphic 3752" descr="Deciduous tree with solid fill">
                <a:extLst>
                  <a:ext uri="{FF2B5EF4-FFF2-40B4-BE49-F238E27FC236}">
                    <a16:creationId xmlns:a16="http://schemas.microsoft.com/office/drawing/2014/main" id="{C4ABB065-CE4E-D00E-A9A0-E1C79B807C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755" name="Graphic 3754" descr="Deciduous tree with solid fill">
                <a:extLst>
                  <a:ext uri="{FF2B5EF4-FFF2-40B4-BE49-F238E27FC236}">
                    <a16:creationId xmlns:a16="http://schemas.microsoft.com/office/drawing/2014/main" id="{5E4ABD84-CF38-3405-D5D0-E554935167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57" name="Graphic 3756" descr="Deciduous tree with solid fill">
                <a:extLst>
                  <a:ext uri="{FF2B5EF4-FFF2-40B4-BE49-F238E27FC236}">
                    <a16:creationId xmlns:a16="http://schemas.microsoft.com/office/drawing/2014/main" id="{B70991D6-8292-389C-0CD1-B467664FAE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59" name="Graphic 3758" descr="Deciduous tree with solid fill">
                <a:extLst>
                  <a:ext uri="{FF2B5EF4-FFF2-40B4-BE49-F238E27FC236}">
                    <a16:creationId xmlns:a16="http://schemas.microsoft.com/office/drawing/2014/main" id="{5133DEA3-65C3-68AD-4521-4990303FDE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61" name="Graphic 3760" descr="Deciduous tree with solid fill">
                <a:extLst>
                  <a:ext uri="{FF2B5EF4-FFF2-40B4-BE49-F238E27FC236}">
                    <a16:creationId xmlns:a16="http://schemas.microsoft.com/office/drawing/2014/main" id="{15027DD4-C0F6-476D-1819-CDE6EF8F6F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63" name="Graphic 3762" descr="Deciduous tree with solid fill">
                <a:extLst>
                  <a:ext uri="{FF2B5EF4-FFF2-40B4-BE49-F238E27FC236}">
                    <a16:creationId xmlns:a16="http://schemas.microsoft.com/office/drawing/2014/main" id="{4C26638C-D871-F596-A50E-71E3249D27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65" name="Graphic 3764" descr="Deciduous tree with solid fill">
                <a:extLst>
                  <a:ext uri="{FF2B5EF4-FFF2-40B4-BE49-F238E27FC236}">
                    <a16:creationId xmlns:a16="http://schemas.microsoft.com/office/drawing/2014/main" id="{906489E7-705B-65C9-740C-247DF97500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67" name="Graphic 3766" descr="Deciduous tree with solid fill">
                <a:extLst>
                  <a:ext uri="{FF2B5EF4-FFF2-40B4-BE49-F238E27FC236}">
                    <a16:creationId xmlns:a16="http://schemas.microsoft.com/office/drawing/2014/main" id="{927F2D4D-988B-603B-87A5-E3E09581B2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69" name="Graphic 3768" descr="Deciduous tree with solid fill">
                <a:extLst>
                  <a:ext uri="{FF2B5EF4-FFF2-40B4-BE49-F238E27FC236}">
                    <a16:creationId xmlns:a16="http://schemas.microsoft.com/office/drawing/2014/main" id="{8DC73E1F-260C-82FA-3DC5-B85DB4798E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71" name="Graphic 3770" descr="Deciduous tree with solid fill">
                <a:extLst>
                  <a:ext uri="{FF2B5EF4-FFF2-40B4-BE49-F238E27FC236}">
                    <a16:creationId xmlns:a16="http://schemas.microsoft.com/office/drawing/2014/main" id="{4EBBE715-304D-FB86-DAB2-C1BD7798D6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773" name="Graphic 3772" descr="Deciduous tree with solid fill">
                <a:extLst>
                  <a:ext uri="{FF2B5EF4-FFF2-40B4-BE49-F238E27FC236}">
                    <a16:creationId xmlns:a16="http://schemas.microsoft.com/office/drawing/2014/main" id="{166A46B8-AF9C-BE67-7909-F0FEB56AA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75" name="Graphic 3774" descr="Deciduous tree with solid fill">
                <a:extLst>
                  <a:ext uri="{FF2B5EF4-FFF2-40B4-BE49-F238E27FC236}">
                    <a16:creationId xmlns:a16="http://schemas.microsoft.com/office/drawing/2014/main" id="{1809F448-061C-B0C1-AE08-5516991ADF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77" name="Graphic 3776" descr="Deciduous tree with solid fill">
                <a:extLst>
                  <a:ext uri="{FF2B5EF4-FFF2-40B4-BE49-F238E27FC236}">
                    <a16:creationId xmlns:a16="http://schemas.microsoft.com/office/drawing/2014/main" id="{C0B45DEB-64E4-F856-1F45-11D567220B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79" name="Graphic 3778" descr="Deciduous tree with solid fill">
                <a:extLst>
                  <a:ext uri="{FF2B5EF4-FFF2-40B4-BE49-F238E27FC236}">
                    <a16:creationId xmlns:a16="http://schemas.microsoft.com/office/drawing/2014/main" id="{CBA20DC7-BB77-6672-7D9E-CF46A195A4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83" name="Graphic 3782" descr="Deciduous tree with solid fill">
                <a:extLst>
                  <a:ext uri="{FF2B5EF4-FFF2-40B4-BE49-F238E27FC236}">
                    <a16:creationId xmlns:a16="http://schemas.microsoft.com/office/drawing/2014/main" id="{807D8E60-D495-EB7B-7AD0-F0D0CA03B4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85" name="Graphic 3784" descr="Deciduous tree with solid fill">
                <a:extLst>
                  <a:ext uri="{FF2B5EF4-FFF2-40B4-BE49-F238E27FC236}">
                    <a16:creationId xmlns:a16="http://schemas.microsoft.com/office/drawing/2014/main" id="{EBF2416A-86BE-0AEF-74B8-AC003930C2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87" name="Graphic 3786" descr="Deciduous tree with solid fill">
                <a:extLst>
                  <a:ext uri="{FF2B5EF4-FFF2-40B4-BE49-F238E27FC236}">
                    <a16:creationId xmlns:a16="http://schemas.microsoft.com/office/drawing/2014/main" id="{F89899BA-D717-784B-5EF2-F03EDA6760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89" name="Graphic 3788" descr="Deciduous tree with solid fill">
                <a:extLst>
                  <a:ext uri="{FF2B5EF4-FFF2-40B4-BE49-F238E27FC236}">
                    <a16:creationId xmlns:a16="http://schemas.microsoft.com/office/drawing/2014/main" id="{86B385CC-B55E-7475-5D4C-1EDC3969AE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91" name="Graphic 3790" descr="Deciduous tree with solid fill">
                <a:extLst>
                  <a:ext uri="{FF2B5EF4-FFF2-40B4-BE49-F238E27FC236}">
                    <a16:creationId xmlns:a16="http://schemas.microsoft.com/office/drawing/2014/main" id="{73A565EE-1F79-F512-6A69-F021336B0C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93" name="Graphic 3792" descr="Deciduous tree with solid fill">
                <a:extLst>
                  <a:ext uri="{FF2B5EF4-FFF2-40B4-BE49-F238E27FC236}">
                    <a16:creationId xmlns:a16="http://schemas.microsoft.com/office/drawing/2014/main" id="{03EE5F7E-D27D-2CE5-CC0A-B4347B8605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95" name="Graphic 3794" descr="Deciduous tree with solid fill">
                <a:extLst>
                  <a:ext uri="{FF2B5EF4-FFF2-40B4-BE49-F238E27FC236}">
                    <a16:creationId xmlns:a16="http://schemas.microsoft.com/office/drawing/2014/main" id="{43D0AE89-CD5C-6482-4428-8ADA69D10A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97" name="Graphic 3796" descr="Deciduous tree with solid fill">
                <a:extLst>
                  <a:ext uri="{FF2B5EF4-FFF2-40B4-BE49-F238E27FC236}">
                    <a16:creationId xmlns:a16="http://schemas.microsoft.com/office/drawing/2014/main" id="{FB015FEA-BD89-A803-F6BC-C905155BBB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99" name="Graphic 3798" descr="Deciduous tree with solid fill">
                <a:extLst>
                  <a:ext uri="{FF2B5EF4-FFF2-40B4-BE49-F238E27FC236}">
                    <a16:creationId xmlns:a16="http://schemas.microsoft.com/office/drawing/2014/main" id="{C4BE56B5-E6F0-BBA2-98C6-6FFCA8D6A5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01" name="Graphic 3800" descr="Deciduous tree with solid fill">
                <a:extLst>
                  <a:ext uri="{FF2B5EF4-FFF2-40B4-BE49-F238E27FC236}">
                    <a16:creationId xmlns:a16="http://schemas.microsoft.com/office/drawing/2014/main" id="{F25C6480-3340-E481-DCE8-143348425A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803" name="Graphic 3802" descr="Deciduous tree with solid fill">
                <a:extLst>
                  <a:ext uri="{FF2B5EF4-FFF2-40B4-BE49-F238E27FC236}">
                    <a16:creationId xmlns:a16="http://schemas.microsoft.com/office/drawing/2014/main" id="{8B46293C-2074-458E-ED5D-9132B3D7D1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05" name="Graphic 3804" descr="Deciduous tree with solid fill">
                <a:extLst>
                  <a:ext uri="{FF2B5EF4-FFF2-40B4-BE49-F238E27FC236}">
                    <a16:creationId xmlns:a16="http://schemas.microsoft.com/office/drawing/2014/main" id="{B7D9D7A7-5D1D-9810-E0CD-635678A87D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09" name="Graphic 3808" descr="Deciduous tree with solid fill">
                <a:extLst>
                  <a:ext uri="{FF2B5EF4-FFF2-40B4-BE49-F238E27FC236}">
                    <a16:creationId xmlns:a16="http://schemas.microsoft.com/office/drawing/2014/main" id="{99B52D23-7C89-7ABD-2A5F-516F4D28C9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811" name="Graphic 3810" descr="Deciduous tree with solid fill">
                <a:extLst>
                  <a:ext uri="{FF2B5EF4-FFF2-40B4-BE49-F238E27FC236}">
                    <a16:creationId xmlns:a16="http://schemas.microsoft.com/office/drawing/2014/main" id="{4D79158D-2A51-DDC9-8030-559F51AE2C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813" name="Graphic 3812" descr="Deciduous tree with solid fill">
                <a:extLst>
                  <a:ext uri="{FF2B5EF4-FFF2-40B4-BE49-F238E27FC236}">
                    <a16:creationId xmlns:a16="http://schemas.microsoft.com/office/drawing/2014/main" id="{406C6417-C308-EA70-A4E0-548C87741A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815" name="Graphic 3814" descr="Deciduous tree with solid fill">
                <a:extLst>
                  <a:ext uri="{FF2B5EF4-FFF2-40B4-BE49-F238E27FC236}">
                    <a16:creationId xmlns:a16="http://schemas.microsoft.com/office/drawing/2014/main" id="{4B0FC5E9-F2E3-FDA3-A3BD-FCBFBC882A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817" name="Graphic 3816" descr="Deciduous tree with solid fill">
                <a:extLst>
                  <a:ext uri="{FF2B5EF4-FFF2-40B4-BE49-F238E27FC236}">
                    <a16:creationId xmlns:a16="http://schemas.microsoft.com/office/drawing/2014/main" id="{3D0A15D4-627A-BBEB-262E-DCBDDC5CB2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19" name="Graphic 3818" descr="Deciduous tree with solid fill">
                <a:extLst>
                  <a:ext uri="{FF2B5EF4-FFF2-40B4-BE49-F238E27FC236}">
                    <a16:creationId xmlns:a16="http://schemas.microsoft.com/office/drawing/2014/main" id="{9145CB69-CE99-91A4-22C9-D0E5B0825A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821" name="Graphic 3820" descr="Deciduous tree with solid fill">
                <a:extLst>
                  <a:ext uri="{FF2B5EF4-FFF2-40B4-BE49-F238E27FC236}">
                    <a16:creationId xmlns:a16="http://schemas.microsoft.com/office/drawing/2014/main" id="{3E5B5274-ECBC-212B-A446-C5DF53F885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23" name="Graphic 3822" descr="Deciduous tree with solid fill">
                <a:extLst>
                  <a:ext uri="{FF2B5EF4-FFF2-40B4-BE49-F238E27FC236}">
                    <a16:creationId xmlns:a16="http://schemas.microsoft.com/office/drawing/2014/main" id="{9995A10A-F48F-6391-573A-78D048663F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25" name="Graphic 3824" descr="Deciduous tree with solid fill">
                <a:extLst>
                  <a:ext uri="{FF2B5EF4-FFF2-40B4-BE49-F238E27FC236}">
                    <a16:creationId xmlns:a16="http://schemas.microsoft.com/office/drawing/2014/main" id="{65437C47-10E3-8AAE-3011-97B878AF9D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29" name="Graphic 3828" descr="Deciduous tree with solid fill">
                <a:extLst>
                  <a:ext uri="{FF2B5EF4-FFF2-40B4-BE49-F238E27FC236}">
                    <a16:creationId xmlns:a16="http://schemas.microsoft.com/office/drawing/2014/main" id="{2C6D061F-DDCF-140D-51B9-F5383CA1B5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831" name="Graphic 3830" descr="Deciduous tree with solid fill">
                <a:extLst>
                  <a:ext uri="{FF2B5EF4-FFF2-40B4-BE49-F238E27FC236}">
                    <a16:creationId xmlns:a16="http://schemas.microsoft.com/office/drawing/2014/main" id="{6988C444-00C3-F1B5-C9EC-493DD476CD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833" name="Graphic 3832" descr="Deciduous tree with solid fill">
                <a:extLst>
                  <a:ext uri="{FF2B5EF4-FFF2-40B4-BE49-F238E27FC236}">
                    <a16:creationId xmlns:a16="http://schemas.microsoft.com/office/drawing/2014/main" id="{5961D4A9-4E48-8190-2C64-73CF3A4624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35" name="Graphic 3834" descr="Deciduous tree with solid fill">
                <a:extLst>
                  <a:ext uri="{FF2B5EF4-FFF2-40B4-BE49-F238E27FC236}">
                    <a16:creationId xmlns:a16="http://schemas.microsoft.com/office/drawing/2014/main" id="{3F717E77-AEAC-B341-C612-C9FC42B128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37" name="Graphic 3836" descr="Deciduous tree with solid fill">
                <a:extLst>
                  <a:ext uri="{FF2B5EF4-FFF2-40B4-BE49-F238E27FC236}">
                    <a16:creationId xmlns:a16="http://schemas.microsoft.com/office/drawing/2014/main" id="{73957312-507B-519F-865A-3A9292B612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39" name="Graphic 3838" descr="Deciduous tree with solid fill">
                <a:extLst>
                  <a:ext uri="{FF2B5EF4-FFF2-40B4-BE49-F238E27FC236}">
                    <a16:creationId xmlns:a16="http://schemas.microsoft.com/office/drawing/2014/main" id="{C38B4FAD-3AD7-31B2-E21F-FF1D15C41F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43" name="Graphic 3842" descr="Deciduous tree with solid fill">
                <a:extLst>
                  <a:ext uri="{FF2B5EF4-FFF2-40B4-BE49-F238E27FC236}">
                    <a16:creationId xmlns:a16="http://schemas.microsoft.com/office/drawing/2014/main" id="{BC47220C-AE04-319F-AB12-5879B8E324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45" name="Graphic 3844" descr="Deciduous tree with solid fill">
                <a:extLst>
                  <a:ext uri="{FF2B5EF4-FFF2-40B4-BE49-F238E27FC236}">
                    <a16:creationId xmlns:a16="http://schemas.microsoft.com/office/drawing/2014/main" id="{91653DA5-CE64-812C-DE1B-0C7192A360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47" name="Graphic 3846" descr="Deciduous tree with solid fill">
                <a:extLst>
                  <a:ext uri="{FF2B5EF4-FFF2-40B4-BE49-F238E27FC236}">
                    <a16:creationId xmlns:a16="http://schemas.microsoft.com/office/drawing/2014/main" id="{327C6764-6B18-4D92-8C89-208FB9FCD6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53" name="Graphic 3852" descr="Deciduous tree with solid fill">
                <a:extLst>
                  <a:ext uri="{FF2B5EF4-FFF2-40B4-BE49-F238E27FC236}">
                    <a16:creationId xmlns:a16="http://schemas.microsoft.com/office/drawing/2014/main" id="{4C75A211-AFFC-2AE8-8A7B-98B8F27DE4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31729" y="1572822"/>
                <a:ext cx="209457" cy="196410"/>
              </a:xfrm>
              <a:prstGeom prst="rect">
                <a:avLst/>
              </a:prstGeom>
            </p:spPr>
          </p:pic>
          <p:pic>
            <p:nvPicPr>
              <p:cNvPr id="3855" name="Graphic 3854" descr="Deciduous tree with solid fill">
                <a:extLst>
                  <a:ext uri="{FF2B5EF4-FFF2-40B4-BE49-F238E27FC236}">
                    <a16:creationId xmlns:a16="http://schemas.microsoft.com/office/drawing/2014/main" id="{BD7603FE-39D2-704C-C824-B5A71BC380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6103" y="1668682"/>
                <a:ext cx="209457" cy="196410"/>
              </a:xfrm>
              <a:prstGeom prst="rect">
                <a:avLst/>
              </a:prstGeom>
            </p:spPr>
          </p:pic>
          <p:pic>
            <p:nvPicPr>
              <p:cNvPr id="3857" name="Graphic 3856" descr="Deciduous tree with solid fill">
                <a:extLst>
                  <a:ext uri="{FF2B5EF4-FFF2-40B4-BE49-F238E27FC236}">
                    <a16:creationId xmlns:a16="http://schemas.microsoft.com/office/drawing/2014/main" id="{65A00AA0-5C77-D485-C138-6B024EAA26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2306" y="1484784"/>
                <a:ext cx="209457" cy="196410"/>
              </a:xfrm>
              <a:prstGeom prst="rect">
                <a:avLst/>
              </a:prstGeom>
            </p:spPr>
          </p:pic>
          <p:pic>
            <p:nvPicPr>
              <p:cNvPr id="3859" name="Graphic 3858" descr="Deciduous tree with solid fill">
                <a:extLst>
                  <a:ext uri="{FF2B5EF4-FFF2-40B4-BE49-F238E27FC236}">
                    <a16:creationId xmlns:a16="http://schemas.microsoft.com/office/drawing/2014/main" id="{12C8AA16-B400-3EE0-2802-3D72F687050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23828" y="3581191"/>
                <a:ext cx="209457" cy="196410"/>
              </a:xfrm>
              <a:prstGeom prst="rect">
                <a:avLst/>
              </a:prstGeom>
            </p:spPr>
          </p:pic>
          <p:pic>
            <p:nvPicPr>
              <p:cNvPr id="3861" name="Graphic 3860" descr="Deciduous tree with solid fill">
                <a:extLst>
                  <a:ext uri="{FF2B5EF4-FFF2-40B4-BE49-F238E27FC236}">
                    <a16:creationId xmlns:a16="http://schemas.microsoft.com/office/drawing/2014/main" id="{E0A63AEE-0364-A539-A5A6-0D8CB056C1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77798" y="1792173"/>
                <a:ext cx="209457" cy="196410"/>
              </a:xfrm>
              <a:prstGeom prst="rect">
                <a:avLst/>
              </a:prstGeom>
            </p:spPr>
          </p:pic>
          <p:pic>
            <p:nvPicPr>
              <p:cNvPr id="3863" name="Graphic 3862" descr="Deciduous tree with solid fill">
                <a:extLst>
                  <a:ext uri="{FF2B5EF4-FFF2-40B4-BE49-F238E27FC236}">
                    <a16:creationId xmlns:a16="http://schemas.microsoft.com/office/drawing/2014/main" id="{59D026D0-E2A2-8B0F-7DB2-576329EEB2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3" y="1915664"/>
                <a:ext cx="209457" cy="196410"/>
              </a:xfrm>
              <a:prstGeom prst="rect">
                <a:avLst/>
              </a:prstGeom>
            </p:spPr>
          </p:pic>
          <p:pic>
            <p:nvPicPr>
              <p:cNvPr id="3865" name="Graphic 3864" descr="Deciduous tree with solid fill">
                <a:extLst>
                  <a:ext uri="{FF2B5EF4-FFF2-40B4-BE49-F238E27FC236}">
                    <a16:creationId xmlns:a16="http://schemas.microsoft.com/office/drawing/2014/main" id="{C3BF1F46-21A1-B508-36C3-EF7CD3820A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41187" y="2039155"/>
                <a:ext cx="209457" cy="196410"/>
              </a:xfrm>
              <a:prstGeom prst="rect">
                <a:avLst/>
              </a:prstGeom>
            </p:spPr>
          </p:pic>
          <p:pic>
            <p:nvPicPr>
              <p:cNvPr id="3867" name="Graphic 3866" descr="Deciduous tree with solid fill">
                <a:extLst>
                  <a:ext uri="{FF2B5EF4-FFF2-40B4-BE49-F238E27FC236}">
                    <a16:creationId xmlns:a16="http://schemas.microsoft.com/office/drawing/2014/main" id="{2AB59568-0CB2-992E-AE01-891B15335C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2881" y="2162645"/>
                <a:ext cx="209457" cy="196410"/>
              </a:xfrm>
              <a:prstGeom prst="rect">
                <a:avLst/>
              </a:prstGeom>
            </p:spPr>
          </p:pic>
          <p:pic>
            <p:nvPicPr>
              <p:cNvPr id="3869" name="Graphic 3868" descr="Deciduous tree with solid fill">
                <a:extLst>
                  <a:ext uri="{FF2B5EF4-FFF2-40B4-BE49-F238E27FC236}">
                    <a16:creationId xmlns:a16="http://schemas.microsoft.com/office/drawing/2014/main" id="{4F40574B-CEB1-A264-BFE5-2BF67BC0B8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04576" y="2286136"/>
                <a:ext cx="209457" cy="196410"/>
              </a:xfrm>
              <a:prstGeom prst="rect">
                <a:avLst/>
              </a:prstGeom>
            </p:spPr>
          </p:pic>
          <p:pic>
            <p:nvPicPr>
              <p:cNvPr id="3871" name="Graphic 3870" descr="Deciduous tree with solid fill">
                <a:extLst>
                  <a:ext uri="{FF2B5EF4-FFF2-40B4-BE49-F238E27FC236}">
                    <a16:creationId xmlns:a16="http://schemas.microsoft.com/office/drawing/2014/main" id="{3F8E2C0A-158F-D2F9-7B32-951F299549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6270" y="2409627"/>
                <a:ext cx="209457" cy="196410"/>
              </a:xfrm>
              <a:prstGeom prst="rect">
                <a:avLst/>
              </a:prstGeom>
            </p:spPr>
          </p:pic>
          <p:pic>
            <p:nvPicPr>
              <p:cNvPr id="3873" name="Graphic 3872" descr="Deciduous tree with solid fill">
                <a:extLst>
                  <a:ext uri="{FF2B5EF4-FFF2-40B4-BE49-F238E27FC236}">
                    <a16:creationId xmlns:a16="http://schemas.microsoft.com/office/drawing/2014/main" id="{2C58D69F-6461-6270-0D28-E1FA39CEC9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7965" y="2533118"/>
                <a:ext cx="209457" cy="196410"/>
              </a:xfrm>
              <a:prstGeom prst="rect">
                <a:avLst/>
              </a:prstGeom>
            </p:spPr>
          </p:pic>
          <p:pic>
            <p:nvPicPr>
              <p:cNvPr id="3875" name="Graphic 3874" descr="Deciduous tree with solid fill">
                <a:extLst>
                  <a:ext uri="{FF2B5EF4-FFF2-40B4-BE49-F238E27FC236}">
                    <a16:creationId xmlns:a16="http://schemas.microsoft.com/office/drawing/2014/main" id="{21F4980D-A8D8-0757-0226-8C3808C3B4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99660" y="2656610"/>
                <a:ext cx="209457" cy="196410"/>
              </a:xfrm>
              <a:prstGeom prst="rect">
                <a:avLst/>
              </a:prstGeom>
            </p:spPr>
          </p:pic>
          <p:pic>
            <p:nvPicPr>
              <p:cNvPr id="3877" name="Graphic 3876" descr="Deciduous tree with solid fill">
                <a:extLst>
                  <a:ext uri="{FF2B5EF4-FFF2-40B4-BE49-F238E27FC236}">
                    <a16:creationId xmlns:a16="http://schemas.microsoft.com/office/drawing/2014/main" id="{14A3E01D-BA9F-FA93-1CE6-1A90B5B04A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54" y="2780100"/>
                <a:ext cx="209457" cy="196410"/>
              </a:xfrm>
              <a:prstGeom prst="rect">
                <a:avLst/>
              </a:prstGeom>
            </p:spPr>
          </p:pic>
          <p:pic>
            <p:nvPicPr>
              <p:cNvPr id="3879" name="Graphic 3878" descr="Deciduous tree with solid fill">
                <a:extLst>
                  <a:ext uri="{FF2B5EF4-FFF2-40B4-BE49-F238E27FC236}">
                    <a16:creationId xmlns:a16="http://schemas.microsoft.com/office/drawing/2014/main" id="{789763C2-E5E2-AB58-3C69-BEE2377E40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63048" y="2903591"/>
                <a:ext cx="209457" cy="196410"/>
              </a:xfrm>
              <a:prstGeom prst="rect">
                <a:avLst/>
              </a:prstGeom>
            </p:spPr>
          </p:pic>
          <p:pic>
            <p:nvPicPr>
              <p:cNvPr id="3881" name="Graphic 3880" descr="Deciduous tree with solid fill">
                <a:extLst>
                  <a:ext uri="{FF2B5EF4-FFF2-40B4-BE49-F238E27FC236}">
                    <a16:creationId xmlns:a16="http://schemas.microsoft.com/office/drawing/2014/main" id="{DED518FE-08E5-698E-9EE1-362C835FA9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4743" y="3027082"/>
                <a:ext cx="209457" cy="196410"/>
              </a:xfrm>
              <a:prstGeom prst="rect">
                <a:avLst/>
              </a:prstGeom>
            </p:spPr>
          </p:pic>
          <p:pic>
            <p:nvPicPr>
              <p:cNvPr id="3883" name="Graphic 3882" descr="Deciduous tree with solid fill">
                <a:extLst>
                  <a:ext uri="{FF2B5EF4-FFF2-40B4-BE49-F238E27FC236}">
                    <a16:creationId xmlns:a16="http://schemas.microsoft.com/office/drawing/2014/main" id="{41EC3679-A0AD-7956-E6A2-026DB2E2F3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6438" y="3150573"/>
                <a:ext cx="209457" cy="196410"/>
              </a:xfrm>
              <a:prstGeom prst="rect">
                <a:avLst/>
              </a:prstGeom>
            </p:spPr>
          </p:pic>
          <p:pic>
            <p:nvPicPr>
              <p:cNvPr id="3885" name="Graphic 3884" descr="Deciduous tree with solid fill">
                <a:extLst>
                  <a:ext uri="{FF2B5EF4-FFF2-40B4-BE49-F238E27FC236}">
                    <a16:creationId xmlns:a16="http://schemas.microsoft.com/office/drawing/2014/main" id="{2D9851F9-E953-2991-D110-FCF44F3D679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58132" y="3274064"/>
                <a:ext cx="209457" cy="196410"/>
              </a:xfrm>
              <a:prstGeom prst="rect">
                <a:avLst/>
              </a:prstGeom>
            </p:spPr>
          </p:pic>
          <p:pic>
            <p:nvPicPr>
              <p:cNvPr id="3887" name="Graphic 3886" descr="Deciduous tree with solid fill">
                <a:extLst>
                  <a:ext uri="{FF2B5EF4-FFF2-40B4-BE49-F238E27FC236}">
                    <a16:creationId xmlns:a16="http://schemas.microsoft.com/office/drawing/2014/main" id="{0FA16710-8D0E-ADD7-1B60-BC03BEB08B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3424" y="1696313"/>
                <a:ext cx="209457" cy="196410"/>
              </a:xfrm>
              <a:prstGeom prst="rect">
                <a:avLst/>
              </a:prstGeom>
            </p:spPr>
          </p:pic>
          <p:pic>
            <p:nvPicPr>
              <p:cNvPr id="3889" name="Graphic 3888" descr="Deciduous tree with solid fill">
                <a:extLst>
                  <a:ext uri="{FF2B5EF4-FFF2-40B4-BE49-F238E27FC236}">
                    <a16:creationId xmlns:a16="http://schemas.microsoft.com/office/drawing/2014/main" id="{CA015115-E464-A5F5-8CEF-AB763380C5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95119" y="1819804"/>
                <a:ext cx="209457" cy="196410"/>
              </a:xfrm>
              <a:prstGeom prst="rect">
                <a:avLst/>
              </a:prstGeom>
            </p:spPr>
          </p:pic>
          <p:pic>
            <p:nvPicPr>
              <p:cNvPr id="3891" name="Graphic 3890" descr="Deciduous tree with solid fill">
                <a:extLst>
                  <a:ext uri="{FF2B5EF4-FFF2-40B4-BE49-F238E27FC236}">
                    <a16:creationId xmlns:a16="http://schemas.microsoft.com/office/drawing/2014/main" id="{032893D0-62B6-A555-1B20-B6B381A780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6813" y="1943295"/>
                <a:ext cx="209457" cy="196410"/>
              </a:xfrm>
              <a:prstGeom prst="rect">
                <a:avLst/>
              </a:prstGeom>
            </p:spPr>
          </p:pic>
          <p:pic>
            <p:nvPicPr>
              <p:cNvPr id="3893" name="Graphic 3892" descr="Deciduous tree with solid fill">
                <a:extLst>
                  <a:ext uri="{FF2B5EF4-FFF2-40B4-BE49-F238E27FC236}">
                    <a16:creationId xmlns:a16="http://schemas.microsoft.com/office/drawing/2014/main" id="{47A509D9-ED26-7D08-3DB9-8A18C0EA17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8507" y="2066786"/>
                <a:ext cx="209457" cy="196410"/>
              </a:xfrm>
              <a:prstGeom prst="rect">
                <a:avLst/>
              </a:prstGeom>
            </p:spPr>
          </p:pic>
          <p:pic>
            <p:nvPicPr>
              <p:cNvPr id="3895" name="Graphic 3894" descr="Deciduous tree with solid fill">
                <a:extLst>
                  <a:ext uri="{FF2B5EF4-FFF2-40B4-BE49-F238E27FC236}">
                    <a16:creationId xmlns:a16="http://schemas.microsoft.com/office/drawing/2014/main" id="{4E3C3F6F-1F48-7F3E-5B76-DE1A0F5D67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90202" y="2190277"/>
                <a:ext cx="209457" cy="196410"/>
              </a:xfrm>
              <a:prstGeom prst="rect">
                <a:avLst/>
              </a:prstGeom>
            </p:spPr>
          </p:pic>
          <p:pic>
            <p:nvPicPr>
              <p:cNvPr id="3897" name="Graphic 3896" descr="Deciduous tree with solid fill">
                <a:extLst>
                  <a:ext uri="{FF2B5EF4-FFF2-40B4-BE49-F238E27FC236}">
                    <a16:creationId xmlns:a16="http://schemas.microsoft.com/office/drawing/2014/main" id="{5956F5BC-417B-E1D3-FF40-B4000A84AF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1897" y="2313768"/>
                <a:ext cx="209457" cy="196410"/>
              </a:xfrm>
              <a:prstGeom prst="rect">
                <a:avLst/>
              </a:prstGeom>
            </p:spPr>
          </p:pic>
          <p:pic>
            <p:nvPicPr>
              <p:cNvPr id="3899" name="Graphic 3898" descr="Deciduous tree with solid fill">
                <a:extLst>
                  <a:ext uri="{FF2B5EF4-FFF2-40B4-BE49-F238E27FC236}">
                    <a16:creationId xmlns:a16="http://schemas.microsoft.com/office/drawing/2014/main" id="{E281A720-4E1E-D467-A701-B11D8C8535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53591" y="2437259"/>
                <a:ext cx="209457" cy="196410"/>
              </a:xfrm>
              <a:prstGeom prst="rect">
                <a:avLst/>
              </a:prstGeom>
            </p:spPr>
          </p:pic>
          <p:pic>
            <p:nvPicPr>
              <p:cNvPr id="3901" name="Graphic 3900" descr="Deciduous tree with solid fill">
                <a:extLst>
                  <a:ext uri="{FF2B5EF4-FFF2-40B4-BE49-F238E27FC236}">
                    <a16:creationId xmlns:a16="http://schemas.microsoft.com/office/drawing/2014/main" id="{034A0D36-6CF0-4DDD-D11D-FF5AB3F3F2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85286" y="2560750"/>
                <a:ext cx="209457" cy="196410"/>
              </a:xfrm>
              <a:prstGeom prst="rect">
                <a:avLst/>
              </a:prstGeom>
            </p:spPr>
          </p:pic>
          <p:pic>
            <p:nvPicPr>
              <p:cNvPr id="3903" name="Graphic 3902" descr="Deciduous tree with solid fill">
                <a:extLst>
                  <a:ext uri="{FF2B5EF4-FFF2-40B4-BE49-F238E27FC236}">
                    <a16:creationId xmlns:a16="http://schemas.microsoft.com/office/drawing/2014/main" id="{15AA62E9-54DA-5941-624D-786411602E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16980" y="2684241"/>
                <a:ext cx="209457" cy="196410"/>
              </a:xfrm>
              <a:prstGeom prst="rect">
                <a:avLst/>
              </a:prstGeom>
            </p:spPr>
          </p:pic>
          <p:pic>
            <p:nvPicPr>
              <p:cNvPr id="3905" name="Graphic 3904" descr="Deciduous tree with solid fill">
                <a:extLst>
                  <a:ext uri="{FF2B5EF4-FFF2-40B4-BE49-F238E27FC236}">
                    <a16:creationId xmlns:a16="http://schemas.microsoft.com/office/drawing/2014/main" id="{9BE61BDF-DEB8-9FA5-BE19-DF94A90994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8674" y="2807732"/>
                <a:ext cx="209457" cy="196410"/>
              </a:xfrm>
              <a:prstGeom prst="rect">
                <a:avLst/>
              </a:prstGeom>
            </p:spPr>
          </p:pic>
          <p:pic>
            <p:nvPicPr>
              <p:cNvPr id="3907" name="Graphic 3906" descr="Deciduous tree with solid fill">
                <a:extLst>
                  <a:ext uri="{FF2B5EF4-FFF2-40B4-BE49-F238E27FC236}">
                    <a16:creationId xmlns:a16="http://schemas.microsoft.com/office/drawing/2014/main" id="{33DFE5FD-C6A5-A583-E3D9-E1D8FBD1C4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80369" y="2931222"/>
                <a:ext cx="209457" cy="196410"/>
              </a:xfrm>
              <a:prstGeom prst="rect">
                <a:avLst/>
              </a:prstGeom>
            </p:spPr>
          </p:pic>
          <p:pic>
            <p:nvPicPr>
              <p:cNvPr id="3909" name="Graphic 3908" descr="Deciduous tree with solid fill">
                <a:extLst>
                  <a:ext uri="{FF2B5EF4-FFF2-40B4-BE49-F238E27FC236}">
                    <a16:creationId xmlns:a16="http://schemas.microsoft.com/office/drawing/2014/main" id="{D26BED7E-D040-B49F-6FEA-93604ADF0A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12064" y="3054713"/>
                <a:ext cx="209457" cy="196410"/>
              </a:xfrm>
              <a:prstGeom prst="rect">
                <a:avLst/>
              </a:prstGeom>
            </p:spPr>
          </p:pic>
          <p:pic>
            <p:nvPicPr>
              <p:cNvPr id="3911" name="Graphic 3910" descr="Deciduous tree with solid fill">
                <a:extLst>
                  <a:ext uri="{FF2B5EF4-FFF2-40B4-BE49-F238E27FC236}">
                    <a16:creationId xmlns:a16="http://schemas.microsoft.com/office/drawing/2014/main" id="{C7E308EA-57EC-D174-AFA4-A67ADB9678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3758" y="3178205"/>
                <a:ext cx="209457" cy="196410"/>
              </a:xfrm>
              <a:prstGeom prst="rect">
                <a:avLst/>
              </a:prstGeom>
            </p:spPr>
          </p:pic>
          <p:pic>
            <p:nvPicPr>
              <p:cNvPr id="3913" name="Graphic 3912" descr="Deciduous tree with solid fill">
                <a:extLst>
                  <a:ext uri="{FF2B5EF4-FFF2-40B4-BE49-F238E27FC236}">
                    <a16:creationId xmlns:a16="http://schemas.microsoft.com/office/drawing/2014/main" id="{32E56E0E-0F48-EB73-9EB6-90484E444A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34000" y="1608275"/>
                <a:ext cx="209457" cy="196410"/>
              </a:xfrm>
              <a:prstGeom prst="rect">
                <a:avLst/>
              </a:prstGeom>
            </p:spPr>
          </p:pic>
          <p:pic>
            <p:nvPicPr>
              <p:cNvPr id="3915" name="Graphic 3914" descr="Deciduous tree with solid fill">
                <a:extLst>
                  <a:ext uri="{FF2B5EF4-FFF2-40B4-BE49-F238E27FC236}">
                    <a16:creationId xmlns:a16="http://schemas.microsoft.com/office/drawing/2014/main" id="{E4A84C41-3814-BEAF-C5CE-F401B013F7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5695" y="1731766"/>
                <a:ext cx="209457" cy="196410"/>
              </a:xfrm>
              <a:prstGeom prst="rect">
                <a:avLst/>
              </a:prstGeom>
            </p:spPr>
          </p:pic>
          <p:pic>
            <p:nvPicPr>
              <p:cNvPr id="3917" name="Graphic 3916" descr="Deciduous tree with solid fill">
                <a:extLst>
                  <a:ext uri="{FF2B5EF4-FFF2-40B4-BE49-F238E27FC236}">
                    <a16:creationId xmlns:a16="http://schemas.microsoft.com/office/drawing/2014/main" id="{31826AE4-8C07-592F-695A-F0FBBF0CDA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7390" y="1855257"/>
                <a:ext cx="209457" cy="196410"/>
              </a:xfrm>
              <a:prstGeom prst="rect">
                <a:avLst/>
              </a:prstGeom>
            </p:spPr>
          </p:pic>
          <p:pic>
            <p:nvPicPr>
              <p:cNvPr id="3919" name="Graphic 3918" descr="Deciduous tree with solid fill">
                <a:extLst>
                  <a:ext uri="{FF2B5EF4-FFF2-40B4-BE49-F238E27FC236}">
                    <a16:creationId xmlns:a16="http://schemas.microsoft.com/office/drawing/2014/main" id="{74FCD196-C5ED-D3C9-C7FD-54D2D97F3B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9084" y="1978747"/>
                <a:ext cx="209457" cy="196410"/>
              </a:xfrm>
              <a:prstGeom prst="rect">
                <a:avLst/>
              </a:prstGeom>
            </p:spPr>
          </p:pic>
          <p:pic>
            <p:nvPicPr>
              <p:cNvPr id="3921" name="Graphic 3920" descr="Deciduous tree with solid fill">
                <a:extLst>
                  <a:ext uri="{FF2B5EF4-FFF2-40B4-BE49-F238E27FC236}">
                    <a16:creationId xmlns:a16="http://schemas.microsoft.com/office/drawing/2014/main" id="{24933654-0C26-A17B-2BBC-4626D49468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60778" y="2102239"/>
                <a:ext cx="209457" cy="196410"/>
              </a:xfrm>
              <a:prstGeom prst="rect">
                <a:avLst/>
              </a:prstGeom>
            </p:spPr>
          </p:pic>
          <p:pic>
            <p:nvPicPr>
              <p:cNvPr id="3923" name="Graphic 3922" descr="Deciduous tree with solid fill">
                <a:extLst>
                  <a:ext uri="{FF2B5EF4-FFF2-40B4-BE49-F238E27FC236}">
                    <a16:creationId xmlns:a16="http://schemas.microsoft.com/office/drawing/2014/main" id="{71549B1E-AA47-D26F-069C-29333456BD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73" y="2225730"/>
                <a:ext cx="209457" cy="196410"/>
              </a:xfrm>
              <a:prstGeom prst="rect">
                <a:avLst/>
              </a:prstGeom>
            </p:spPr>
          </p:pic>
          <p:pic>
            <p:nvPicPr>
              <p:cNvPr id="3925" name="Graphic 3924" descr="Deciduous tree with solid fill">
                <a:extLst>
                  <a:ext uri="{FF2B5EF4-FFF2-40B4-BE49-F238E27FC236}">
                    <a16:creationId xmlns:a16="http://schemas.microsoft.com/office/drawing/2014/main" id="{12DA2774-C858-F8B3-640B-197F29EF4E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24167" y="2349221"/>
                <a:ext cx="209457" cy="196410"/>
              </a:xfrm>
              <a:prstGeom prst="rect">
                <a:avLst/>
              </a:prstGeom>
            </p:spPr>
          </p:pic>
          <p:pic>
            <p:nvPicPr>
              <p:cNvPr id="3927" name="Graphic 3926" descr="Deciduous tree with solid fill">
                <a:extLst>
                  <a:ext uri="{FF2B5EF4-FFF2-40B4-BE49-F238E27FC236}">
                    <a16:creationId xmlns:a16="http://schemas.microsoft.com/office/drawing/2014/main" id="{9BEC7F28-9627-5238-816D-823C20DB85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5862" y="2472712"/>
                <a:ext cx="209457" cy="196410"/>
              </a:xfrm>
              <a:prstGeom prst="rect">
                <a:avLst/>
              </a:prstGeom>
            </p:spPr>
          </p:pic>
          <p:pic>
            <p:nvPicPr>
              <p:cNvPr id="3929" name="Graphic 3928" descr="Deciduous tree with solid fill">
                <a:extLst>
                  <a:ext uri="{FF2B5EF4-FFF2-40B4-BE49-F238E27FC236}">
                    <a16:creationId xmlns:a16="http://schemas.microsoft.com/office/drawing/2014/main" id="{A84AB9A5-E93F-3F6C-319F-A1DE55BBE0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7557" y="2596202"/>
                <a:ext cx="209457" cy="196410"/>
              </a:xfrm>
              <a:prstGeom prst="rect">
                <a:avLst/>
              </a:prstGeom>
            </p:spPr>
          </p:pic>
          <p:pic>
            <p:nvPicPr>
              <p:cNvPr id="3931" name="Graphic 3930" descr="Deciduous tree with solid fill">
                <a:extLst>
                  <a:ext uri="{FF2B5EF4-FFF2-40B4-BE49-F238E27FC236}">
                    <a16:creationId xmlns:a16="http://schemas.microsoft.com/office/drawing/2014/main" id="{F4F831A3-2132-3BBF-AF8F-9DBA890A13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9251" y="2719693"/>
                <a:ext cx="209457" cy="196410"/>
              </a:xfrm>
              <a:prstGeom prst="rect">
                <a:avLst/>
              </a:prstGeom>
            </p:spPr>
          </p:pic>
          <p:pic>
            <p:nvPicPr>
              <p:cNvPr id="3933" name="Graphic 3932" descr="Deciduous tree with solid fill">
                <a:extLst>
                  <a:ext uri="{FF2B5EF4-FFF2-40B4-BE49-F238E27FC236}">
                    <a16:creationId xmlns:a16="http://schemas.microsoft.com/office/drawing/2014/main" id="{9D08D06F-33F5-8B87-650E-B6B52594D6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0945" y="2843184"/>
                <a:ext cx="209457" cy="196410"/>
              </a:xfrm>
              <a:prstGeom prst="rect">
                <a:avLst/>
              </a:prstGeom>
            </p:spPr>
          </p:pic>
          <p:pic>
            <p:nvPicPr>
              <p:cNvPr id="3935" name="Graphic 3934" descr="Deciduous tree with solid fill">
                <a:extLst>
                  <a:ext uri="{FF2B5EF4-FFF2-40B4-BE49-F238E27FC236}">
                    <a16:creationId xmlns:a16="http://schemas.microsoft.com/office/drawing/2014/main" id="{D6B3CF3C-FFB8-8316-3406-A0D6CB68D8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2640" y="2966675"/>
                <a:ext cx="209457" cy="196410"/>
              </a:xfrm>
              <a:prstGeom prst="rect">
                <a:avLst/>
              </a:prstGeom>
            </p:spPr>
          </p:pic>
          <p:pic>
            <p:nvPicPr>
              <p:cNvPr id="3937" name="Graphic 3936" descr="Deciduous tree with solid fill">
                <a:extLst>
                  <a:ext uri="{FF2B5EF4-FFF2-40B4-BE49-F238E27FC236}">
                    <a16:creationId xmlns:a16="http://schemas.microsoft.com/office/drawing/2014/main" id="{36864F74-66C1-CF52-D85F-C84890EA03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14335" y="3090167"/>
                <a:ext cx="209457" cy="196410"/>
              </a:xfrm>
              <a:prstGeom prst="rect">
                <a:avLst/>
              </a:prstGeom>
            </p:spPr>
          </p:pic>
          <p:pic>
            <p:nvPicPr>
              <p:cNvPr id="3939" name="Graphic 3938" descr="Deciduous tree with solid fill">
                <a:extLst>
                  <a:ext uri="{FF2B5EF4-FFF2-40B4-BE49-F238E27FC236}">
                    <a16:creationId xmlns:a16="http://schemas.microsoft.com/office/drawing/2014/main" id="{3BA3EEEC-87A0-31AB-525A-B6D369F8934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01930" y="3495464"/>
                <a:ext cx="209457" cy="196410"/>
              </a:xfrm>
              <a:prstGeom prst="rect">
                <a:avLst/>
              </a:prstGeom>
            </p:spPr>
          </p:pic>
          <p:pic>
            <p:nvPicPr>
              <p:cNvPr id="3948" name="Graphic 3947" descr="Deciduous tree with solid fill">
                <a:extLst>
                  <a:ext uri="{FF2B5EF4-FFF2-40B4-BE49-F238E27FC236}">
                    <a16:creationId xmlns:a16="http://schemas.microsoft.com/office/drawing/2014/main" id="{250EF0C0-41EA-D7F5-48A6-DAE4EF04469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93211" y="3413690"/>
                <a:ext cx="209457" cy="196410"/>
              </a:xfrm>
              <a:prstGeom prst="rect">
                <a:avLst/>
              </a:prstGeom>
            </p:spPr>
          </p:pic>
          <p:pic>
            <p:nvPicPr>
              <p:cNvPr id="3950" name="Graphic 3949" descr="Deciduous tree with solid fill">
                <a:extLst>
                  <a:ext uri="{FF2B5EF4-FFF2-40B4-BE49-F238E27FC236}">
                    <a16:creationId xmlns:a16="http://schemas.microsoft.com/office/drawing/2014/main" id="{F9BB58AC-27E8-D199-B058-82A37FA491F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24297" y="4001194"/>
                <a:ext cx="209457" cy="196410"/>
              </a:xfrm>
              <a:prstGeom prst="rect">
                <a:avLst/>
              </a:prstGeom>
            </p:spPr>
          </p:pic>
        </p:grpSp>
      </p:grpSp>
      <p:sp>
        <p:nvSpPr>
          <p:cNvPr id="3953" name="Title 3952">
            <a:extLst>
              <a:ext uri="{FF2B5EF4-FFF2-40B4-BE49-F238E27FC236}">
                <a16:creationId xmlns:a16="http://schemas.microsoft.com/office/drawing/2014/main" id="{BE915278-512A-7B57-E323-C9DA22117455}"/>
              </a:ext>
            </a:extLst>
          </p:cNvPr>
          <p:cNvSpPr>
            <a:spLocks noGrp="1"/>
          </p:cNvSpPr>
          <p:nvPr>
            <p:ph type="title"/>
          </p:nvPr>
        </p:nvSpPr>
        <p:spPr>
          <a:xfrm>
            <a:off x="270669" y="236627"/>
            <a:ext cx="11650662" cy="625944"/>
          </a:xfrm>
        </p:spPr>
        <p:txBody>
          <a:bodyPr/>
          <a:lstStyle/>
          <a:p>
            <a:r>
              <a:rPr lang="en-US" noProof="0" dirty="0"/>
              <a:t>Problem</a:t>
            </a:r>
          </a:p>
        </p:txBody>
      </p:sp>
      <p:sp>
        <p:nvSpPr>
          <p:cNvPr id="2" name="Date Placeholder 1">
            <a:extLst>
              <a:ext uri="{FF2B5EF4-FFF2-40B4-BE49-F238E27FC236}">
                <a16:creationId xmlns:a16="http://schemas.microsoft.com/office/drawing/2014/main" id="{FD0E144B-AC03-A766-5E61-ADC8CA4A1E7F}"/>
              </a:ext>
            </a:extLst>
          </p:cNvPr>
          <p:cNvSpPr>
            <a:spLocks noGrp="1"/>
          </p:cNvSpPr>
          <p:nvPr>
            <p:ph type="dt" sz="half" idx="10"/>
          </p:nvPr>
        </p:nvSpPr>
        <p:spPr/>
        <p:txBody>
          <a:bodyPr/>
          <a:lstStyle/>
          <a:p>
            <a:fld id="{58B08884-1787-4909-AD64-850610041214}" type="datetime1">
              <a:rPr lang="en-GB" noProof="0" smtClean="0"/>
              <a:t>16/09/2026</a:t>
            </a:fld>
            <a:endParaRPr lang="en-GB" noProof="0" dirty="0"/>
          </a:p>
        </p:txBody>
      </p:sp>
      <p:sp>
        <p:nvSpPr>
          <p:cNvPr id="4" name="Slide Number Placeholder 3">
            <a:extLst>
              <a:ext uri="{FF2B5EF4-FFF2-40B4-BE49-F238E27FC236}">
                <a16:creationId xmlns:a16="http://schemas.microsoft.com/office/drawing/2014/main" id="{B11373DE-C03C-11C0-7B8E-FCDEB798B136}"/>
              </a:ext>
            </a:extLst>
          </p:cNvPr>
          <p:cNvSpPr>
            <a:spLocks noGrp="1"/>
          </p:cNvSpPr>
          <p:nvPr>
            <p:ph type="sldNum" sz="quarter" idx="12"/>
          </p:nvPr>
        </p:nvSpPr>
        <p:spPr/>
        <p:txBody>
          <a:bodyPr/>
          <a:lstStyle/>
          <a:p>
            <a:fld id="{442AD375-037F-43D0-B059-5172DA06796A}" type="slidenum">
              <a:rPr lang="en-GB" noProof="0" smtClean="0"/>
              <a:pPr/>
              <a:t>11</a:t>
            </a:fld>
            <a:endParaRPr lang="en-GB"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8A475-92C3-5B83-AD1B-1B8D45E7CA2B}"/>
            </a:ext>
          </a:extLst>
        </p:cNvPr>
        <p:cNvGrpSpPr/>
        <p:nvPr/>
      </p:nvGrpSpPr>
      <p:grpSpPr>
        <a:xfrm>
          <a:off x="0" y="0"/>
          <a:ext cx="0" cy="0"/>
          <a:chOff x="0" y="0"/>
          <a:chExt cx="0" cy="0"/>
        </a:xfrm>
      </p:grpSpPr>
      <p:sp>
        <p:nvSpPr>
          <p:cNvPr id="3941" name="TextBox 3940">
            <a:extLst>
              <a:ext uri="{FF2B5EF4-FFF2-40B4-BE49-F238E27FC236}">
                <a16:creationId xmlns:a16="http://schemas.microsoft.com/office/drawing/2014/main" id="{D34667A1-84CA-8E83-4B87-D6599F8301BE}"/>
              </a:ext>
            </a:extLst>
          </p:cNvPr>
          <p:cNvSpPr txBox="1"/>
          <p:nvPr/>
        </p:nvSpPr>
        <p:spPr>
          <a:xfrm>
            <a:off x="479376" y="4722171"/>
            <a:ext cx="3672408" cy="422295"/>
          </a:xfrm>
          <a:prstGeom prst="rect">
            <a:avLst/>
          </a:prstGeom>
          <a:noFill/>
        </p:spPr>
        <p:txBody>
          <a:bodyPr wrap="square" lIns="0" tIns="0" rIns="0" bIns="0" rtlCol="0">
            <a:spAutoFit/>
          </a:bodyPr>
          <a:lstStyle/>
          <a:p>
            <a:r>
              <a:rPr lang="en-US" sz="2800" b="1" noProof="0" dirty="0">
                <a:latin typeface="Aptos" panose="020B0004020202020204" pitchFamily="34" charset="0"/>
              </a:rPr>
              <a:t>Sample 10 individuals </a:t>
            </a:r>
          </a:p>
        </p:txBody>
      </p:sp>
      <p:grpSp>
        <p:nvGrpSpPr>
          <p:cNvPr id="4088" name="Group 4087">
            <a:extLst>
              <a:ext uri="{FF2B5EF4-FFF2-40B4-BE49-F238E27FC236}">
                <a16:creationId xmlns:a16="http://schemas.microsoft.com/office/drawing/2014/main" id="{F1F69E22-B708-4EB2-08F0-6351F2965E8C}"/>
              </a:ext>
            </a:extLst>
          </p:cNvPr>
          <p:cNvGrpSpPr/>
          <p:nvPr/>
        </p:nvGrpSpPr>
        <p:grpSpPr>
          <a:xfrm>
            <a:off x="152967" y="1255830"/>
            <a:ext cx="4176464" cy="3312368"/>
            <a:chOff x="191344" y="1268760"/>
            <a:chExt cx="4176464" cy="3312368"/>
          </a:xfrm>
          <a:effectLst>
            <a:outerShdw blurRad="50800" dist="38100" dir="2700000" algn="tl" rotWithShape="0">
              <a:prstClr val="black">
                <a:alpha val="40000"/>
              </a:prstClr>
            </a:outerShdw>
          </a:effectLst>
        </p:grpSpPr>
        <p:sp>
          <p:nvSpPr>
            <p:cNvPr id="4008" name="Rectangle: Rounded Corners 4007">
              <a:extLst>
                <a:ext uri="{FF2B5EF4-FFF2-40B4-BE49-F238E27FC236}">
                  <a16:creationId xmlns:a16="http://schemas.microsoft.com/office/drawing/2014/main" id="{C637BC10-5F1B-46BC-5B9E-27F658752400}"/>
                </a:ext>
              </a:extLst>
            </p:cNvPr>
            <p:cNvSpPr/>
            <p:nvPr/>
          </p:nvSpPr>
          <p:spPr>
            <a:xfrm>
              <a:off x="191344" y="1268760"/>
              <a:ext cx="4176464" cy="3312368"/>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951" name="Group 3950">
              <a:extLst>
                <a:ext uri="{FF2B5EF4-FFF2-40B4-BE49-F238E27FC236}">
                  <a16:creationId xmlns:a16="http://schemas.microsoft.com/office/drawing/2014/main" id="{D95E9045-405B-71B8-9208-DD5E48238C9C}"/>
                </a:ext>
              </a:extLst>
            </p:cNvPr>
            <p:cNvGrpSpPr/>
            <p:nvPr/>
          </p:nvGrpSpPr>
          <p:grpSpPr>
            <a:xfrm>
              <a:off x="335360" y="1484784"/>
              <a:ext cx="3888432" cy="2880320"/>
              <a:chOff x="335360" y="1484784"/>
              <a:chExt cx="3888432" cy="2880320"/>
            </a:xfrm>
          </p:grpSpPr>
          <p:pic>
            <p:nvPicPr>
              <p:cNvPr id="83" name="Graphic 82" descr="Deciduous tree with solid fill">
                <a:extLst>
                  <a:ext uri="{FF2B5EF4-FFF2-40B4-BE49-F238E27FC236}">
                    <a16:creationId xmlns:a16="http://schemas.microsoft.com/office/drawing/2014/main" id="{83FB0EC9-D9EF-8667-C0F9-83591457B6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0986" y="2454941"/>
                <a:ext cx="209457" cy="196410"/>
              </a:xfrm>
              <a:prstGeom prst="rect">
                <a:avLst/>
              </a:prstGeom>
            </p:spPr>
          </p:pic>
          <p:pic>
            <p:nvPicPr>
              <p:cNvPr id="91" name="Graphic 90" descr="Deciduous tree with solid fill">
                <a:extLst>
                  <a:ext uri="{FF2B5EF4-FFF2-40B4-BE49-F238E27FC236}">
                    <a16:creationId xmlns:a16="http://schemas.microsoft.com/office/drawing/2014/main" id="{F04EEFE2-C2F4-485A-1208-DEA64D437C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360" y="2550800"/>
                <a:ext cx="209457" cy="196410"/>
              </a:xfrm>
              <a:prstGeom prst="rect">
                <a:avLst/>
              </a:prstGeom>
            </p:spPr>
          </p:pic>
          <p:pic>
            <p:nvPicPr>
              <p:cNvPr id="93" name="Graphic 92" descr="Deciduous tree with solid fill">
                <a:extLst>
                  <a:ext uri="{FF2B5EF4-FFF2-40B4-BE49-F238E27FC236}">
                    <a16:creationId xmlns:a16="http://schemas.microsoft.com/office/drawing/2014/main" id="{64A572C6-ABC9-DC8E-774C-7258D5A762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563" y="2366903"/>
                <a:ext cx="209457" cy="196410"/>
              </a:xfrm>
              <a:prstGeom prst="rect">
                <a:avLst/>
              </a:prstGeom>
            </p:spPr>
          </p:pic>
          <p:pic>
            <p:nvPicPr>
              <p:cNvPr id="103" name="Graphic 102" descr="Deciduous tree with solid fill">
                <a:extLst>
                  <a:ext uri="{FF2B5EF4-FFF2-40B4-BE49-F238E27FC236}">
                    <a16:creationId xmlns:a16="http://schemas.microsoft.com/office/drawing/2014/main" id="{088289CE-2282-273C-49F5-B1D8263A8E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4" y="2674291"/>
                <a:ext cx="209457" cy="196410"/>
              </a:xfrm>
              <a:prstGeom prst="rect">
                <a:avLst/>
              </a:prstGeom>
            </p:spPr>
          </p:pic>
          <p:pic>
            <p:nvPicPr>
              <p:cNvPr id="105" name="Graphic 104" descr="Deciduous tree with solid fill">
                <a:extLst>
                  <a:ext uri="{FF2B5EF4-FFF2-40B4-BE49-F238E27FC236}">
                    <a16:creationId xmlns:a16="http://schemas.microsoft.com/office/drawing/2014/main" id="{F7EBDE7C-8F02-2818-B465-BFFDEBBE23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107" name="Graphic 106" descr="Deciduous tree with solid fill">
                <a:extLst>
                  <a:ext uri="{FF2B5EF4-FFF2-40B4-BE49-F238E27FC236}">
                    <a16:creationId xmlns:a16="http://schemas.microsoft.com/office/drawing/2014/main" id="{90E6B96F-36DA-FF29-6787-7EFE994BFD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109" name="Graphic 108" descr="Deciduous tree with solid fill">
                <a:extLst>
                  <a:ext uri="{FF2B5EF4-FFF2-40B4-BE49-F238E27FC236}">
                    <a16:creationId xmlns:a16="http://schemas.microsoft.com/office/drawing/2014/main" id="{A5894684-3C19-C447-803F-B323CEC400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111" name="Graphic 110" descr="Deciduous tree with solid fill">
                <a:extLst>
                  <a:ext uri="{FF2B5EF4-FFF2-40B4-BE49-F238E27FC236}">
                    <a16:creationId xmlns:a16="http://schemas.microsoft.com/office/drawing/2014/main" id="{D0C617BC-8282-C24C-3C93-3BC7ED1C0C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113" name="Graphic 112" descr="Deciduous tree with solid fill">
                <a:extLst>
                  <a:ext uri="{FF2B5EF4-FFF2-40B4-BE49-F238E27FC236}">
                    <a16:creationId xmlns:a16="http://schemas.microsoft.com/office/drawing/2014/main" id="{E8CAF689-C74C-C481-586E-F1A36EFCF7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115" name="Graphic 114" descr="Deciduous tree with solid fill">
                <a:extLst>
                  <a:ext uri="{FF2B5EF4-FFF2-40B4-BE49-F238E27FC236}">
                    <a16:creationId xmlns:a16="http://schemas.microsoft.com/office/drawing/2014/main" id="{4750006E-AE6F-1C85-20FE-FBFFB8BAB6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117" name="Graphic 116" descr="Deciduous tree with solid fill">
                <a:extLst>
                  <a:ext uri="{FF2B5EF4-FFF2-40B4-BE49-F238E27FC236}">
                    <a16:creationId xmlns:a16="http://schemas.microsoft.com/office/drawing/2014/main" id="{4441CA10-9D47-A20A-EA9A-541B19CA9B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119" name="Graphic 118" descr="Deciduous tree with solid fill">
                <a:extLst>
                  <a:ext uri="{FF2B5EF4-FFF2-40B4-BE49-F238E27FC236}">
                    <a16:creationId xmlns:a16="http://schemas.microsoft.com/office/drawing/2014/main" id="{CFF991E1-924C-689F-4DD6-CE78A92B01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121" name="Graphic 120" descr="Deciduous tree with solid fill">
                <a:extLst>
                  <a:ext uri="{FF2B5EF4-FFF2-40B4-BE49-F238E27FC236}">
                    <a16:creationId xmlns:a16="http://schemas.microsoft.com/office/drawing/2014/main" id="{819E586F-5A42-116B-7961-E927073382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23" name="Graphic 122" descr="Deciduous tree with solid fill">
                <a:extLst>
                  <a:ext uri="{FF2B5EF4-FFF2-40B4-BE49-F238E27FC236}">
                    <a16:creationId xmlns:a16="http://schemas.microsoft.com/office/drawing/2014/main" id="{9747C461-DE52-95F9-F340-8E9F786266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25" name="Graphic 124" descr="Deciduous tree with solid fill">
                <a:extLst>
                  <a:ext uri="{FF2B5EF4-FFF2-40B4-BE49-F238E27FC236}">
                    <a16:creationId xmlns:a16="http://schemas.microsoft.com/office/drawing/2014/main" id="{75280AE2-1E27-4509-909D-4277B111B2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29" name="Graphic 128" descr="Deciduous tree with solid fill">
                <a:extLst>
                  <a:ext uri="{FF2B5EF4-FFF2-40B4-BE49-F238E27FC236}">
                    <a16:creationId xmlns:a16="http://schemas.microsoft.com/office/drawing/2014/main" id="{6E271ACB-F86A-590B-7F33-4ED0E559F8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0" y="2578432"/>
                <a:ext cx="209457" cy="196410"/>
              </a:xfrm>
              <a:prstGeom prst="rect">
                <a:avLst/>
              </a:prstGeom>
            </p:spPr>
          </p:pic>
          <p:pic>
            <p:nvPicPr>
              <p:cNvPr id="131" name="Graphic 130" descr="Deciduous tree with solid fill">
                <a:extLst>
                  <a:ext uri="{FF2B5EF4-FFF2-40B4-BE49-F238E27FC236}">
                    <a16:creationId xmlns:a16="http://schemas.microsoft.com/office/drawing/2014/main" id="{1617781A-8939-12A0-BD07-8FC047F0A5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133" name="Graphic 132" descr="Deciduous tree with solid fill">
                <a:extLst>
                  <a:ext uri="{FF2B5EF4-FFF2-40B4-BE49-F238E27FC236}">
                    <a16:creationId xmlns:a16="http://schemas.microsoft.com/office/drawing/2014/main" id="{B1D760AB-6D49-0110-216E-F3ED7B0D0B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135" name="Graphic 134" descr="Deciduous tree with solid fill">
                <a:extLst>
                  <a:ext uri="{FF2B5EF4-FFF2-40B4-BE49-F238E27FC236}">
                    <a16:creationId xmlns:a16="http://schemas.microsoft.com/office/drawing/2014/main" id="{113AF9DF-CDB8-3525-1A87-DCA6FFD2A9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137" name="Graphic 136" descr="Deciduous tree with solid fill">
                <a:extLst>
                  <a:ext uri="{FF2B5EF4-FFF2-40B4-BE49-F238E27FC236}">
                    <a16:creationId xmlns:a16="http://schemas.microsoft.com/office/drawing/2014/main" id="{E6F26C62-AAE4-D227-5193-811DCD5EDD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139" name="Graphic 138" descr="Deciduous tree with solid fill">
                <a:extLst>
                  <a:ext uri="{FF2B5EF4-FFF2-40B4-BE49-F238E27FC236}">
                    <a16:creationId xmlns:a16="http://schemas.microsoft.com/office/drawing/2014/main" id="{DF5EB314-C4E2-FCD8-F1DE-696471CFFF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141" name="Graphic 140" descr="Deciduous tree with solid fill">
                <a:extLst>
                  <a:ext uri="{FF2B5EF4-FFF2-40B4-BE49-F238E27FC236}">
                    <a16:creationId xmlns:a16="http://schemas.microsoft.com/office/drawing/2014/main" id="{ECDE6B27-E7FF-084E-4A60-04959F6AFD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143" name="Graphic 142" descr="Deciduous tree with solid fill">
                <a:extLst>
                  <a:ext uri="{FF2B5EF4-FFF2-40B4-BE49-F238E27FC236}">
                    <a16:creationId xmlns:a16="http://schemas.microsoft.com/office/drawing/2014/main" id="{206243DB-1BD6-548D-AA74-E5663B8DEB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145" name="Graphic 144" descr="Deciduous tree with solid fill">
                <a:extLst>
                  <a:ext uri="{FF2B5EF4-FFF2-40B4-BE49-F238E27FC236}">
                    <a16:creationId xmlns:a16="http://schemas.microsoft.com/office/drawing/2014/main" id="{ACE1DEEB-D8DB-D6DE-5AF4-63B1171A93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147" name="Graphic 146" descr="Deciduous tree with solid fill">
                <a:extLst>
                  <a:ext uri="{FF2B5EF4-FFF2-40B4-BE49-F238E27FC236}">
                    <a16:creationId xmlns:a16="http://schemas.microsoft.com/office/drawing/2014/main" id="{B2936DE1-80C1-D780-1E47-1B415D84CD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49" name="Graphic 148" descr="Deciduous tree with solid fill">
                <a:extLst>
                  <a:ext uri="{FF2B5EF4-FFF2-40B4-BE49-F238E27FC236}">
                    <a16:creationId xmlns:a16="http://schemas.microsoft.com/office/drawing/2014/main" id="{E08A7C49-95FF-E9A2-2748-400AB9EDDC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51" name="Graphic 150" descr="Deciduous tree with solid fill">
                <a:extLst>
                  <a:ext uri="{FF2B5EF4-FFF2-40B4-BE49-F238E27FC236}">
                    <a16:creationId xmlns:a16="http://schemas.microsoft.com/office/drawing/2014/main" id="{8F712A98-70C0-4FB8-BB2E-F5F4C98D6E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55" name="Graphic 154" descr="Deciduous tree with solid fill">
                <a:extLst>
                  <a:ext uri="{FF2B5EF4-FFF2-40B4-BE49-F238E27FC236}">
                    <a16:creationId xmlns:a16="http://schemas.microsoft.com/office/drawing/2014/main" id="{48B18FFD-678B-E059-A934-4F557FC6CF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57" y="2490393"/>
                <a:ext cx="209457" cy="196410"/>
              </a:xfrm>
              <a:prstGeom prst="rect">
                <a:avLst/>
              </a:prstGeom>
            </p:spPr>
          </p:pic>
          <p:pic>
            <p:nvPicPr>
              <p:cNvPr id="157" name="Graphic 156" descr="Deciduous tree with solid fill">
                <a:extLst>
                  <a:ext uri="{FF2B5EF4-FFF2-40B4-BE49-F238E27FC236}">
                    <a16:creationId xmlns:a16="http://schemas.microsoft.com/office/drawing/2014/main" id="{5CA63370-5A18-F57E-86E2-C8B3E6DF8C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159" name="Graphic 158" descr="Deciduous tree with solid fill">
                <a:extLst>
                  <a:ext uri="{FF2B5EF4-FFF2-40B4-BE49-F238E27FC236}">
                    <a16:creationId xmlns:a16="http://schemas.microsoft.com/office/drawing/2014/main" id="{051BBB17-6E31-347E-0053-9E4B919FE8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161" name="Graphic 160" descr="Deciduous tree with solid fill">
                <a:extLst>
                  <a:ext uri="{FF2B5EF4-FFF2-40B4-BE49-F238E27FC236}">
                    <a16:creationId xmlns:a16="http://schemas.microsoft.com/office/drawing/2014/main" id="{5379E352-9CC5-70E8-4D5C-A8D68E3C22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163" name="Graphic 162" descr="Deciduous tree with solid fill">
                <a:extLst>
                  <a:ext uri="{FF2B5EF4-FFF2-40B4-BE49-F238E27FC236}">
                    <a16:creationId xmlns:a16="http://schemas.microsoft.com/office/drawing/2014/main" id="{526536A9-9789-4CE5-6929-D1CEDB8DCF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165" name="Graphic 164" descr="Deciduous tree with solid fill">
                <a:extLst>
                  <a:ext uri="{FF2B5EF4-FFF2-40B4-BE49-F238E27FC236}">
                    <a16:creationId xmlns:a16="http://schemas.microsoft.com/office/drawing/2014/main" id="{731EBE46-F28F-5AB4-6342-C284C947EB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167" name="Graphic 166" descr="Deciduous tree with solid fill">
                <a:extLst>
                  <a:ext uri="{FF2B5EF4-FFF2-40B4-BE49-F238E27FC236}">
                    <a16:creationId xmlns:a16="http://schemas.microsoft.com/office/drawing/2014/main" id="{94500DD4-B590-73A4-E718-6001A77121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169" name="Graphic 168" descr="Deciduous tree with solid fill">
                <a:extLst>
                  <a:ext uri="{FF2B5EF4-FFF2-40B4-BE49-F238E27FC236}">
                    <a16:creationId xmlns:a16="http://schemas.microsoft.com/office/drawing/2014/main" id="{EA538CE7-C78B-8D91-0E7D-4E1EDAE7DB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171" name="Graphic 170" descr="Deciduous tree with solid fill">
                <a:extLst>
                  <a:ext uri="{FF2B5EF4-FFF2-40B4-BE49-F238E27FC236}">
                    <a16:creationId xmlns:a16="http://schemas.microsoft.com/office/drawing/2014/main" id="{D737F19F-4BF3-6C3F-5B10-E375CFBDF4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73" name="Graphic 172" descr="Deciduous tree with solid fill">
                <a:extLst>
                  <a:ext uri="{FF2B5EF4-FFF2-40B4-BE49-F238E27FC236}">
                    <a16:creationId xmlns:a16="http://schemas.microsoft.com/office/drawing/2014/main" id="{FC515359-284D-9605-6E71-A2225D3B2E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75" name="Graphic 174" descr="Deciduous tree with solid fill">
                <a:extLst>
                  <a:ext uri="{FF2B5EF4-FFF2-40B4-BE49-F238E27FC236}">
                    <a16:creationId xmlns:a16="http://schemas.microsoft.com/office/drawing/2014/main" id="{98281A56-23A9-3A7F-ED22-B376E507EF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77" name="Graphic 176" descr="Deciduous tree with solid fill">
                <a:extLst>
                  <a:ext uri="{FF2B5EF4-FFF2-40B4-BE49-F238E27FC236}">
                    <a16:creationId xmlns:a16="http://schemas.microsoft.com/office/drawing/2014/main" id="{E08ED7B7-8454-6FE7-C196-409247EEEA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353" name="Graphic 352" descr="Deciduous tree with solid fill">
                <a:extLst>
                  <a:ext uri="{FF2B5EF4-FFF2-40B4-BE49-F238E27FC236}">
                    <a16:creationId xmlns:a16="http://schemas.microsoft.com/office/drawing/2014/main" id="{A8F2F149-1E90-43B1-0107-808A6A0562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0" y="2578432"/>
                <a:ext cx="209457" cy="196410"/>
              </a:xfrm>
              <a:prstGeom prst="rect">
                <a:avLst/>
              </a:prstGeom>
            </p:spPr>
          </p:pic>
          <p:pic>
            <p:nvPicPr>
              <p:cNvPr id="355" name="Graphic 354" descr="Deciduous tree with solid fill">
                <a:extLst>
                  <a:ext uri="{FF2B5EF4-FFF2-40B4-BE49-F238E27FC236}">
                    <a16:creationId xmlns:a16="http://schemas.microsoft.com/office/drawing/2014/main" id="{24E78EE2-E286-29F5-FA7C-CB0832CF68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4" y="2674291"/>
                <a:ext cx="209457" cy="196410"/>
              </a:xfrm>
              <a:prstGeom prst="rect">
                <a:avLst/>
              </a:prstGeom>
            </p:spPr>
          </p:pic>
          <p:pic>
            <p:nvPicPr>
              <p:cNvPr id="357" name="Graphic 356" descr="Deciduous tree with solid fill">
                <a:extLst>
                  <a:ext uri="{FF2B5EF4-FFF2-40B4-BE49-F238E27FC236}">
                    <a16:creationId xmlns:a16="http://schemas.microsoft.com/office/drawing/2014/main" id="{190E3520-8514-6598-A4A0-67AF094A1E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57" y="2490393"/>
                <a:ext cx="209457" cy="196410"/>
              </a:xfrm>
              <a:prstGeom prst="rect">
                <a:avLst/>
              </a:prstGeom>
            </p:spPr>
          </p:pic>
          <p:pic>
            <p:nvPicPr>
              <p:cNvPr id="361" name="Graphic 360" descr="Deciduous tree with solid fill">
                <a:extLst>
                  <a:ext uri="{FF2B5EF4-FFF2-40B4-BE49-F238E27FC236}">
                    <a16:creationId xmlns:a16="http://schemas.microsoft.com/office/drawing/2014/main" id="{A195D330-DD44-E134-C435-F86B474019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363" name="Graphic 362" descr="Deciduous tree with solid fill">
                <a:extLst>
                  <a:ext uri="{FF2B5EF4-FFF2-40B4-BE49-F238E27FC236}">
                    <a16:creationId xmlns:a16="http://schemas.microsoft.com/office/drawing/2014/main" id="{9A3682FB-7DD7-42B0-0D2F-25AC0D15D0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365" name="Graphic 364" descr="Deciduous tree with solid fill">
                <a:extLst>
                  <a:ext uri="{FF2B5EF4-FFF2-40B4-BE49-F238E27FC236}">
                    <a16:creationId xmlns:a16="http://schemas.microsoft.com/office/drawing/2014/main" id="{FE444849-1A1F-2AD8-AFED-01AB2E9FC2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367" name="Graphic 366" descr="Deciduous tree with solid fill">
                <a:extLst>
                  <a:ext uri="{FF2B5EF4-FFF2-40B4-BE49-F238E27FC236}">
                    <a16:creationId xmlns:a16="http://schemas.microsoft.com/office/drawing/2014/main" id="{BF0B535F-9568-EEF3-A790-4FD957A92C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369" name="Graphic 368" descr="Deciduous tree with solid fill">
                <a:extLst>
                  <a:ext uri="{FF2B5EF4-FFF2-40B4-BE49-F238E27FC236}">
                    <a16:creationId xmlns:a16="http://schemas.microsoft.com/office/drawing/2014/main" id="{1433DE7C-E0A5-C25C-3D63-9B74C54225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371" name="Graphic 370" descr="Deciduous tree with solid fill">
                <a:extLst>
                  <a:ext uri="{FF2B5EF4-FFF2-40B4-BE49-F238E27FC236}">
                    <a16:creationId xmlns:a16="http://schemas.microsoft.com/office/drawing/2014/main" id="{81B5E477-12C3-71B6-4E5C-7BB9A71337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373" name="Graphic 372" descr="Deciduous tree with solid fill">
                <a:extLst>
                  <a:ext uri="{FF2B5EF4-FFF2-40B4-BE49-F238E27FC236}">
                    <a16:creationId xmlns:a16="http://schemas.microsoft.com/office/drawing/2014/main" id="{D75FD784-10B1-DFC7-8324-A36638961F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375" name="Graphic 374" descr="Deciduous tree with solid fill">
                <a:extLst>
                  <a:ext uri="{FF2B5EF4-FFF2-40B4-BE49-F238E27FC236}">
                    <a16:creationId xmlns:a16="http://schemas.microsoft.com/office/drawing/2014/main" id="{A65DDD93-330E-EC49-34BD-79EA801B72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377" name="Graphic 376" descr="Deciduous tree with solid fill">
                <a:extLst>
                  <a:ext uri="{FF2B5EF4-FFF2-40B4-BE49-F238E27FC236}">
                    <a16:creationId xmlns:a16="http://schemas.microsoft.com/office/drawing/2014/main" id="{42FE4308-9C4B-B83C-7486-CF3EF583D1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379" name="Graphic 378" descr="Deciduous tree with solid fill">
                <a:extLst>
                  <a:ext uri="{FF2B5EF4-FFF2-40B4-BE49-F238E27FC236}">
                    <a16:creationId xmlns:a16="http://schemas.microsoft.com/office/drawing/2014/main" id="{79B4390D-E8C0-CC49-D9A1-B7AA01B9B4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381" name="Graphic 380" descr="Deciduous tree with solid fill">
                <a:extLst>
                  <a:ext uri="{FF2B5EF4-FFF2-40B4-BE49-F238E27FC236}">
                    <a16:creationId xmlns:a16="http://schemas.microsoft.com/office/drawing/2014/main" id="{881C75C0-6739-E85D-78DD-AD86D92CA7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387" name="Graphic 386" descr="Deciduous tree with solid fill">
                <a:extLst>
                  <a:ext uri="{FF2B5EF4-FFF2-40B4-BE49-F238E27FC236}">
                    <a16:creationId xmlns:a16="http://schemas.microsoft.com/office/drawing/2014/main" id="{ABB6EC42-7911-B558-2BC2-77A72B6B51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389" name="Graphic 388" descr="Deciduous tree with solid fill">
                <a:extLst>
                  <a:ext uri="{FF2B5EF4-FFF2-40B4-BE49-F238E27FC236}">
                    <a16:creationId xmlns:a16="http://schemas.microsoft.com/office/drawing/2014/main" id="{21032C6E-4E74-7DB7-0F43-94045F4EAF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391" name="Graphic 390" descr="Deciduous tree with solid fill">
                <a:extLst>
                  <a:ext uri="{FF2B5EF4-FFF2-40B4-BE49-F238E27FC236}">
                    <a16:creationId xmlns:a16="http://schemas.microsoft.com/office/drawing/2014/main" id="{912A1834-86F8-687B-16EC-81B2D97857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393" name="Graphic 392" descr="Deciduous tree with solid fill">
                <a:extLst>
                  <a:ext uri="{FF2B5EF4-FFF2-40B4-BE49-F238E27FC236}">
                    <a16:creationId xmlns:a16="http://schemas.microsoft.com/office/drawing/2014/main" id="{2143357B-1E80-260F-A177-9AF466B4AF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395" name="Graphic 394" descr="Deciduous tree with solid fill">
                <a:extLst>
                  <a:ext uri="{FF2B5EF4-FFF2-40B4-BE49-F238E27FC236}">
                    <a16:creationId xmlns:a16="http://schemas.microsoft.com/office/drawing/2014/main" id="{006E2988-F94C-382B-66AC-99D0BAAC32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397" name="Graphic 396" descr="Deciduous tree with solid fill">
                <a:extLst>
                  <a:ext uri="{FF2B5EF4-FFF2-40B4-BE49-F238E27FC236}">
                    <a16:creationId xmlns:a16="http://schemas.microsoft.com/office/drawing/2014/main" id="{5CFCC472-B045-9A23-6213-D66A7D45C7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399" name="Graphic 398" descr="Deciduous tree with solid fill">
                <a:extLst>
                  <a:ext uri="{FF2B5EF4-FFF2-40B4-BE49-F238E27FC236}">
                    <a16:creationId xmlns:a16="http://schemas.microsoft.com/office/drawing/2014/main" id="{5E89B49F-1B98-1C91-7A17-31909B09C7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401" name="Graphic 400" descr="Deciduous tree with solid fill">
                <a:extLst>
                  <a:ext uri="{FF2B5EF4-FFF2-40B4-BE49-F238E27FC236}">
                    <a16:creationId xmlns:a16="http://schemas.microsoft.com/office/drawing/2014/main" id="{65A610BE-14AD-B922-13A3-A644E15E56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403" name="Graphic 402" descr="Deciduous tree with solid fill">
                <a:extLst>
                  <a:ext uri="{FF2B5EF4-FFF2-40B4-BE49-F238E27FC236}">
                    <a16:creationId xmlns:a16="http://schemas.microsoft.com/office/drawing/2014/main" id="{180706DB-0F7E-E51A-450A-7B3DD7F17D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405" name="Graphic 404" descr="Deciduous tree with solid fill">
                <a:extLst>
                  <a:ext uri="{FF2B5EF4-FFF2-40B4-BE49-F238E27FC236}">
                    <a16:creationId xmlns:a16="http://schemas.microsoft.com/office/drawing/2014/main" id="{51398C80-1EA2-2D2F-6A86-F39DDF6FCA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407" name="Graphic 406" descr="Deciduous tree with solid fill">
                <a:extLst>
                  <a:ext uri="{FF2B5EF4-FFF2-40B4-BE49-F238E27FC236}">
                    <a16:creationId xmlns:a16="http://schemas.microsoft.com/office/drawing/2014/main" id="{DAE690E2-2B06-1E88-BE22-1550072EC7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413" name="Graphic 412" descr="Deciduous tree with solid fill">
                <a:extLst>
                  <a:ext uri="{FF2B5EF4-FFF2-40B4-BE49-F238E27FC236}">
                    <a16:creationId xmlns:a16="http://schemas.microsoft.com/office/drawing/2014/main" id="{9B8E6CFF-B069-5D42-6115-6B4C74D8CA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415" name="Graphic 414" descr="Deciduous tree with solid fill">
                <a:extLst>
                  <a:ext uri="{FF2B5EF4-FFF2-40B4-BE49-F238E27FC236}">
                    <a16:creationId xmlns:a16="http://schemas.microsoft.com/office/drawing/2014/main" id="{69E57D35-436E-4C75-FB9F-E06F3CE1E2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417" name="Graphic 416" descr="Deciduous tree with solid fill">
                <a:extLst>
                  <a:ext uri="{FF2B5EF4-FFF2-40B4-BE49-F238E27FC236}">
                    <a16:creationId xmlns:a16="http://schemas.microsoft.com/office/drawing/2014/main" id="{192BDEAD-1F6A-AAB5-0B66-DF40BFAD45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419" name="Graphic 418" descr="Deciduous tree with solid fill">
                <a:extLst>
                  <a:ext uri="{FF2B5EF4-FFF2-40B4-BE49-F238E27FC236}">
                    <a16:creationId xmlns:a16="http://schemas.microsoft.com/office/drawing/2014/main" id="{A49173E4-01BF-4F29-BCE9-4EA8DBEE91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421" name="Graphic 420" descr="Deciduous tree with solid fill">
                <a:extLst>
                  <a:ext uri="{FF2B5EF4-FFF2-40B4-BE49-F238E27FC236}">
                    <a16:creationId xmlns:a16="http://schemas.microsoft.com/office/drawing/2014/main" id="{BC93874D-C98C-900A-0D2C-0B92360102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423" name="Graphic 422" descr="Deciduous tree with solid fill">
                <a:extLst>
                  <a:ext uri="{FF2B5EF4-FFF2-40B4-BE49-F238E27FC236}">
                    <a16:creationId xmlns:a16="http://schemas.microsoft.com/office/drawing/2014/main" id="{BB0F4FF9-4DE3-C16B-8460-362046F8E3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425" name="Graphic 424" descr="Deciduous tree with solid fill">
                <a:extLst>
                  <a:ext uri="{FF2B5EF4-FFF2-40B4-BE49-F238E27FC236}">
                    <a16:creationId xmlns:a16="http://schemas.microsoft.com/office/drawing/2014/main" id="{94823502-86E0-3A58-A8CD-BC697F1EF9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427" name="Graphic 426" descr="Deciduous tree with solid fill">
                <a:extLst>
                  <a:ext uri="{FF2B5EF4-FFF2-40B4-BE49-F238E27FC236}">
                    <a16:creationId xmlns:a16="http://schemas.microsoft.com/office/drawing/2014/main" id="{90267E9C-A751-76E9-49F0-9148E9AC8A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429" name="Graphic 428" descr="Deciduous tree with solid fill">
                <a:extLst>
                  <a:ext uri="{FF2B5EF4-FFF2-40B4-BE49-F238E27FC236}">
                    <a16:creationId xmlns:a16="http://schemas.microsoft.com/office/drawing/2014/main" id="{C1E02A32-D24C-8C26-CFCE-1670DEFB36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431" name="Graphic 430" descr="Deciduous tree with solid fill">
                <a:extLst>
                  <a:ext uri="{FF2B5EF4-FFF2-40B4-BE49-F238E27FC236}">
                    <a16:creationId xmlns:a16="http://schemas.microsoft.com/office/drawing/2014/main" id="{0BA36F64-652F-E949-207D-FE10C0AE39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433" name="Graphic 432" descr="Deciduous tree with solid fill">
                <a:extLst>
                  <a:ext uri="{FF2B5EF4-FFF2-40B4-BE49-F238E27FC236}">
                    <a16:creationId xmlns:a16="http://schemas.microsoft.com/office/drawing/2014/main" id="{D1D2B9CA-64DD-98CB-5592-4ACA757E1D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439" name="Graphic 438" descr="Deciduous tree with solid fill">
                <a:extLst>
                  <a:ext uri="{FF2B5EF4-FFF2-40B4-BE49-F238E27FC236}">
                    <a16:creationId xmlns:a16="http://schemas.microsoft.com/office/drawing/2014/main" id="{25016B5D-75E8-8233-9AEF-65462645B4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441" name="Graphic 440" descr="Deciduous tree with solid fill">
                <a:extLst>
                  <a:ext uri="{FF2B5EF4-FFF2-40B4-BE49-F238E27FC236}">
                    <a16:creationId xmlns:a16="http://schemas.microsoft.com/office/drawing/2014/main" id="{2ED79816-F95E-C76F-8EE1-27D952765F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443" name="Graphic 442" descr="Deciduous tree with solid fill">
                <a:extLst>
                  <a:ext uri="{FF2B5EF4-FFF2-40B4-BE49-F238E27FC236}">
                    <a16:creationId xmlns:a16="http://schemas.microsoft.com/office/drawing/2014/main" id="{61AAF903-3478-E417-BD4E-528430F7F6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447" name="Graphic 446" descr="Deciduous tree with solid fill">
                <a:extLst>
                  <a:ext uri="{FF2B5EF4-FFF2-40B4-BE49-F238E27FC236}">
                    <a16:creationId xmlns:a16="http://schemas.microsoft.com/office/drawing/2014/main" id="{E632B316-DBF3-D88B-FF85-A94E11941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449" name="Graphic 448" descr="Deciduous tree with solid fill">
                <a:extLst>
                  <a:ext uri="{FF2B5EF4-FFF2-40B4-BE49-F238E27FC236}">
                    <a16:creationId xmlns:a16="http://schemas.microsoft.com/office/drawing/2014/main" id="{3F5DFABE-5C49-8E98-B6D6-8059A6B9A0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451" name="Graphic 450" descr="Deciduous tree with solid fill">
                <a:extLst>
                  <a:ext uri="{FF2B5EF4-FFF2-40B4-BE49-F238E27FC236}">
                    <a16:creationId xmlns:a16="http://schemas.microsoft.com/office/drawing/2014/main" id="{3A89A554-268E-ABE9-41A1-54CC212A76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453" name="Graphic 452" descr="Deciduous tree with solid fill">
                <a:extLst>
                  <a:ext uri="{FF2B5EF4-FFF2-40B4-BE49-F238E27FC236}">
                    <a16:creationId xmlns:a16="http://schemas.microsoft.com/office/drawing/2014/main" id="{1D678AB6-1333-722E-CDA8-353AFD447F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455" name="Graphic 454" descr="Deciduous tree with solid fill">
                <a:extLst>
                  <a:ext uri="{FF2B5EF4-FFF2-40B4-BE49-F238E27FC236}">
                    <a16:creationId xmlns:a16="http://schemas.microsoft.com/office/drawing/2014/main" id="{7F6B05FE-8B52-D425-1631-954567774B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457" name="Graphic 456" descr="Deciduous tree with solid fill">
                <a:extLst>
                  <a:ext uri="{FF2B5EF4-FFF2-40B4-BE49-F238E27FC236}">
                    <a16:creationId xmlns:a16="http://schemas.microsoft.com/office/drawing/2014/main" id="{E82F3832-738F-D414-3F5E-731AAABA86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459" name="Graphic 458" descr="Deciduous tree with solid fill">
                <a:extLst>
                  <a:ext uri="{FF2B5EF4-FFF2-40B4-BE49-F238E27FC236}">
                    <a16:creationId xmlns:a16="http://schemas.microsoft.com/office/drawing/2014/main" id="{4F821DDD-27B3-B698-9046-937ABA9AF4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461" name="Graphic 460" descr="Deciduous tree with solid fill">
                <a:extLst>
                  <a:ext uri="{FF2B5EF4-FFF2-40B4-BE49-F238E27FC236}">
                    <a16:creationId xmlns:a16="http://schemas.microsoft.com/office/drawing/2014/main" id="{2F8861A2-4EBF-95C7-B39D-9CF045705A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463" name="Graphic 462" descr="Deciduous tree with solid fill">
                <a:extLst>
                  <a:ext uri="{FF2B5EF4-FFF2-40B4-BE49-F238E27FC236}">
                    <a16:creationId xmlns:a16="http://schemas.microsoft.com/office/drawing/2014/main" id="{6F979189-1D9D-869D-83BE-5F49CB6962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465" name="Graphic 464" descr="Deciduous tree with solid fill">
                <a:extLst>
                  <a:ext uri="{FF2B5EF4-FFF2-40B4-BE49-F238E27FC236}">
                    <a16:creationId xmlns:a16="http://schemas.microsoft.com/office/drawing/2014/main" id="{6903AE87-220C-C55A-DD82-E05EF59BF9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473" name="Graphic 472" descr="Deciduous tree with solid fill">
                <a:extLst>
                  <a:ext uri="{FF2B5EF4-FFF2-40B4-BE49-F238E27FC236}">
                    <a16:creationId xmlns:a16="http://schemas.microsoft.com/office/drawing/2014/main" id="{F43738E6-4967-BBA7-7BD0-9A2F5983DC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475" name="Graphic 474" descr="Deciduous tree with solid fill">
                <a:extLst>
                  <a:ext uri="{FF2B5EF4-FFF2-40B4-BE49-F238E27FC236}">
                    <a16:creationId xmlns:a16="http://schemas.microsoft.com/office/drawing/2014/main" id="{FA446E03-4EF9-E29C-3ABA-AA8B043807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477" name="Graphic 476" descr="Deciduous tree with solid fill">
                <a:extLst>
                  <a:ext uri="{FF2B5EF4-FFF2-40B4-BE49-F238E27FC236}">
                    <a16:creationId xmlns:a16="http://schemas.microsoft.com/office/drawing/2014/main" id="{0755C58A-F02E-2ABB-80C6-77B6EC6C9E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479" name="Graphic 478" descr="Deciduous tree with solid fill">
                <a:extLst>
                  <a:ext uri="{FF2B5EF4-FFF2-40B4-BE49-F238E27FC236}">
                    <a16:creationId xmlns:a16="http://schemas.microsoft.com/office/drawing/2014/main" id="{2E2866DF-5137-3545-4559-F95112AAF8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481" name="Graphic 480" descr="Deciduous tree with solid fill">
                <a:extLst>
                  <a:ext uri="{FF2B5EF4-FFF2-40B4-BE49-F238E27FC236}">
                    <a16:creationId xmlns:a16="http://schemas.microsoft.com/office/drawing/2014/main" id="{EE605E2F-9DBF-AEBD-334E-2DE35BBA36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483" name="Graphic 482" descr="Deciduous tree with solid fill">
                <a:extLst>
                  <a:ext uri="{FF2B5EF4-FFF2-40B4-BE49-F238E27FC236}">
                    <a16:creationId xmlns:a16="http://schemas.microsoft.com/office/drawing/2014/main" id="{A8521202-8F74-8A1B-B668-57A87C09EB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485" name="Graphic 484" descr="Deciduous tree with solid fill">
                <a:extLst>
                  <a:ext uri="{FF2B5EF4-FFF2-40B4-BE49-F238E27FC236}">
                    <a16:creationId xmlns:a16="http://schemas.microsoft.com/office/drawing/2014/main" id="{1482E80D-DCEB-3E8A-EBFC-9A3876A61B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487" name="Graphic 486" descr="Deciduous tree with solid fill">
                <a:extLst>
                  <a:ext uri="{FF2B5EF4-FFF2-40B4-BE49-F238E27FC236}">
                    <a16:creationId xmlns:a16="http://schemas.microsoft.com/office/drawing/2014/main" id="{FF328227-0BBF-F4A3-E57F-A59F5BAE76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489" name="Graphic 488" descr="Deciduous tree with solid fill">
                <a:extLst>
                  <a:ext uri="{FF2B5EF4-FFF2-40B4-BE49-F238E27FC236}">
                    <a16:creationId xmlns:a16="http://schemas.microsoft.com/office/drawing/2014/main" id="{5E23051A-4B42-EC73-4219-41573B382A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491" name="Graphic 490" descr="Deciduous tree with solid fill">
                <a:extLst>
                  <a:ext uri="{FF2B5EF4-FFF2-40B4-BE49-F238E27FC236}">
                    <a16:creationId xmlns:a16="http://schemas.microsoft.com/office/drawing/2014/main" id="{272EE4E2-BE19-5087-7302-1BECF42375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499" name="Graphic 498" descr="Deciduous tree with solid fill">
                <a:extLst>
                  <a:ext uri="{FF2B5EF4-FFF2-40B4-BE49-F238E27FC236}">
                    <a16:creationId xmlns:a16="http://schemas.microsoft.com/office/drawing/2014/main" id="{EA6F7F4C-540D-1CA4-91C1-2554BCA750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501" name="Graphic 500" descr="Deciduous tree with solid fill">
                <a:extLst>
                  <a:ext uri="{FF2B5EF4-FFF2-40B4-BE49-F238E27FC236}">
                    <a16:creationId xmlns:a16="http://schemas.microsoft.com/office/drawing/2014/main" id="{53B3B689-D5F0-9EA5-0493-46F0470E9B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503" name="Graphic 502" descr="Deciduous tree with solid fill">
                <a:extLst>
                  <a:ext uri="{FF2B5EF4-FFF2-40B4-BE49-F238E27FC236}">
                    <a16:creationId xmlns:a16="http://schemas.microsoft.com/office/drawing/2014/main" id="{DBC2FDC6-C2B9-B98B-E385-50615E4BC2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505" name="Graphic 504" descr="Deciduous tree with solid fill">
                <a:extLst>
                  <a:ext uri="{FF2B5EF4-FFF2-40B4-BE49-F238E27FC236}">
                    <a16:creationId xmlns:a16="http://schemas.microsoft.com/office/drawing/2014/main" id="{0E2A94B5-D63B-8D44-4F46-731ACDCFD9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507" name="Graphic 506" descr="Deciduous tree with solid fill">
                <a:extLst>
                  <a:ext uri="{FF2B5EF4-FFF2-40B4-BE49-F238E27FC236}">
                    <a16:creationId xmlns:a16="http://schemas.microsoft.com/office/drawing/2014/main" id="{CC5149EA-DED4-1206-E3A6-809787BAB1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509" name="Graphic 508" descr="Deciduous tree with solid fill">
                <a:extLst>
                  <a:ext uri="{FF2B5EF4-FFF2-40B4-BE49-F238E27FC236}">
                    <a16:creationId xmlns:a16="http://schemas.microsoft.com/office/drawing/2014/main" id="{B9FBDA27-35F5-3723-FB54-3AF3F7C8A0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511" name="Graphic 510" descr="Deciduous tree with solid fill">
                <a:extLst>
                  <a:ext uri="{FF2B5EF4-FFF2-40B4-BE49-F238E27FC236}">
                    <a16:creationId xmlns:a16="http://schemas.microsoft.com/office/drawing/2014/main" id="{1A76E54E-F9BB-C653-3BCE-20C5735CC2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513" name="Graphic 512" descr="Deciduous tree with solid fill">
                <a:extLst>
                  <a:ext uri="{FF2B5EF4-FFF2-40B4-BE49-F238E27FC236}">
                    <a16:creationId xmlns:a16="http://schemas.microsoft.com/office/drawing/2014/main" id="{972B0005-6581-5AC6-1B21-3574E4AC12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515" name="Graphic 514" descr="Deciduous tree with solid fill">
                <a:extLst>
                  <a:ext uri="{FF2B5EF4-FFF2-40B4-BE49-F238E27FC236}">
                    <a16:creationId xmlns:a16="http://schemas.microsoft.com/office/drawing/2014/main" id="{ED59FC9E-F9F1-45C5-D0BF-DEDFB601C3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517" name="Graphic 516" descr="Deciduous tree with solid fill">
                <a:extLst>
                  <a:ext uri="{FF2B5EF4-FFF2-40B4-BE49-F238E27FC236}">
                    <a16:creationId xmlns:a16="http://schemas.microsoft.com/office/drawing/2014/main" id="{7DE8F9E1-71F0-5F20-699E-A25EF55072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525" name="Graphic 524" descr="Deciduous tree with solid fill">
                <a:extLst>
                  <a:ext uri="{FF2B5EF4-FFF2-40B4-BE49-F238E27FC236}">
                    <a16:creationId xmlns:a16="http://schemas.microsoft.com/office/drawing/2014/main" id="{BD9DAFB9-E48C-211E-283F-8E9F236892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527" name="Graphic 526" descr="Deciduous tree with solid fill">
                <a:extLst>
                  <a:ext uri="{FF2B5EF4-FFF2-40B4-BE49-F238E27FC236}">
                    <a16:creationId xmlns:a16="http://schemas.microsoft.com/office/drawing/2014/main" id="{BAC2CE1D-D9EE-912A-6174-0D640F408A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529" name="Graphic 528" descr="Deciduous tree with solid fill">
                <a:extLst>
                  <a:ext uri="{FF2B5EF4-FFF2-40B4-BE49-F238E27FC236}">
                    <a16:creationId xmlns:a16="http://schemas.microsoft.com/office/drawing/2014/main" id="{998EEAA1-E42A-B0B7-46D3-6BBFD552D3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533" name="Graphic 532" descr="Deciduous tree with solid fill">
                <a:extLst>
                  <a:ext uri="{FF2B5EF4-FFF2-40B4-BE49-F238E27FC236}">
                    <a16:creationId xmlns:a16="http://schemas.microsoft.com/office/drawing/2014/main" id="{BF5EBBA2-A6E4-3016-F0F1-93D7AFA7AF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535" name="Graphic 534" descr="Deciduous tree with solid fill">
                <a:extLst>
                  <a:ext uri="{FF2B5EF4-FFF2-40B4-BE49-F238E27FC236}">
                    <a16:creationId xmlns:a16="http://schemas.microsoft.com/office/drawing/2014/main" id="{AA67D793-19B0-C246-9AC5-124F14D42B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537" name="Graphic 536" descr="Deciduous tree with solid fill">
                <a:extLst>
                  <a:ext uri="{FF2B5EF4-FFF2-40B4-BE49-F238E27FC236}">
                    <a16:creationId xmlns:a16="http://schemas.microsoft.com/office/drawing/2014/main" id="{DB7E6E80-8A6C-D46E-6718-770BEFE13C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539" name="Graphic 538" descr="Deciduous tree with solid fill">
                <a:extLst>
                  <a:ext uri="{FF2B5EF4-FFF2-40B4-BE49-F238E27FC236}">
                    <a16:creationId xmlns:a16="http://schemas.microsoft.com/office/drawing/2014/main" id="{106D92ED-8F50-8618-F2BF-CE88FFF01E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541" name="Graphic 540" descr="Deciduous tree with solid fill">
                <a:extLst>
                  <a:ext uri="{FF2B5EF4-FFF2-40B4-BE49-F238E27FC236}">
                    <a16:creationId xmlns:a16="http://schemas.microsoft.com/office/drawing/2014/main" id="{14C04A25-D294-E2FD-5D1B-4F0BA37CD0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543" name="Graphic 542" descr="Deciduous tree with solid fill">
                <a:extLst>
                  <a:ext uri="{FF2B5EF4-FFF2-40B4-BE49-F238E27FC236}">
                    <a16:creationId xmlns:a16="http://schemas.microsoft.com/office/drawing/2014/main" id="{8F5E7956-3307-8FDB-CDE3-795BB46D6F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545" name="Graphic 544" descr="Deciduous tree with solid fill">
                <a:extLst>
                  <a:ext uri="{FF2B5EF4-FFF2-40B4-BE49-F238E27FC236}">
                    <a16:creationId xmlns:a16="http://schemas.microsoft.com/office/drawing/2014/main" id="{76E64465-CA59-EEFA-D757-8DFA8015F0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547" name="Graphic 546" descr="Deciduous tree with solid fill">
                <a:extLst>
                  <a:ext uri="{FF2B5EF4-FFF2-40B4-BE49-F238E27FC236}">
                    <a16:creationId xmlns:a16="http://schemas.microsoft.com/office/drawing/2014/main" id="{C6A5B138-C03D-8EA8-4010-CB75CD875B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549" name="Graphic 548" descr="Deciduous tree with solid fill">
                <a:extLst>
                  <a:ext uri="{FF2B5EF4-FFF2-40B4-BE49-F238E27FC236}">
                    <a16:creationId xmlns:a16="http://schemas.microsoft.com/office/drawing/2014/main" id="{D0B047DD-8B2B-6D5F-6FE3-B18A23E166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559" name="Graphic 558" descr="Deciduous tree with solid fill">
                <a:extLst>
                  <a:ext uri="{FF2B5EF4-FFF2-40B4-BE49-F238E27FC236}">
                    <a16:creationId xmlns:a16="http://schemas.microsoft.com/office/drawing/2014/main" id="{FE0943BF-A5B4-91AF-1E81-D6299448E0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561" name="Graphic 560" descr="Deciduous tree with solid fill">
                <a:extLst>
                  <a:ext uri="{FF2B5EF4-FFF2-40B4-BE49-F238E27FC236}">
                    <a16:creationId xmlns:a16="http://schemas.microsoft.com/office/drawing/2014/main" id="{AB60F635-57C6-72D1-37FE-301BB6FC4E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563" name="Graphic 562" descr="Deciduous tree with solid fill">
                <a:extLst>
                  <a:ext uri="{FF2B5EF4-FFF2-40B4-BE49-F238E27FC236}">
                    <a16:creationId xmlns:a16="http://schemas.microsoft.com/office/drawing/2014/main" id="{9197D51E-2666-0457-6C42-9C19E14008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565" name="Graphic 564" descr="Deciduous tree with solid fill">
                <a:extLst>
                  <a:ext uri="{FF2B5EF4-FFF2-40B4-BE49-F238E27FC236}">
                    <a16:creationId xmlns:a16="http://schemas.microsoft.com/office/drawing/2014/main" id="{8CA0DCA7-2048-1B96-A192-AC828D5894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567" name="Graphic 566" descr="Deciduous tree with solid fill">
                <a:extLst>
                  <a:ext uri="{FF2B5EF4-FFF2-40B4-BE49-F238E27FC236}">
                    <a16:creationId xmlns:a16="http://schemas.microsoft.com/office/drawing/2014/main" id="{88412531-ED90-A864-9367-4A66019299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569" name="Graphic 568" descr="Deciduous tree with solid fill">
                <a:extLst>
                  <a:ext uri="{FF2B5EF4-FFF2-40B4-BE49-F238E27FC236}">
                    <a16:creationId xmlns:a16="http://schemas.microsoft.com/office/drawing/2014/main" id="{4FB5E412-AEA2-F581-5402-FF375484FA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571" name="Graphic 570" descr="Deciduous tree with solid fill">
                <a:extLst>
                  <a:ext uri="{FF2B5EF4-FFF2-40B4-BE49-F238E27FC236}">
                    <a16:creationId xmlns:a16="http://schemas.microsoft.com/office/drawing/2014/main" id="{8070CF87-7DDC-1EB6-8709-569A0387D8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573" name="Graphic 572" descr="Deciduous tree with solid fill">
                <a:extLst>
                  <a:ext uri="{FF2B5EF4-FFF2-40B4-BE49-F238E27FC236}">
                    <a16:creationId xmlns:a16="http://schemas.microsoft.com/office/drawing/2014/main" id="{7349F7E0-3DA9-FD4C-F0BC-7C5EB670CE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575" name="Graphic 574" descr="Deciduous tree with solid fill">
                <a:extLst>
                  <a:ext uri="{FF2B5EF4-FFF2-40B4-BE49-F238E27FC236}">
                    <a16:creationId xmlns:a16="http://schemas.microsoft.com/office/drawing/2014/main" id="{FEFDC388-1D1A-E172-9E54-86A05C3043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585" name="Graphic 584" descr="Deciduous tree with solid fill">
                <a:extLst>
                  <a:ext uri="{FF2B5EF4-FFF2-40B4-BE49-F238E27FC236}">
                    <a16:creationId xmlns:a16="http://schemas.microsoft.com/office/drawing/2014/main" id="{A4E3F7FB-EB92-1304-B1BA-ABE8A6063E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587" name="Graphic 586" descr="Deciduous tree with solid fill">
                <a:extLst>
                  <a:ext uri="{FF2B5EF4-FFF2-40B4-BE49-F238E27FC236}">
                    <a16:creationId xmlns:a16="http://schemas.microsoft.com/office/drawing/2014/main" id="{A4728924-6092-44F5-AD42-EDC6086A90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589" name="Graphic 588" descr="Deciduous tree with solid fill">
                <a:extLst>
                  <a:ext uri="{FF2B5EF4-FFF2-40B4-BE49-F238E27FC236}">
                    <a16:creationId xmlns:a16="http://schemas.microsoft.com/office/drawing/2014/main" id="{F88B7DFB-73DC-2476-C908-3B43788F06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591" name="Graphic 590" descr="Deciduous tree with solid fill">
                <a:extLst>
                  <a:ext uri="{FF2B5EF4-FFF2-40B4-BE49-F238E27FC236}">
                    <a16:creationId xmlns:a16="http://schemas.microsoft.com/office/drawing/2014/main" id="{E0009A12-1336-4713-CA40-0A33CBFB85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593" name="Graphic 592" descr="Deciduous tree with solid fill">
                <a:extLst>
                  <a:ext uri="{FF2B5EF4-FFF2-40B4-BE49-F238E27FC236}">
                    <a16:creationId xmlns:a16="http://schemas.microsoft.com/office/drawing/2014/main" id="{E51EE263-BD86-0E67-592C-40C6F50A1D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595" name="Graphic 594" descr="Deciduous tree with solid fill">
                <a:extLst>
                  <a:ext uri="{FF2B5EF4-FFF2-40B4-BE49-F238E27FC236}">
                    <a16:creationId xmlns:a16="http://schemas.microsoft.com/office/drawing/2014/main" id="{A67928BB-4B24-1D07-0270-11E22355A2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597" name="Graphic 596" descr="Deciduous tree with solid fill">
                <a:extLst>
                  <a:ext uri="{FF2B5EF4-FFF2-40B4-BE49-F238E27FC236}">
                    <a16:creationId xmlns:a16="http://schemas.microsoft.com/office/drawing/2014/main" id="{01F62316-2BD4-ADC3-D2F8-CD327F1A29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599" name="Graphic 598" descr="Deciduous tree with solid fill">
                <a:extLst>
                  <a:ext uri="{FF2B5EF4-FFF2-40B4-BE49-F238E27FC236}">
                    <a16:creationId xmlns:a16="http://schemas.microsoft.com/office/drawing/2014/main" id="{DAE59278-62D0-3FD0-E613-8ED495FEAE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601" name="Graphic 600" descr="Deciduous tree with solid fill">
                <a:extLst>
                  <a:ext uri="{FF2B5EF4-FFF2-40B4-BE49-F238E27FC236}">
                    <a16:creationId xmlns:a16="http://schemas.microsoft.com/office/drawing/2014/main" id="{14AFA311-1162-7550-F681-54F9D4EDAE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611" name="Graphic 610" descr="Deciduous tree with solid fill">
                <a:extLst>
                  <a:ext uri="{FF2B5EF4-FFF2-40B4-BE49-F238E27FC236}">
                    <a16:creationId xmlns:a16="http://schemas.microsoft.com/office/drawing/2014/main" id="{D9E166C8-7958-6F4E-508B-8120460514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613" name="Graphic 612" descr="Deciduous tree with solid fill">
                <a:extLst>
                  <a:ext uri="{FF2B5EF4-FFF2-40B4-BE49-F238E27FC236}">
                    <a16:creationId xmlns:a16="http://schemas.microsoft.com/office/drawing/2014/main" id="{587D5F2D-C3B3-183A-DC0F-4FF527F740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615" name="Graphic 614" descr="Deciduous tree with solid fill">
                <a:extLst>
                  <a:ext uri="{FF2B5EF4-FFF2-40B4-BE49-F238E27FC236}">
                    <a16:creationId xmlns:a16="http://schemas.microsoft.com/office/drawing/2014/main" id="{0B370CB3-25D8-792D-1E05-98149A3A51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619" name="Graphic 618" descr="Deciduous tree with solid fill">
                <a:extLst>
                  <a:ext uri="{FF2B5EF4-FFF2-40B4-BE49-F238E27FC236}">
                    <a16:creationId xmlns:a16="http://schemas.microsoft.com/office/drawing/2014/main" id="{ED9080EA-9100-034B-1E89-2AC0FEB89B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621" name="Graphic 620" descr="Deciduous tree with solid fill">
                <a:extLst>
                  <a:ext uri="{FF2B5EF4-FFF2-40B4-BE49-F238E27FC236}">
                    <a16:creationId xmlns:a16="http://schemas.microsoft.com/office/drawing/2014/main" id="{908554E6-B6D0-F1EC-F3DF-ADBED3FE29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623" name="Graphic 622" descr="Deciduous tree with solid fill">
                <a:extLst>
                  <a:ext uri="{FF2B5EF4-FFF2-40B4-BE49-F238E27FC236}">
                    <a16:creationId xmlns:a16="http://schemas.microsoft.com/office/drawing/2014/main" id="{43A7BF18-BD4D-1D29-6184-C4371E767D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625" name="Graphic 624" descr="Deciduous tree with solid fill">
                <a:extLst>
                  <a:ext uri="{FF2B5EF4-FFF2-40B4-BE49-F238E27FC236}">
                    <a16:creationId xmlns:a16="http://schemas.microsoft.com/office/drawing/2014/main" id="{99E25739-53A2-CCAF-A7B8-1DBCFF74C2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627" name="Graphic 626" descr="Deciduous tree with solid fill">
                <a:extLst>
                  <a:ext uri="{FF2B5EF4-FFF2-40B4-BE49-F238E27FC236}">
                    <a16:creationId xmlns:a16="http://schemas.microsoft.com/office/drawing/2014/main" id="{033F6894-9090-B0AF-7333-4347D13D11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629" name="Graphic 628" descr="Deciduous tree with solid fill">
                <a:extLst>
                  <a:ext uri="{FF2B5EF4-FFF2-40B4-BE49-F238E27FC236}">
                    <a16:creationId xmlns:a16="http://schemas.microsoft.com/office/drawing/2014/main" id="{C9DD6941-5D27-B9BD-BA75-5D3121FF20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631" name="Graphic 630" descr="Deciduous tree with solid fill">
                <a:extLst>
                  <a:ext uri="{FF2B5EF4-FFF2-40B4-BE49-F238E27FC236}">
                    <a16:creationId xmlns:a16="http://schemas.microsoft.com/office/drawing/2014/main" id="{2E9CB233-AE95-DADD-B481-5F78667A99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633" name="Graphic 632" descr="Deciduous tree with solid fill">
                <a:extLst>
                  <a:ext uri="{FF2B5EF4-FFF2-40B4-BE49-F238E27FC236}">
                    <a16:creationId xmlns:a16="http://schemas.microsoft.com/office/drawing/2014/main" id="{5688CE35-BFB4-5592-CC94-5510292327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645" name="Graphic 644" descr="Deciduous tree with solid fill">
                <a:extLst>
                  <a:ext uri="{FF2B5EF4-FFF2-40B4-BE49-F238E27FC236}">
                    <a16:creationId xmlns:a16="http://schemas.microsoft.com/office/drawing/2014/main" id="{4CAAA7A9-23F9-1919-98B9-AF24B1F3AB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647" name="Graphic 646" descr="Deciduous tree with solid fill">
                <a:extLst>
                  <a:ext uri="{FF2B5EF4-FFF2-40B4-BE49-F238E27FC236}">
                    <a16:creationId xmlns:a16="http://schemas.microsoft.com/office/drawing/2014/main" id="{6A6AE269-1631-F46C-C2CD-266038FAAB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649" name="Graphic 648" descr="Deciduous tree with solid fill">
                <a:extLst>
                  <a:ext uri="{FF2B5EF4-FFF2-40B4-BE49-F238E27FC236}">
                    <a16:creationId xmlns:a16="http://schemas.microsoft.com/office/drawing/2014/main" id="{F9724F3C-FE83-FCCA-54C5-9C917D562C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651" name="Graphic 650" descr="Deciduous tree with solid fill">
                <a:extLst>
                  <a:ext uri="{FF2B5EF4-FFF2-40B4-BE49-F238E27FC236}">
                    <a16:creationId xmlns:a16="http://schemas.microsoft.com/office/drawing/2014/main" id="{B78E913F-866B-252C-9898-F5D542F242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653" name="Graphic 652" descr="Deciduous tree with solid fill">
                <a:extLst>
                  <a:ext uri="{FF2B5EF4-FFF2-40B4-BE49-F238E27FC236}">
                    <a16:creationId xmlns:a16="http://schemas.microsoft.com/office/drawing/2014/main" id="{2C8FBC7C-4D00-FB0F-3BDE-955182C583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655" name="Graphic 654" descr="Deciduous tree with solid fill">
                <a:extLst>
                  <a:ext uri="{FF2B5EF4-FFF2-40B4-BE49-F238E27FC236}">
                    <a16:creationId xmlns:a16="http://schemas.microsoft.com/office/drawing/2014/main" id="{FF170E03-0ABF-04AA-B33A-64A3B6CBBC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657" name="Graphic 656" descr="Deciduous tree with solid fill">
                <a:extLst>
                  <a:ext uri="{FF2B5EF4-FFF2-40B4-BE49-F238E27FC236}">
                    <a16:creationId xmlns:a16="http://schemas.microsoft.com/office/drawing/2014/main" id="{6D094DDA-2437-20EE-F439-2F729F39D2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659" name="Graphic 658" descr="Deciduous tree with solid fill">
                <a:extLst>
                  <a:ext uri="{FF2B5EF4-FFF2-40B4-BE49-F238E27FC236}">
                    <a16:creationId xmlns:a16="http://schemas.microsoft.com/office/drawing/2014/main" id="{453FE1D9-C6EF-EC74-92E4-AAE5E98FF3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671" name="Graphic 670" descr="Deciduous tree with solid fill">
                <a:extLst>
                  <a:ext uri="{FF2B5EF4-FFF2-40B4-BE49-F238E27FC236}">
                    <a16:creationId xmlns:a16="http://schemas.microsoft.com/office/drawing/2014/main" id="{3709B45F-0C28-1689-DA95-E3F19CD05A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673" name="Graphic 672" descr="Deciduous tree with solid fill">
                <a:extLst>
                  <a:ext uri="{FF2B5EF4-FFF2-40B4-BE49-F238E27FC236}">
                    <a16:creationId xmlns:a16="http://schemas.microsoft.com/office/drawing/2014/main" id="{E3351AA0-9FD0-E4A8-D2CA-4B4BB91F7C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675" name="Graphic 674" descr="Deciduous tree with solid fill">
                <a:extLst>
                  <a:ext uri="{FF2B5EF4-FFF2-40B4-BE49-F238E27FC236}">
                    <a16:creationId xmlns:a16="http://schemas.microsoft.com/office/drawing/2014/main" id="{D1171BFB-F018-217E-5BCC-C3276E9A09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677" name="Graphic 676" descr="Deciduous tree with solid fill">
                <a:extLst>
                  <a:ext uri="{FF2B5EF4-FFF2-40B4-BE49-F238E27FC236}">
                    <a16:creationId xmlns:a16="http://schemas.microsoft.com/office/drawing/2014/main" id="{AA3D6836-2F7B-C082-6A1C-720188DA4C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679" name="Graphic 678" descr="Deciduous tree with solid fill">
                <a:extLst>
                  <a:ext uri="{FF2B5EF4-FFF2-40B4-BE49-F238E27FC236}">
                    <a16:creationId xmlns:a16="http://schemas.microsoft.com/office/drawing/2014/main" id="{9A3A0F94-A9F5-47E3-CA70-D46385F22A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681" name="Graphic 680" descr="Deciduous tree with solid fill">
                <a:extLst>
                  <a:ext uri="{FF2B5EF4-FFF2-40B4-BE49-F238E27FC236}">
                    <a16:creationId xmlns:a16="http://schemas.microsoft.com/office/drawing/2014/main" id="{1C8F8E9D-5FDF-6CCF-E86F-E64A65A66C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683" name="Graphic 682" descr="Deciduous tree with solid fill">
                <a:extLst>
                  <a:ext uri="{FF2B5EF4-FFF2-40B4-BE49-F238E27FC236}">
                    <a16:creationId xmlns:a16="http://schemas.microsoft.com/office/drawing/2014/main" id="{9A3240CA-9EA6-ACA9-DAC7-15DD1CB845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685" name="Graphic 684" descr="Deciduous tree with solid fill">
                <a:extLst>
                  <a:ext uri="{FF2B5EF4-FFF2-40B4-BE49-F238E27FC236}">
                    <a16:creationId xmlns:a16="http://schemas.microsoft.com/office/drawing/2014/main" id="{06B08066-698E-220E-39C4-D86AA3799E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697" name="Graphic 696" descr="Deciduous tree with solid fill">
                <a:extLst>
                  <a:ext uri="{FF2B5EF4-FFF2-40B4-BE49-F238E27FC236}">
                    <a16:creationId xmlns:a16="http://schemas.microsoft.com/office/drawing/2014/main" id="{9A295461-4B47-F047-4853-80EB6BBCD8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699" name="Graphic 698" descr="Deciduous tree with solid fill">
                <a:extLst>
                  <a:ext uri="{FF2B5EF4-FFF2-40B4-BE49-F238E27FC236}">
                    <a16:creationId xmlns:a16="http://schemas.microsoft.com/office/drawing/2014/main" id="{37CB733C-508C-5913-B5EF-B8FACFB7D4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701" name="Graphic 700" descr="Deciduous tree with solid fill">
                <a:extLst>
                  <a:ext uri="{FF2B5EF4-FFF2-40B4-BE49-F238E27FC236}">
                    <a16:creationId xmlns:a16="http://schemas.microsoft.com/office/drawing/2014/main" id="{BC00A3EB-E2BA-FAE9-30B8-9BABC2046B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705" name="Graphic 704" descr="Deciduous tree with solid fill">
                <a:extLst>
                  <a:ext uri="{FF2B5EF4-FFF2-40B4-BE49-F238E27FC236}">
                    <a16:creationId xmlns:a16="http://schemas.microsoft.com/office/drawing/2014/main" id="{95FBDD8C-8DD5-077A-1A1C-49C6980D05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707" name="Graphic 706" descr="Deciduous tree with solid fill">
                <a:extLst>
                  <a:ext uri="{FF2B5EF4-FFF2-40B4-BE49-F238E27FC236}">
                    <a16:creationId xmlns:a16="http://schemas.microsoft.com/office/drawing/2014/main" id="{89C7B5F3-858D-0F13-91B4-6F93BA6F95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709" name="Graphic 708" descr="Deciduous tree with solid fill">
                <a:extLst>
                  <a:ext uri="{FF2B5EF4-FFF2-40B4-BE49-F238E27FC236}">
                    <a16:creationId xmlns:a16="http://schemas.microsoft.com/office/drawing/2014/main" id="{5E7666E7-D5B8-9FFE-6C49-69B1929DD6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711" name="Graphic 710" descr="Deciduous tree with solid fill">
                <a:extLst>
                  <a:ext uri="{FF2B5EF4-FFF2-40B4-BE49-F238E27FC236}">
                    <a16:creationId xmlns:a16="http://schemas.microsoft.com/office/drawing/2014/main" id="{2533E360-3E80-BA4D-35AF-9F0D98CD7E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713" name="Graphic 712" descr="Deciduous tree with solid fill">
                <a:extLst>
                  <a:ext uri="{FF2B5EF4-FFF2-40B4-BE49-F238E27FC236}">
                    <a16:creationId xmlns:a16="http://schemas.microsoft.com/office/drawing/2014/main" id="{69CE259A-4811-7A50-69AA-C0E15452BE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715" name="Graphic 714" descr="Deciduous tree with solid fill">
                <a:extLst>
                  <a:ext uri="{FF2B5EF4-FFF2-40B4-BE49-F238E27FC236}">
                    <a16:creationId xmlns:a16="http://schemas.microsoft.com/office/drawing/2014/main" id="{8D3B6C04-A000-B1AC-39A6-A8AE2AF331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717" name="Graphic 716" descr="Deciduous tree with solid fill">
                <a:extLst>
                  <a:ext uri="{FF2B5EF4-FFF2-40B4-BE49-F238E27FC236}">
                    <a16:creationId xmlns:a16="http://schemas.microsoft.com/office/drawing/2014/main" id="{C620A90C-916A-EE7B-086E-75A15600B9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731" name="Graphic 730" descr="Deciduous tree with solid fill">
                <a:extLst>
                  <a:ext uri="{FF2B5EF4-FFF2-40B4-BE49-F238E27FC236}">
                    <a16:creationId xmlns:a16="http://schemas.microsoft.com/office/drawing/2014/main" id="{5E461C4B-BAA4-89E1-642B-3E27C46FBC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733" name="Graphic 732" descr="Deciduous tree with solid fill">
                <a:extLst>
                  <a:ext uri="{FF2B5EF4-FFF2-40B4-BE49-F238E27FC236}">
                    <a16:creationId xmlns:a16="http://schemas.microsoft.com/office/drawing/2014/main" id="{8B35B265-D58C-27E3-7BBC-0EA8FB6DA2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735" name="Graphic 734" descr="Deciduous tree with solid fill">
                <a:extLst>
                  <a:ext uri="{FF2B5EF4-FFF2-40B4-BE49-F238E27FC236}">
                    <a16:creationId xmlns:a16="http://schemas.microsoft.com/office/drawing/2014/main" id="{B2AC8AE4-D84D-25C8-1FF6-628605B088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737" name="Graphic 736" descr="Deciduous tree with solid fill">
                <a:extLst>
                  <a:ext uri="{FF2B5EF4-FFF2-40B4-BE49-F238E27FC236}">
                    <a16:creationId xmlns:a16="http://schemas.microsoft.com/office/drawing/2014/main" id="{883EDFB2-DED9-4150-7C54-A73BC2F79A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739" name="Graphic 738" descr="Deciduous tree with solid fill">
                <a:extLst>
                  <a:ext uri="{FF2B5EF4-FFF2-40B4-BE49-F238E27FC236}">
                    <a16:creationId xmlns:a16="http://schemas.microsoft.com/office/drawing/2014/main" id="{5606797E-2853-2347-67D9-5524004B61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741" name="Graphic 740" descr="Deciduous tree with solid fill">
                <a:extLst>
                  <a:ext uri="{FF2B5EF4-FFF2-40B4-BE49-F238E27FC236}">
                    <a16:creationId xmlns:a16="http://schemas.microsoft.com/office/drawing/2014/main" id="{9DB16EAE-9A0D-7808-9AFD-2BA6DAD9CA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743" name="Graphic 742" descr="Deciduous tree with solid fill">
                <a:extLst>
                  <a:ext uri="{FF2B5EF4-FFF2-40B4-BE49-F238E27FC236}">
                    <a16:creationId xmlns:a16="http://schemas.microsoft.com/office/drawing/2014/main" id="{44A377E7-6963-D71C-B2CD-52EC0759AF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757" name="Graphic 756" descr="Deciduous tree with solid fill">
                <a:extLst>
                  <a:ext uri="{FF2B5EF4-FFF2-40B4-BE49-F238E27FC236}">
                    <a16:creationId xmlns:a16="http://schemas.microsoft.com/office/drawing/2014/main" id="{AC84635E-AFEE-DCF5-7DFF-026B8586D9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759" name="Graphic 758" descr="Deciduous tree with solid fill">
                <a:extLst>
                  <a:ext uri="{FF2B5EF4-FFF2-40B4-BE49-F238E27FC236}">
                    <a16:creationId xmlns:a16="http://schemas.microsoft.com/office/drawing/2014/main" id="{6E4D4531-1640-D5C5-710E-7FB6EAA49E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761" name="Graphic 760" descr="Deciduous tree with solid fill">
                <a:extLst>
                  <a:ext uri="{FF2B5EF4-FFF2-40B4-BE49-F238E27FC236}">
                    <a16:creationId xmlns:a16="http://schemas.microsoft.com/office/drawing/2014/main" id="{1491E8C0-D890-6FF6-D979-22292B691F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763" name="Graphic 762" descr="Deciduous tree with solid fill">
                <a:extLst>
                  <a:ext uri="{FF2B5EF4-FFF2-40B4-BE49-F238E27FC236}">
                    <a16:creationId xmlns:a16="http://schemas.microsoft.com/office/drawing/2014/main" id="{3B60BAD2-E130-BE0D-043A-C6AD1075E4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765" name="Graphic 764" descr="Deciduous tree with solid fill">
                <a:extLst>
                  <a:ext uri="{FF2B5EF4-FFF2-40B4-BE49-F238E27FC236}">
                    <a16:creationId xmlns:a16="http://schemas.microsoft.com/office/drawing/2014/main" id="{00E2F0C8-9512-C72F-B5FB-F4769E6B87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767" name="Graphic 766" descr="Deciduous tree with solid fill">
                <a:extLst>
                  <a:ext uri="{FF2B5EF4-FFF2-40B4-BE49-F238E27FC236}">
                    <a16:creationId xmlns:a16="http://schemas.microsoft.com/office/drawing/2014/main" id="{9B81B092-F923-0781-2A31-F3C9BC74D9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769" name="Graphic 768" descr="Deciduous tree with solid fill">
                <a:extLst>
                  <a:ext uri="{FF2B5EF4-FFF2-40B4-BE49-F238E27FC236}">
                    <a16:creationId xmlns:a16="http://schemas.microsoft.com/office/drawing/2014/main" id="{ADD7485D-9276-A1FC-073C-DCC67E128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783" name="Graphic 782" descr="Deciduous tree with solid fill">
                <a:extLst>
                  <a:ext uri="{FF2B5EF4-FFF2-40B4-BE49-F238E27FC236}">
                    <a16:creationId xmlns:a16="http://schemas.microsoft.com/office/drawing/2014/main" id="{214A1E3C-726E-01FA-1C11-F2B1B80F3A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785" name="Graphic 784" descr="Deciduous tree with solid fill">
                <a:extLst>
                  <a:ext uri="{FF2B5EF4-FFF2-40B4-BE49-F238E27FC236}">
                    <a16:creationId xmlns:a16="http://schemas.microsoft.com/office/drawing/2014/main" id="{7076E82B-E479-5A74-9FEF-E216956325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787" name="Graphic 786" descr="Deciduous tree with solid fill">
                <a:extLst>
                  <a:ext uri="{FF2B5EF4-FFF2-40B4-BE49-F238E27FC236}">
                    <a16:creationId xmlns:a16="http://schemas.microsoft.com/office/drawing/2014/main" id="{3431F8D3-E00C-CD23-98E7-088828C74F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791" name="Graphic 790" descr="Deciduous tree with solid fill">
                <a:extLst>
                  <a:ext uri="{FF2B5EF4-FFF2-40B4-BE49-F238E27FC236}">
                    <a16:creationId xmlns:a16="http://schemas.microsoft.com/office/drawing/2014/main" id="{005FA97D-1E9F-0BE3-7658-1CE310E465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793" name="Graphic 792" descr="Deciduous tree with solid fill">
                <a:extLst>
                  <a:ext uri="{FF2B5EF4-FFF2-40B4-BE49-F238E27FC236}">
                    <a16:creationId xmlns:a16="http://schemas.microsoft.com/office/drawing/2014/main" id="{A55E3049-E3DE-835A-4F95-326B3FB575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795" name="Graphic 794" descr="Deciduous tree with solid fill">
                <a:extLst>
                  <a:ext uri="{FF2B5EF4-FFF2-40B4-BE49-F238E27FC236}">
                    <a16:creationId xmlns:a16="http://schemas.microsoft.com/office/drawing/2014/main" id="{8DD96677-C816-A0E1-5731-7A9133DADA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797" name="Graphic 796" descr="Deciduous tree with solid fill">
                <a:extLst>
                  <a:ext uri="{FF2B5EF4-FFF2-40B4-BE49-F238E27FC236}">
                    <a16:creationId xmlns:a16="http://schemas.microsoft.com/office/drawing/2014/main" id="{5F7FE756-F503-4800-46D3-B6BF6713FC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799" name="Graphic 798" descr="Deciduous tree with solid fill">
                <a:extLst>
                  <a:ext uri="{FF2B5EF4-FFF2-40B4-BE49-F238E27FC236}">
                    <a16:creationId xmlns:a16="http://schemas.microsoft.com/office/drawing/2014/main" id="{8578583C-987F-36D2-1B6D-9D16FFC875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801" name="Graphic 800" descr="Deciduous tree with solid fill">
                <a:extLst>
                  <a:ext uri="{FF2B5EF4-FFF2-40B4-BE49-F238E27FC236}">
                    <a16:creationId xmlns:a16="http://schemas.microsoft.com/office/drawing/2014/main" id="{13EDE23E-75E2-D0A3-EF1A-DAC0276867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817" name="Graphic 816" descr="Deciduous tree with solid fill">
                <a:extLst>
                  <a:ext uri="{FF2B5EF4-FFF2-40B4-BE49-F238E27FC236}">
                    <a16:creationId xmlns:a16="http://schemas.microsoft.com/office/drawing/2014/main" id="{5A54B134-34B2-16A3-29BE-E65A7A2551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819" name="Graphic 818" descr="Deciduous tree with solid fill">
                <a:extLst>
                  <a:ext uri="{FF2B5EF4-FFF2-40B4-BE49-F238E27FC236}">
                    <a16:creationId xmlns:a16="http://schemas.microsoft.com/office/drawing/2014/main" id="{B9CFE8BB-431A-C726-4579-6D80ADA1AC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821" name="Graphic 820" descr="Deciduous tree with solid fill">
                <a:extLst>
                  <a:ext uri="{FF2B5EF4-FFF2-40B4-BE49-F238E27FC236}">
                    <a16:creationId xmlns:a16="http://schemas.microsoft.com/office/drawing/2014/main" id="{1CE1E894-3A17-6010-BF54-67674D6175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823" name="Graphic 822" descr="Deciduous tree with solid fill">
                <a:extLst>
                  <a:ext uri="{FF2B5EF4-FFF2-40B4-BE49-F238E27FC236}">
                    <a16:creationId xmlns:a16="http://schemas.microsoft.com/office/drawing/2014/main" id="{EF8BBBD7-CFE3-6BA5-50AB-19008A0E2F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825" name="Graphic 824" descr="Deciduous tree with solid fill">
                <a:extLst>
                  <a:ext uri="{FF2B5EF4-FFF2-40B4-BE49-F238E27FC236}">
                    <a16:creationId xmlns:a16="http://schemas.microsoft.com/office/drawing/2014/main" id="{34D0E4F8-5E50-2237-BA23-F422F2E709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827" name="Graphic 826" descr="Deciduous tree with solid fill">
                <a:extLst>
                  <a:ext uri="{FF2B5EF4-FFF2-40B4-BE49-F238E27FC236}">
                    <a16:creationId xmlns:a16="http://schemas.microsoft.com/office/drawing/2014/main" id="{0253958C-6EB6-FA2D-CAB1-30B62636EB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843" name="Graphic 842" descr="Deciduous tree with solid fill">
                <a:extLst>
                  <a:ext uri="{FF2B5EF4-FFF2-40B4-BE49-F238E27FC236}">
                    <a16:creationId xmlns:a16="http://schemas.microsoft.com/office/drawing/2014/main" id="{99EAB233-E788-E344-0DA2-352E02398C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845" name="Graphic 844" descr="Deciduous tree with solid fill">
                <a:extLst>
                  <a:ext uri="{FF2B5EF4-FFF2-40B4-BE49-F238E27FC236}">
                    <a16:creationId xmlns:a16="http://schemas.microsoft.com/office/drawing/2014/main" id="{F37A1D14-6222-EF6F-CB88-978DEB4715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847" name="Graphic 846" descr="Deciduous tree with solid fill">
                <a:extLst>
                  <a:ext uri="{FF2B5EF4-FFF2-40B4-BE49-F238E27FC236}">
                    <a16:creationId xmlns:a16="http://schemas.microsoft.com/office/drawing/2014/main" id="{FEE0313A-4CAB-430A-94B1-236FF5A2BF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849" name="Graphic 848" descr="Deciduous tree with solid fill">
                <a:extLst>
                  <a:ext uri="{FF2B5EF4-FFF2-40B4-BE49-F238E27FC236}">
                    <a16:creationId xmlns:a16="http://schemas.microsoft.com/office/drawing/2014/main" id="{FF2BD7D1-55C7-F73E-859A-27A2845958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851" name="Graphic 850" descr="Deciduous tree with solid fill">
                <a:extLst>
                  <a:ext uri="{FF2B5EF4-FFF2-40B4-BE49-F238E27FC236}">
                    <a16:creationId xmlns:a16="http://schemas.microsoft.com/office/drawing/2014/main" id="{00D44D47-E295-C997-00BE-ED3F0397F9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853" name="Graphic 852" descr="Deciduous tree with solid fill">
                <a:extLst>
                  <a:ext uri="{FF2B5EF4-FFF2-40B4-BE49-F238E27FC236}">
                    <a16:creationId xmlns:a16="http://schemas.microsoft.com/office/drawing/2014/main" id="{D1711C2F-4C0A-7E9C-4BFB-1E1EE0F93E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869" name="Graphic 868" descr="Deciduous tree with solid fill">
                <a:extLst>
                  <a:ext uri="{FF2B5EF4-FFF2-40B4-BE49-F238E27FC236}">
                    <a16:creationId xmlns:a16="http://schemas.microsoft.com/office/drawing/2014/main" id="{7EDB2A6C-A745-F5FD-7897-73B9465009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871" name="Graphic 870" descr="Deciduous tree with solid fill">
                <a:extLst>
                  <a:ext uri="{FF2B5EF4-FFF2-40B4-BE49-F238E27FC236}">
                    <a16:creationId xmlns:a16="http://schemas.microsoft.com/office/drawing/2014/main" id="{1DAF8F94-4820-9300-E726-1A6691CF25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873" name="Graphic 872" descr="Deciduous tree with solid fill">
                <a:extLst>
                  <a:ext uri="{FF2B5EF4-FFF2-40B4-BE49-F238E27FC236}">
                    <a16:creationId xmlns:a16="http://schemas.microsoft.com/office/drawing/2014/main" id="{5ADC525E-241C-953D-2AF3-DDAEB4AE14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877" name="Graphic 876" descr="Deciduous tree with solid fill">
                <a:extLst>
                  <a:ext uri="{FF2B5EF4-FFF2-40B4-BE49-F238E27FC236}">
                    <a16:creationId xmlns:a16="http://schemas.microsoft.com/office/drawing/2014/main" id="{C452263C-42EA-F895-B6A9-7D74B5AFCA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879" name="Graphic 878" descr="Deciduous tree with solid fill">
                <a:extLst>
                  <a:ext uri="{FF2B5EF4-FFF2-40B4-BE49-F238E27FC236}">
                    <a16:creationId xmlns:a16="http://schemas.microsoft.com/office/drawing/2014/main" id="{4E82F322-ACCE-FE0E-0E4E-A3CA536BA6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881" name="Graphic 880" descr="Deciduous tree with solid fill">
                <a:extLst>
                  <a:ext uri="{FF2B5EF4-FFF2-40B4-BE49-F238E27FC236}">
                    <a16:creationId xmlns:a16="http://schemas.microsoft.com/office/drawing/2014/main" id="{253C65DE-8859-2336-632F-BBFD48B183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883" name="Graphic 882" descr="Deciduous tree with solid fill">
                <a:extLst>
                  <a:ext uri="{FF2B5EF4-FFF2-40B4-BE49-F238E27FC236}">
                    <a16:creationId xmlns:a16="http://schemas.microsoft.com/office/drawing/2014/main" id="{91FF8E88-219D-6726-279F-D216EB9F36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885" name="Graphic 884" descr="Deciduous tree with solid fill">
                <a:extLst>
                  <a:ext uri="{FF2B5EF4-FFF2-40B4-BE49-F238E27FC236}">
                    <a16:creationId xmlns:a16="http://schemas.microsoft.com/office/drawing/2014/main" id="{3B9A71F4-0AB1-C303-3E22-C8D9BEA54B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903" name="Graphic 902" descr="Deciduous tree with solid fill">
                <a:extLst>
                  <a:ext uri="{FF2B5EF4-FFF2-40B4-BE49-F238E27FC236}">
                    <a16:creationId xmlns:a16="http://schemas.microsoft.com/office/drawing/2014/main" id="{ABDEACF4-1E5C-F9FE-B68D-71129C3464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905" name="Graphic 904" descr="Deciduous tree with solid fill">
                <a:extLst>
                  <a:ext uri="{FF2B5EF4-FFF2-40B4-BE49-F238E27FC236}">
                    <a16:creationId xmlns:a16="http://schemas.microsoft.com/office/drawing/2014/main" id="{118EE3DD-AA39-8D04-C959-020A9FC8AD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907" name="Graphic 906" descr="Deciduous tree with solid fill">
                <a:extLst>
                  <a:ext uri="{FF2B5EF4-FFF2-40B4-BE49-F238E27FC236}">
                    <a16:creationId xmlns:a16="http://schemas.microsoft.com/office/drawing/2014/main" id="{DEF40A42-11CB-B86A-D52E-AA7EFB76FF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909" name="Graphic 908" descr="Deciduous tree with solid fill">
                <a:extLst>
                  <a:ext uri="{FF2B5EF4-FFF2-40B4-BE49-F238E27FC236}">
                    <a16:creationId xmlns:a16="http://schemas.microsoft.com/office/drawing/2014/main" id="{11D1CCDA-CF57-BE6B-8105-E9BDC629F8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911" name="Graphic 910" descr="Deciduous tree with solid fill">
                <a:extLst>
                  <a:ext uri="{FF2B5EF4-FFF2-40B4-BE49-F238E27FC236}">
                    <a16:creationId xmlns:a16="http://schemas.microsoft.com/office/drawing/2014/main" id="{4DEDAD25-83EB-8AF2-6075-1841AD08EB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929" name="Graphic 928" descr="Deciduous tree with solid fill">
                <a:extLst>
                  <a:ext uri="{FF2B5EF4-FFF2-40B4-BE49-F238E27FC236}">
                    <a16:creationId xmlns:a16="http://schemas.microsoft.com/office/drawing/2014/main" id="{DE6C08EA-DD94-6A1D-557A-3976737073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931" name="Graphic 930" descr="Deciduous tree with solid fill">
                <a:extLst>
                  <a:ext uri="{FF2B5EF4-FFF2-40B4-BE49-F238E27FC236}">
                    <a16:creationId xmlns:a16="http://schemas.microsoft.com/office/drawing/2014/main" id="{A91A3B54-4854-CCE6-2067-1F9797103E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933" name="Graphic 932" descr="Deciduous tree with solid fill">
                <a:extLst>
                  <a:ext uri="{FF2B5EF4-FFF2-40B4-BE49-F238E27FC236}">
                    <a16:creationId xmlns:a16="http://schemas.microsoft.com/office/drawing/2014/main" id="{6FB888AC-A8BF-C10A-F833-1A7FDD5734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935" name="Graphic 934" descr="Deciduous tree with solid fill">
                <a:extLst>
                  <a:ext uri="{FF2B5EF4-FFF2-40B4-BE49-F238E27FC236}">
                    <a16:creationId xmlns:a16="http://schemas.microsoft.com/office/drawing/2014/main" id="{31B764AA-65CC-57B1-4F72-6763537BEB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937" name="Graphic 936" descr="Deciduous tree with solid fill">
                <a:extLst>
                  <a:ext uri="{FF2B5EF4-FFF2-40B4-BE49-F238E27FC236}">
                    <a16:creationId xmlns:a16="http://schemas.microsoft.com/office/drawing/2014/main" id="{60D33F99-AAE7-75FE-E627-91A4D851E1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955" name="Graphic 954" descr="Deciduous tree with solid fill">
                <a:extLst>
                  <a:ext uri="{FF2B5EF4-FFF2-40B4-BE49-F238E27FC236}">
                    <a16:creationId xmlns:a16="http://schemas.microsoft.com/office/drawing/2014/main" id="{F3975318-1342-62FD-E87E-88ACC98205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957" name="Graphic 956" descr="Deciduous tree with solid fill">
                <a:extLst>
                  <a:ext uri="{FF2B5EF4-FFF2-40B4-BE49-F238E27FC236}">
                    <a16:creationId xmlns:a16="http://schemas.microsoft.com/office/drawing/2014/main" id="{1757EF5B-432B-910A-4456-F2D9D0EA80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959" name="Graphic 958" descr="Deciduous tree with solid fill">
                <a:extLst>
                  <a:ext uri="{FF2B5EF4-FFF2-40B4-BE49-F238E27FC236}">
                    <a16:creationId xmlns:a16="http://schemas.microsoft.com/office/drawing/2014/main" id="{F92CA480-86BD-A45B-AED8-A3C2F6AC4F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963" name="Graphic 962" descr="Deciduous tree with solid fill">
                <a:extLst>
                  <a:ext uri="{FF2B5EF4-FFF2-40B4-BE49-F238E27FC236}">
                    <a16:creationId xmlns:a16="http://schemas.microsoft.com/office/drawing/2014/main" id="{58EC1748-E7A5-443B-7A10-4E7EF691A1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965" name="Graphic 964" descr="Deciduous tree with solid fill">
                <a:extLst>
                  <a:ext uri="{FF2B5EF4-FFF2-40B4-BE49-F238E27FC236}">
                    <a16:creationId xmlns:a16="http://schemas.microsoft.com/office/drawing/2014/main" id="{663BE9F5-65EA-6C49-3D66-B1FA4CC5AA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967" name="Graphic 966" descr="Deciduous tree with solid fill">
                <a:extLst>
                  <a:ext uri="{FF2B5EF4-FFF2-40B4-BE49-F238E27FC236}">
                    <a16:creationId xmlns:a16="http://schemas.microsoft.com/office/drawing/2014/main" id="{EFD850CC-415C-0FE4-B5D8-68A285AE1C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969" name="Graphic 968" descr="Deciduous tree with solid fill">
                <a:extLst>
                  <a:ext uri="{FF2B5EF4-FFF2-40B4-BE49-F238E27FC236}">
                    <a16:creationId xmlns:a16="http://schemas.microsoft.com/office/drawing/2014/main" id="{E7FBA42D-05A5-A49B-8825-615332A27E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989" name="Graphic 988" descr="Deciduous tree with solid fill">
                <a:extLst>
                  <a:ext uri="{FF2B5EF4-FFF2-40B4-BE49-F238E27FC236}">
                    <a16:creationId xmlns:a16="http://schemas.microsoft.com/office/drawing/2014/main" id="{CD96EE67-5367-001C-DB3F-891A734953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991" name="Graphic 990" descr="Deciduous tree with solid fill">
                <a:extLst>
                  <a:ext uri="{FF2B5EF4-FFF2-40B4-BE49-F238E27FC236}">
                    <a16:creationId xmlns:a16="http://schemas.microsoft.com/office/drawing/2014/main" id="{03585063-FB1C-1495-91C8-EE04D5496F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993" name="Graphic 992" descr="Deciduous tree with solid fill">
                <a:extLst>
                  <a:ext uri="{FF2B5EF4-FFF2-40B4-BE49-F238E27FC236}">
                    <a16:creationId xmlns:a16="http://schemas.microsoft.com/office/drawing/2014/main" id="{0B51F404-F3D5-1ABB-7B64-DCF6DA6C4F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995" name="Graphic 994" descr="Deciduous tree with solid fill">
                <a:extLst>
                  <a:ext uri="{FF2B5EF4-FFF2-40B4-BE49-F238E27FC236}">
                    <a16:creationId xmlns:a16="http://schemas.microsoft.com/office/drawing/2014/main" id="{D6E71051-A679-7B60-8BB6-5B9AB8BAE1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015" name="Graphic 1014" descr="Deciduous tree with solid fill">
                <a:extLst>
                  <a:ext uri="{FF2B5EF4-FFF2-40B4-BE49-F238E27FC236}">
                    <a16:creationId xmlns:a16="http://schemas.microsoft.com/office/drawing/2014/main" id="{8F6B5A48-DB99-7237-3536-B9AE033E08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017" name="Graphic 1016" descr="Deciduous tree with solid fill">
                <a:extLst>
                  <a:ext uri="{FF2B5EF4-FFF2-40B4-BE49-F238E27FC236}">
                    <a16:creationId xmlns:a16="http://schemas.microsoft.com/office/drawing/2014/main" id="{ABBC8D0C-2230-8A8C-0E67-985A92F3EF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019" name="Graphic 1018" descr="Deciduous tree with solid fill">
                <a:extLst>
                  <a:ext uri="{FF2B5EF4-FFF2-40B4-BE49-F238E27FC236}">
                    <a16:creationId xmlns:a16="http://schemas.microsoft.com/office/drawing/2014/main" id="{90A74A0F-3083-AE58-B07B-878AC64C9E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021" name="Graphic 1020" descr="Deciduous tree with solid fill">
                <a:extLst>
                  <a:ext uri="{FF2B5EF4-FFF2-40B4-BE49-F238E27FC236}">
                    <a16:creationId xmlns:a16="http://schemas.microsoft.com/office/drawing/2014/main" id="{07F826C9-350E-9281-F94F-AD8E6F39D2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041" name="Graphic 1040" descr="Deciduous tree with solid fill">
                <a:extLst>
                  <a:ext uri="{FF2B5EF4-FFF2-40B4-BE49-F238E27FC236}">
                    <a16:creationId xmlns:a16="http://schemas.microsoft.com/office/drawing/2014/main" id="{184CC896-0200-1EF6-76D2-472F5FC9DA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1043" name="Graphic 1042" descr="Deciduous tree with solid fill">
                <a:extLst>
                  <a:ext uri="{FF2B5EF4-FFF2-40B4-BE49-F238E27FC236}">
                    <a16:creationId xmlns:a16="http://schemas.microsoft.com/office/drawing/2014/main" id="{AAE79FD0-AF9D-8C8E-EDAA-715C77A381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1045" name="Graphic 1044" descr="Deciduous tree with solid fill">
                <a:extLst>
                  <a:ext uri="{FF2B5EF4-FFF2-40B4-BE49-F238E27FC236}">
                    <a16:creationId xmlns:a16="http://schemas.microsoft.com/office/drawing/2014/main" id="{FE2775C9-FCC8-D7D6-4A40-819FF16D7D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049" name="Graphic 1048" descr="Deciduous tree with solid fill">
                <a:extLst>
                  <a:ext uri="{FF2B5EF4-FFF2-40B4-BE49-F238E27FC236}">
                    <a16:creationId xmlns:a16="http://schemas.microsoft.com/office/drawing/2014/main" id="{A64B8105-BBAC-9C60-7AF5-8B1C805C19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051" name="Graphic 1050" descr="Deciduous tree with solid fill">
                <a:extLst>
                  <a:ext uri="{FF2B5EF4-FFF2-40B4-BE49-F238E27FC236}">
                    <a16:creationId xmlns:a16="http://schemas.microsoft.com/office/drawing/2014/main" id="{5B9263F7-5613-D68B-E1E4-DA40EA398E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053" name="Graphic 1052" descr="Deciduous tree with solid fill">
                <a:extLst>
                  <a:ext uri="{FF2B5EF4-FFF2-40B4-BE49-F238E27FC236}">
                    <a16:creationId xmlns:a16="http://schemas.microsoft.com/office/drawing/2014/main" id="{97997EB8-19CD-3DB2-B74F-F195865401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075" name="Graphic 1074" descr="Deciduous tree with solid fill">
                <a:extLst>
                  <a:ext uri="{FF2B5EF4-FFF2-40B4-BE49-F238E27FC236}">
                    <a16:creationId xmlns:a16="http://schemas.microsoft.com/office/drawing/2014/main" id="{2AF97012-9577-AA7C-A1C7-06CA5261C8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077" name="Graphic 1076" descr="Deciduous tree with solid fill">
                <a:extLst>
                  <a:ext uri="{FF2B5EF4-FFF2-40B4-BE49-F238E27FC236}">
                    <a16:creationId xmlns:a16="http://schemas.microsoft.com/office/drawing/2014/main" id="{D2E410D7-3F7C-23E9-86DB-5ED730D598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079" name="Graphic 1078" descr="Deciduous tree with solid fill">
                <a:extLst>
                  <a:ext uri="{FF2B5EF4-FFF2-40B4-BE49-F238E27FC236}">
                    <a16:creationId xmlns:a16="http://schemas.microsoft.com/office/drawing/2014/main" id="{BEA807B9-0846-93A9-63E2-E259600E2F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101" name="Graphic 1100" descr="Deciduous tree with solid fill">
                <a:extLst>
                  <a:ext uri="{FF2B5EF4-FFF2-40B4-BE49-F238E27FC236}">
                    <a16:creationId xmlns:a16="http://schemas.microsoft.com/office/drawing/2014/main" id="{D089DEA1-384E-675D-8329-5417CDE96C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103" name="Graphic 1102" descr="Deciduous tree with solid fill">
                <a:extLst>
                  <a:ext uri="{FF2B5EF4-FFF2-40B4-BE49-F238E27FC236}">
                    <a16:creationId xmlns:a16="http://schemas.microsoft.com/office/drawing/2014/main" id="{5994732D-A6A5-4E3D-7D2A-47B3B6B541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105" name="Graphic 1104" descr="Deciduous tree with solid fill">
                <a:extLst>
                  <a:ext uri="{FF2B5EF4-FFF2-40B4-BE49-F238E27FC236}">
                    <a16:creationId xmlns:a16="http://schemas.microsoft.com/office/drawing/2014/main" id="{9820099A-5C58-79DB-CC54-39CA2143A9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127" name="Graphic 1126" descr="Deciduous tree with solid fill">
                <a:extLst>
                  <a:ext uri="{FF2B5EF4-FFF2-40B4-BE49-F238E27FC236}">
                    <a16:creationId xmlns:a16="http://schemas.microsoft.com/office/drawing/2014/main" id="{DC7922CE-1839-18F7-1DDD-074FA923E7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129" name="Graphic 1128" descr="Deciduous tree with solid fill">
                <a:extLst>
                  <a:ext uri="{FF2B5EF4-FFF2-40B4-BE49-F238E27FC236}">
                    <a16:creationId xmlns:a16="http://schemas.microsoft.com/office/drawing/2014/main" id="{FD01C909-CB48-AD8C-C3AC-592191E11A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131" name="Graphic 1130" descr="Deciduous tree with solid fill">
                <a:extLst>
                  <a:ext uri="{FF2B5EF4-FFF2-40B4-BE49-F238E27FC236}">
                    <a16:creationId xmlns:a16="http://schemas.microsoft.com/office/drawing/2014/main" id="{D2A6E8C6-98AD-1CC6-128C-650627115F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135" name="Graphic 1134" descr="Deciduous tree with solid fill">
                <a:extLst>
                  <a:ext uri="{FF2B5EF4-FFF2-40B4-BE49-F238E27FC236}">
                    <a16:creationId xmlns:a16="http://schemas.microsoft.com/office/drawing/2014/main" id="{6EEC315B-6C29-8B38-83CB-262CBADDAA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137" name="Graphic 1136" descr="Deciduous tree with solid fill">
                <a:extLst>
                  <a:ext uri="{FF2B5EF4-FFF2-40B4-BE49-F238E27FC236}">
                    <a16:creationId xmlns:a16="http://schemas.microsoft.com/office/drawing/2014/main" id="{CF10EA9B-6199-062E-AD21-4601929222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161" name="Graphic 1160" descr="Deciduous tree with solid fill">
                <a:extLst>
                  <a:ext uri="{FF2B5EF4-FFF2-40B4-BE49-F238E27FC236}">
                    <a16:creationId xmlns:a16="http://schemas.microsoft.com/office/drawing/2014/main" id="{8596C0A8-DA98-AEB1-F6A0-4D13DCCBD4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163" name="Graphic 1162" descr="Deciduous tree with solid fill">
                <a:extLst>
                  <a:ext uri="{FF2B5EF4-FFF2-40B4-BE49-F238E27FC236}">
                    <a16:creationId xmlns:a16="http://schemas.microsoft.com/office/drawing/2014/main" id="{F8B5C840-E648-C20E-6446-8BF41F9D14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187" name="Graphic 1186" descr="Deciduous tree with solid fill">
                <a:extLst>
                  <a:ext uri="{FF2B5EF4-FFF2-40B4-BE49-F238E27FC236}">
                    <a16:creationId xmlns:a16="http://schemas.microsoft.com/office/drawing/2014/main" id="{C3733D4A-C88B-EA8C-A7CA-23AF3C7145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189" name="Graphic 1188" descr="Deciduous tree with solid fill">
                <a:extLst>
                  <a:ext uri="{FF2B5EF4-FFF2-40B4-BE49-F238E27FC236}">
                    <a16:creationId xmlns:a16="http://schemas.microsoft.com/office/drawing/2014/main" id="{BAFB24BA-CDE8-D265-2B2C-99D4D65B45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213" name="Graphic 1212" descr="Deciduous tree with solid fill">
                <a:extLst>
                  <a:ext uri="{FF2B5EF4-FFF2-40B4-BE49-F238E27FC236}">
                    <a16:creationId xmlns:a16="http://schemas.microsoft.com/office/drawing/2014/main" id="{65455955-1B39-0CEB-5FB8-5C9E3DBBBB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215" name="Graphic 1214" descr="Deciduous tree with solid fill">
                <a:extLst>
                  <a:ext uri="{FF2B5EF4-FFF2-40B4-BE49-F238E27FC236}">
                    <a16:creationId xmlns:a16="http://schemas.microsoft.com/office/drawing/2014/main" id="{209CE6B0-A41E-D6B8-5FAB-98F8B9DB97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217" name="Graphic 1216" descr="Deciduous tree with solid fill">
                <a:extLst>
                  <a:ext uri="{FF2B5EF4-FFF2-40B4-BE49-F238E27FC236}">
                    <a16:creationId xmlns:a16="http://schemas.microsoft.com/office/drawing/2014/main" id="{DEFA3D8E-F379-7824-6B47-AA355D48C6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221" name="Graphic 1220" descr="Deciduous tree with solid fill">
                <a:extLst>
                  <a:ext uri="{FF2B5EF4-FFF2-40B4-BE49-F238E27FC236}">
                    <a16:creationId xmlns:a16="http://schemas.microsoft.com/office/drawing/2014/main" id="{9E6610DB-3E6B-3319-F1BF-93894A331E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247" name="Graphic 1246" descr="Deciduous tree with solid fill">
                <a:extLst>
                  <a:ext uri="{FF2B5EF4-FFF2-40B4-BE49-F238E27FC236}">
                    <a16:creationId xmlns:a16="http://schemas.microsoft.com/office/drawing/2014/main" id="{C10839BC-A07F-B934-9197-43B50BD937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273" name="Graphic 1272" descr="Deciduous tree with solid fill">
                <a:extLst>
                  <a:ext uri="{FF2B5EF4-FFF2-40B4-BE49-F238E27FC236}">
                    <a16:creationId xmlns:a16="http://schemas.microsoft.com/office/drawing/2014/main" id="{A08B38E6-802D-5CEA-86FB-75A71A63E4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299" name="Graphic 1298" descr="Deciduous tree with solid fill">
                <a:extLst>
                  <a:ext uri="{FF2B5EF4-FFF2-40B4-BE49-F238E27FC236}">
                    <a16:creationId xmlns:a16="http://schemas.microsoft.com/office/drawing/2014/main" id="{BD169F2B-F927-80FC-537A-90DC1F200A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301" name="Graphic 1300" descr="Deciduous tree with solid fill">
                <a:extLst>
                  <a:ext uri="{FF2B5EF4-FFF2-40B4-BE49-F238E27FC236}">
                    <a16:creationId xmlns:a16="http://schemas.microsoft.com/office/drawing/2014/main" id="{90004890-A90C-1CDB-3F3B-5F5CBE4786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303" name="Graphic 1302" descr="Deciduous tree with solid fill">
                <a:extLst>
                  <a:ext uri="{FF2B5EF4-FFF2-40B4-BE49-F238E27FC236}">
                    <a16:creationId xmlns:a16="http://schemas.microsoft.com/office/drawing/2014/main" id="{D117951C-A539-5CEF-DBD8-0C097F499C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471" name="Graphic 1470" descr="Deciduous tree with solid fill">
                <a:extLst>
                  <a:ext uri="{FF2B5EF4-FFF2-40B4-BE49-F238E27FC236}">
                    <a16:creationId xmlns:a16="http://schemas.microsoft.com/office/drawing/2014/main" id="{D3831543-60EA-0F93-27C8-AB4B3246A4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815" y="2160326"/>
                <a:ext cx="209457" cy="196410"/>
              </a:xfrm>
              <a:prstGeom prst="rect">
                <a:avLst/>
              </a:prstGeom>
            </p:spPr>
          </p:pic>
          <p:pic>
            <p:nvPicPr>
              <p:cNvPr id="1473" name="Graphic 1472" descr="Deciduous tree with solid fill">
                <a:extLst>
                  <a:ext uri="{FF2B5EF4-FFF2-40B4-BE49-F238E27FC236}">
                    <a16:creationId xmlns:a16="http://schemas.microsoft.com/office/drawing/2014/main" id="{2C9E2652-49AA-7471-5673-C6B9129641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7189" y="2256185"/>
                <a:ext cx="209457" cy="196410"/>
              </a:xfrm>
              <a:prstGeom prst="rect">
                <a:avLst/>
              </a:prstGeom>
            </p:spPr>
          </p:pic>
          <p:pic>
            <p:nvPicPr>
              <p:cNvPr id="1475" name="Graphic 1474" descr="Deciduous tree with solid fill">
                <a:extLst>
                  <a:ext uri="{FF2B5EF4-FFF2-40B4-BE49-F238E27FC236}">
                    <a16:creationId xmlns:a16="http://schemas.microsoft.com/office/drawing/2014/main" id="{CC6AB5C7-6DC8-B5B0-0A20-F15B442765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3391" y="2072287"/>
                <a:ext cx="209457" cy="196410"/>
              </a:xfrm>
              <a:prstGeom prst="rect">
                <a:avLst/>
              </a:prstGeom>
            </p:spPr>
          </p:pic>
          <p:pic>
            <p:nvPicPr>
              <p:cNvPr id="1477" name="Graphic 1476" descr="Deciduous tree with solid fill">
                <a:extLst>
                  <a:ext uri="{FF2B5EF4-FFF2-40B4-BE49-F238E27FC236}">
                    <a16:creationId xmlns:a16="http://schemas.microsoft.com/office/drawing/2014/main" id="{C40D575C-FC3B-1752-EC95-A23D086C7D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54914" y="4168694"/>
                <a:ext cx="209457" cy="196410"/>
              </a:xfrm>
              <a:prstGeom prst="rect">
                <a:avLst/>
              </a:prstGeom>
            </p:spPr>
          </p:pic>
          <p:pic>
            <p:nvPicPr>
              <p:cNvPr id="1479" name="Graphic 1478" descr="Deciduous tree with solid fill">
                <a:extLst>
                  <a:ext uri="{FF2B5EF4-FFF2-40B4-BE49-F238E27FC236}">
                    <a16:creationId xmlns:a16="http://schemas.microsoft.com/office/drawing/2014/main" id="{9C56D5B8-A4D2-7DF4-C71D-047D7C5D0A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8883" y="2379676"/>
                <a:ext cx="209457" cy="196410"/>
              </a:xfrm>
              <a:prstGeom prst="rect">
                <a:avLst/>
              </a:prstGeom>
            </p:spPr>
          </p:pic>
          <p:pic>
            <p:nvPicPr>
              <p:cNvPr id="1481" name="Graphic 1480" descr="Deciduous tree with solid fill">
                <a:extLst>
                  <a:ext uri="{FF2B5EF4-FFF2-40B4-BE49-F238E27FC236}">
                    <a16:creationId xmlns:a16="http://schemas.microsoft.com/office/drawing/2014/main" id="{E9CCF4F9-C81D-79B1-4DA3-23105019A8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577" y="2503167"/>
                <a:ext cx="209457" cy="196410"/>
              </a:xfrm>
              <a:prstGeom prst="rect">
                <a:avLst/>
              </a:prstGeom>
            </p:spPr>
          </p:pic>
          <p:pic>
            <p:nvPicPr>
              <p:cNvPr id="1483" name="Graphic 1482" descr="Deciduous tree with solid fill">
                <a:extLst>
                  <a:ext uri="{FF2B5EF4-FFF2-40B4-BE49-F238E27FC236}">
                    <a16:creationId xmlns:a16="http://schemas.microsoft.com/office/drawing/2014/main" id="{30EDB903-5117-F97B-0F65-33B3F6979E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3" y="2626658"/>
                <a:ext cx="209457" cy="196410"/>
              </a:xfrm>
              <a:prstGeom prst="rect">
                <a:avLst/>
              </a:prstGeom>
            </p:spPr>
          </p:pic>
          <p:pic>
            <p:nvPicPr>
              <p:cNvPr id="1485" name="Graphic 1484" descr="Deciduous tree with solid fill">
                <a:extLst>
                  <a:ext uri="{FF2B5EF4-FFF2-40B4-BE49-F238E27FC236}">
                    <a16:creationId xmlns:a16="http://schemas.microsoft.com/office/drawing/2014/main" id="{B8184B76-2885-C96C-5863-79826065B5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3967" y="2750149"/>
                <a:ext cx="209457" cy="196410"/>
              </a:xfrm>
              <a:prstGeom prst="rect">
                <a:avLst/>
              </a:prstGeom>
            </p:spPr>
          </p:pic>
          <p:pic>
            <p:nvPicPr>
              <p:cNvPr id="1487" name="Graphic 1486" descr="Deciduous tree with solid fill">
                <a:extLst>
                  <a:ext uri="{FF2B5EF4-FFF2-40B4-BE49-F238E27FC236}">
                    <a16:creationId xmlns:a16="http://schemas.microsoft.com/office/drawing/2014/main" id="{4C37EAC2-333B-EB1B-DB46-E3F479772A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661" y="2873640"/>
                <a:ext cx="209457" cy="196410"/>
              </a:xfrm>
              <a:prstGeom prst="rect">
                <a:avLst/>
              </a:prstGeom>
            </p:spPr>
          </p:pic>
          <p:pic>
            <p:nvPicPr>
              <p:cNvPr id="1489" name="Graphic 1488" descr="Deciduous tree with solid fill">
                <a:extLst>
                  <a:ext uri="{FF2B5EF4-FFF2-40B4-BE49-F238E27FC236}">
                    <a16:creationId xmlns:a16="http://schemas.microsoft.com/office/drawing/2014/main" id="{307E5664-635F-0A13-8F1D-CD685F8E0C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356" y="2997130"/>
                <a:ext cx="209457" cy="196410"/>
              </a:xfrm>
              <a:prstGeom prst="rect">
                <a:avLst/>
              </a:prstGeom>
            </p:spPr>
          </p:pic>
          <p:pic>
            <p:nvPicPr>
              <p:cNvPr id="1491" name="Graphic 1490" descr="Deciduous tree with solid fill">
                <a:extLst>
                  <a:ext uri="{FF2B5EF4-FFF2-40B4-BE49-F238E27FC236}">
                    <a16:creationId xmlns:a16="http://schemas.microsoft.com/office/drawing/2014/main" id="{A4CB57B7-61FF-8A90-3FE8-2346A9839C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050" y="3120622"/>
                <a:ext cx="209457" cy="196410"/>
              </a:xfrm>
              <a:prstGeom prst="rect">
                <a:avLst/>
              </a:prstGeom>
            </p:spPr>
          </p:pic>
          <p:pic>
            <p:nvPicPr>
              <p:cNvPr id="1493" name="Graphic 1492" descr="Deciduous tree with solid fill">
                <a:extLst>
                  <a:ext uri="{FF2B5EF4-FFF2-40B4-BE49-F238E27FC236}">
                    <a16:creationId xmlns:a16="http://schemas.microsoft.com/office/drawing/2014/main" id="{7DE93FFE-D151-1976-C9E0-805A8B9186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0745" y="3244113"/>
                <a:ext cx="209457" cy="196410"/>
              </a:xfrm>
              <a:prstGeom prst="rect">
                <a:avLst/>
              </a:prstGeom>
            </p:spPr>
          </p:pic>
          <p:pic>
            <p:nvPicPr>
              <p:cNvPr id="1495" name="Graphic 1494" descr="Deciduous tree with solid fill">
                <a:extLst>
                  <a:ext uri="{FF2B5EF4-FFF2-40B4-BE49-F238E27FC236}">
                    <a16:creationId xmlns:a16="http://schemas.microsoft.com/office/drawing/2014/main" id="{E82371E5-A970-EEBE-8FD7-1ACF47D7A4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440" y="3367604"/>
                <a:ext cx="209457" cy="196410"/>
              </a:xfrm>
              <a:prstGeom prst="rect">
                <a:avLst/>
              </a:prstGeom>
            </p:spPr>
          </p:pic>
          <p:pic>
            <p:nvPicPr>
              <p:cNvPr id="1497" name="Graphic 1496" descr="Deciduous tree with solid fill">
                <a:extLst>
                  <a:ext uri="{FF2B5EF4-FFF2-40B4-BE49-F238E27FC236}">
                    <a16:creationId xmlns:a16="http://schemas.microsoft.com/office/drawing/2014/main" id="{9438D0F6-5A90-6BAC-F0F5-D9A814A078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134" y="3491095"/>
                <a:ext cx="209457" cy="196410"/>
              </a:xfrm>
              <a:prstGeom prst="rect">
                <a:avLst/>
              </a:prstGeom>
            </p:spPr>
          </p:pic>
          <p:pic>
            <p:nvPicPr>
              <p:cNvPr id="1499" name="Graphic 1498" descr="Deciduous tree with solid fill">
                <a:extLst>
                  <a:ext uri="{FF2B5EF4-FFF2-40B4-BE49-F238E27FC236}">
                    <a16:creationId xmlns:a16="http://schemas.microsoft.com/office/drawing/2014/main" id="{332664A3-E6F4-A6F5-FBC0-0CBC0A81B0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5828" y="3614585"/>
                <a:ext cx="209457" cy="196410"/>
              </a:xfrm>
              <a:prstGeom prst="rect">
                <a:avLst/>
              </a:prstGeom>
            </p:spPr>
          </p:pic>
          <p:pic>
            <p:nvPicPr>
              <p:cNvPr id="1501" name="Graphic 1500" descr="Deciduous tree with solid fill">
                <a:extLst>
                  <a:ext uri="{FF2B5EF4-FFF2-40B4-BE49-F238E27FC236}">
                    <a16:creationId xmlns:a16="http://schemas.microsoft.com/office/drawing/2014/main" id="{305C45BC-E800-3A35-86E9-37F5970650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523" y="3738076"/>
                <a:ext cx="209457" cy="196410"/>
              </a:xfrm>
              <a:prstGeom prst="rect">
                <a:avLst/>
              </a:prstGeom>
            </p:spPr>
          </p:pic>
          <p:pic>
            <p:nvPicPr>
              <p:cNvPr id="1503" name="Graphic 1502" descr="Deciduous tree with solid fill">
                <a:extLst>
                  <a:ext uri="{FF2B5EF4-FFF2-40B4-BE49-F238E27FC236}">
                    <a16:creationId xmlns:a16="http://schemas.microsoft.com/office/drawing/2014/main" id="{1F3096DE-B8FE-CA41-B386-F01FF466ED2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89217" y="3861567"/>
                <a:ext cx="209457" cy="196410"/>
              </a:xfrm>
              <a:prstGeom prst="rect">
                <a:avLst/>
              </a:prstGeom>
            </p:spPr>
          </p:pic>
          <p:pic>
            <p:nvPicPr>
              <p:cNvPr id="1505" name="Graphic 1504" descr="Deciduous tree with solid fill">
                <a:extLst>
                  <a:ext uri="{FF2B5EF4-FFF2-40B4-BE49-F238E27FC236}">
                    <a16:creationId xmlns:a16="http://schemas.microsoft.com/office/drawing/2014/main" id="{238FD019-8802-5F4C-3C10-18805ECCC8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4509" y="2283816"/>
                <a:ext cx="209457" cy="196410"/>
              </a:xfrm>
              <a:prstGeom prst="rect">
                <a:avLst/>
              </a:prstGeom>
            </p:spPr>
          </p:pic>
          <p:pic>
            <p:nvPicPr>
              <p:cNvPr id="1507" name="Graphic 1506" descr="Deciduous tree with solid fill">
                <a:extLst>
                  <a:ext uri="{FF2B5EF4-FFF2-40B4-BE49-F238E27FC236}">
                    <a16:creationId xmlns:a16="http://schemas.microsoft.com/office/drawing/2014/main" id="{0E5C18F2-FA55-9733-9DD2-53C37CF5E7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6204" y="2407307"/>
                <a:ext cx="209457" cy="196410"/>
              </a:xfrm>
              <a:prstGeom prst="rect">
                <a:avLst/>
              </a:prstGeom>
            </p:spPr>
          </p:pic>
          <p:pic>
            <p:nvPicPr>
              <p:cNvPr id="1509" name="Graphic 1508" descr="Deciduous tree with solid fill">
                <a:extLst>
                  <a:ext uri="{FF2B5EF4-FFF2-40B4-BE49-F238E27FC236}">
                    <a16:creationId xmlns:a16="http://schemas.microsoft.com/office/drawing/2014/main" id="{B1E84724-52C1-0B85-62DD-0CD6EE72BA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899" y="2530799"/>
                <a:ext cx="209457" cy="196410"/>
              </a:xfrm>
              <a:prstGeom prst="rect">
                <a:avLst/>
              </a:prstGeom>
            </p:spPr>
          </p:pic>
          <p:pic>
            <p:nvPicPr>
              <p:cNvPr id="1511" name="Graphic 1510" descr="Deciduous tree with solid fill">
                <a:extLst>
                  <a:ext uri="{FF2B5EF4-FFF2-40B4-BE49-F238E27FC236}">
                    <a16:creationId xmlns:a16="http://schemas.microsoft.com/office/drawing/2014/main" id="{05105596-533E-95AB-83CA-7592C1BDCB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593" y="2654290"/>
                <a:ext cx="209457" cy="196410"/>
              </a:xfrm>
              <a:prstGeom prst="rect">
                <a:avLst/>
              </a:prstGeom>
            </p:spPr>
          </p:pic>
          <p:pic>
            <p:nvPicPr>
              <p:cNvPr id="1513" name="Graphic 1512" descr="Deciduous tree with solid fill">
                <a:extLst>
                  <a:ext uri="{FF2B5EF4-FFF2-40B4-BE49-F238E27FC236}">
                    <a16:creationId xmlns:a16="http://schemas.microsoft.com/office/drawing/2014/main" id="{E059A7D5-EF59-E1E7-709D-482058FE3B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287" y="2777781"/>
                <a:ext cx="209457" cy="196410"/>
              </a:xfrm>
              <a:prstGeom prst="rect">
                <a:avLst/>
              </a:prstGeom>
            </p:spPr>
          </p:pic>
          <p:pic>
            <p:nvPicPr>
              <p:cNvPr id="1515" name="Graphic 1514" descr="Deciduous tree with solid fill">
                <a:extLst>
                  <a:ext uri="{FF2B5EF4-FFF2-40B4-BE49-F238E27FC236}">
                    <a16:creationId xmlns:a16="http://schemas.microsoft.com/office/drawing/2014/main" id="{EB1E6A2A-6AF3-0D74-B1C0-8B760D6385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2982" y="2901271"/>
                <a:ext cx="209457" cy="196410"/>
              </a:xfrm>
              <a:prstGeom prst="rect">
                <a:avLst/>
              </a:prstGeom>
            </p:spPr>
          </p:pic>
          <p:pic>
            <p:nvPicPr>
              <p:cNvPr id="1517" name="Graphic 1516" descr="Deciduous tree with solid fill">
                <a:extLst>
                  <a:ext uri="{FF2B5EF4-FFF2-40B4-BE49-F238E27FC236}">
                    <a16:creationId xmlns:a16="http://schemas.microsoft.com/office/drawing/2014/main" id="{513284D2-CF06-B613-2FA5-573695F245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677" y="3024762"/>
                <a:ext cx="209457" cy="196410"/>
              </a:xfrm>
              <a:prstGeom prst="rect">
                <a:avLst/>
              </a:prstGeom>
            </p:spPr>
          </p:pic>
          <p:pic>
            <p:nvPicPr>
              <p:cNvPr id="1519" name="Graphic 1518" descr="Deciduous tree with solid fill">
                <a:extLst>
                  <a:ext uri="{FF2B5EF4-FFF2-40B4-BE49-F238E27FC236}">
                    <a16:creationId xmlns:a16="http://schemas.microsoft.com/office/drawing/2014/main" id="{9DC83DC0-5312-59BF-EDD4-08419813F4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371" y="3148253"/>
                <a:ext cx="209457" cy="196410"/>
              </a:xfrm>
              <a:prstGeom prst="rect">
                <a:avLst/>
              </a:prstGeom>
            </p:spPr>
          </p:pic>
          <p:pic>
            <p:nvPicPr>
              <p:cNvPr id="1521" name="Graphic 1520" descr="Deciduous tree with solid fill">
                <a:extLst>
                  <a:ext uri="{FF2B5EF4-FFF2-40B4-BE49-F238E27FC236}">
                    <a16:creationId xmlns:a16="http://schemas.microsoft.com/office/drawing/2014/main" id="{39C3FCA1-817F-5B15-5DE8-9A2E6B852D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066" y="3271744"/>
                <a:ext cx="209457" cy="196410"/>
              </a:xfrm>
              <a:prstGeom prst="rect">
                <a:avLst/>
              </a:prstGeom>
            </p:spPr>
          </p:pic>
          <p:pic>
            <p:nvPicPr>
              <p:cNvPr id="1523" name="Graphic 1522" descr="Deciduous tree with solid fill">
                <a:extLst>
                  <a:ext uri="{FF2B5EF4-FFF2-40B4-BE49-F238E27FC236}">
                    <a16:creationId xmlns:a16="http://schemas.microsoft.com/office/drawing/2014/main" id="{95E6AAE0-6288-8EFC-452D-FF6117D195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9760" y="3395235"/>
                <a:ext cx="209457" cy="196410"/>
              </a:xfrm>
              <a:prstGeom prst="rect">
                <a:avLst/>
              </a:prstGeom>
            </p:spPr>
          </p:pic>
          <p:pic>
            <p:nvPicPr>
              <p:cNvPr id="1525" name="Graphic 1524" descr="Deciduous tree with solid fill">
                <a:extLst>
                  <a:ext uri="{FF2B5EF4-FFF2-40B4-BE49-F238E27FC236}">
                    <a16:creationId xmlns:a16="http://schemas.microsoft.com/office/drawing/2014/main" id="{0E020279-148D-DC37-B78C-13442A59DE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454" y="3518726"/>
                <a:ext cx="209457" cy="196410"/>
              </a:xfrm>
              <a:prstGeom prst="rect">
                <a:avLst/>
              </a:prstGeom>
            </p:spPr>
          </p:pic>
          <p:pic>
            <p:nvPicPr>
              <p:cNvPr id="1527" name="Graphic 1526" descr="Deciduous tree with solid fill">
                <a:extLst>
                  <a:ext uri="{FF2B5EF4-FFF2-40B4-BE49-F238E27FC236}">
                    <a16:creationId xmlns:a16="http://schemas.microsoft.com/office/drawing/2014/main" id="{50C15512-6190-EA68-CD1C-754D1233B9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149" y="3642217"/>
                <a:ext cx="209457" cy="196410"/>
              </a:xfrm>
              <a:prstGeom prst="rect">
                <a:avLst/>
              </a:prstGeom>
            </p:spPr>
          </p:pic>
          <p:pic>
            <p:nvPicPr>
              <p:cNvPr id="1529" name="Graphic 1528" descr="Deciduous tree with solid fill">
                <a:extLst>
                  <a:ext uri="{FF2B5EF4-FFF2-40B4-BE49-F238E27FC236}">
                    <a16:creationId xmlns:a16="http://schemas.microsoft.com/office/drawing/2014/main" id="{A4809F03-1FFB-5E50-2128-42C23CE7311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74844" y="3765708"/>
                <a:ext cx="209457" cy="196410"/>
              </a:xfrm>
              <a:prstGeom prst="rect">
                <a:avLst/>
              </a:prstGeom>
            </p:spPr>
          </p:pic>
          <p:pic>
            <p:nvPicPr>
              <p:cNvPr id="1531" name="Graphic 1530" descr="Deciduous tree with solid fill">
                <a:extLst>
                  <a:ext uri="{FF2B5EF4-FFF2-40B4-BE49-F238E27FC236}">
                    <a16:creationId xmlns:a16="http://schemas.microsoft.com/office/drawing/2014/main" id="{E42C1895-E23D-8CA2-BAD8-B4D19324F1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5086" y="2195778"/>
                <a:ext cx="209457" cy="196410"/>
              </a:xfrm>
              <a:prstGeom prst="rect">
                <a:avLst/>
              </a:prstGeom>
            </p:spPr>
          </p:pic>
          <p:pic>
            <p:nvPicPr>
              <p:cNvPr id="1533" name="Graphic 1532" descr="Deciduous tree with solid fill">
                <a:extLst>
                  <a:ext uri="{FF2B5EF4-FFF2-40B4-BE49-F238E27FC236}">
                    <a16:creationId xmlns:a16="http://schemas.microsoft.com/office/drawing/2014/main" id="{96A17B0F-B05A-4BD0-FAA5-3C953C6B3F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6780" y="2319269"/>
                <a:ext cx="209457" cy="196410"/>
              </a:xfrm>
              <a:prstGeom prst="rect">
                <a:avLst/>
              </a:prstGeom>
            </p:spPr>
          </p:pic>
          <p:pic>
            <p:nvPicPr>
              <p:cNvPr id="1535" name="Graphic 1534" descr="Deciduous tree with solid fill">
                <a:extLst>
                  <a:ext uri="{FF2B5EF4-FFF2-40B4-BE49-F238E27FC236}">
                    <a16:creationId xmlns:a16="http://schemas.microsoft.com/office/drawing/2014/main" id="{B5D1584B-5232-6048-B8F6-CC96823A7A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8475" y="2442760"/>
                <a:ext cx="209457" cy="196410"/>
              </a:xfrm>
              <a:prstGeom prst="rect">
                <a:avLst/>
              </a:prstGeom>
            </p:spPr>
          </p:pic>
          <p:pic>
            <p:nvPicPr>
              <p:cNvPr id="1537" name="Graphic 1536" descr="Deciduous tree with solid fill">
                <a:extLst>
                  <a:ext uri="{FF2B5EF4-FFF2-40B4-BE49-F238E27FC236}">
                    <a16:creationId xmlns:a16="http://schemas.microsoft.com/office/drawing/2014/main" id="{72AB2D93-3882-6013-38E5-F4A249BCBD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170" y="2566251"/>
                <a:ext cx="209457" cy="196410"/>
              </a:xfrm>
              <a:prstGeom prst="rect">
                <a:avLst/>
              </a:prstGeom>
            </p:spPr>
          </p:pic>
          <p:pic>
            <p:nvPicPr>
              <p:cNvPr id="1539" name="Graphic 1538" descr="Deciduous tree with solid fill">
                <a:extLst>
                  <a:ext uri="{FF2B5EF4-FFF2-40B4-BE49-F238E27FC236}">
                    <a16:creationId xmlns:a16="http://schemas.microsoft.com/office/drawing/2014/main" id="{5EA60052-3784-1D7D-C16B-25907D6A7B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1864" y="2689742"/>
                <a:ext cx="209457" cy="196410"/>
              </a:xfrm>
              <a:prstGeom prst="rect">
                <a:avLst/>
              </a:prstGeom>
            </p:spPr>
          </p:pic>
          <p:pic>
            <p:nvPicPr>
              <p:cNvPr id="1541" name="Graphic 1540" descr="Deciduous tree with solid fill">
                <a:extLst>
                  <a:ext uri="{FF2B5EF4-FFF2-40B4-BE49-F238E27FC236}">
                    <a16:creationId xmlns:a16="http://schemas.microsoft.com/office/drawing/2014/main" id="{D8C76DC7-7C8E-6014-32EF-F8DAAA0C34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558" y="2813233"/>
                <a:ext cx="209457" cy="196410"/>
              </a:xfrm>
              <a:prstGeom prst="rect">
                <a:avLst/>
              </a:prstGeom>
            </p:spPr>
          </p:pic>
          <p:pic>
            <p:nvPicPr>
              <p:cNvPr id="1543" name="Graphic 1542" descr="Deciduous tree with solid fill">
                <a:extLst>
                  <a:ext uri="{FF2B5EF4-FFF2-40B4-BE49-F238E27FC236}">
                    <a16:creationId xmlns:a16="http://schemas.microsoft.com/office/drawing/2014/main" id="{11A9B6C5-C2B2-D387-22D5-124628B5BE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253" y="2936724"/>
                <a:ext cx="209457" cy="196410"/>
              </a:xfrm>
              <a:prstGeom prst="rect">
                <a:avLst/>
              </a:prstGeom>
            </p:spPr>
          </p:pic>
          <p:pic>
            <p:nvPicPr>
              <p:cNvPr id="1545" name="Graphic 1544" descr="Deciduous tree with solid fill">
                <a:extLst>
                  <a:ext uri="{FF2B5EF4-FFF2-40B4-BE49-F238E27FC236}">
                    <a16:creationId xmlns:a16="http://schemas.microsoft.com/office/drawing/2014/main" id="{1100DFE1-72E5-D6F0-D63A-E1982EC73A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947" y="3060215"/>
                <a:ext cx="209457" cy="196410"/>
              </a:xfrm>
              <a:prstGeom prst="rect">
                <a:avLst/>
              </a:prstGeom>
            </p:spPr>
          </p:pic>
          <p:pic>
            <p:nvPicPr>
              <p:cNvPr id="1547" name="Graphic 1546" descr="Deciduous tree with solid fill">
                <a:extLst>
                  <a:ext uri="{FF2B5EF4-FFF2-40B4-BE49-F238E27FC236}">
                    <a16:creationId xmlns:a16="http://schemas.microsoft.com/office/drawing/2014/main" id="{AC021497-420A-94D0-C4E5-6080C5A246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642" y="3183706"/>
                <a:ext cx="209457" cy="196410"/>
              </a:xfrm>
              <a:prstGeom prst="rect">
                <a:avLst/>
              </a:prstGeom>
            </p:spPr>
          </p:pic>
          <p:pic>
            <p:nvPicPr>
              <p:cNvPr id="1549" name="Graphic 1548" descr="Deciduous tree with solid fill">
                <a:extLst>
                  <a:ext uri="{FF2B5EF4-FFF2-40B4-BE49-F238E27FC236}">
                    <a16:creationId xmlns:a16="http://schemas.microsoft.com/office/drawing/2014/main" id="{CC68BE2C-8255-C0B5-7BC1-111D79786D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337" y="3307196"/>
                <a:ext cx="209457" cy="196410"/>
              </a:xfrm>
              <a:prstGeom prst="rect">
                <a:avLst/>
              </a:prstGeom>
            </p:spPr>
          </p:pic>
          <p:pic>
            <p:nvPicPr>
              <p:cNvPr id="1551" name="Graphic 1550" descr="Deciduous tree with solid fill">
                <a:extLst>
                  <a:ext uri="{FF2B5EF4-FFF2-40B4-BE49-F238E27FC236}">
                    <a16:creationId xmlns:a16="http://schemas.microsoft.com/office/drawing/2014/main" id="{83A99879-5EF0-5C7A-1557-8F3CFE8028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031" y="3430687"/>
                <a:ext cx="209457" cy="196410"/>
              </a:xfrm>
              <a:prstGeom prst="rect">
                <a:avLst/>
              </a:prstGeom>
            </p:spPr>
          </p:pic>
          <p:pic>
            <p:nvPicPr>
              <p:cNvPr id="1553" name="Graphic 1552" descr="Deciduous tree with solid fill">
                <a:extLst>
                  <a:ext uri="{FF2B5EF4-FFF2-40B4-BE49-F238E27FC236}">
                    <a16:creationId xmlns:a16="http://schemas.microsoft.com/office/drawing/2014/main" id="{2CB285E9-10D8-217E-B553-F3C58F661D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3726" y="3554178"/>
                <a:ext cx="209457" cy="196410"/>
              </a:xfrm>
              <a:prstGeom prst="rect">
                <a:avLst/>
              </a:prstGeom>
            </p:spPr>
          </p:pic>
          <p:pic>
            <p:nvPicPr>
              <p:cNvPr id="1555" name="Graphic 1554" descr="Deciduous tree with solid fill">
                <a:extLst>
                  <a:ext uri="{FF2B5EF4-FFF2-40B4-BE49-F238E27FC236}">
                    <a16:creationId xmlns:a16="http://schemas.microsoft.com/office/drawing/2014/main" id="{A9A13DB1-3A6F-5A53-F0CF-216330C19F9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45420" y="3677670"/>
                <a:ext cx="209457" cy="196410"/>
              </a:xfrm>
              <a:prstGeom prst="rect">
                <a:avLst/>
              </a:prstGeom>
            </p:spPr>
          </p:pic>
          <p:pic>
            <p:nvPicPr>
              <p:cNvPr id="3277" name="Graphic 3276" descr="Deciduous tree with solid fill">
                <a:extLst>
                  <a:ext uri="{FF2B5EF4-FFF2-40B4-BE49-F238E27FC236}">
                    <a16:creationId xmlns:a16="http://schemas.microsoft.com/office/drawing/2014/main" id="{1E5AEE47-C85A-20C8-1641-842E108A17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33015" y="4082967"/>
                <a:ext cx="209457" cy="196410"/>
              </a:xfrm>
              <a:prstGeom prst="rect">
                <a:avLst/>
              </a:prstGeom>
            </p:spPr>
          </p:pic>
          <p:pic>
            <p:nvPicPr>
              <p:cNvPr id="3279" name="Graphic 3278" descr="Deciduous tree with solid fill">
                <a:extLst>
                  <a:ext uri="{FF2B5EF4-FFF2-40B4-BE49-F238E27FC236}">
                    <a16:creationId xmlns:a16="http://schemas.microsoft.com/office/drawing/2014/main" id="{A8AC625A-544D-83A1-21FE-972700BFD1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901" y="1867438"/>
                <a:ext cx="209457" cy="196410"/>
              </a:xfrm>
              <a:prstGeom prst="rect">
                <a:avLst/>
              </a:prstGeom>
            </p:spPr>
          </p:pic>
          <p:pic>
            <p:nvPicPr>
              <p:cNvPr id="3281" name="Graphic 3280" descr="Deciduous tree with solid fill">
                <a:extLst>
                  <a:ext uri="{FF2B5EF4-FFF2-40B4-BE49-F238E27FC236}">
                    <a16:creationId xmlns:a16="http://schemas.microsoft.com/office/drawing/2014/main" id="{00B487D2-5A83-8608-A45E-322D8C0CED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4274" y="1963297"/>
                <a:ext cx="209457" cy="196410"/>
              </a:xfrm>
              <a:prstGeom prst="rect">
                <a:avLst/>
              </a:prstGeom>
            </p:spPr>
          </p:pic>
          <p:pic>
            <p:nvPicPr>
              <p:cNvPr id="3283" name="Graphic 3282" descr="Deciduous tree with solid fill">
                <a:extLst>
                  <a:ext uri="{FF2B5EF4-FFF2-40B4-BE49-F238E27FC236}">
                    <a16:creationId xmlns:a16="http://schemas.microsoft.com/office/drawing/2014/main" id="{5AA14F43-D209-7ECB-08C2-9415D2DE32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477" y="1779399"/>
                <a:ext cx="209457" cy="196410"/>
              </a:xfrm>
              <a:prstGeom prst="rect">
                <a:avLst/>
              </a:prstGeom>
            </p:spPr>
          </p:pic>
          <p:pic>
            <p:nvPicPr>
              <p:cNvPr id="3285" name="Graphic 3284" descr="Deciduous tree with solid fill">
                <a:extLst>
                  <a:ext uri="{FF2B5EF4-FFF2-40B4-BE49-F238E27FC236}">
                    <a16:creationId xmlns:a16="http://schemas.microsoft.com/office/drawing/2014/main" id="{BE1C6A06-8D44-9A5B-5F08-B5E7E3C905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69" y="2086788"/>
                <a:ext cx="209457" cy="196410"/>
              </a:xfrm>
              <a:prstGeom prst="rect">
                <a:avLst/>
              </a:prstGeom>
            </p:spPr>
          </p:pic>
          <p:pic>
            <p:nvPicPr>
              <p:cNvPr id="3287" name="Graphic 3286" descr="Deciduous tree with solid fill">
                <a:extLst>
                  <a:ext uri="{FF2B5EF4-FFF2-40B4-BE49-F238E27FC236}">
                    <a16:creationId xmlns:a16="http://schemas.microsoft.com/office/drawing/2014/main" id="{C9240620-A1B0-5B25-B7A7-D100EE376F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289" name="Graphic 3288" descr="Deciduous tree with solid fill">
                <a:extLst>
                  <a:ext uri="{FF2B5EF4-FFF2-40B4-BE49-F238E27FC236}">
                    <a16:creationId xmlns:a16="http://schemas.microsoft.com/office/drawing/2014/main" id="{5E255D65-AEAE-090C-A0F0-2471E13DB1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291" name="Graphic 3290" descr="Deciduous tree with solid fill">
                <a:extLst>
                  <a:ext uri="{FF2B5EF4-FFF2-40B4-BE49-F238E27FC236}">
                    <a16:creationId xmlns:a16="http://schemas.microsoft.com/office/drawing/2014/main" id="{5B058F4E-2CA9-C4B9-B00F-7860B7CB31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293" name="Graphic 3292" descr="Deciduous tree with solid fill">
                <a:extLst>
                  <a:ext uri="{FF2B5EF4-FFF2-40B4-BE49-F238E27FC236}">
                    <a16:creationId xmlns:a16="http://schemas.microsoft.com/office/drawing/2014/main" id="{7C27F595-1365-AEF8-FCEB-E563F15B55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295" name="Graphic 3294" descr="Deciduous tree with solid fill">
                <a:extLst>
                  <a:ext uri="{FF2B5EF4-FFF2-40B4-BE49-F238E27FC236}">
                    <a16:creationId xmlns:a16="http://schemas.microsoft.com/office/drawing/2014/main" id="{E897ADE9-CEA5-55E6-65B6-BB82CA37ED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297" name="Graphic 3296" descr="Deciduous tree with solid fill">
                <a:extLst>
                  <a:ext uri="{FF2B5EF4-FFF2-40B4-BE49-F238E27FC236}">
                    <a16:creationId xmlns:a16="http://schemas.microsoft.com/office/drawing/2014/main" id="{B737D4D5-A4E9-A59B-5DE7-8826095B68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299" name="Graphic 3298" descr="Deciduous tree with solid fill">
                <a:extLst>
                  <a:ext uri="{FF2B5EF4-FFF2-40B4-BE49-F238E27FC236}">
                    <a16:creationId xmlns:a16="http://schemas.microsoft.com/office/drawing/2014/main" id="{A9A0CC06-1D4D-9772-85AA-8F59DEF908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301" name="Graphic 3300" descr="Deciduous tree with solid fill">
                <a:extLst>
                  <a:ext uri="{FF2B5EF4-FFF2-40B4-BE49-F238E27FC236}">
                    <a16:creationId xmlns:a16="http://schemas.microsoft.com/office/drawing/2014/main" id="{FA464D0E-6804-CF11-FEF9-54A81244DA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303" name="Graphic 3302" descr="Deciduous tree with solid fill">
                <a:extLst>
                  <a:ext uri="{FF2B5EF4-FFF2-40B4-BE49-F238E27FC236}">
                    <a16:creationId xmlns:a16="http://schemas.microsoft.com/office/drawing/2014/main" id="{FA9A1373-0F02-3E86-B3B0-0E76AAA0AA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305" name="Graphic 3304" descr="Deciduous tree with solid fill">
                <a:extLst>
                  <a:ext uri="{FF2B5EF4-FFF2-40B4-BE49-F238E27FC236}">
                    <a16:creationId xmlns:a16="http://schemas.microsoft.com/office/drawing/2014/main" id="{D69A7B5E-178F-8A14-09DB-884A5BE825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307" name="Graphic 3306" descr="Deciduous tree with solid fill">
                <a:extLst>
                  <a:ext uri="{FF2B5EF4-FFF2-40B4-BE49-F238E27FC236}">
                    <a16:creationId xmlns:a16="http://schemas.microsoft.com/office/drawing/2014/main" id="{B794AA4D-DC2B-8AFA-1D43-F6121C9DDB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309" name="Graphic 3308" descr="Deciduous tree with solid fill">
                <a:extLst>
                  <a:ext uri="{FF2B5EF4-FFF2-40B4-BE49-F238E27FC236}">
                    <a16:creationId xmlns:a16="http://schemas.microsoft.com/office/drawing/2014/main" id="{37DB758F-6DD8-2CD6-6CC0-CB2A90707E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596" y="1990929"/>
                <a:ext cx="209457" cy="196410"/>
              </a:xfrm>
              <a:prstGeom prst="rect">
                <a:avLst/>
              </a:prstGeom>
            </p:spPr>
          </p:pic>
          <p:pic>
            <p:nvPicPr>
              <p:cNvPr id="3311" name="Graphic 3310" descr="Deciduous tree with solid fill">
                <a:extLst>
                  <a:ext uri="{FF2B5EF4-FFF2-40B4-BE49-F238E27FC236}">
                    <a16:creationId xmlns:a16="http://schemas.microsoft.com/office/drawing/2014/main" id="{EFAC7E9E-DF17-21A1-8F5E-8CF8140AB1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313" name="Graphic 3312" descr="Deciduous tree with solid fill">
                <a:extLst>
                  <a:ext uri="{FF2B5EF4-FFF2-40B4-BE49-F238E27FC236}">
                    <a16:creationId xmlns:a16="http://schemas.microsoft.com/office/drawing/2014/main" id="{92A35D7A-CC18-D4AA-3AE2-BC027510AC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315" name="Graphic 3314" descr="Deciduous tree with solid fill">
                <a:extLst>
                  <a:ext uri="{FF2B5EF4-FFF2-40B4-BE49-F238E27FC236}">
                    <a16:creationId xmlns:a16="http://schemas.microsoft.com/office/drawing/2014/main" id="{599CEFFE-82EC-1806-4A69-9C49894E4D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317" name="Graphic 3316" descr="Deciduous tree with solid fill">
                <a:extLst>
                  <a:ext uri="{FF2B5EF4-FFF2-40B4-BE49-F238E27FC236}">
                    <a16:creationId xmlns:a16="http://schemas.microsoft.com/office/drawing/2014/main" id="{DB3AE6C7-B20D-4A5B-117E-19695C8074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319" name="Graphic 3318" descr="Deciduous tree with solid fill">
                <a:extLst>
                  <a:ext uri="{FF2B5EF4-FFF2-40B4-BE49-F238E27FC236}">
                    <a16:creationId xmlns:a16="http://schemas.microsoft.com/office/drawing/2014/main" id="{FCB40DFC-FC85-2C59-5082-E7A64B5E95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321" name="Graphic 3320" descr="Deciduous tree with solid fill">
                <a:extLst>
                  <a:ext uri="{FF2B5EF4-FFF2-40B4-BE49-F238E27FC236}">
                    <a16:creationId xmlns:a16="http://schemas.microsoft.com/office/drawing/2014/main" id="{B06DDC20-5E80-CBDE-1158-968316CB23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323" name="Graphic 3322" descr="Deciduous tree with solid fill">
                <a:extLst>
                  <a:ext uri="{FF2B5EF4-FFF2-40B4-BE49-F238E27FC236}">
                    <a16:creationId xmlns:a16="http://schemas.microsoft.com/office/drawing/2014/main" id="{6490C84B-9CFF-F723-B914-4EFC1B1D37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325" name="Graphic 3324" descr="Deciduous tree with solid fill">
                <a:extLst>
                  <a:ext uri="{FF2B5EF4-FFF2-40B4-BE49-F238E27FC236}">
                    <a16:creationId xmlns:a16="http://schemas.microsoft.com/office/drawing/2014/main" id="{3C927900-07D3-139E-E0FE-731B39AFF9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327" name="Graphic 3326" descr="Deciduous tree with solid fill">
                <a:extLst>
                  <a:ext uri="{FF2B5EF4-FFF2-40B4-BE49-F238E27FC236}">
                    <a16:creationId xmlns:a16="http://schemas.microsoft.com/office/drawing/2014/main" id="{9CEC3CBE-6CF0-0A8E-55B1-C78D10D3C7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329" name="Graphic 3328" descr="Deciduous tree with solid fill">
                <a:extLst>
                  <a:ext uri="{FF2B5EF4-FFF2-40B4-BE49-F238E27FC236}">
                    <a16:creationId xmlns:a16="http://schemas.microsoft.com/office/drawing/2014/main" id="{00F9D2CF-DB4A-005D-DDA7-3664DF2099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331" name="Graphic 3330" descr="Deciduous tree with solid fill">
                <a:extLst>
                  <a:ext uri="{FF2B5EF4-FFF2-40B4-BE49-F238E27FC236}">
                    <a16:creationId xmlns:a16="http://schemas.microsoft.com/office/drawing/2014/main" id="{7ED05529-0AE8-319F-D7D7-23E4F339D6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333" name="Graphic 3332" descr="Deciduous tree with solid fill">
                <a:extLst>
                  <a:ext uri="{FF2B5EF4-FFF2-40B4-BE49-F238E27FC236}">
                    <a16:creationId xmlns:a16="http://schemas.microsoft.com/office/drawing/2014/main" id="{7A4A614F-39CF-76A5-EC63-21321703EA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1" y="1902890"/>
                <a:ext cx="209457" cy="196410"/>
              </a:xfrm>
              <a:prstGeom prst="rect">
                <a:avLst/>
              </a:prstGeom>
            </p:spPr>
          </p:pic>
          <p:pic>
            <p:nvPicPr>
              <p:cNvPr id="3335" name="Graphic 3334" descr="Deciduous tree with solid fill">
                <a:extLst>
                  <a:ext uri="{FF2B5EF4-FFF2-40B4-BE49-F238E27FC236}">
                    <a16:creationId xmlns:a16="http://schemas.microsoft.com/office/drawing/2014/main" id="{8FDA02E5-1A13-A7F8-F960-44EB17F1A8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337" name="Graphic 3336" descr="Deciduous tree with solid fill">
                <a:extLst>
                  <a:ext uri="{FF2B5EF4-FFF2-40B4-BE49-F238E27FC236}">
                    <a16:creationId xmlns:a16="http://schemas.microsoft.com/office/drawing/2014/main" id="{EFA77B1F-9B1E-7142-552A-7F3E017646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339" name="Graphic 3338" descr="Deciduous tree with solid fill">
                <a:extLst>
                  <a:ext uri="{FF2B5EF4-FFF2-40B4-BE49-F238E27FC236}">
                    <a16:creationId xmlns:a16="http://schemas.microsoft.com/office/drawing/2014/main" id="{F7D6525D-0B86-0214-92F2-DE1333C6D0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341" name="Graphic 3340" descr="Deciduous tree with solid fill">
                <a:extLst>
                  <a:ext uri="{FF2B5EF4-FFF2-40B4-BE49-F238E27FC236}">
                    <a16:creationId xmlns:a16="http://schemas.microsoft.com/office/drawing/2014/main" id="{F6546B41-6ADC-E409-E36E-50EB67060A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343" name="Graphic 3342" descr="Deciduous tree with solid fill">
                <a:extLst>
                  <a:ext uri="{FF2B5EF4-FFF2-40B4-BE49-F238E27FC236}">
                    <a16:creationId xmlns:a16="http://schemas.microsoft.com/office/drawing/2014/main" id="{D5C849D8-0F80-297D-943F-036135EA2B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345" name="Graphic 3344" descr="Deciduous tree with solid fill">
                <a:extLst>
                  <a:ext uri="{FF2B5EF4-FFF2-40B4-BE49-F238E27FC236}">
                    <a16:creationId xmlns:a16="http://schemas.microsoft.com/office/drawing/2014/main" id="{8A8E3F4B-D3A2-8DBE-2827-6A02EF4F2B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347" name="Graphic 3346" descr="Deciduous tree with solid fill">
                <a:extLst>
                  <a:ext uri="{FF2B5EF4-FFF2-40B4-BE49-F238E27FC236}">
                    <a16:creationId xmlns:a16="http://schemas.microsoft.com/office/drawing/2014/main" id="{05555825-3D59-F938-0174-74EBB5AA65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349" name="Graphic 3348" descr="Deciduous tree with solid fill">
                <a:extLst>
                  <a:ext uri="{FF2B5EF4-FFF2-40B4-BE49-F238E27FC236}">
                    <a16:creationId xmlns:a16="http://schemas.microsoft.com/office/drawing/2014/main" id="{DCE9A54C-E13E-9123-6C5D-741DFF4E31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351" name="Graphic 3350" descr="Deciduous tree with solid fill">
                <a:extLst>
                  <a:ext uri="{FF2B5EF4-FFF2-40B4-BE49-F238E27FC236}">
                    <a16:creationId xmlns:a16="http://schemas.microsoft.com/office/drawing/2014/main" id="{4781B0EF-CDEB-3DE5-BC08-95D2559757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353" name="Graphic 3352" descr="Deciduous tree with solid fill">
                <a:extLst>
                  <a:ext uri="{FF2B5EF4-FFF2-40B4-BE49-F238E27FC236}">
                    <a16:creationId xmlns:a16="http://schemas.microsoft.com/office/drawing/2014/main" id="{548A2A86-24CB-046D-CF39-FB6BD917B4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355" name="Graphic 3354" descr="Deciduous tree with solid fill">
                <a:extLst>
                  <a:ext uri="{FF2B5EF4-FFF2-40B4-BE49-F238E27FC236}">
                    <a16:creationId xmlns:a16="http://schemas.microsoft.com/office/drawing/2014/main" id="{AF74287B-3642-3408-74B7-A598B87150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359" name="Graphic 3358" descr="Deciduous tree with solid fill">
                <a:extLst>
                  <a:ext uri="{FF2B5EF4-FFF2-40B4-BE49-F238E27FC236}">
                    <a16:creationId xmlns:a16="http://schemas.microsoft.com/office/drawing/2014/main" id="{1755C10A-6676-C9F5-52CF-D458BF4CE6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596" y="1990929"/>
                <a:ext cx="209457" cy="196410"/>
              </a:xfrm>
              <a:prstGeom prst="rect">
                <a:avLst/>
              </a:prstGeom>
            </p:spPr>
          </p:pic>
          <p:pic>
            <p:nvPicPr>
              <p:cNvPr id="3361" name="Graphic 3360" descr="Deciduous tree with solid fill">
                <a:extLst>
                  <a:ext uri="{FF2B5EF4-FFF2-40B4-BE49-F238E27FC236}">
                    <a16:creationId xmlns:a16="http://schemas.microsoft.com/office/drawing/2014/main" id="{378B6120-2834-4DBC-3A28-FC3643883A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69" y="2086788"/>
                <a:ext cx="209457" cy="196410"/>
              </a:xfrm>
              <a:prstGeom prst="rect">
                <a:avLst/>
              </a:prstGeom>
            </p:spPr>
          </p:pic>
          <p:pic>
            <p:nvPicPr>
              <p:cNvPr id="3363" name="Graphic 3362" descr="Deciduous tree with solid fill">
                <a:extLst>
                  <a:ext uri="{FF2B5EF4-FFF2-40B4-BE49-F238E27FC236}">
                    <a16:creationId xmlns:a16="http://schemas.microsoft.com/office/drawing/2014/main" id="{E176A456-95DE-F896-6DEE-D8244FA8DF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1" y="1902890"/>
                <a:ext cx="209457" cy="196410"/>
              </a:xfrm>
              <a:prstGeom prst="rect">
                <a:avLst/>
              </a:prstGeom>
            </p:spPr>
          </p:pic>
          <p:pic>
            <p:nvPicPr>
              <p:cNvPr id="3365" name="Graphic 3364" descr="Deciduous tree with solid fill">
                <a:extLst>
                  <a:ext uri="{FF2B5EF4-FFF2-40B4-BE49-F238E27FC236}">
                    <a16:creationId xmlns:a16="http://schemas.microsoft.com/office/drawing/2014/main" id="{0DF934AE-3B12-DFE4-F92C-349EFEB0D6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367" name="Graphic 3366" descr="Deciduous tree with solid fill">
                <a:extLst>
                  <a:ext uri="{FF2B5EF4-FFF2-40B4-BE49-F238E27FC236}">
                    <a16:creationId xmlns:a16="http://schemas.microsoft.com/office/drawing/2014/main" id="{69EE2B60-A0E1-B3CB-F067-C3D96FEAAA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369" name="Graphic 3368" descr="Deciduous tree with solid fill">
                <a:extLst>
                  <a:ext uri="{FF2B5EF4-FFF2-40B4-BE49-F238E27FC236}">
                    <a16:creationId xmlns:a16="http://schemas.microsoft.com/office/drawing/2014/main" id="{89001EFD-CF86-E3BE-A81E-1D2D674710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371" name="Graphic 3370" descr="Deciduous tree with solid fill">
                <a:extLst>
                  <a:ext uri="{FF2B5EF4-FFF2-40B4-BE49-F238E27FC236}">
                    <a16:creationId xmlns:a16="http://schemas.microsoft.com/office/drawing/2014/main" id="{81FDA724-85A9-6008-9DA3-FA011CCF60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373" name="Graphic 3372" descr="Deciduous tree with solid fill">
                <a:extLst>
                  <a:ext uri="{FF2B5EF4-FFF2-40B4-BE49-F238E27FC236}">
                    <a16:creationId xmlns:a16="http://schemas.microsoft.com/office/drawing/2014/main" id="{56AC6F57-B44B-1FFC-8470-B003EC31FB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375" name="Graphic 3374" descr="Deciduous tree with solid fill">
                <a:extLst>
                  <a:ext uri="{FF2B5EF4-FFF2-40B4-BE49-F238E27FC236}">
                    <a16:creationId xmlns:a16="http://schemas.microsoft.com/office/drawing/2014/main" id="{1C8628A0-517C-A0D7-BBBA-B53FB88EE6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377" name="Graphic 3376" descr="Deciduous tree with solid fill">
                <a:extLst>
                  <a:ext uri="{FF2B5EF4-FFF2-40B4-BE49-F238E27FC236}">
                    <a16:creationId xmlns:a16="http://schemas.microsoft.com/office/drawing/2014/main" id="{B7D6D6CD-1B49-CD17-C0CC-468C539DE2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379" name="Graphic 3378" descr="Deciduous tree with solid fill">
                <a:extLst>
                  <a:ext uri="{FF2B5EF4-FFF2-40B4-BE49-F238E27FC236}">
                    <a16:creationId xmlns:a16="http://schemas.microsoft.com/office/drawing/2014/main" id="{DB8D0158-0EA1-F0F4-DAEE-6D87DEC1EA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381" name="Graphic 3380" descr="Deciduous tree with solid fill">
                <a:extLst>
                  <a:ext uri="{FF2B5EF4-FFF2-40B4-BE49-F238E27FC236}">
                    <a16:creationId xmlns:a16="http://schemas.microsoft.com/office/drawing/2014/main" id="{0EA6D9F2-1169-E1D0-9A3C-68E1EF1DA6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383" name="Graphic 3382" descr="Deciduous tree with solid fill">
                <a:extLst>
                  <a:ext uri="{FF2B5EF4-FFF2-40B4-BE49-F238E27FC236}">
                    <a16:creationId xmlns:a16="http://schemas.microsoft.com/office/drawing/2014/main" id="{C6FB22E5-747A-0D78-789F-C4AFD98A98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385" name="Graphic 3384" descr="Deciduous tree with solid fill">
                <a:extLst>
                  <a:ext uri="{FF2B5EF4-FFF2-40B4-BE49-F238E27FC236}">
                    <a16:creationId xmlns:a16="http://schemas.microsoft.com/office/drawing/2014/main" id="{2A8C6A92-1F08-56FA-2E77-2D18CAEDD2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387" name="Graphic 3386" descr="Deciduous tree with solid fill">
                <a:extLst>
                  <a:ext uri="{FF2B5EF4-FFF2-40B4-BE49-F238E27FC236}">
                    <a16:creationId xmlns:a16="http://schemas.microsoft.com/office/drawing/2014/main" id="{243E3A34-9E86-7DBE-79DE-744E3B85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389" name="Graphic 3388" descr="Deciduous tree with solid fill">
                <a:extLst>
                  <a:ext uri="{FF2B5EF4-FFF2-40B4-BE49-F238E27FC236}">
                    <a16:creationId xmlns:a16="http://schemas.microsoft.com/office/drawing/2014/main" id="{5A5F0A3C-34EE-4C7C-A1D4-9D050EE6BD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391" name="Graphic 3390" descr="Deciduous tree with solid fill">
                <a:extLst>
                  <a:ext uri="{FF2B5EF4-FFF2-40B4-BE49-F238E27FC236}">
                    <a16:creationId xmlns:a16="http://schemas.microsoft.com/office/drawing/2014/main" id="{5F70E2CF-4EAA-6423-57B7-FF10DB4239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393" name="Graphic 3392" descr="Deciduous tree with solid fill">
                <a:extLst>
                  <a:ext uri="{FF2B5EF4-FFF2-40B4-BE49-F238E27FC236}">
                    <a16:creationId xmlns:a16="http://schemas.microsoft.com/office/drawing/2014/main" id="{93CF17F7-002F-4D80-3FE2-665F17571E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395" name="Graphic 3394" descr="Deciduous tree with solid fill">
                <a:extLst>
                  <a:ext uri="{FF2B5EF4-FFF2-40B4-BE49-F238E27FC236}">
                    <a16:creationId xmlns:a16="http://schemas.microsoft.com/office/drawing/2014/main" id="{ECAF044C-809C-74A9-B56E-1621EAA45F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397" name="Graphic 3396" descr="Deciduous tree with solid fill">
                <a:extLst>
                  <a:ext uri="{FF2B5EF4-FFF2-40B4-BE49-F238E27FC236}">
                    <a16:creationId xmlns:a16="http://schemas.microsoft.com/office/drawing/2014/main" id="{AA3E10CB-7398-A5FC-6A79-92B093F904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399" name="Graphic 3398" descr="Deciduous tree with solid fill">
                <a:extLst>
                  <a:ext uri="{FF2B5EF4-FFF2-40B4-BE49-F238E27FC236}">
                    <a16:creationId xmlns:a16="http://schemas.microsoft.com/office/drawing/2014/main" id="{DA5DAEF4-A624-5CE8-810A-0A92A06DB2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401" name="Graphic 3400" descr="Deciduous tree with solid fill">
                <a:extLst>
                  <a:ext uri="{FF2B5EF4-FFF2-40B4-BE49-F238E27FC236}">
                    <a16:creationId xmlns:a16="http://schemas.microsoft.com/office/drawing/2014/main" id="{5050C8E3-A340-FCCE-9742-6B41EED789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403" name="Graphic 3402" descr="Deciduous tree with solid fill">
                <a:extLst>
                  <a:ext uri="{FF2B5EF4-FFF2-40B4-BE49-F238E27FC236}">
                    <a16:creationId xmlns:a16="http://schemas.microsoft.com/office/drawing/2014/main" id="{B477199C-8A7C-2200-FA55-A1ED7B49F5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405" name="Graphic 3404" descr="Deciduous tree with solid fill">
                <a:extLst>
                  <a:ext uri="{FF2B5EF4-FFF2-40B4-BE49-F238E27FC236}">
                    <a16:creationId xmlns:a16="http://schemas.microsoft.com/office/drawing/2014/main" id="{1AB5A607-D78A-23FA-36D9-FF3FCC6840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407" name="Graphic 3406" descr="Deciduous tree with solid fill">
                <a:extLst>
                  <a:ext uri="{FF2B5EF4-FFF2-40B4-BE49-F238E27FC236}">
                    <a16:creationId xmlns:a16="http://schemas.microsoft.com/office/drawing/2014/main" id="{C8B7B980-4265-77DF-B914-2A046249FA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409" name="Graphic 3408" descr="Deciduous tree with solid fill">
                <a:extLst>
                  <a:ext uri="{FF2B5EF4-FFF2-40B4-BE49-F238E27FC236}">
                    <a16:creationId xmlns:a16="http://schemas.microsoft.com/office/drawing/2014/main" id="{AAD00075-AEED-CE5A-75CA-992600BFFD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411" name="Graphic 3410" descr="Deciduous tree with solid fill">
                <a:extLst>
                  <a:ext uri="{FF2B5EF4-FFF2-40B4-BE49-F238E27FC236}">
                    <a16:creationId xmlns:a16="http://schemas.microsoft.com/office/drawing/2014/main" id="{24154898-543E-AF05-8570-9E97D8BEEA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413" name="Graphic 3412" descr="Deciduous tree with solid fill">
                <a:extLst>
                  <a:ext uri="{FF2B5EF4-FFF2-40B4-BE49-F238E27FC236}">
                    <a16:creationId xmlns:a16="http://schemas.microsoft.com/office/drawing/2014/main" id="{0DC2A491-9A56-6B80-2FAA-86253E1CD7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415" name="Graphic 3414" descr="Deciduous tree with solid fill">
                <a:extLst>
                  <a:ext uri="{FF2B5EF4-FFF2-40B4-BE49-F238E27FC236}">
                    <a16:creationId xmlns:a16="http://schemas.microsoft.com/office/drawing/2014/main" id="{CD5BB611-8B0A-9C4F-B3CD-EA26F55A32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417" name="Graphic 3416" descr="Deciduous tree with solid fill">
                <a:extLst>
                  <a:ext uri="{FF2B5EF4-FFF2-40B4-BE49-F238E27FC236}">
                    <a16:creationId xmlns:a16="http://schemas.microsoft.com/office/drawing/2014/main" id="{E4F9C2EC-1017-FDCB-C929-ABFCC2048E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419" name="Graphic 3418" descr="Deciduous tree with solid fill">
                <a:extLst>
                  <a:ext uri="{FF2B5EF4-FFF2-40B4-BE49-F238E27FC236}">
                    <a16:creationId xmlns:a16="http://schemas.microsoft.com/office/drawing/2014/main" id="{39C7F811-5B6A-0058-492B-63044DC925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421" name="Graphic 3420" descr="Deciduous tree with solid fill">
                <a:extLst>
                  <a:ext uri="{FF2B5EF4-FFF2-40B4-BE49-F238E27FC236}">
                    <a16:creationId xmlns:a16="http://schemas.microsoft.com/office/drawing/2014/main" id="{48A31652-8102-8C61-02FE-D9A80BB6AD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423" name="Graphic 3422" descr="Deciduous tree with solid fill">
                <a:extLst>
                  <a:ext uri="{FF2B5EF4-FFF2-40B4-BE49-F238E27FC236}">
                    <a16:creationId xmlns:a16="http://schemas.microsoft.com/office/drawing/2014/main" id="{338D7241-70E6-064A-97E0-BCF28A45F3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425" name="Graphic 3424" descr="Deciduous tree with solid fill">
                <a:extLst>
                  <a:ext uri="{FF2B5EF4-FFF2-40B4-BE49-F238E27FC236}">
                    <a16:creationId xmlns:a16="http://schemas.microsoft.com/office/drawing/2014/main" id="{CBF1CD21-69F2-B351-F51E-0CC2F5192E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427" name="Graphic 3426" descr="Deciduous tree with solid fill">
                <a:extLst>
                  <a:ext uri="{FF2B5EF4-FFF2-40B4-BE49-F238E27FC236}">
                    <a16:creationId xmlns:a16="http://schemas.microsoft.com/office/drawing/2014/main" id="{6E1E8ECF-639A-9B1A-3721-58B11C3842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429" name="Graphic 3428" descr="Deciduous tree with solid fill">
                <a:extLst>
                  <a:ext uri="{FF2B5EF4-FFF2-40B4-BE49-F238E27FC236}">
                    <a16:creationId xmlns:a16="http://schemas.microsoft.com/office/drawing/2014/main" id="{F2892691-99C0-CEB9-253C-2E58841359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433" name="Graphic 3432" descr="Deciduous tree with solid fill">
                <a:extLst>
                  <a:ext uri="{FF2B5EF4-FFF2-40B4-BE49-F238E27FC236}">
                    <a16:creationId xmlns:a16="http://schemas.microsoft.com/office/drawing/2014/main" id="{6495B615-16AC-9316-4BD4-AA2294CE35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435" name="Graphic 3434" descr="Deciduous tree with solid fill">
                <a:extLst>
                  <a:ext uri="{FF2B5EF4-FFF2-40B4-BE49-F238E27FC236}">
                    <a16:creationId xmlns:a16="http://schemas.microsoft.com/office/drawing/2014/main" id="{F66A1159-3BCC-5D0E-5356-81ED2B734F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437" name="Graphic 3436" descr="Deciduous tree with solid fill">
                <a:extLst>
                  <a:ext uri="{FF2B5EF4-FFF2-40B4-BE49-F238E27FC236}">
                    <a16:creationId xmlns:a16="http://schemas.microsoft.com/office/drawing/2014/main" id="{7A7863CC-C0CD-11B1-D661-32D97B4C28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439" name="Graphic 3438" descr="Deciduous tree with solid fill">
                <a:extLst>
                  <a:ext uri="{FF2B5EF4-FFF2-40B4-BE49-F238E27FC236}">
                    <a16:creationId xmlns:a16="http://schemas.microsoft.com/office/drawing/2014/main" id="{3ABB33D7-093A-0BFC-EB9E-227BC6AAA2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441" name="Graphic 3440" descr="Deciduous tree with solid fill">
                <a:extLst>
                  <a:ext uri="{FF2B5EF4-FFF2-40B4-BE49-F238E27FC236}">
                    <a16:creationId xmlns:a16="http://schemas.microsoft.com/office/drawing/2014/main" id="{33104D55-C707-4131-EC57-3AB3C592FF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443" name="Graphic 3442" descr="Deciduous tree with solid fill">
                <a:extLst>
                  <a:ext uri="{FF2B5EF4-FFF2-40B4-BE49-F238E27FC236}">
                    <a16:creationId xmlns:a16="http://schemas.microsoft.com/office/drawing/2014/main" id="{A3DB8007-047D-F106-CE57-478F065B03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445" name="Graphic 3444" descr="Deciduous tree with solid fill">
                <a:extLst>
                  <a:ext uri="{FF2B5EF4-FFF2-40B4-BE49-F238E27FC236}">
                    <a16:creationId xmlns:a16="http://schemas.microsoft.com/office/drawing/2014/main" id="{83194EED-2153-271B-1E81-56810ABDB7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447" name="Graphic 3446" descr="Deciduous tree with solid fill">
                <a:extLst>
                  <a:ext uri="{FF2B5EF4-FFF2-40B4-BE49-F238E27FC236}">
                    <a16:creationId xmlns:a16="http://schemas.microsoft.com/office/drawing/2014/main" id="{7C6DF212-2B94-1361-BFEE-91A82B84B0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449" name="Graphic 3448" descr="Deciduous tree with solid fill">
                <a:extLst>
                  <a:ext uri="{FF2B5EF4-FFF2-40B4-BE49-F238E27FC236}">
                    <a16:creationId xmlns:a16="http://schemas.microsoft.com/office/drawing/2014/main" id="{378341D5-29EA-2A51-C22F-13CE1E704A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451" name="Graphic 3450" descr="Deciduous tree with solid fill">
                <a:extLst>
                  <a:ext uri="{FF2B5EF4-FFF2-40B4-BE49-F238E27FC236}">
                    <a16:creationId xmlns:a16="http://schemas.microsoft.com/office/drawing/2014/main" id="{E3718AB3-5EA6-1B93-FD66-0974145C1C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453" name="Graphic 3452" descr="Deciduous tree with solid fill">
                <a:extLst>
                  <a:ext uri="{FF2B5EF4-FFF2-40B4-BE49-F238E27FC236}">
                    <a16:creationId xmlns:a16="http://schemas.microsoft.com/office/drawing/2014/main" id="{23781B2E-D477-4560-CF52-DB582AF665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455" name="Graphic 3454" descr="Deciduous tree with solid fill">
                <a:extLst>
                  <a:ext uri="{FF2B5EF4-FFF2-40B4-BE49-F238E27FC236}">
                    <a16:creationId xmlns:a16="http://schemas.microsoft.com/office/drawing/2014/main" id="{3E93FC7C-2BEF-88D7-8654-BB42BB9650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457" name="Graphic 3456" descr="Deciduous tree with solid fill">
                <a:extLst>
                  <a:ext uri="{FF2B5EF4-FFF2-40B4-BE49-F238E27FC236}">
                    <a16:creationId xmlns:a16="http://schemas.microsoft.com/office/drawing/2014/main" id="{EB863B1F-D641-5AA1-2B1B-99123FA682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459" name="Graphic 3458" descr="Deciduous tree with solid fill">
                <a:extLst>
                  <a:ext uri="{FF2B5EF4-FFF2-40B4-BE49-F238E27FC236}">
                    <a16:creationId xmlns:a16="http://schemas.microsoft.com/office/drawing/2014/main" id="{C052D209-3747-DC94-0568-8CB09F28F9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461" name="Graphic 3460" descr="Deciduous tree with solid fill">
                <a:extLst>
                  <a:ext uri="{FF2B5EF4-FFF2-40B4-BE49-F238E27FC236}">
                    <a16:creationId xmlns:a16="http://schemas.microsoft.com/office/drawing/2014/main" id="{30005ED0-C354-0800-3921-9A5B575808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463" name="Graphic 3462" descr="Deciduous tree with solid fill">
                <a:extLst>
                  <a:ext uri="{FF2B5EF4-FFF2-40B4-BE49-F238E27FC236}">
                    <a16:creationId xmlns:a16="http://schemas.microsoft.com/office/drawing/2014/main" id="{7093DCC5-E0DE-4F14-808A-29246AEC87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465" name="Graphic 3464" descr="Deciduous tree with solid fill">
                <a:extLst>
                  <a:ext uri="{FF2B5EF4-FFF2-40B4-BE49-F238E27FC236}">
                    <a16:creationId xmlns:a16="http://schemas.microsoft.com/office/drawing/2014/main" id="{40CE5CB3-57FD-8E42-EA34-323143DCAC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467" name="Graphic 3466" descr="Deciduous tree with solid fill">
                <a:extLst>
                  <a:ext uri="{FF2B5EF4-FFF2-40B4-BE49-F238E27FC236}">
                    <a16:creationId xmlns:a16="http://schemas.microsoft.com/office/drawing/2014/main" id="{D70D058E-3F1B-0D95-2205-15D19B9BC4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469" name="Graphic 3468" descr="Deciduous tree with solid fill">
                <a:extLst>
                  <a:ext uri="{FF2B5EF4-FFF2-40B4-BE49-F238E27FC236}">
                    <a16:creationId xmlns:a16="http://schemas.microsoft.com/office/drawing/2014/main" id="{7B70C3B4-B4EB-1002-A536-87971A3CAA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471" name="Graphic 3470" descr="Deciduous tree with solid fill">
                <a:extLst>
                  <a:ext uri="{FF2B5EF4-FFF2-40B4-BE49-F238E27FC236}">
                    <a16:creationId xmlns:a16="http://schemas.microsoft.com/office/drawing/2014/main" id="{C7847F98-506A-9346-D8F5-6E13B32E4B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473" name="Graphic 3472" descr="Deciduous tree with solid fill">
                <a:extLst>
                  <a:ext uri="{FF2B5EF4-FFF2-40B4-BE49-F238E27FC236}">
                    <a16:creationId xmlns:a16="http://schemas.microsoft.com/office/drawing/2014/main" id="{D11406C4-93AD-DDCA-FE3B-21AA57C5EC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475" name="Graphic 3474" descr="Deciduous tree with solid fill">
                <a:extLst>
                  <a:ext uri="{FF2B5EF4-FFF2-40B4-BE49-F238E27FC236}">
                    <a16:creationId xmlns:a16="http://schemas.microsoft.com/office/drawing/2014/main" id="{6E92C6CD-99BF-52A9-4AC9-64B8697898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477" name="Graphic 3476" descr="Deciduous tree with solid fill">
                <a:extLst>
                  <a:ext uri="{FF2B5EF4-FFF2-40B4-BE49-F238E27FC236}">
                    <a16:creationId xmlns:a16="http://schemas.microsoft.com/office/drawing/2014/main" id="{592B2929-E967-F29F-F679-5C379D3299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479" name="Graphic 3478" descr="Deciduous tree with solid fill">
                <a:extLst>
                  <a:ext uri="{FF2B5EF4-FFF2-40B4-BE49-F238E27FC236}">
                    <a16:creationId xmlns:a16="http://schemas.microsoft.com/office/drawing/2014/main" id="{F83D76FB-DA90-AACF-4161-5273E61BD4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481" name="Graphic 3480" descr="Deciduous tree with solid fill">
                <a:extLst>
                  <a:ext uri="{FF2B5EF4-FFF2-40B4-BE49-F238E27FC236}">
                    <a16:creationId xmlns:a16="http://schemas.microsoft.com/office/drawing/2014/main" id="{8C6F9DC7-5577-F773-C353-A598F2C773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483" name="Graphic 3482" descr="Deciduous tree with solid fill">
                <a:extLst>
                  <a:ext uri="{FF2B5EF4-FFF2-40B4-BE49-F238E27FC236}">
                    <a16:creationId xmlns:a16="http://schemas.microsoft.com/office/drawing/2014/main" id="{340AE5EB-ABC5-B25C-91D5-6B0A6233D7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485" name="Graphic 3484" descr="Deciduous tree with solid fill">
                <a:extLst>
                  <a:ext uri="{FF2B5EF4-FFF2-40B4-BE49-F238E27FC236}">
                    <a16:creationId xmlns:a16="http://schemas.microsoft.com/office/drawing/2014/main" id="{0B030D94-93C5-BA41-F815-61F878F916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487" name="Graphic 3486" descr="Deciduous tree with solid fill">
                <a:extLst>
                  <a:ext uri="{FF2B5EF4-FFF2-40B4-BE49-F238E27FC236}">
                    <a16:creationId xmlns:a16="http://schemas.microsoft.com/office/drawing/2014/main" id="{12E209B3-EBC5-0115-5287-7581AE3742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489" name="Graphic 3488" descr="Deciduous tree with solid fill">
                <a:extLst>
                  <a:ext uri="{FF2B5EF4-FFF2-40B4-BE49-F238E27FC236}">
                    <a16:creationId xmlns:a16="http://schemas.microsoft.com/office/drawing/2014/main" id="{23A61F96-307C-6D5F-6CA7-DEB30A123E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491" name="Graphic 3490" descr="Deciduous tree with solid fill">
                <a:extLst>
                  <a:ext uri="{FF2B5EF4-FFF2-40B4-BE49-F238E27FC236}">
                    <a16:creationId xmlns:a16="http://schemas.microsoft.com/office/drawing/2014/main" id="{AB9CE024-730B-D5C7-C5BA-EE38696050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493" name="Graphic 3492" descr="Deciduous tree with solid fill">
                <a:extLst>
                  <a:ext uri="{FF2B5EF4-FFF2-40B4-BE49-F238E27FC236}">
                    <a16:creationId xmlns:a16="http://schemas.microsoft.com/office/drawing/2014/main" id="{AE677646-E07F-04D3-7540-15E347C526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495" name="Graphic 3494" descr="Deciduous tree with solid fill">
                <a:extLst>
                  <a:ext uri="{FF2B5EF4-FFF2-40B4-BE49-F238E27FC236}">
                    <a16:creationId xmlns:a16="http://schemas.microsoft.com/office/drawing/2014/main" id="{55C53A0A-C34B-A31F-076F-3C435612C4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497" name="Graphic 3496" descr="Deciduous tree with solid fill">
                <a:extLst>
                  <a:ext uri="{FF2B5EF4-FFF2-40B4-BE49-F238E27FC236}">
                    <a16:creationId xmlns:a16="http://schemas.microsoft.com/office/drawing/2014/main" id="{417B31F9-541A-ABB4-39D0-D3951BF577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501" name="Graphic 3500" descr="Deciduous tree with solid fill">
                <a:extLst>
                  <a:ext uri="{FF2B5EF4-FFF2-40B4-BE49-F238E27FC236}">
                    <a16:creationId xmlns:a16="http://schemas.microsoft.com/office/drawing/2014/main" id="{15B9C270-D695-BCEB-EE44-800F85EEE2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503" name="Graphic 3502" descr="Deciduous tree with solid fill">
                <a:extLst>
                  <a:ext uri="{FF2B5EF4-FFF2-40B4-BE49-F238E27FC236}">
                    <a16:creationId xmlns:a16="http://schemas.microsoft.com/office/drawing/2014/main" id="{FB735130-E916-ADEB-2FC8-AF904F3298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505" name="Graphic 3504" descr="Deciduous tree with solid fill">
                <a:extLst>
                  <a:ext uri="{FF2B5EF4-FFF2-40B4-BE49-F238E27FC236}">
                    <a16:creationId xmlns:a16="http://schemas.microsoft.com/office/drawing/2014/main" id="{6BB80D5E-4971-2BAC-2AC5-32F8E29C98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507" name="Graphic 3506" descr="Deciduous tree with solid fill">
                <a:extLst>
                  <a:ext uri="{FF2B5EF4-FFF2-40B4-BE49-F238E27FC236}">
                    <a16:creationId xmlns:a16="http://schemas.microsoft.com/office/drawing/2014/main" id="{6017D2CD-9051-DCC9-20F9-A10FE841C7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509" name="Graphic 3508" descr="Deciduous tree with solid fill">
                <a:extLst>
                  <a:ext uri="{FF2B5EF4-FFF2-40B4-BE49-F238E27FC236}">
                    <a16:creationId xmlns:a16="http://schemas.microsoft.com/office/drawing/2014/main" id="{79495E50-5352-0DC8-7F96-3D55C5129A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511" name="Graphic 3510" descr="Deciduous tree with solid fill">
                <a:extLst>
                  <a:ext uri="{FF2B5EF4-FFF2-40B4-BE49-F238E27FC236}">
                    <a16:creationId xmlns:a16="http://schemas.microsoft.com/office/drawing/2014/main" id="{8B8A024C-3A4B-5BA8-1C80-31D1745312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513" name="Graphic 3512" descr="Deciduous tree with solid fill">
                <a:extLst>
                  <a:ext uri="{FF2B5EF4-FFF2-40B4-BE49-F238E27FC236}">
                    <a16:creationId xmlns:a16="http://schemas.microsoft.com/office/drawing/2014/main" id="{2E2814CE-2095-1831-3BBE-CDA05015C0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515" name="Graphic 3514" descr="Deciduous tree with solid fill">
                <a:extLst>
                  <a:ext uri="{FF2B5EF4-FFF2-40B4-BE49-F238E27FC236}">
                    <a16:creationId xmlns:a16="http://schemas.microsoft.com/office/drawing/2014/main" id="{F62D7C76-E876-3E43-AD3C-4B576BB3F2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517" name="Graphic 3516" descr="Deciduous tree with solid fill">
                <a:extLst>
                  <a:ext uri="{FF2B5EF4-FFF2-40B4-BE49-F238E27FC236}">
                    <a16:creationId xmlns:a16="http://schemas.microsoft.com/office/drawing/2014/main" id="{EE8C266E-6642-C094-C3DC-178F38DA8F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519" name="Graphic 3518" descr="Deciduous tree with solid fill">
                <a:extLst>
                  <a:ext uri="{FF2B5EF4-FFF2-40B4-BE49-F238E27FC236}">
                    <a16:creationId xmlns:a16="http://schemas.microsoft.com/office/drawing/2014/main" id="{32919932-3570-E17B-68A4-587E08EEEE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521" name="Graphic 3520" descr="Deciduous tree with solid fill">
                <a:extLst>
                  <a:ext uri="{FF2B5EF4-FFF2-40B4-BE49-F238E27FC236}">
                    <a16:creationId xmlns:a16="http://schemas.microsoft.com/office/drawing/2014/main" id="{BEC0BD4F-A744-847D-F977-DA14B4C902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523" name="Graphic 3522" descr="Deciduous tree with solid fill">
                <a:extLst>
                  <a:ext uri="{FF2B5EF4-FFF2-40B4-BE49-F238E27FC236}">
                    <a16:creationId xmlns:a16="http://schemas.microsoft.com/office/drawing/2014/main" id="{44835D7E-AC6E-DCF2-FA43-7DCCB8EE85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525" name="Graphic 3524" descr="Deciduous tree with solid fill">
                <a:extLst>
                  <a:ext uri="{FF2B5EF4-FFF2-40B4-BE49-F238E27FC236}">
                    <a16:creationId xmlns:a16="http://schemas.microsoft.com/office/drawing/2014/main" id="{A9D8B33C-DDF5-CE35-6DF5-6F7EF86A4A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527" name="Graphic 3526" descr="Deciduous tree with solid fill">
                <a:extLst>
                  <a:ext uri="{FF2B5EF4-FFF2-40B4-BE49-F238E27FC236}">
                    <a16:creationId xmlns:a16="http://schemas.microsoft.com/office/drawing/2014/main" id="{F6805379-7DA9-D53B-57DD-E527D1850B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529" name="Graphic 3528" descr="Deciduous tree with solid fill">
                <a:extLst>
                  <a:ext uri="{FF2B5EF4-FFF2-40B4-BE49-F238E27FC236}">
                    <a16:creationId xmlns:a16="http://schemas.microsoft.com/office/drawing/2014/main" id="{3C741CA9-74EE-00A9-48B5-DEF61A0639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531" name="Graphic 3530" descr="Deciduous tree with solid fill">
                <a:extLst>
                  <a:ext uri="{FF2B5EF4-FFF2-40B4-BE49-F238E27FC236}">
                    <a16:creationId xmlns:a16="http://schemas.microsoft.com/office/drawing/2014/main" id="{62396D41-6B96-F004-4EF1-4A0FE03E49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533" name="Graphic 3532" descr="Deciduous tree with solid fill">
                <a:extLst>
                  <a:ext uri="{FF2B5EF4-FFF2-40B4-BE49-F238E27FC236}">
                    <a16:creationId xmlns:a16="http://schemas.microsoft.com/office/drawing/2014/main" id="{72343E3E-03D3-E35A-E720-7EEC9B4825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535" name="Graphic 3534" descr="Deciduous tree with solid fill">
                <a:extLst>
                  <a:ext uri="{FF2B5EF4-FFF2-40B4-BE49-F238E27FC236}">
                    <a16:creationId xmlns:a16="http://schemas.microsoft.com/office/drawing/2014/main" id="{195066CB-BB41-0913-3DDB-A94482F0B2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537" name="Graphic 3536" descr="Deciduous tree with solid fill">
                <a:extLst>
                  <a:ext uri="{FF2B5EF4-FFF2-40B4-BE49-F238E27FC236}">
                    <a16:creationId xmlns:a16="http://schemas.microsoft.com/office/drawing/2014/main" id="{CCEAF4A8-EA87-FD88-CE71-382381EE66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539" name="Graphic 3538" descr="Deciduous tree with solid fill">
                <a:extLst>
                  <a:ext uri="{FF2B5EF4-FFF2-40B4-BE49-F238E27FC236}">
                    <a16:creationId xmlns:a16="http://schemas.microsoft.com/office/drawing/2014/main" id="{1801DB2A-A7BC-EBEE-5099-65782670A7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541" name="Graphic 3540" descr="Deciduous tree with solid fill">
                <a:extLst>
                  <a:ext uri="{FF2B5EF4-FFF2-40B4-BE49-F238E27FC236}">
                    <a16:creationId xmlns:a16="http://schemas.microsoft.com/office/drawing/2014/main" id="{AB7BD9C0-1B8E-2E59-DC29-9EAA86D724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543" name="Graphic 3542" descr="Deciduous tree with solid fill">
                <a:extLst>
                  <a:ext uri="{FF2B5EF4-FFF2-40B4-BE49-F238E27FC236}">
                    <a16:creationId xmlns:a16="http://schemas.microsoft.com/office/drawing/2014/main" id="{ED60F093-4ADA-A1E8-967A-25FA950955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545" name="Graphic 3544" descr="Deciduous tree with solid fill">
                <a:extLst>
                  <a:ext uri="{FF2B5EF4-FFF2-40B4-BE49-F238E27FC236}">
                    <a16:creationId xmlns:a16="http://schemas.microsoft.com/office/drawing/2014/main" id="{3CE8E81A-5028-AEE1-774F-487899DF86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547" name="Graphic 3546" descr="Deciduous tree with solid fill">
                <a:extLst>
                  <a:ext uri="{FF2B5EF4-FFF2-40B4-BE49-F238E27FC236}">
                    <a16:creationId xmlns:a16="http://schemas.microsoft.com/office/drawing/2014/main" id="{D7ABC20E-74D4-C0D7-964A-1701A7909D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549" name="Graphic 3548" descr="Deciduous tree with solid fill">
                <a:extLst>
                  <a:ext uri="{FF2B5EF4-FFF2-40B4-BE49-F238E27FC236}">
                    <a16:creationId xmlns:a16="http://schemas.microsoft.com/office/drawing/2014/main" id="{BB6D30BB-4479-9DB0-7D70-25F29B0AB7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551" name="Graphic 3550" descr="Deciduous tree with solid fill">
                <a:extLst>
                  <a:ext uri="{FF2B5EF4-FFF2-40B4-BE49-F238E27FC236}">
                    <a16:creationId xmlns:a16="http://schemas.microsoft.com/office/drawing/2014/main" id="{4C1E50D6-63DC-B3E2-BF72-37210B4E9C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553" name="Graphic 3552" descr="Deciduous tree with solid fill">
                <a:extLst>
                  <a:ext uri="{FF2B5EF4-FFF2-40B4-BE49-F238E27FC236}">
                    <a16:creationId xmlns:a16="http://schemas.microsoft.com/office/drawing/2014/main" id="{040AAB89-26BB-693C-5DB9-7B5903D5A3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555" name="Graphic 3554" descr="Deciduous tree with solid fill">
                <a:extLst>
                  <a:ext uri="{FF2B5EF4-FFF2-40B4-BE49-F238E27FC236}">
                    <a16:creationId xmlns:a16="http://schemas.microsoft.com/office/drawing/2014/main" id="{2AA27C0D-C564-3E9B-AA7B-6D9B395CD8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557" name="Graphic 3556" descr="Deciduous tree with solid fill">
                <a:extLst>
                  <a:ext uri="{FF2B5EF4-FFF2-40B4-BE49-F238E27FC236}">
                    <a16:creationId xmlns:a16="http://schemas.microsoft.com/office/drawing/2014/main" id="{1B107237-7C4D-D5B5-CE02-3C64B879BB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559" name="Graphic 3558" descr="Deciduous tree with solid fill">
                <a:extLst>
                  <a:ext uri="{FF2B5EF4-FFF2-40B4-BE49-F238E27FC236}">
                    <a16:creationId xmlns:a16="http://schemas.microsoft.com/office/drawing/2014/main" id="{69EB0117-7C68-9545-5D4D-D7C1316661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563" name="Graphic 3562" descr="Deciduous tree with solid fill">
                <a:extLst>
                  <a:ext uri="{FF2B5EF4-FFF2-40B4-BE49-F238E27FC236}">
                    <a16:creationId xmlns:a16="http://schemas.microsoft.com/office/drawing/2014/main" id="{ECAEA0F2-5B79-DDAA-52FE-9120637D45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565" name="Graphic 3564" descr="Deciduous tree with solid fill">
                <a:extLst>
                  <a:ext uri="{FF2B5EF4-FFF2-40B4-BE49-F238E27FC236}">
                    <a16:creationId xmlns:a16="http://schemas.microsoft.com/office/drawing/2014/main" id="{64F7E785-EBF0-0AB2-5531-4EECE11B9C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567" name="Graphic 3566" descr="Deciduous tree with solid fill">
                <a:extLst>
                  <a:ext uri="{FF2B5EF4-FFF2-40B4-BE49-F238E27FC236}">
                    <a16:creationId xmlns:a16="http://schemas.microsoft.com/office/drawing/2014/main" id="{B282F3AA-B423-D2CF-1367-0A09F86BF2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569" name="Graphic 3568" descr="Deciduous tree with solid fill">
                <a:extLst>
                  <a:ext uri="{FF2B5EF4-FFF2-40B4-BE49-F238E27FC236}">
                    <a16:creationId xmlns:a16="http://schemas.microsoft.com/office/drawing/2014/main" id="{8A3B8DEB-D930-D1C4-42E5-513B63251B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571" name="Graphic 3570" descr="Deciduous tree with solid fill">
                <a:extLst>
                  <a:ext uri="{FF2B5EF4-FFF2-40B4-BE49-F238E27FC236}">
                    <a16:creationId xmlns:a16="http://schemas.microsoft.com/office/drawing/2014/main" id="{DF0ADD2C-95E0-326E-B58D-D0D7175FE8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573" name="Graphic 3572" descr="Deciduous tree with solid fill">
                <a:extLst>
                  <a:ext uri="{FF2B5EF4-FFF2-40B4-BE49-F238E27FC236}">
                    <a16:creationId xmlns:a16="http://schemas.microsoft.com/office/drawing/2014/main" id="{71642BB3-90C4-31D8-F753-EE1C2D1975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575" name="Graphic 3574" descr="Deciduous tree with solid fill">
                <a:extLst>
                  <a:ext uri="{FF2B5EF4-FFF2-40B4-BE49-F238E27FC236}">
                    <a16:creationId xmlns:a16="http://schemas.microsoft.com/office/drawing/2014/main" id="{6B6AFB05-2F4E-2BD1-61D9-5E399AAA96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577" name="Graphic 3576" descr="Deciduous tree with solid fill">
                <a:extLst>
                  <a:ext uri="{FF2B5EF4-FFF2-40B4-BE49-F238E27FC236}">
                    <a16:creationId xmlns:a16="http://schemas.microsoft.com/office/drawing/2014/main" id="{3EDB2933-8A0C-FE4F-87DF-EB408513D5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579" name="Graphic 3578" descr="Deciduous tree with solid fill">
                <a:extLst>
                  <a:ext uri="{FF2B5EF4-FFF2-40B4-BE49-F238E27FC236}">
                    <a16:creationId xmlns:a16="http://schemas.microsoft.com/office/drawing/2014/main" id="{A369071E-145D-E7C8-1F1C-F48E5FC4C9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581" name="Graphic 3580" descr="Deciduous tree with solid fill">
                <a:extLst>
                  <a:ext uri="{FF2B5EF4-FFF2-40B4-BE49-F238E27FC236}">
                    <a16:creationId xmlns:a16="http://schemas.microsoft.com/office/drawing/2014/main" id="{EC2845B9-4B40-7A82-D3C5-722233F462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583" name="Graphic 3582" descr="Deciduous tree with solid fill">
                <a:extLst>
                  <a:ext uri="{FF2B5EF4-FFF2-40B4-BE49-F238E27FC236}">
                    <a16:creationId xmlns:a16="http://schemas.microsoft.com/office/drawing/2014/main" id="{EA04F839-D313-D13C-4EB8-CB347D95EC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585" name="Graphic 3584" descr="Deciduous tree with solid fill">
                <a:extLst>
                  <a:ext uri="{FF2B5EF4-FFF2-40B4-BE49-F238E27FC236}">
                    <a16:creationId xmlns:a16="http://schemas.microsoft.com/office/drawing/2014/main" id="{47F6B1A7-1260-1744-73A1-0993E61044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587" name="Graphic 3586" descr="Deciduous tree with solid fill">
                <a:extLst>
                  <a:ext uri="{FF2B5EF4-FFF2-40B4-BE49-F238E27FC236}">
                    <a16:creationId xmlns:a16="http://schemas.microsoft.com/office/drawing/2014/main" id="{71C2BFD2-7A9F-A062-DAAF-1459AD4A09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589" name="Graphic 3588" descr="Deciduous tree with solid fill">
                <a:extLst>
                  <a:ext uri="{FF2B5EF4-FFF2-40B4-BE49-F238E27FC236}">
                    <a16:creationId xmlns:a16="http://schemas.microsoft.com/office/drawing/2014/main" id="{A4FD8201-3C81-A116-9DD2-6DA30147B4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591" name="Graphic 3590" descr="Deciduous tree with solid fill">
                <a:extLst>
                  <a:ext uri="{FF2B5EF4-FFF2-40B4-BE49-F238E27FC236}">
                    <a16:creationId xmlns:a16="http://schemas.microsoft.com/office/drawing/2014/main" id="{AEF13672-9C32-CC84-7DF3-3E35243C83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593" name="Graphic 3592" descr="Deciduous tree with solid fill">
                <a:extLst>
                  <a:ext uri="{FF2B5EF4-FFF2-40B4-BE49-F238E27FC236}">
                    <a16:creationId xmlns:a16="http://schemas.microsoft.com/office/drawing/2014/main" id="{1DEF0ED5-9D3E-0EE1-1EA7-3D073A4382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595" name="Graphic 3594" descr="Deciduous tree with solid fill">
                <a:extLst>
                  <a:ext uri="{FF2B5EF4-FFF2-40B4-BE49-F238E27FC236}">
                    <a16:creationId xmlns:a16="http://schemas.microsoft.com/office/drawing/2014/main" id="{30F612DF-5FDC-AAE2-C85E-B705357F88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597" name="Graphic 3596" descr="Deciduous tree with solid fill">
                <a:extLst>
                  <a:ext uri="{FF2B5EF4-FFF2-40B4-BE49-F238E27FC236}">
                    <a16:creationId xmlns:a16="http://schemas.microsoft.com/office/drawing/2014/main" id="{FF5CFAD5-88AE-AEE1-8BDD-0BB2D2A92D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599" name="Graphic 3598" descr="Deciduous tree with solid fill">
                <a:extLst>
                  <a:ext uri="{FF2B5EF4-FFF2-40B4-BE49-F238E27FC236}">
                    <a16:creationId xmlns:a16="http://schemas.microsoft.com/office/drawing/2014/main" id="{55E2FAC2-3A22-6C03-96F4-93F89F7EC2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01" name="Graphic 3600" descr="Deciduous tree with solid fill">
                <a:extLst>
                  <a:ext uri="{FF2B5EF4-FFF2-40B4-BE49-F238E27FC236}">
                    <a16:creationId xmlns:a16="http://schemas.microsoft.com/office/drawing/2014/main" id="{183409CB-0833-B313-8512-588A7AB173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603" name="Graphic 3602" descr="Deciduous tree with solid fill">
                <a:extLst>
                  <a:ext uri="{FF2B5EF4-FFF2-40B4-BE49-F238E27FC236}">
                    <a16:creationId xmlns:a16="http://schemas.microsoft.com/office/drawing/2014/main" id="{963DD64C-A9DB-A837-A5B4-A0D48C9827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05" name="Graphic 3604" descr="Deciduous tree with solid fill">
                <a:extLst>
                  <a:ext uri="{FF2B5EF4-FFF2-40B4-BE49-F238E27FC236}">
                    <a16:creationId xmlns:a16="http://schemas.microsoft.com/office/drawing/2014/main" id="{149246A0-DF3F-1933-09CC-FBFE6C6C2C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607" name="Graphic 3606" descr="Deciduous tree with solid fill">
                <a:extLst>
                  <a:ext uri="{FF2B5EF4-FFF2-40B4-BE49-F238E27FC236}">
                    <a16:creationId xmlns:a16="http://schemas.microsoft.com/office/drawing/2014/main" id="{B623FC4D-9714-A320-3620-CFF8050173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609" name="Graphic 3608" descr="Deciduous tree with solid fill">
                <a:extLst>
                  <a:ext uri="{FF2B5EF4-FFF2-40B4-BE49-F238E27FC236}">
                    <a16:creationId xmlns:a16="http://schemas.microsoft.com/office/drawing/2014/main" id="{FDC95966-8544-F679-D913-FEAB0B5C8B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611" name="Graphic 3610" descr="Deciduous tree with solid fill">
                <a:extLst>
                  <a:ext uri="{FF2B5EF4-FFF2-40B4-BE49-F238E27FC236}">
                    <a16:creationId xmlns:a16="http://schemas.microsoft.com/office/drawing/2014/main" id="{0D19ED4C-EAFB-A175-42D3-0438DDA475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613" name="Graphic 3612" descr="Deciduous tree with solid fill">
                <a:extLst>
                  <a:ext uri="{FF2B5EF4-FFF2-40B4-BE49-F238E27FC236}">
                    <a16:creationId xmlns:a16="http://schemas.microsoft.com/office/drawing/2014/main" id="{EEF1F2A9-67BF-3F8F-27FC-D4D35FFF03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615" name="Graphic 3614" descr="Deciduous tree with solid fill">
                <a:extLst>
                  <a:ext uri="{FF2B5EF4-FFF2-40B4-BE49-F238E27FC236}">
                    <a16:creationId xmlns:a16="http://schemas.microsoft.com/office/drawing/2014/main" id="{81A006BE-16AB-E4FF-CF73-4A0CD3D7DA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619" name="Graphic 3618" descr="Deciduous tree with solid fill">
                <a:extLst>
                  <a:ext uri="{FF2B5EF4-FFF2-40B4-BE49-F238E27FC236}">
                    <a16:creationId xmlns:a16="http://schemas.microsoft.com/office/drawing/2014/main" id="{855EEDFD-5EFE-063B-ACB8-3C792F0FB0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621" name="Graphic 3620" descr="Deciduous tree with solid fill">
                <a:extLst>
                  <a:ext uri="{FF2B5EF4-FFF2-40B4-BE49-F238E27FC236}">
                    <a16:creationId xmlns:a16="http://schemas.microsoft.com/office/drawing/2014/main" id="{3B632526-0637-2B1C-9CBF-B47A388FA4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623" name="Graphic 3622" descr="Deciduous tree with solid fill">
                <a:extLst>
                  <a:ext uri="{FF2B5EF4-FFF2-40B4-BE49-F238E27FC236}">
                    <a16:creationId xmlns:a16="http://schemas.microsoft.com/office/drawing/2014/main" id="{C5C7B842-6D87-AA20-3CCF-E2E29341F8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625" name="Graphic 3624" descr="Deciduous tree with solid fill">
                <a:extLst>
                  <a:ext uri="{FF2B5EF4-FFF2-40B4-BE49-F238E27FC236}">
                    <a16:creationId xmlns:a16="http://schemas.microsoft.com/office/drawing/2014/main" id="{6F85A10D-8255-739E-4C48-D8849FC7D4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627" name="Graphic 3626" descr="Deciduous tree with solid fill">
                <a:extLst>
                  <a:ext uri="{FF2B5EF4-FFF2-40B4-BE49-F238E27FC236}">
                    <a16:creationId xmlns:a16="http://schemas.microsoft.com/office/drawing/2014/main" id="{17812AE3-9CA5-33F2-C24F-D473596D45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629" name="Graphic 3628" descr="Deciduous tree with solid fill">
                <a:extLst>
                  <a:ext uri="{FF2B5EF4-FFF2-40B4-BE49-F238E27FC236}">
                    <a16:creationId xmlns:a16="http://schemas.microsoft.com/office/drawing/2014/main" id="{84B7E8A1-65BF-B4AC-8E8A-7EAE2E97BA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631" name="Graphic 3630" descr="Deciduous tree with solid fill">
                <a:extLst>
                  <a:ext uri="{FF2B5EF4-FFF2-40B4-BE49-F238E27FC236}">
                    <a16:creationId xmlns:a16="http://schemas.microsoft.com/office/drawing/2014/main" id="{DA71AC40-CD8D-8418-72A1-A60714E1C2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633" name="Graphic 3632" descr="Deciduous tree with solid fill">
                <a:extLst>
                  <a:ext uri="{FF2B5EF4-FFF2-40B4-BE49-F238E27FC236}">
                    <a16:creationId xmlns:a16="http://schemas.microsoft.com/office/drawing/2014/main" id="{FCF305D1-EC82-48F5-36D7-B5D8D4F2E9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635" name="Graphic 3634" descr="Deciduous tree with solid fill">
                <a:extLst>
                  <a:ext uri="{FF2B5EF4-FFF2-40B4-BE49-F238E27FC236}">
                    <a16:creationId xmlns:a16="http://schemas.microsoft.com/office/drawing/2014/main" id="{23EA7D66-4B0D-5F8E-1FF2-1479EC7AA4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637" name="Graphic 3636" descr="Deciduous tree with solid fill">
                <a:extLst>
                  <a:ext uri="{FF2B5EF4-FFF2-40B4-BE49-F238E27FC236}">
                    <a16:creationId xmlns:a16="http://schemas.microsoft.com/office/drawing/2014/main" id="{8FC6E0AB-9C43-4968-7F91-FB599D371C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639" name="Graphic 3638" descr="Deciduous tree with solid fill">
                <a:extLst>
                  <a:ext uri="{FF2B5EF4-FFF2-40B4-BE49-F238E27FC236}">
                    <a16:creationId xmlns:a16="http://schemas.microsoft.com/office/drawing/2014/main" id="{11494FFE-05DA-96C1-2BCF-9BF9359AA2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641" name="Graphic 3640" descr="Deciduous tree with solid fill">
                <a:extLst>
                  <a:ext uri="{FF2B5EF4-FFF2-40B4-BE49-F238E27FC236}">
                    <a16:creationId xmlns:a16="http://schemas.microsoft.com/office/drawing/2014/main" id="{A79FF03F-0E53-806A-5FAC-60A91295B4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643" name="Graphic 3642" descr="Deciduous tree with solid fill">
                <a:extLst>
                  <a:ext uri="{FF2B5EF4-FFF2-40B4-BE49-F238E27FC236}">
                    <a16:creationId xmlns:a16="http://schemas.microsoft.com/office/drawing/2014/main" id="{78523EC1-7503-90DD-138F-B212E14C10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645" name="Graphic 3644" descr="Deciduous tree with solid fill">
                <a:extLst>
                  <a:ext uri="{FF2B5EF4-FFF2-40B4-BE49-F238E27FC236}">
                    <a16:creationId xmlns:a16="http://schemas.microsoft.com/office/drawing/2014/main" id="{94D5049C-2B86-5385-A047-9DDA0DDFDC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647" name="Graphic 3646" descr="Deciduous tree with solid fill">
                <a:extLst>
                  <a:ext uri="{FF2B5EF4-FFF2-40B4-BE49-F238E27FC236}">
                    <a16:creationId xmlns:a16="http://schemas.microsoft.com/office/drawing/2014/main" id="{EF3120E2-00F5-A724-287A-D113523813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649" name="Graphic 3648" descr="Deciduous tree with solid fill">
                <a:extLst>
                  <a:ext uri="{FF2B5EF4-FFF2-40B4-BE49-F238E27FC236}">
                    <a16:creationId xmlns:a16="http://schemas.microsoft.com/office/drawing/2014/main" id="{2E9AD28E-2D13-4B1D-B256-36847DE9E7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651" name="Graphic 3650" descr="Deciduous tree with solid fill">
                <a:extLst>
                  <a:ext uri="{FF2B5EF4-FFF2-40B4-BE49-F238E27FC236}">
                    <a16:creationId xmlns:a16="http://schemas.microsoft.com/office/drawing/2014/main" id="{A8F51803-7B40-815F-380E-7CCE410968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53" name="Graphic 3652" descr="Deciduous tree with solid fill">
                <a:extLst>
                  <a:ext uri="{FF2B5EF4-FFF2-40B4-BE49-F238E27FC236}">
                    <a16:creationId xmlns:a16="http://schemas.microsoft.com/office/drawing/2014/main" id="{86086E1D-78EB-644F-8190-5A8ACB059F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55" name="Graphic 3654" descr="Deciduous tree with solid fill">
                <a:extLst>
                  <a:ext uri="{FF2B5EF4-FFF2-40B4-BE49-F238E27FC236}">
                    <a16:creationId xmlns:a16="http://schemas.microsoft.com/office/drawing/2014/main" id="{7D9D425D-7CBB-A185-38E2-7E114D4846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657" name="Graphic 3656" descr="Deciduous tree with solid fill">
                <a:extLst>
                  <a:ext uri="{FF2B5EF4-FFF2-40B4-BE49-F238E27FC236}">
                    <a16:creationId xmlns:a16="http://schemas.microsoft.com/office/drawing/2014/main" id="{6BDA027B-A6C6-71EA-A0D6-DB990B141D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659" name="Graphic 3658" descr="Deciduous tree with solid fill">
                <a:extLst>
                  <a:ext uri="{FF2B5EF4-FFF2-40B4-BE49-F238E27FC236}">
                    <a16:creationId xmlns:a16="http://schemas.microsoft.com/office/drawing/2014/main" id="{8439B13B-B948-24AD-B657-602F86CB47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661" name="Graphic 3660" descr="Deciduous tree with solid fill">
                <a:extLst>
                  <a:ext uri="{FF2B5EF4-FFF2-40B4-BE49-F238E27FC236}">
                    <a16:creationId xmlns:a16="http://schemas.microsoft.com/office/drawing/2014/main" id="{96004F7F-F024-F713-A79E-71EC8024F0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663" name="Graphic 3662" descr="Deciduous tree with solid fill">
                <a:extLst>
                  <a:ext uri="{FF2B5EF4-FFF2-40B4-BE49-F238E27FC236}">
                    <a16:creationId xmlns:a16="http://schemas.microsoft.com/office/drawing/2014/main" id="{F74E9513-6A7F-12CB-BD70-3A06BA2C72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665" name="Graphic 3664" descr="Deciduous tree with solid fill">
                <a:extLst>
                  <a:ext uri="{FF2B5EF4-FFF2-40B4-BE49-F238E27FC236}">
                    <a16:creationId xmlns:a16="http://schemas.microsoft.com/office/drawing/2014/main" id="{2E130161-97CC-F1AD-7C4C-EDCCB6387D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669" name="Graphic 3668" descr="Deciduous tree with solid fill">
                <a:extLst>
                  <a:ext uri="{FF2B5EF4-FFF2-40B4-BE49-F238E27FC236}">
                    <a16:creationId xmlns:a16="http://schemas.microsoft.com/office/drawing/2014/main" id="{635DC911-8A28-3818-9FE4-A0DFD91D38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671" name="Graphic 3670" descr="Deciduous tree with solid fill">
                <a:extLst>
                  <a:ext uri="{FF2B5EF4-FFF2-40B4-BE49-F238E27FC236}">
                    <a16:creationId xmlns:a16="http://schemas.microsoft.com/office/drawing/2014/main" id="{8933F514-E1AB-7403-52D9-66351504A4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673" name="Graphic 3672" descr="Deciduous tree with solid fill">
                <a:extLst>
                  <a:ext uri="{FF2B5EF4-FFF2-40B4-BE49-F238E27FC236}">
                    <a16:creationId xmlns:a16="http://schemas.microsoft.com/office/drawing/2014/main" id="{60E9B120-43AA-4AC8-3782-563B453B1C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75" name="Graphic 3674" descr="Deciduous tree with solid fill">
                <a:extLst>
                  <a:ext uri="{FF2B5EF4-FFF2-40B4-BE49-F238E27FC236}">
                    <a16:creationId xmlns:a16="http://schemas.microsoft.com/office/drawing/2014/main" id="{89136942-E6D6-019E-9F1F-3109D93844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677" name="Graphic 3676" descr="Deciduous tree with solid fill">
                <a:extLst>
                  <a:ext uri="{FF2B5EF4-FFF2-40B4-BE49-F238E27FC236}">
                    <a16:creationId xmlns:a16="http://schemas.microsoft.com/office/drawing/2014/main" id="{0174BBC7-8E41-CD33-DE1B-5E6B2B4FCA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679" name="Graphic 3678" descr="Deciduous tree with solid fill">
                <a:extLst>
                  <a:ext uri="{FF2B5EF4-FFF2-40B4-BE49-F238E27FC236}">
                    <a16:creationId xmlns:a16="http://schemas.microsoft.com/office/drawing/2014/main" id="{01B52B73-CE4D-04AA-3656-311A01C26D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681" name="Graphic 3680" descr="Deciduous tree with solid fill">
                <a:extLst>
                  <a:ext uri="{FF2B5EF4-FFF2-40B4-BE49-F238E27FC236}">
                    <a16:creationId xmlns:a16="http://schemas.microsoft.com/office/drawing/2014/main" id="{9B154F00-2500-8114-C7E6-C2FBC6EB5E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683" name="Graphic 3682" descr="Deciduous tree with solid fill">
                <a:extLst>
                  <a:ext uri="{FF2B5EF4-FFF2-40B4-BE49-F238E27FC236}">
                    <a16:creationId xmlns:a16="http://schemas.microsoft.com/office/drawing/2014/main" id="{37A5F3EF-11CE-96BE-952D-14A8466996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685" name="Graphic 3684" descr="Deciduous tree with solid fill">
                <a:extLst>
                  <a:ext uri="{FF2B5EF4-FFF2-40B4-BE49-F238E27FC236}">
                    <a16:creationId xmlns:a16="http://schemas.microsoft.com/office/drawing/2014/main" id="{98B8B04D-D490-906B-CCCB-509EEE0945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687" name="Graphic 3686" descr="Deciduous tree with solid fill">
                <a:extLst>
                  <a:ext uri="{FF2B5EF4-FFF2-40B4-BE49-F238E27FC236}">
                    <a16:creationId xmlns:a16="http://schemas.microsoft.com/office/drawing/2014/main" id="{0B6C1123-EA0F-DA5B-69D1-4A06805082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689" name="Graphic 3688" descr="Deciduous tree with solid fill">
                <a:extLst>
                  <a:ext uri="{FF2B5EF4-FFF2-40B4-BE49-F238E27FC236}">
                    <a16:creationId xmlns:a16="http://schemas.microsoft.com/office/drawing/2014/main" id="{DA7214AC-7A1C-89E1-C66E-27FA945822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691" name="Graphic 3690" descr="Deciduous tree with solid fill">
                <a:extLst>
                  <a:ext uri="{FF2B5EF4-FFF2-40B4-BE49-F238E27FC236}">
                    <a16:creationId xmlns:a16="http://schemas.microsoft.com/office/drawing/2014/main" id="{D5C4EFD2-CF0C-5CE6-E2DC-310C239251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693" name="Graphic 3692" descr="Deciduous tree with solid fill">
                <a:extLst>
                  <a:ext uri="{FF2B5EF4-FFF2-40B4-BE49-F238E27FC236}">
                    <a16:creationId xmlns:a16="http://schemas.microsoft.com/office/drawing/2014/main" id="{FDA4B458-54D0-037B-F8B4-C1A121B565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695" name="Graphic 3694" descr="Deciduous tree with solid fill">
                <a:extLst>
                  <a:ext uri="{FF2B5EF4-FFF2-40B4-BE49-F238E27FC236}">
                    <a16:creationId xmlns:a16="http://schemas.microsoft.com/office/drawing/2014/main" id="{C1CD9052-9DC6-DC95-D600-AE4A41DE2D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697" name="Graphic 3696" descr="Deciduous tree with solid fill">
                <a:extLst>
                  <a:ext uri="{FF2B5EF4-FFF2-40B4-BE49-F238E27FC236}">
                    <a16:creationId xmlns:a16="http://schemas.microsoft.com/office/drawing/2014/main" id="{ED5DDF6F-6C88-AC0A-9E8F-95BF55F686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99" name="Graphic 3698" descr="Deciduous tree with solid fill">
                <a:extLst>
                  <a:ext uri="{FF2B5EF4-FFF2-40B4-BE49-F238E27FC236}">
                    <a16:creationId xmlns:a16="http://schemas.microsoft.com/office/drawing/2014/main" id="{15124D3C-A0E9-070D-6233-87F330E421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701" name="Graphic 3700" descr="Deciduous tree with solid fill">
                <a:extLst>
                  <a:ext uri="{FF2B5EF4-FFF2-40B4-BE49-F238E27FC236}">
                    <a16:creationId xmlns:a16="http://schemas.microsoft.com/office/drawing/2014/main" id="{776E8FC1-1365-F527-8A91-F52EFB8557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03" name="Graphic 3702" descr="Deciduous tree with solid fill">
                <a:extLst>
                  <a:ext uri="{FF2B5EF4-FFF2-40B4-BE49-F238E27FC236}">
                    <a16:creationId xmlns:a16="http://schemas.microsoft.com/office/drawing/2014/main" id="{CB94CD76-84EF-C7F2-BB43-A61507FEF7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05" name="Graphic 3704" descr="Deciduous tree with solid fill">
                <a:extLst>
                  <a:ext uri="{FF2B5EF4-FFF2-40B4-BE49-F238E27FC236}">
                    <a16:creationId xmlns:a16="http://schemas.microsoft.com/office/drawing/2014/main" id="{7CEB6638-F8D4-DA2B-2267-3DA95314EF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07" name="Graphic 3706" descr="Deciduous tree with solid fill">
                <a:extLst>
                  <a:ext uri="{FF2B5EF4-FFF2-40B4-BE49-F238E27FC236}">
                    <a16:creationId xmlns:a16="http://schemas.microsoft.com/office/drawing/2014/main" id="{3796F3D5-FD21-DE1B-51D9-ECF3706D52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09" name="Graphic 3708" descr="Deciduous tree with solid fill">
                <a:extLst>
                  <a:ext uri="{FF2B5EF4-FFF2-40B4-BE49-F238E27FC236}">
                    <a16:creationId xmlns:a16="http://schemas.microsoft.com/office/drawing/2014/main" id="{966F4C17-BB57-C907-B2EA-08B802454C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13" name="Graphic 3712" descr="Deciduous tree with solid fill">
                <a:extLst>
                  <a:ext uri="{FF2B5EF4-FFF2-40B4-BE49-F238E27FC236}">
                    <a16:creationId xmlns:a16="http://schemas.microsoft.com/office/drawing/2014/main" id="{13D1DA4E-F104-A474-FD44-09F51367DD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715" name="Graphic 3714" descr="Deciduous tree with solid fill">
                <a:extLst>
                  <a:ext uri="{FF2B5EF4-FFF2-40B4-BE49-F238E27FC236}">
                    <a16:creationId xmlns:a16="http://schemas.microsoft.com/office/drawing/2014/main" id="{8A5B4FFE-9417-3B2B-FBDB-862E0E15CA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717" name="Graphic 3716" descr="Deciduous tree with solid fill">
                <a:extLst>
                  <a:ext uri="{FF2B5EF4-FFF2-40B4-BE49-F238E27FC236}">
                    <a16:creationId xmlns:a16="http://schemas.microsoft.com/office/drawing/2014/main" id="{EE7771DD-5779-8811-5CC2-75F9F2C795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719" name="Graphic 3718" descr="Deciduous tree with solid fill">
                <a:extLst>
                  <a:ext uri="{FF2B5EF4-FFF2-40B4-BE49-F238E27FC236}">
                    <a16:creationId xmlns:a16="http://schemas.microsoft.com/office/drawing/2014/main" id="{F6B6B608-C036-B1F1-1012-91521693DD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721" name="Graphic 3720" descr="Deciduous tree with solid fill">
                <a:extLst>
                  <a:ext uri="{FF2B5EF4-FFF2-40B4-BE49-F238E27FC236}">
                    <a16:creationId xmlns:a16="http://schemas.microsoft.com/office/drawing/2014/main" id="{6F0157DD-E969-7B7C-1C36-B8798A74F5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23" name="Graphic 3722" descr="Deciduous tree with solid fill">
                <a:extLst>
                  <a:ext uri="{FF2B5EF4-FFF2-40B4-BE49-F238E27FC236}">
                    <a16:creationId xmlns:a16="http://schemas.microsoft.com/office/drawing/2014/main" id="{DA1828BB-32E6-3CEC-A5AF-0090EB04C7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25" name="Graphic 3724" descr="Deciduous tree with solid fill">
                <a:extLst>
                  <a:ext uri="{FF2B5EF4-FFF2-40B4-BE49-F238E27FC236}">
                    <a16:creationId xmlns:a16="http://schemas.microsoft.com/office/drawing/2014/main" id="{5AFBC6FC-E631-B870-3CC7-BF6FEA1456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27" name="Graphic 3726" descr="Deciduous tree with solid fill">
                <a:extLst>
                  <a:ext uri="{FF2B5EF4-FFF2-40B4-BE49-F238E27FC236}">
                    <a16:creationId xmlns:a16="http://schemas.microsoft.com/office/drawing/2014/main" id="{3B40030A-F477-FC0B-7FD6-24A868C04C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29" name="Graphic 3728" descr="Deciduous tree with solid fill">
                <a:extLst>
                  <a:ext uri="{FF2B5EF4-FFF2-40B4-BE49-F238E27FC236}">
                    <a16:creationId xmlns:a16="http://schemas.microsoft.com/office/drawing/2014/main" id="{931DA06D-4DEB-77DA-61A8-817457F7C3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731" name="Graphic 3730" descr="Deciduous tree with solid fill">
                <a:extLst>
                  <a:ext uri="{FF2B5EF4-FFF2-40B4-BE49-F238E27FC236}">
                    <a16:creationId xmlns:a16="http://schemas.microsoft.com/office/drawing/2014/main" id="{A299092B-5203-C577-A1DC-1B06803B5A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33" name="Graphic 3732" descr="Deciduous tree with solid fill">
                <a:extLst>
                  <a:ext uri="{FF2B5EF4-FFF2-40B4-BE49-F238E27FC236}">
                    <a16:creationId xmlns:a16="http://schemas.microsoft.com/office/drawing/2014/main" id="{C6478F69-B1AA-D4EA-F448-47C0F17C40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35" name="Graphic 3734" descr="Deciduous tree with solid fill">
                <a:extLst>
                  <a:ext uri="{FF2B5EF4-FFF2-40B4-BE49-F238E27FC236}">
                    <a16:creationId xmlns:a16="http://schemas.microsoft.com/office/drawing/2014/main" id="{BF8E1B9C-B3D7-2871-2B64-6FC365CE90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37" name="Graphic 3736" descr="Deciduous tree with solid fill">
                <a:extLst>
                  <a:ext uri="{FF2B5EF4-FFF2-40B4-BE49-F238E27FC236}">
                    <a16:creationId xmlns:a16="http://schemas.microsoft.com/office/drawing/2014/main" id="{A6EBEA17-78F8-B1DE-D626-889C91911E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739" name="Graphic 3738" descr="Deciduous tree with solid fill">
                <a:extLst>
                  <a:ext uri="{FF2B5EF4-FFF2-40B4-BE49-F238E27FC236}">
                    <a16:creationId xmlns:a16="http://schemas.microsoft.com/office/drawing/2014/main" id="{A691E1DD-9836-9700-715A-D213F81A6A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41" name="Graphic 3740" descr="Deciduous tree with solid fill">
                <a:extLst>
                  <a:ext uri="{FF2B5EF4-FFF2-40B4-BE49-F238E27FC236}">
                    <a16:creationId xmlns:a16="http://schemas.microsoft.com/office/drawing/2014/main" id="{D5842090-C7B7-0BD0-DB7C-0DBF0DB03C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43" name="Graphic 3742" descr="Deciduous tree with solid fill">
                <a:extLst>
                  <a:ext uri="{FF2B5EF4-FFF2-40B4-BE49-F238E27FC236}">
                    <a16:creationId xmlns:a16="http://schemas.microsoft.com/office/drawing/2014/main" id="{6CF643E3-02DE-83DD-D3DF-854381FB34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45" name="Graphic 3744" descr="Deciduous tree with solid fill">
                <a:extLst>
                  <a:ext uri="{FF2B5EF4-FFF2-40B4-BE49-F238E27FC236}">
                    <a16:creationId xmlns:a16="http://schemas.microsoft.com/office/drawing/2014/main" id="{A34CF224-5E3A-10A9-3474-1A8934CA12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47" name="Graphic 3746" descr="Deciduous tree with solid fill">
                <a:extLst>
                  <a:ext uri="{FF2B5EF4-FFF2-40B4-BE49-F238E27FC236}">
                    <a16:creationId xmlns:a16="http://schemas.microsoft.com/office/drawing/2014/main" id="{D9B813D9-06C9-4632-0D19-6659025FB9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51" name="Graphic 3750" descr="Deciduous tree with solid fill">
                <a:extLst>
                  <a:ext uri="{FF2B5EF4-FFF2-40B4-BE49-F238E27FC236}">
                    <a16:creationId xmlns:a16="http://schemas.microsoft.com/office/drawing/2014/main" id="{A3C8C405-2B63-2581-603F-326B8C936A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753" name="Graphic 3752" descr="Deciduous tree with solid fill">
                <a:extLst>
                  <a:ext uri="{FF2B5EF4-FFF2-40B4-BE49-F238E27FC236}">
                    <a16:creationId xmlns:a16="http://schemas.microsoft.com/office/drawing/2014/main" id="{263E4515-32FF-E970-71CF-AE08B65BC5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755" name="Graphic 3754" descr="Deciduous tree with solid fill">
                <a:extLst>
                  <a:ext uri="{FF2B5EF4-FFF2-40B4-BE49-F238E27FC236}">
                    <a16:creationId xmlns:a16="http://schemas.microsoft.com/office/drawing/2014/main" id="{73208968-5E23-5F53-A038-970B823964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57" name="Graphic 3756" descr="Deciduous tree with solid fill">
                <a:extLst>
                  <a:ext uri="{FF2B5EF4-FFF2-40B4-BE49-F238E27FC236}">
                    <a16:creationId xmlns:a16="http://schemas.microsoft.com/office/drawing/2014/main" id="{D9AB4DC1-7A25-7113-6E4B-F887DF606B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59" name="Graphic 3758" descr="Deciduous tree with solid fill">
                <a:extLst>
                  <a:ext uri="{FF2B5EF4-FFF2-40B4-BE49-F238E27FC236}">
                    <a16:creationId xmlns:a16="http://schemas.microsoft.com/office/drawing/2014/main" id="{7E085147-FA73-EA89-C4B2-E4120242CF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61" name="Graphic 3760" descr="Deciduous tree with solid fill">
                <a:extLst>
                  <a:ext uri="{FF2B5EF4-FFF2-40B4-BE49-F238E27FC236}">
                    <a16:creationId xmlns:a16="http://schemas.microsoft.com/office/drawing/2014/main" id="{F065D875-4E96-EDAE-A051-EF99D2F061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63" name="Graphic 3762" descr="Deciduous tree with solid fill">
                <a:extLst>
                  <a:ext uri="{FF2B5EF4-FFF2-40B4-BE49-F238E27FC236}">
                    <a16:creationId xmlns:a16="http://schemas.microsoft.com/office/drawing/2014/main" id="{F985A9A4-10E8-43CA-CC48-DD5216E1AB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65" name="Graphic 3764" descr="Deciduous tree with solid fill">
                <a:extLst>
                  <a:ext uri="{FF2B5EF4-FFF2-40B4-BE49-F238E27FC236}">
                    <a16:creationId xmlns:a16="http://schemas.microsoft.com/office/drawing/2014/main" id="{FD897BAB-5EB8-ECE4-643D-CB3C61987B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67" name="Graphic 3766" descr="Deciduous tree with solid fill">
                <a:extLst>
                  <a:ext uri="{FF2B5EF4-FFF2-40B4-BE49-F238E27FC236}">
                    <a16:creationId xmlns:a16="http://schemas.microsoft.com/office/drawing/2014/main" id="{D753ED98-42FC-4E89-10EA-CBFD360A81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69" name="Graphic 3768" descr="Deciduous tree with solid fill">
                <a:extLst>
                  <a:ext uri="{FF2B5EF4-FFF2-40B4-BE49-F238E27FC236}">
                    <a16:creationId xmlns:a16="http://schemas.microsoft.com/office/drawing/2014/main" id="{A2827DCA-820D-AD05-A265-57BC5A84F7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71" name="Graphic 3770" descr="Deciduous tree with solid fill">
                <a:extLst>
                  <a:ext uri="{FF2B5EF4-FFF2-40B4-BE49-F238E27FC236}">
                    <a16:creationId xmlns:a16="http://schemas.microsoft.com/office/drawing/2014/main" id="{ADA357E3-F73A-7D1D-2BA9-CCBEBA4B0C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773" name="Graphic 3772" descr="Deciduous tree with solid fill">
                <a:extLst>
                  <a:ext uri="{FF2B5EF4-FFF2-40B4-BE49-F238E27FC236}">
                    <a16:creationId xmlns:a16="http://schemas.microsoft.com/office/drawing/2014/main" id="{5E7F6F8E-F7FC-38A6-1CB9-71C02AAC7F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75" name="Graphic 3774" descr="Deciduous tree with solid fill">
                <a:extLst>
                  <a:ext uri="{FF2B5EF4-FFF2-40B4-BE49-F238E27FC236}">
                    <a16:creationId xmlns:a16="http://schemas.microsoft.com/office/drawing/2014/main" id="{D1614AA9-BC7F-451B-9B81-F6648A55F4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77" name="Graphic 3776" descr="Deciduous tree with solid fill">
                <a:extLst>
                  <a:ext uri="{FF2B5EF4-FFF2-40B4-BE49-F238E27FC236}">
                    <a16:creationId xmlns:a16="http://schemas.microsoft.com/office/drawing/2014/main" id="{AB7FA5B2-BAA9-C74A-A035-683055F647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79" name="Graphic 3778" descr="Deciduous tree with solid fill">
                <a:extLst>
                  <a:ext uri="{FF2B5EF4-FFF2-40B4-BE49-F238E27FC236}">
                    <a16:creationId xmlns:a16="http://schemas.microsoft.com/office/drawing/2014/main" id="{676BBD04-C382-A71C-F30F-5B9BEED44C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83" name="Graphic 3782" descr="Deciduous tree with solid fill">
                <a:extLst>
                  <a:ext uri="{FF2B5EF4-FFF2-40B4-BE49-F238E27FC236}">
                    <a16:creationId xmlns:a16="http://schemas.microsoft.com/office/drawing/2014/main" id="{BD05E48F-EC77-2F4A-EBD2-4269D2167C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85" name="Graphic 3784" descr="Deciduous tree with solid fill">
                <a:extLst>
                  <a:ext uri="{FF2B5EF4-FFF2-40B4-BE49-F238E27FC236}">
                    <a16:creationId xmlns:a16="http://schemas.microsoft.com/office/drawing/2014/main" id="{7A8A65CF-58D2-2FE6-35F7-1F9828E484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87" name="Graphic 3786" descr="Deciduous tree with solid fill">
                <a:extLst>
                  <a:ext uri="{FF2B5EF4-FFF2-40B4-BE49-F238E27FC236}">
                    <a16:creationId xmlns:a16="http://schemas.microsoft.com/office/drawing/2014/main" id="{DBF8397E-84E8-E103-FE7B-6A016C9EDE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89" name="Graphic 3788" descr="Deciduous tree with solid fill">
                <a:extLst>
                  <a:ext uri="{FF2B5EF4-FFF2-40B4-BE49-F238E27FC236}">
                    <a16:creationId xmlns:a16="http://schemas.microsoft.com/office/drawing/2014/main" id="{06D5C26A-0C6C-1630-F905-728364ADFD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91" name="Graphic 3790" descr="Deciduous tree with solid fill">
                <a:extLst>
                  <a:ext uri="{FF2B5EF4-FFF2-40B4-BE49-F238E27FC236}">
                    <a16:creationId xmlns:a16="http://schemas.microsoft.com/office/drawing/2014/main" id="{7B333CD4-A154-FC2C-C060-6633188C34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93" name="Graphic 3792" descr="Deciduous tree with solid fill">
                <a:extLst>
                  <a:ext uri="{FF2B5EF4-FFF2-40B4-BE49-F238E27FC236}">
                    <a16:creationId xmlns:a16="http://schemas.microsoft.com/office/drawing/2014/main" id="{66F0A73F-78DA-D63D-34F6-46FF093876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95" name="Graphic 3794" descr="Deciduous tree with solid fill">
                <a:extLst>
                  <a:ext uri="{FF2B5EF4-FFF2-40B4-BE49-F238E27FC236}">
                    <a16:creationId xmlns:a16="http://schemas.microsoft.com/office/drawing/2014/main" id="{9E76C7B2-2A96-1341-FFF8-0720D817A9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97" name="Graphic 3796" descr="Deciduous tree with solid fill">
                <a:extLst>
                  <a:ext uri="{FF2B5EF4-FFF2-40B4-BE49-F238E27FC236}">
                    <a16:creationId xmlns:a16="http://schemas.microsoft.com/office/drawing/2014/main" id="{05455460-E2FB-66C4-1ECF-13C15E1A70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99" name="Graphic 3798" descr="Deciduous tree with solid fill">
                <a:extLst>
                  <a:ext uri="{FF2B5EF4-FFF2-40B4-BE49-F238E27FC236}">
                    <a16:creationId xmlns:a16="http://schemas.microsoft.com/office/drawing/2014/main" id="{88B9D4B4-EA23-A3EF-9928-4D450C213F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01" name="Graphic 3800" descr="Deciduous tree with solid fill">
                <a:extLst>
                  <a:ext uri="{FF2B5EF4-FFF2-40B4-BE49-F238E27FC236}">
                    <a16:creationId xmlns:a16="http://schemas.microsoft.com/office/drawing/2014/main" id="{D19D8169-2A76-3A5F-4D76-C56BC5AA69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803" name="Graphic 3802" descr="Deciduous tree with solid fill">
                <a:extLst>
                  <a:ext uri="{FF2B5EF4-FFF2-40B4-BE49-F238E27FC236}">
                    <a16:creationId xmlns:a16="http://schemas.microsoft.com/office/drawing/2014/main" id="{FA5129FD-F6D4-E033-0698-719226E4D3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05" name="Graphic 3804" descr="Deciduous tree with solid fill">
                <a:extLst>
                  <a:ext uri="{FF2B5EF4-FFF2-40B4-BE49-F238E27FC236}">
                    <a16:creationId xmlns:a16="http://schemas.microsoft.com/office/drawing/2014/main" id="{C800D68D-DF87-A6B7-6BE8-357B88E0FB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09" name="Graphic 3808" descr="Deciduous tree with solid fill">
                <a:extLst>
                  <a:ext uri="{FF2B5EF4-FFF2-40B4-BE49-F238E27FC236}">
                    <a16:creationId xmlns:a16="http://schemas.microsoft.com/office/drawing/2014/main" id="{0E34FD1C-8D89-B056-E6BF-67CE256DEB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811" name="Graphic 3810" descr="Deciduous tree with solid fill">
                <a:extLst>
                  <a:ext uri="{FF2B5EF4-FFF2-40B4-BE49-F238E27FC236}">
                    <a16:creationId xmlns:a16="http://schemas.microsoft.com/office/drawing/2014/main" id="{70064B19-0847-164A-04FA-C592422FAF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813" name="Graphic 3812" descr="Deciduous tree with solid fill">
                <a:extLst>
                  <a:ext uri="{FF2B5EF4-FFF2-40B4-BE49-F238E27FC236}">
                    <a16:creationId xmlns:a16="http://schemas.microsoft.com/office/drawing/2014/main" id="{742FBBC7-5DF3-54B3-20B9-442F22DB45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815" name="Graphic 3814" descr="Deciduous tree with solid fill">
                <a:extLst>
                  <a:ext uri="{FF2B5EF4-FFF2-40B4-BE49-F238E27FC236}">
                    <a16:creationId xmlns:a16="http://schemas.microsoft.com/office/drawing/2014/main" id="{5AE07CC3-F214-5751-D82B-9A67A7793B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817" name="Graphic 3816" descr="Deciduous tree with solid fill">
                <a:extLst>
                  <a:ext uri="{FF2B5EF4-FFF2-40B4-BE49-F238E27FC236}">
                    <a16:creationId xmlns:a16="http://schemas.microsoft.com/office/drawing/2014/main" id="{2523FF15-D2E7-4407-FF68-55E837CEF3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19" name="Graphic 3818" descr="Deciduous tree with solid fill">
                <a:extLst>
                  <a:ext uri="{FF2B5EF4-FFF2-40B4-BE49-F238E27FC236}">
                    <a16:creationId xmlns:a16="http://schemas.microsoft.com/office/drawing/2014/main" id="{B7EFA6E4-8512-C775-E329-54844FAABD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821" name="Graphic 3820" descr="Deciduous tree with solid fill">
                <a:extLst>
                  <a:ext uri="{FF2B5EF4-FFF2-40B4-BE49-F238E27FC236}">
                    <a16:creationId xmlns:a16="http://schemas.microsoft.com/office/drawing/2014/main" id="{96B6BABE-F3EF-8B9E-6F07-68FD6A9788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23" name="Graphic 3822" descr="Deciduous tree with solid fill">
                <a:extLst>
                  <a:ext uri="{FF2B5EF4-FFF2-40B4-BE49-F238E27FC236}">
                    <a16:creationId xmlns:a16="http://schemas.microsoft.com/office/drawing/2014/main" id="{BA4748BF-0C1C-1541-6268-71C0BBC1C6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25" name="Graphic 3824" descr="Deciduous tree with solid fill">
                <a:extLst>
                  <a:ext uri="{FF2B5EF4-FFF2-40B4-BE49-F238E27FC236}">
                    <a16:creationId xmlns:a16="http://schemas.microsoft.com/office/drawing/2014/main" id="{12DFE800-AADA-4BF3-B805-43CF790930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29" name="Graphic 3828" descr="Deciduous tree with solid fill">
                <a:extLst>
                  <a:ext uri="{FF2B5EF4-FFF2-40B4-BE49-F238E27FC236}">
                    <a16:creationId xmlns:a16="http://schemas.microsoft.com/office/drawing/2014/main" id="{4352D958-0592-5E2D-4E6A-5A6F966C94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831" name="Graphic 3830" descr="Deciduous tree with solid fill">
                <a:extLst>
                  <a:ext uri="{FF2B5EF4-FFF2-40B4-BE49-F238E27FC236}">
                    <a16:creationId xmlns:a16="http://schemas.microsoft.com/office/drawing/2014/main" id="{53685EBB-EAD6-0269-CE3E-6AFF516D69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833" name="Graphic 3832" descr="Deciduous tree with solid fill">
                <a:extLst>
                  <a:ext uri="{FF2B5EF4-FFF2-40B4-BE49-F238E27FC236}">
                    <a16:creationId xmlns:a16="http://schemas.microsoft.com/office/drawing/2014/main" id="{30C8116C-AD1F-B991-2322-1BFDB71EEE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35" name="Graphic 3834" descr="Deciduous tree with solid fill">
                <a:extLst>
                  <a:ext uri="{FF2B5EF4-FFF2-40B4-BE49-F238E27FC236}">
                    <a16:creationId xmlns:a16="http://schemas.microsoft.com/office/drawing/2014/main" id="{6165B3FD-163F-3586-CB2D-ECE54C5C36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37" name="Graphic 3836" descr="Deciduous tree with solid fill">
                <a:extLst>
                  <a:ext uri="{FF2B5EF4-FFF2-40B4-BE49-F238E27FC236}">
                    <a16:creationId xmlns:a16="http://schemas.microsoft.com/office/drawing/2014/main" id="{C028584E-BBFF-D4A7-4ACD-FFC2B578F4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39" name="Graphic 3838" descr="Deciduous tree with solid fill">
                <a:extLst>
                  <a:ext uri="{FF2B5EF4-FFF2-40B4-BE49-F238E27FC236}">
                    <a16:creationId xmlns:a16="http://schemas.microsoft.com/office/drawing/2014/main" id="{C2E7D9E9-16A4-6F36-5D08-AED36E0F17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43" name="Graphic 3842" descr="Deciduous tree with solid fill">
                <a:extLst>
                  <a:ext uri="{FF2B5EF4-FFF2-40B4-BE49-F238E27FC236}">
                    <a16:creationId xmlns:a16="http://schemas.microsoft.com/office/drawing/2014/main" id="{D3F3D213-E610-02BE-A3B4-C38D78E839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45" name="Graphic 3844" descr="Deciduous tree with solid fill">
                <a:extLst>
                  <a:ext uri="{FF2B5EF4-FFF2-40B4-BE49-F238E27FC236}">
                    <a16:creationId xmlns:a16="http://schemas.microsoft.com/office/drawing/2014/main" id="{3D5D3692-058E-B521-6BE9-433AF76223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47" name="Graphic 3846" descr="Deciduous tree with solid fill">
                <a:extLst>
                  <a:ext uri="{FF2B5EF4-FFF2-40B4-BE49-F238E27FC236}">
                    <a16:creationId xmlns:a16="http://schemas.microsoft.com/office/drawing/2014/main" id="{523F16D2-4C88-BE12-9626-13D67421EA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53" name="Graphic 3852" descr="Deciduous tree with solid fill">
                <a:extLst>
                  <a:ext uri="{FF2B5EF4-FFF2-40B4-BE49-F238E27FC236}">
                    <a16:creationId xmlns:a16="http://schemas.microsoft.com/office/drawing/2014/main" id="{548028ED-B4A3-6214-E2E2-A9FCC9AFC5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31729" y="1572822"/>
                <a:ext cx="209457" cy="196410"/>
              </a:xfrm>
              <a:prstGeom prst="rect">
                <a:avLst/>
              </a:prstGeom>
            </p:spPr>
          </p:pic>
          <p:pic>
            <p:nvPicPr>
              <p:cNvPr id="3855" name="Graphic 3854" descr="Deciduous tree with solid fill">
                <a:extLst>
                  <a:ext uri="{FF2B5EF4-FFF2-40B4-BE49-F238E27FC236}">
                    <a16:creationId xmlns:a16="http://schemas.microsoft.com/office/drawing/2014/main" id="{739C5730-A0BD-CF9E-0A2D-ED82A0D078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6103" y="1668682"/>
                <a:ext cx="209457" cy="196410"/>
              </a:xfrm>
              <a:prstGeom prst="rect">
                <a:avLst/>
              </a:prstGeom>
            </p:spPr>
          </p:pic>
          <p:pic>
            <p:nvPicPr>
              <p:cNvPr id="3857" name="Graphic 3856" descr="Deciduous tree with solid fill">
                <a:extLst>
                  <a:ext uri="{FF2B5EF4-FFF2-40B4-BE49-F238E27FC236}">
                    <a16:creationId xmlns:a16="http://schemas.microsoft.com/office/drawing/2014/main" id="{A6BA267A-3AF1-BAAC-64A5-F948083ADB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2306" y="1484784"/>
                <a:ext cx="209457" cy="196410"/>
              </a:xfrm>
              <a:prstGeom prst="rect">
                <a:avLst/>
              </a:prstGeom>
            </p:spPr>
          </p:pic>
          <p:pic>
            <p:nvPicPr>
              <p:cNvPr id="3859" name="Graphic 3858" descr="Deciduous tree with solid fill">
                <a:extLst>
                  <a:ext uri="{FF2B5EF4-FFF2-40B4-BE49-F238E27FC236}">
                    <a16:creationId xmlns:a16="http://schemas.microsoft.com/office/drawing/2014/main" id="{13ED7767-67E2-262A-73F2-F8B62891474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23828" y="3581191"/>
                <a:ext cx="209457" cy="196410"/>
              </a:xfrm>
              <a:prstGeom prst="rect">
                <a:avLst/>
              </a:prstGeom>
            </p:spPr>
          </p:pic>
          <p:pic>
            <p:nvPicPr>
              <p:cNvPr id="3861" name="Graphic 3860" descr="Deciduous tree with solid fill">
                <a:extLst>
                  <a:ext uri="{FF2B5EF4-FFF2-40B4-BE49-F238E27FC236}">
                    <a16:creationId xmlns:a16="http://schemas.microsoft.com/office/drawing/2014/main" id="{6263BBF6-3C95-3779-9BDF-79B9B78126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77798" y="1792173"/>
                <a:ext cx="209457" cy="196410"/>
              </a:xfrm>
              <a:prstGeom prst="rect">
                <a:avLst/>
              </a:prstGeom>
            </p:spPr>
          </p:pic>
          <p:pic>
            <p:nvPicPr>
              <p:cNvPr id="3863" name="Graphic 3862" descr="Deciduous tree with solid fill">
                <a:extLst>
                  <a:ext uri="{FF2B5EF4-FFF2-40B4-BE49-F238E27FC236}">
                    <a16:creationId xmlns:a16="http://schemas.microsoft.com/office/drawing/2014/main" id="{6B622F12-E1F4-81BD-6F2A-A1B9C3F403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3" y="1915664"/>
                <a:ext cx="209457" cy="196410"/>
              </a:xfrm>
              <a:prstGeom prst="rect">
                <a:avLst/>
              </a:prstGeom>
            </p:spPr>
          </p:pic>
          <p:pic>
            <p:nvPicPr>
              <p:cNvPr id="3865" name="Graphic 3864" descr="Deciduous tree with solid fill">
                <a:extLst>
                  <a:ext uri="{FF2B5EF4-FFF2-40B4-BE49-F238E27FC236}">
                    <a16:creationId xmlns:a16="http://schemas.microsoft.com/office/drawing/2014/main" id="{F91C839C-9A8A-181B-428A-02493F0B13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41187" y="2039155"/>
                <a:ext cx="209457" cy="196410"/>
              </a:xfrm>
              <a:prstGeom prst="rect">
                <a:avLst/>
              </a:prstGeom>
            </p:spPr>
          </p:pic>
          <p:pic>
            <p:nvPicPr>
              <p:cNvPr id="3867" name="Graphic 3866" descr="Deciduous tree with solid fill">
                <a:extLst>
                  <a:ext uri="{FF2B5EF4-FFF2-40B4-BE49-F238E27FC236}">
                    <a16:creationId xmlns:a16="http://schemas.microsoft.com/office/drawing/2014/main" id="{E032C9D7-54F6-E473-0DB1-C2027FEB4D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2881" y="2162645"/>
                <a:ext cx="209457" cy="196410"/>
              </a:xfrm>
              <a:prstGeom prst="rect">
                <a:avLst/>
              </a:prstGeom>
            </p:spPr>
          </p:pic>
          <p:pic>
            <p:nvPicPr>
              <p:cNvPr id="3869" name="Graphic 3868" descr="Deciduous tree with solid fill">
                <a:extLst>
                  <a:ext uri="{FF2B5EF4-FFF2-40B4-BE49-F238E27FC236}">
                    <a16:creationId xmlns:a16="http://schemas.microsoft.com/office/drawing/2014/main" id="{8C995AB2-AC66-4649-CFF3-C594418D33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04576" y="2286136"/>
                <a:ext cx="209457" cy="196410"/>
              </a:xfrm>
              <a:prstGeom prst="rect">
                <a:avLst/>
              </a:prstGeom>
            </p:spPr>
          </p:pic>
          <p:pic>
            <p:nvPicPr>
              <p:cNvPr id="3871" name="Graphic 3870" descr="Deciduous tree with solid fill">
                <a:extLst>
                  <a:ext uri="{FF2B5EF4-FFF2-40B4-BE49-F238E27FC236}">
                    <a16:creationId xmlns:a16="http://schemas.microsoft.com/office/drawing/2014/main" id="{218BC0FB-E285-0AE3-639B-A03B99FA72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6270" y="2409627"/>
                <a:ext cx="209457" cy="196410"/>
              </a:xfrm>
              <a:prstGeom prst="rect">
                <a:avLst/>
              </a:prstGeom>
            </p:spPr>
          </p:pic>
          <p:pic>
            <p:nvPicPr>
              <p:cNvPr id="3873" name="Graphic 3872" descr="Deciduous tree with solid fill">
                <a:extLst>
                  <a:ext uri="{FF2B5EF4-FFF2-40B4-BE49-F238E27FC236}">
                    <a16:creationId xmlns:a16="http://schemas.microsoft.com/office/drawing/2014/main" id="{C6ED7EF8-2787-AB88-B16D-95C3438F87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7965" y="2533118"/>
                <a:ext cx="209457" cy="196410"/>
              </a:xfrm>
              <a:prstGeom prst="rect">
                <a:avLst/>
              </a:prstGeom>
            </p:spPr>
          </p:pic>
          <p:pic>
            <p:nvPicPr>
              <p:cNvPr id="3875" name="Graphic 3874" descr="Deciduous tree with solid fill">
                <a:extLst>
                  <a:ext uri="{FF2B5EF4-FFF2-40B4-BE49-F238E27FC236}">
                    <a16:creationId xmlns:a16="http://schemas.microsoft.com/office/drawing/2014/main" id="{B9D4DF6D-3AA6-669C-DEB8-6C0C0E45B2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99660" y="2656610"/>
                <a:ext cx="209457" cy="196410"/>
              </a:xfrm>
              <a:prstGeom prst="rect">
                <a:avLst/>
              </a:prstGeom>
            </p:spPr>
          </p:pic>
          <p:pic>
            <p:nvPicPr>
              <p:cNvPr id="3877" name="Graphic 3876" descr="Deciduous tree with solid fill">
                <a:extLst>
                  <a:ext uri="{FF2B5EF4-FFF2-40B4-BE49-F238E27FC236}">
                    <a16:creationId xmlns:a16="http://schemas.microsoft.com/office/drawing/2014/main" id="{10743138-55B1-37B6-6DE6-AF801593B3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54" y="2780100"/>
                <a:ext cx="209457" cy="196410"/>
              </a:xfrm>
              <a:prstGeom prst="rect">
                <a:avLst/>
              </a:prstGeom>
            </p:spPr>
          </p:pic>
          <p:pic>
            <p:nvPicPr>
              <p:cNvPr id="3879" name="Graphic 3878" descr="Deciduous tree with solid fill">
                <a:extLst>
                  <a:ext uri="{FF2B5EF4-FFF2-40B4-BE49-F238E27FC236}">
                    <a16:creationId xmlns:a16="http://schemas.microsoft.com/office/drawing/2014/main" id="{C23414CC-B513-9EFB-F7C7-0EFF8A03A0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63048" y="2903591"/>
                <a:ext cx="209457" cy="196410"/>
              </a:xfrm>
              <a:prstGeom prst="rect">
                <a:avLst/>
              </a:prstGeom>
            </p:spPr>
          </p:pic>
          <p:pic>
            <p:nvPicPr>
              <p:cNvPr id="3881" name="Graphic 3880" descr="Deciduous tree with solid fill">
                <a:extLst>
                  <a:ext uri="{FF2B5EF4-FFF2-40B4-BE49-F238E27FC236}">
                    <a16:creationId xmlns:a16="http://schemas.microsoft.com/office/drawing/2014/main" id="{6AB13CA4-18DC-66F3-3605-474254C6ED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4743" y="3027082"/>
                <a:ext cx="209457" cy="196410"/>
              </a:xfrm>
              <a:prstGeom prst="rect">
                <a:avLst/>
              </a:prstGeom>
            </p:spPr>
          </p:pic>
          <p:pic>
            <p:nvPicPr>
              <p:cNvPr id="3883" name="Graphic 3882" descr="Deciduous tree with solid fill">
                <a:extLst>
                  <a:ext uri="{FF2B5EF4-FFF2-40B4-BE49-F238E27FC236}">
                    <a16:creationId xmlns:a16="http://schemas.microsoft.com/office/drawing/2014/main" id="{9D1EF8FF-DD5A-08F4-0C7D-0A646A4DF2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6438" y="3150573"/>
                <a:ext cx="209457" cy="196410"/>
              </a:xfrm>
              <a:prstGeom prst="rect">
                <a:avLst/>
              </a:prstGeom>
            </p:spPr>
          </p:pic>
          <p:pic>
            <p:nvPicPr>
              <p:cNvPr id="3885" name="Graphic 3884" descr="Deciduous tree with solid fill">
                <a:extLst>
                  <a:ext uri="{FF2B5EF4-FFF2-40B4-BE49-F238E27FC236}">
                    <a16:creationId xmlns:a16="http://schemas.microsoft.com/office/drawing/2014/main" id="{989BDB67-8998-478B-4320-C10529B00F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58132" y="3274064"/>
                <a:ext cx="209457" cy="196410"/>
              </a:xfrm>
              <a:prstGeom prst="rect">
                <a:avLst/>
              </a:prstGeom>
            </p:spPr>
          </p:pic>
          <p:pic>
            <p:nvPicPr>
              <p:cNvPr id="3887" name="Graphic 3886" descr="Deciduous tree with solid fill">
                <a:extLst>
                  <a:ext uri="{FF2B5EF4-FFF2-40B4-BE49-F238E27FC236}">
                    <a16:creationId xmlns:a16="http://schemas.microsoft.com/office/drawing/2014/main" id="{0EE9DC36-B601-2082-AE21-37DE3B7819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3424" y="1696313"/>
                <a:ext cx="209457" cy="196410"/>
              </a:xfrm>
              <a:prstGeom prst="rect">
                <a:avLst/>
              </a:prstGeom>
            </p:spPr>
          </p:pic>
          <p:pic>
            <p:nvPicPr>
              <p:cNvPr id="3889" name="Graphic 3888" descr="Deciduous tree with solid fill">
                <a:extLst>
                  <a:ext uri="{FF2B5EF4-FFF2-40B4-BE49-F238E27FC236}">
                    <a16:creationId xmlns:a16="http://schemas.microsoft.com/office/drawing/2014/main" id="{EC49AE7F-3C26-B216-82D5-2E94580073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95119" y="1819804"/>
                <a:ext cx="209457" cy="196410"/>
              </a:xfrm>
              <a:prstGeom prst="rect">
                <a:avLst/>
              </a:prstGeom>
            </p:spPr>
          </p:pic>
          <p:pic>
            <p:nvPicPr>
              <p:cNvPr id="3891" name="Graphic 3890" descr="Deciduous tree with solid fill">
                <a:extLst>
                  <a:ext uri="{FF2B5EF4-FFF2-40B4-BE49-F238E27FC236}">
                    <a16:creationId xmlns:a16="http://schemas.microsoft.com/office/drawing/2014/main" id="{9CC78972-E411-E5F6-94A4-8C78F58F94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6813" y="1943295"/>
                <a:ext cx="209457" cy="196410"/>
              </a:xfrm>
              <a:prstGeom prst="rect">
                <a:avLst/>
              </a:prstGeom>
            </p:spPr>
          </p:pic>
          <p:pic>
            <p:nvPicPr>
              <p:cNvPr id="3893" name="Graphic 3892" descr="Deciduous tree with solid fill">
                <a:extLst>
                  <a:ext uri="{FF2B5EF4-FFF2-40B4-BE49-F238E27FC236}">
                    <a16:creationId xmlns:a16="http://schemas.microsoft.com/office/drawing/2014/main" id="{A6217D90-C2EB-88A2-CE8D-92737F2FB6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8507" y="2066786"/>
                <a:ext cx="209457" cy="196410"/>
              </a:xfrm>
              <a:prstGeom prst="rect">
                <a:avLst/>
              </a:prstGeom>
            </p:spPr>
          </p:pic>
          <p:pic>
            <p:nvPicPr>
              <p:cNvPr id="3895" name="Graphic 3894" descr="Deciduous tree with solid fill">
                <a:extLst>
                  <a:ext uri="{FF2B5EF4-FFF2-40B4-BE49-F238E27FC236}">
                    <a16:creationId xmlns:a16="http://schemas.microsoft.com/office/drawing/2014/main" id="{2395EF45-AB7D-31FF-0EA5-BDC010DFDF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90202" y="2190277"/>
                <a:ext cx="209457" cy="196410"/>
              </a:xfrm>
              <a:prstGeom prst="rect">
                <a:avLst/>
              </a:prstGeom>
            </p:spPr>
          </p:pic>
          <p:pic>
            <p:nvPicPr>
              <p:cNvPr id="3897" name="Graphic 3896" descr="Deciduous tree with solid fill">
                <a:extLst>
                  <a:ext uri="{FF2B5EF4-FFF2-40B4-BE49-F238E27FC236}">
                    <a16:creationId xmlns:a16="http://schemas.microsoft.com/office/drawing/2014/main" id="{9A62E0CE-17CC-5335-8707-E587DF62F1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1897" y="2313768"/>
                <a:ext cx="209457" cy="196410"/>
              </a:xfrm>
              <a:prstGeom prst="rect">
                <a:avLst/>
              </a:prstGeom>
            </p:spPr>
          </p:pic>
          <p:pic>
            <p:nvPicPr>
              <p:cNvPr id="3899" name="Graphic 3898" descr="Deciduous tree with solid fill">
                <a:extLst>
                  <a:ext uri="{FF2B5EF4-FFF2-40B4-BE49-F238E27FC236}">
                    <a16:creationId xmlns:a16="http://schemas.microsoft.com/office/drawing/2014/main" id="{51532B61-45A9-2E68-397A-EBAE73B3C3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53591" y="2437259"/>
                <a:ext cx="209457" cy="196410"/>
              </a:xfrm>
              <a:prstGeom prst="rect">
                <a:avLst/>
              </a:prstGeom>
            </p:spPr>
          </p:pic>
          <p:pic>
            <p:nvPicPr>
              <p:cNvPr id="3901" name="Graphic 3900" descr="Deciduous tree with solid fill">
                <a:extLst>
                  <a:ext uri="{FF2B5EF4-FFF2-40B4-BE49-F238E27FC236}">
                    <a16:creationId xmlns:a16="http://schemas.microsoft.com/office/drawing/2014/main" id="{C91543AE-094A-6A40-16FF-C17701F90B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85286" y="2560750"/>
                <a:ext cx="209457" cy="196410"/>
              </a:xfrm>
              <a:prstGeom prst="rect">
                <a:avLst/>
              </a:prstGeom>
            </p:spPr>
          </p:pic>
          <p:pic>
            <p:nvPicPr>
              <p:cNvPr id="3903" name="Graphic 3902" descr="Deciduous tree with solid fill">
                <a:extLst>
                  <a:ext uri="{FF2B5EF4-FFF2-40B4-BE49-F238E27FC236}">
                    <a16:creationId xmlns:a16="http://schemas.microsoft.com/office/drawing/2014/main" id="{1C61A614-A91D-E395-56C9-B83B2D9D8B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16980" y="2684241"/>
                <a:ext cx="209457" cy="196410"/>
              </a:xfrm>
              <a:prstGeom prst="rect">
                <a:avLst/>
              </a:prstGeom>
            </p:spPr>
          </p:pic>
          <p:pic>
            <p:nvPicPr>
              <p:cNvPr id="3905" name="Graphic 3904" descr="Deciduous tree with solid fill">
                <a:extLst>
                  <a:ext uri="{FF2B5EF4-FFF2-40B4-BE49-F238E27FC236}">
                    <a16:creationId xmlns:a16="http://schemas.microsoft.com/office/drawing/2014/main" id="{C6DF965D-3C02-2FCD-2264-4B72D1B722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8674" y="2807732"/>
                <a:ext cx="209457" cy="196410"/>
              </a:xfrm>
              <a:prstGeom prst="rect">
                <a:avLst/>
              </a:prstGeom>
            </p:spPr>
          </p:pic>
          <p:pic>
            <p:nvPicPr>
              <p:cNvPr id="3907" name="Graphic 3906" descr="Deciduous tree with solid fill">
                <a:extLst>
                  <a:ext uri="{FF2B5EF4-FFF2-40B4-BE49-F238E27FC236}">
                    <a16:creationId xmlns:a16="http://schemas.microsoft.com/office/drawing/2014/main" id="{AD55C87D-451C-1498-F9DF-40AE235F64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80369" y="2931222"/>
                <a:ext cx="209457" cy="196410"/>
              </a:xfrm>
              <a:prstGeom prst="rect">
                <a:avLst/>
              </a:prstGeom>
            </p:spPr>
          </p:pic>
          <p:pic>
            <p:nvPicPr>
              <p:cNvPr id="3909" name="Graphic 3908" descr="Deciduous tree with solid fill">
                <a:extLst>
                  <a:ext uri="{FF2B5EF4-FFF2-40B4-BE49-F238E27FC236}">
                    <a16:creationId xmlns:a16="http://schemas.microsoft.com/office/drawing/2014/main" id="{2A6ABA49-0A92-4B08-60E6-7FFD6BD3B7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12064" y="3054713"/>
                <a:ext cx="209457" cy="196410"/>
              </a:xfrm>
              <a:prstGeom prst="rect">
                <a:avLst/>
              </a:prstGeom>
            </p:spPr>
          </p:pic>
          <p:pic>
            <p:nvPicPr>
              <p:cNvPr id="3911" name="Graphic 3910" descr="Deciduous tree with solid fill">
                <a:extLst>
                  <a:ext uri="{FF2B5EF4-FFF2-40B4-BE49-F238E27FC236}">
                    <a16:creationId xmlns:a16="http://schemas.microsoft.com/office/drawing/2014/main" id="{64F4B29A-48BB-9062-70FC-A514C80496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3758" y="3178205"/>
                <a:ext cx="209457" cy="196410"/>
              </a:xfrm>
              <a:prstGeom prst="rect">
                <a:avLst/>
              </a:prstGeom>
            </p:spPr>
          </p:pic>
          <p:pic>
            <p:nvPicPr>
              <p:cNvPr id="3913" name="Graphic 3912" descr="Deciduous tree with solid fill">
                <a:extLst>
                  <a:ext uri="{FF2B5EF4-FFF2-40B4-BE49-F238E27FC236}">
                    <a16:creationId xmlns:a16="http://schemas.microsoft.com/office/drawing/2014/main" id="{CBC7BE4B-EACC-B0AF-4F45-734725888C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34000" y="1608275"/>
                <a:ext cx="209457" cy="196410"/>
              </a:xfrm>
              <a:prstGeom prst="rect">
                <a:avLst/>
              </a:prstGeom>
            </p:spPr>
          </p:pic>
          <p:pic>
            <p:nvPicPr>
              <p:cNvPr id="3915" name="Graphic 3914" descr="Deciduous tree with solid fill">
                <a:extLst>
                  <a:ext uri="{FF2B5EF4-FFF2-40B4-BE49-F238E27FC236}">
                    <a16:creationId xmlns:a16="http://schemas.microsoft.com/office/drawing/2014/main" id="{0A2CAE72-1EE6-4F65-2C60-AED1260309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5695" y="1731766"/>
                <a:ext cx="209457" cy="196410"/>
              </a:xfrm>
              <a:prstGeom prst="rect">
                <a:avLst/>
              </a:prstGeom>
            </p:spPr>
          </p:pic>
          <p:pic>
            <p:nvPicPr>
              <p:cNvPr id="3917" name="Graphic 3916" descr="Deciduous tree with solid fill">
                <a:extLst>
                  <a:ext uri="{FF2B5EF4-FFF2-40B4-BE49-F238E27FC236}">
                    <a16:creationId xmlns:a16="http://schemas.microsoft.com/office/drawing/2014/main" id="{4CE4F3F7-C3BB-A866-E3D0-F0F7966D5C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7390" y="1855257"/>
                <a:ext cx="209457" cy="196410"/>
              </a:xfrm>
              <a:prstGeom prst="rect">
                <a:avLst/>
              </a:prstGeom>
            </p:spPr>
          </p:pic>
          <p:pic>
            <p:nvPicPr>
              <p:cNvPr id="3919" name="Graphic 3918" descr="Deciduous tree with solid fill">
                <a:extLst>
                  <a:ext uri="{FF2B5EF4-FFF2-40B4-BE49-F238E27FC236}">
                    <a16:creationId xmlns:a16="http://schemas.microsoft.com/office/drawing/2014/main" id="{CED78D53-714A-4DB5-5BE2-003F4DEB34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9084" y="1978747"/>
                <a:ext cx="209457" cy="196410"/>
              </a:xfrm>
              <a:prstGeom prst="rect">
                <a:avLst/>
              </a:prstGeom>
            </p:spPr>
          </p:pic>
          <p:pic>
            <p:nvPicPr>
              <p:cNvPr id="3921" name="Graphic 3920" descr="Deciduous tree with solid fill">
                <a:extLst>
                  <a:ext uri="{FF2B5EF4-FFF2-40B4-BE49-F238E27FC236}">
                    <a16:creationId xmlns:a16="http://schemas.microsoft.com/office/drawing/2014/main" id="{33C63101-299D-4579-9E63-2DA91D1BD5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60778" y="2102239"/>
                <a:ext cx="209457" cy="196410"/>
              </a:xfrm>
              <a:prstGeom prst="rect">
                <a:avLst/>
              </a:prstGeom>
            </p:spPr>
          </p:pic>
          <p:pic>
            <p:nvPicPr>
              <p:cNvPr id="3923" name="Graphic 3922" descr="Deciduous tree with solid fill">
                <a:extLst>
                  <a:ext uri="{FF2B5EF4-FFF2-40B4-BE49-F238E27FC236}">
                    <a16:creationId xmlns:a16="http://schemas.microsoft.com/office/drawing/2014/main" id="{203ACC2A-CB08-8474-6226-FF454EFDFE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73" y="2225730"/>
                <a:ext cx="209457" cy="196410"/>
              </a:xfrm>
              <a:prstGeom prst="rect">
                <a:avLst/>
              </a:prstGeom>
            </p:spPr>
          </p:pic>
          <p:pic>
            <p:nvPicPr>
              <p:cNvPr id="3925" name="Graphic 3924" descr="Deciduous tree with solid fill">
                <a:extLst>
                  <a:ext uri="{FF2B5EF4-FFF2-40B4-BE49-F238E27FC236}">
                    <a16:creationId xmlns:a16="http://schemas.microsoft.com/office/drawing/2014/main" id="{1D8E3989-0074-67EE-483D-6B15C50E92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24167" y="2349221"/>
                <a:ext cx="209457" cy="196410"/>
              </a:xfrm>
              <a:prstGeom prst="rect">
                <a:avLst/>
              </a:prstGeom>
            </p:spPr>
          </p:pic>
          <p:pic>
            <p:nvPicPr>
              <p:cNvPr id="3927" name="Graphic 3926" descr="Deciduous tree with solid fill">
                <a:extLst>
                  <a:ext uri="{FF2B5EF4-FFF2-40B4-BE49-F238E27FC236}">
                    <a16:creationId xmlns:a16="http://schemas.microsoft.com/office/drawing/2014/main" id="{196AB5BD-10C6-692D-B3D7-8AA958FC8E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5862" y="2472712"/>
                <a:ext cx="209457" cy="196410"/>
              </a:xfrm>
              <a:prstGeom prst="rect">
                <a:avLst/>
              </a:prstGeom>
            </p:spPr>
          </p:pic>
          <p:pic>
            <p:nvPicPr>
              <p:cNvPr id="3929" name="Graphic 3928" descr="Deciduous tree with solid fill">
                <a:extLst>
                  <a:ext uri="{FF2B5EF4-FFF2-40B4-BE49-F238E27FC236}">
                    <a16:creationId xmlns:a16="http://schemas.microsoft.com/office/drawing/2014/main" id="{6471C91F-FEFA-C1F3-FC5B-2D3AFDF264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7557" y="2596202"/>
                <a:ext cx="209457" cy="196410"/>
              </a:xfrm>
              <a:prstGeom prst="rect">
                <a:avLst/>
              </a:prstGeom>
            </p:spPr>
          </p:pic>
          <p:pic>
            <p:nvPicPr>
              <p:cNvPr id="3931" name="Graphic 3930" descr="Deciduous tree with solid fill">
                <a:extLst>
                  <a:ext uri="{FF2B5EF4-FFF2-40B4-BE49-F238E27FC236}">
                    <a16:creationId xmlns:a16="http://schemas.microsoft.com/office/drawing/2014/main" id="{36288300-E3DD-9364-D29B-BE7B3218EE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9251" y="2719693"/>
                <a:ext cx="209457" cy="196410"/>
              </a:xfrm>
              <a:prstGeom prst="rect">
                <a:avLst/>
              </a:prstGeom>
            </p:spPr>
          </p:pic>
          <p:pic>
            <p:nvPicPr>
              <p:cNvPr id="3933" name="Graphic 3932" descr="Deciduous tree with solid fill">
                <a:extLst>
                  <a:ext uri="{FF2B5EF4-FFF2-40B4-BE49-F238E27FC236}">
                    <a16:creationId xmlns:a16="http://schemas.microsoft.com/office/drawing/2014/main" id="{4C78C618-1E22-4213-1E68-91E3D20C0C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0945" y="2843184"/>
                <a:ext cx="209457" cy="196410"/>
              </a:xfrm>
              <a:prstGeom prst="rect">
                <a:avLst/>
              </a:prstGeom>
            </p:spPr>
          </p:pic>
          <p:pic>
            <p:nvPicPr>
              <p:cNvPr id="3935" name="Graphic 3934" descr="Deciduous tree with solid fill">
                <a:extLst>
                  <a:ext uri="{FF2B5EF4-FFF2-40B4-BE49-F238E27FC236}">
                    <a16:creationId xmlns:a16="http://schemas.microsoft.com/office/drawing/2014/main" id="{E2EB9DA1-1C1D-4CFD-DFB6-FE20283635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2640" y="2966675"/>
                <a:ext cx="209457" cy="196410"/>
              </a:xfrm>
              <a:prstGeom prst="rect">
                <a:avLst/>
              </a:prstGeom>
            </p:spPr>
          </p:pic>
          <p:pic>
            <p:nvPicPr>
              <p:cNvPr id="3937" name="Graphic 3936" descr="Deciduous tree with solid fill">
                <a:extLst>
                  <a:ext uri="{FF2B5EF4-FFF2-40B4-BE49-F238E27FC236}">
                    <a16:creationId xmlns:a16="http://schemas.microsoft.com/office/drawing/2014/main" id="{D861E428-CAF0-77D6-9C3A-D59397391B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14335" y="3090167"/>
                <a:ext cx="209457" cy="196410"/>
              </a:xfrm>
              <a:prstGeom prst="rect">
                <a:avLst/>
              </a:prstGeom>
            </p:spPr>
          </p:pic>
          <p:pic>
            <p:nvPicPr>
              <p:cNvPr id="3939" name="Graphic 3938" descr="Deciduous tree with solid fill">
                <a:extLst>
                  <a:ext uri="{FF2B5EF4-FFF2-40B4-BE49-F238E27FC236}">
                    <a16:creationId xmlns:a16="http://schemas.microsoft.com/office/drawing/2014/main" id="{D6A27B2D-A101-9B40-C5B9-E7F50B37EB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01930" y="3495464"/>
                <a:ext cx="209457" cy="196410"/>
              </a:xfrm>
              <a:prstGeom prst="rect">
                <a:avLst/>
              </a:prstGeom>
            </p:spPr>
          </p:pic>
          <p:pic>
            <p:nvPicPr>
              <p:cNvPr id="3948" name="Graphic 3947" descr="Deciduous tree with solid fill">
                <a:extLst>
                  <a:ext uri="{FF2B5EF4-FFF2-40B4-BE49-F238E27FC236}">
                    <a16:creationId xmlns:a16="http://schemas.microsoft.com/office/drawing/2014/main" id="{53DCB37D-7344-A2E5-5907-8A54668E9F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93211" y="3413690"/>
                <a:ext cx="209457" cy="196410"/>
              </a:xfrm>
              <a:prstGeom prst="rect">
                <a:avLst/>
              </a:prstGeom>
            </p:spPr>
          </p:pic>
          <p:pic>
            <p:nvPicPr>
              <p:cNvPr id="3950" name="Graphic 3949" descr="Deciduous tree with solid fill">
                <a:extLst>
                  <a:ext uri="{FF2B5EF4-FFF2-40B4-BE49-F238E27FC236}">
                    <a16:creationId xmlns:a16="http://schemas.microsoft.com/office/drawing/2014/main" id="{2CAF3509-8784-EEF3-0055-669FB63AB4F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24297" y="4001194"/>
                <a:ext cx="209457" cy="196410"/>
              </a:xfrm>
              <a:prstGeom prst="rect">
                <a:avLst/>
              </a:prstGeom>
            </p:spPr>
          </p:pic>
        </p:grpSp>
      </p:grpSp>
      <p:sp>
        <p:nvSpPr>
          <p:cNvPr id="3953" name="Title 3952">
            <a:extLst>
              <a:ext uri="{FF2B5EF4-FFF2-40B4-BE49-F238E27FC236}">
                <a16:creationId xmlns:a16="http://schemas.microsoft.com/office/drawing/2014/main" id="{41656F0F-C8DF-85B1-FD7C-2705129B55DE}"/>
              </a:ext>
            </a:extLst>
          </p:cNvPr>
          <p:cNvSpPr>
            <a:spLocks noGrp="1"/>
          </p:cNvSpPr>
          <p:nvPr>
            <p:ph type="title"/>
          </p:nvPr>
        </p:nvSpPr>
        <p:spPr>
          <a:xfrm>
            <a:off x="270669" y="236627"/>
            <a:ext cx="11650662" cy="625944"/>
          </a:xfrm>
        </p:spPr>
        <p:txBody>
          <a:bodyPr/>
          <a:lstStyle/>
          <a:p>
            <a:r>
              <a:rPr lang="en-US" noProof="0" dirty="0"/>
              <a:t>Problem</a:t>
            </a:r>
          </a:p>
        </p:txBody>
      </p:sp>
      <p:sp>
        <p:nvSpPr>
          <p:cNvPr id="4057" name="TextBox 4056">
            <a:extLst>
              <a:ext uri="{FF2B5EF4-FFF2-40B4-BE49-F238E27FC236}">
                <a16:creationId xmlns:a16="http://schemas.microsoft.com/office/drawing/2014/main" id="{5E9B40AF-51AF-8184-3719-3741390FB326}"/>
              </a:ext>
            </a:extLst>
          </p:cNvPr>
          <p:cNvSpPr txBox="1"/>
          <p:nvPr/>
        </p:nvSpPr>
        <p:spPr>
          <a:xfrm>
            <a:off x="5015880" y="4719942"/>
            <a:ext cx="2304256" cy="844590"/>
          </a:xfrm>
          <a:prstGeom prst="rect">
            <a:avLst/>
          </a:prstGeom>
          <a:noFill/>
        </p:spPr>
        <p:txBody>
          <a:bodyPr wrap="square" lIns="0" tIns="0" rIns="0" bIns="0" rtlCol="0">
            <a:spAutoFit/>
          </a:bodyPr>
          <a:lstStyle/>
          <a:p>
            <a:pPr algn="ctr"/>
            <a:r>
              <a:rPr lang="en-US" sz="2800" b="1" noProof="0" dirty="0">
                <a:latin typeface="Aptos" panose="020B0004020202020204" pitchFamily="34" charset="0"/>
              </a:rPr>
              <a:t>10 Genomes Sequenced</a:t>
            </a:r>
          </a:p>
        </p:txBody>
      </p:sp>
      <p:grpSp>
        <p:nvGrpSpPr>
          <p:cNvPr id="4118" name="Group 4117">
            <a:extLst>
              <a:ext uri="{FF2B5EF4-FFF2-40B4-BE49-F238E27FC236}">
                <a16:creationId xmlns:a16="http://schemas.microsoft.com/office/drawing/2014/main" id="{C0957C70-EBD1-ABF6-BAAF-07460DDB1924}"/>
              </a:ext>
            </a:extLst>
          </p:cNvPr>
          <p:cNvGrpSpPr/>
          <p:nvPr/>
        </p:nvGrpSpPr>
        <p:grpSpPr>
          <a:xfrm>
            <a:off x="4514912" y="1247498"/>
            <a:ext cx="3168352" cy="3312368"/>
            <a:chOff x="4583832" y="1272456"/>
            <a:chExt cx="3168352" cy="3312368"/>
          </a:xfrm>
          <a:effectLst>
            <a:outerShdw blurRad="50800" dist="38100" dir="2700000" algn="tl" rotWithShape="0">
              <a:prstClr val="black">
                <a:alpha val="40000"/>
              </a:prstClr>
            </a:outerShdw>
          </a:effectLst>
        </p:grpSpPr>
        <p:sp>
          <p:nvSpPr>
            <p:cNvPr id="4119" name="Rectangle: Rounded Corners 4118">
              <a:extLst>
                <a:ext uri="{FF2B5EF4-FFF2-40B4-BE49-F238E27FC236}">
                  <a16:creationId xmlns:a16="http://schemas.microsoft.com/office/drawing/2014/main" id="{8A6DCB42-7DB2-A7D4-EAC1-A5157ACCD8D6}"/>
                </a:ext>
              </a:extLst>
            </p:cNvPr>
            <p:cNvSpPr/>
            <p:nvPr/>
          </p:nvSpPr>
          <p:spPr>
            <a:xfrm>
              <a:off x="4583832" y="1272456"/>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20" name="Graphic 4119" descr="Deciduous tree with solid fill">
              <a:extLst>
                <a:ext uri="{FF2B5EF4-FFF2-40B4-BE49-F238E27FC236}">
                  <a16:creationId xmlns:a16="http://schemas.microsoft.com/office/drawing/2014/main" id="{8487ADA3-E028-9D95-F0C4-414BE0E26E8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47197" y="1420798"/>
              <a:ext cx="369579" cy="281371"/>
            </a:xfrm>
            <a:prstGeom prst="rect">
              <a:avLst/>
            </a:prstGeom>
            <a:effectLst>
              <a:outerShdw blurRad="50800" dist="38100" dir="2700000" algn="tl" rotWithShape="0">
                <a:prstClr val="black">
                  <a:alpha val="40000"/>
                </a:prstClr>
              </a:outerShdw>
            </a:effectLst>
          </p:spPr>
        </p:pic>
        <p:pic>
          <p:nvPicPr>
            <p:cNvPr id="4121" name="Graphic 4120" descr="Deciduous tree with solid fill">
              <a:extLst>
                <a:ext uri="{FF2B5EF4-FFF2-40B4-BE49-F238E27FC236}">
                  <a16:creationId xmlns:a16="http://schemas.microsoft.com/office/drawing/2014/main" id="{0EA86DAF-1CFE-45AC-35B0-C94A6FF5C3F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47197" y="1724183"/>
              <a:ext cx="369579" cy="281371"/>
            </a:xfrm>
            <a:prstGeom prst="rect">
              <a:avLst/>
            </a:prstGeom>
            <a:effectLst>
              <a:outerShdw blurRad="50800" dist="38100" dir="2700000" algn="tl" rotWithShape="0">
                <a:prstClr val="black">
                  <a:alpha val="40000"/>
                </a:prstClr>
              </a:outerShdw>
            </a:effectLst>
          </p:spPr>
        </p:pic>
        <p:pic>
          <p:nvPicPr>
            <p:cNvPr id="4122" name="Graphic 4121" descr="Deciduous tree with solid fill">
              <a:extLst>
                <a:ext uri="{FF2B5EF4-FFF2-40B4-BE49-F238E27FC236}">
                  <a16:creationId xmlns:a16="http://schemas.microsoft.com/office/drawing/2014/main" id="{22C1A7DA-5A81-60D9-4958-D7C2181ED14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50359" y="2027569"/>
              <a:ext cx="369579" cy="281371"/>
            </a:xfrm>
            <a:prstGeom prst="rect">
              <a:avLst/>
            </a:prstGeom>
            <a:effectLst>
              <a:outerShdw blurRad="50800" dist="38100" dir="2700000" algn="tl" rotWithShape="0">
                <a:prstClr val="black">
                  <a:alpha val="40000"/>
                </a:prstClr>
              </a:outerShdw>
            </a:effectLst>
          </p:spPr>
        </p:pic>
        <p:pic>
          <p:nvPicPr>
            <p:cNvPr id="4123" name="Graphic 4122" descr="Deciduous tree with solid fill">
              <a:extLst>
                <a:ext uri="{FF2B5EF4-FFF2-40B4-BE49-F238E27FC236}">
                  <a16:creationId xmlns:a16="http://schemas.microsoft.com/office/drawing/2014/main" id="{78577379-D613-68EB-1F99-0DD19D9A1B3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47196" y="2327406"/>
              <a:ext cx="369579" cy="281371"/>
            </a:xfrm>
            <a:prstGeom prst="rect">
              <a:avLst/>
            </a:prstGeom>
            <a:effectLst>
              <a:outerShdw blurRad="50800" dist="38100" dir="2700000" algn="tl" rotWithShape="0">
                <a:prstClr val="black">
                  <a:alpha val="40000"/>
                </a:prstClr>
              </a:outerShdw>
            </a:effectLst>
          </p:spPr>
        </p:pic>
        <p:pic>
          <p:nvPicPr>
            <p:cNvPr id="4124" name="Graphic 4123" descr="Deciduous tree with solid fill">
              <a:extLst>
                <a:ext uri="{FF2B5EF4-FFF2-40B4-BE49-F238E27FC236}">
                  <a16:creationId xmlns:a16="http://schemas.microsoft.com/office/drawing/2014/main" id="{D1E94784-8724-E8A5-339F-D7D5A1ADC0C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47196" y="2634339"/>
              <a:ext cx="369579" cy="281371"/>
            </a:xfrm>
            <a:prstGeom prst="rect">
              <a:avLst/>
            </a:prstGeom>
            <a:effectLst>
              <a:outerShdw blurRad="50800" dist="38100" dir="2700000" algn="tl" rotWithShape="0">
                <a:prstClr val="black">
                  <a:alpha val="40000"/>
                </a:prstClr>
              </a:outerShdw>
            </a:effectLst>
          </p:spPr>
        </p:pic>
        <p:pic>
          <p:nvPicPr>
            <p:cNvPr id="4125" name="Graphic 4124" descr="Deciduous tree with solid fill">
              <a:extLst>
                <a:ext uri="{FF2B5EF4-FFF2-40B4-BE49-F238E27FC236}">
                  <a16:creationId xmlns:a16="http://schemas.microsoft.com/office/drawing/2014/main" id="{34B4F0D4-4594-8A15-C63F-B2201D20E39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47196" y="2937725"/>
              <a:ext cx="369579" cy="281371"/>
            </a:xfrm>
            <a:prstGeom prst="rect">
              <a:avLst/>
            </a:prstGeom>
            <a:effectLst>
              <a:outerShdw blurRad="50800" dist="38100" dir="2700000" algn="tl" rotWithShape="0">
                <a:prstClr val="black">
                  <a:alpha val="40000"/>
                </a:prstClr>
              </a:outerShdw>
            </a:effectLst>
          </p:spPr>
        </p:pic>
        <p:pic>
          <p:nvPicPr>
            <p:cNvPr id="4126" name="Graphic 4125" descr="Deciduous tree with solid fill">
              <a:extLst>
                <a:ext uri="{FF2B5EF4-FFF2-40B4-BE49-F238E27FC236}">
                  <a16:creationId xmlns:a16="http://schemas.microsoft.com/office/drawing/2014/main" id="{5DDD8383-B756-BBA6-868E-3AFB0A75331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50358" y="3241110"/>
              <a:ext cx="369579" cy="281371"/>
            </a:xfrm>
            <a:prstGeom prst="rect">
              <a:avLst/>
            </a:prstGeom>
            <a:effectLst>
              <a:outerShdw blurRad="50800" dist="38100" dir="2700000" algn="tl" rotWithShape="0">
                <a:prstClr val="black">
                  <a:alpha val="40000"/>
                </a:prstClr>
              </a:outerShdw>
            </a:effectLst>
          </p:spPr>
        </p:pic>
        <p:pic>
          <p:nvPicPr>
            <p:cNvPr id="4127" name="Graphic 4126" descr="Deciduous tree with solid fill">
              <a:extLst>
                <a:ext uri="{FF2B5EF4-FFF2-40B4-BE49-F238E27FC236}">
                  <a16:creationId xmlns:a16="http://schemas.microsoft.com/office/drawing/2014/main" id="{9ECE800F-3090-436D-6A9F-DA5FDD39646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47195" y="3540947"/>
              <a:ext cx="369579" cy="281371"/>
            </a:xfrm>
            <a:prstGeom prst="rect">
              <a:avLst/>
            </a:prstGeom>
            <a:effectLst>
              <a:outerShdw blurRad="50800" dist="38100" dir="2700000" algn="tl" rotWithShape="0">
                <a:prstClr val="black">
                  <a:alpha val="40000"/>
                </a:prstClr>
              </a:outerShdw>
            </a:effectLst>
          </p:spPr>
        </p:pic>
        <p:pic>
          <p:nvPicPr>
            <p:cNvPr id="4128" name="Graphic 4127" descr="Deciduous tree with solid fill">
              <a:extLst>
                <a:ext uri="{FF2B5EF4-FFF2-40B4-BE49-F238E27FC236}">
                  <a16:creationId xmlns:a16="http://schemas.microsoft.com/office/drawing/2014/main" id="{FAE498A8-C786-8B8D-E252-FACBE52E2A5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38845" y="3847881"/>
              <a:ext cx="369579" cy="281371"/>
            </a:xfrm>
            <a:prstGeom prst="rect">
              <a:avLst/>
            </a:prstGeom>
            <a:effectLst>
              <a:outerShdw blurRad="50800" dist="38100" dir="2700000" algn="tl" rotWithShape="0">
                <a:prstClr val="black">
                  <a:alpha val="40000"/>
                </a:prstClr>
              </a:outerShdw>
            </a:effectLst>
          </p:spPr>
        </p:pic>
        <p:pic>
          <p:nvPicPr>
            <p:cNvPr id="4129" name="Graphic 4128" descr="Deciduous tree with solid fill">
              <a:extLst>
                <a:ext uri="{FF2B5EF4-FFF2-40B4-BE49-F238E27FC236}">
                  <a16:creationId xmlns:a16="http://schemas.microsoft.com/office/drawing/2014/main" id="{112D4AFD-5EBA-0FCA-9EA1-84D590F48A0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35682" y="4147718"/>
              <a:ext cx="369579" cy="281371"/>
            </a:xfrm>
            <a:prstGeom prst="rect">
              <a:avLst/>
            </a:prstGeom>
            <a:effectLst>
              <a:outerShdw blurRad="50800" dist="38100" dir="2700000" algn="tl" rotWithShape="0">
                <a:prstClr val="black">
                  <a:alpha val="40000"/>
                </a:prstClr>
              </a:outerShdw>
            </a:effectLst>
          </p:spPr>
        </p:pic>
        <p:cxnSp>
          <p:nvCxnSpPr>
            <p:cNvPr id="4130" name="Straight Arrow Connector 4129">
              <a:extLst>
                <a:ext uri="{FF2B5EF4-FFF2-40B4-BE49-F238E27FC236}">
                  <a16:creationId xmlns:a16="http://schemas.microsoft.com/office/drawing/2014/main" id="{72E71997-BA10-3440-20DD-475EBEE01D50}"/>
                </a:ext>
              </a:extLst>
            </p:cNvPr>
            <p:cNvCxnSpPr>
              <a:cxnSpLocks/>
            </p:cNvCxnSpPr>
            <p:nvPr/>
          </p:nvCxnSpPr>
          <p:spPr>
            <a:xfrm>
              <a:off x="5689952" y="1561483"/>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1" name="Straight Arrow Connector 4130">
              <a:extLst>
                <a:ext uri="{FF2B5EF4-FFF2-40B4-BE49-F238E27FC236}">
                  <a16:creationId xmlns:a16="http://schemas.microsoft.com/office/drawing/2014/main" id="{905A017E-29DE-A683-39C4-F3115FDBE48E}"/>
                </a:ext>
              </a:extLst>
            </p:cNvPr>
            <p:cNvCxnSpPr>
              <a:cxnSpLocks/>
            </p:cNvCxnSpPr>
            <p:nvPr/>
          </p:nvCxnSpPr>
          <p:spPr>
            <a:xfrm>
              <a:off x="5689952" y="1864868"/>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2" name="Straight Arrow Connector 4131">
              <a:extLst>
                <a:ext uri="{FF2B5EF4-FFF2-40B4-BE49-F238E27FC236}">
                  <a16:creationId xmlns:a16="http://schemas.microsoft.com/office/drawing/2014/main" id="{335EFAA5-F5CC-21F9-DCE8-DDC9B26FF420}"/>
                </a:ext>
              </a:extLst>
            </p:cNvPr>
            <p:cNvCxnSpPr>
              <a:cxnSpLocks/>
            </p:cNvCxnSpPr>
            <p:nvPr/>
          </p:nvCxnSpPr>
          <p:spPr>
            <a:xfrm>
              <a:off x="5689952" y="2204864"/>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3" name="Straight Arrow Connector 4132">
              <a:extLst>
                <a:ext uri="{FF2B5EF4-FFF2-40B4-BE49-F238E27FC236}">
                  <a16:creationId xmlns:a16="http://schemas.microsoft.com/office/drawing/2014/main" id="{806203CE-9502-7FEA-C1AB-C71EFF864FBD}"/>
                </a:ext>
              </a:extLst>
            </p:cNvPr>
            <p:cNvCxnSpPr>
              <a:cxnSpLocks/>
            </p:cNvCxnSpPr>
            <p:nvPr/>
          </p:nvCxnSpPr>
          <p:spPr>
            <a:xfrm>
              <a:off x="5689952" y="2492896"/>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4" name="Straight Arrow Connector 4133">
              <a:extLst>
                <a:ext uri="{FF2B5EF4-FFF2-40B4-BE49-F238E27FC236}">
                  <a16:creationId xmlns:a16="http://schemas.microsoft.com/office/drawing/2014/main" id="{8B70FF10-D1FA-0A26-F1E2-09414A9E3E63}"/>
                </a:ext>
              </a:extLst>
            </p:cNvPr>
            <p:cNvCxnSpPr>
              <a:cxnSpLocks/>
            </p:cNvCxnSpPr>
            <p:nvPr/>
          </p:nvCxnSpPr>
          <p:spPr>
            <a:xfrm>
              <a:off x="5689952" y="2780928"/>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5" name="Straight Arrow Connector 4134">
              <a:extLst>
                <a:ext uri="{FF2B5EF4-FFF2-40B4-BE49-F238E27FC236}">
                  <a16:creationId xmlns:a16="http://schemas.microsoft.com/office/drawing/2014/main" id="{E3012048-5601-ADAC-418B-FAA4672DD222}"/>
                </a:ext>
              </a:extLst>
            </p:cNvPr>
            <p:cNvCxnSpPr>
              <a:cxnSpLocks/>
            </p:cNvCxnSpPr>
            <p:nvPr/>
          </p:nvCxnSpPr>
          <p:spPr>
            <a:xfrm>
              <a:off x="5689952" y="3068960"/>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6" name="Straight Arrow Connector 4135">
              <a:extLst>
                <a:ext uri="{FF2B5EF4-FFF2-40B4-BE49-F238E27FC236}">
                  <a16:creationId xmlns:a16="http://schemas.microsoft.com/office/drawing/2014/main" id="{4B55BE71-83B7-18EE-3505-23FDFC75C238}"/>
                </a:ext>
              </a:extLst>
            </p:cNvPr>
            <p:cNvCxnSpPr>
              <a:cxnSpLocks/>
            </p:cNvCxnSpPr>
            <p:nvPr/>
          </p:nvCxnSpPr>
          <p:spPr>
            <a:xfrm>
              <a:off x="5689952" y="3381795"/>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7" name="Straight Arrow Connector 4136">
              <a:extLst>
                <a:ext uri="{FF2B5EF4-FFF2-40B4-BE49-F238E27FC236}">
                  <a16:creationId xmlns:a16="http://schemas.microsoft.com/office/drawing/2014/main" id="{71A9452C-8EAA-1179-859C-BBF245AED4A4}"/>
                </a:ext>
              </a:extLst>
            </p:cNvPr>
            <p:cNvCxnSpPr>
              <a:cxnSpLocks/>
            </p:cNvCxnSpPr>
            <p:nvPr/>
          </p:nvCxnSpPr>
          <p:spPr>
            <a:xfrm>
              <a:off x="5689952" y="3677682"/>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8" name="Straight Arrow Connector 4137">
              <a:extLst>
                <a:ext uri="{FF2B5EF4-FFF2-40B4-BE49-F238E27FC236}">
                  <a16:creationId xmlns:a16="http://schemas.microsoft.com/office/drawing/2014/main" id="{AA60623E-7FCF-B4F1-1407-937E29B8D995}"/>
                </a:ext>
              </a:extLst>
            </p:cNvPr>
            <p:cNvCxnSpPr>
              <a:cxnSpLocks/>
            </p:cNvCxnSpPr>
            <p:nvPr/>
          </p:nvCxnSpPr>
          <p:spPr>
            <a:xfrm>
              <a:off x="5689952" y="4013856"/>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9" name="Straight Arrow Connector 4138">
              <a:extLst>
                <a:ext uri="{FF2B5EF4-FFF2-40B4-BE49-F238E27FC236}">
                  <a16:creationId xmlns:a16="http://schemas.microsoft.com/office/drawing/2014/main" id="{D416314F-5073-46E4-D701-4DDD92C02DB7}"/>
                </a:ext>
              </a:extLst>
            </p:cNvPr>
            <p:cNvCxnSpPr>
              <a:cxnSpLocks/>
            </p:cNvCxnSpPr>
            <p:nvPr/>
          </p:nvCxnSpPr>
          <p:spPr>
            <a:xfrm>
              <a:off x="5689952" y="4293096"/>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pic>
          <p:nvPicPr>
            <p:cNvPr id="4140" name="Graphic 4139" descr="DNA with solid fill">
              <a:extLst>
                <a:ext uri="{FF2B5EF4-FFF2-40B4-BE49-F238E27FC236}">
                  <a16:creationId xmlns:a16="http://schemas.microsoft.com/office/drawing/2014/main" id="{A6993D5A-C2A9-2290-CBE9-BADC47122CE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59272" y="1441468"/>
              <a:ext cx="242536" cy="242536"/>
            </a:xfrm>
            <a:prstGeom prst="rect">
              <a:avLst/>
            </a:prstGeom>
            <a:effectLst>
              <a:outerShdw blurRad="50800" dist="38100" dir="2700000" algn="tl" rotWithShape="0">
                <a:prstClr val="black">
                  <a:alpha val="40000"/>
                </a:prstClr>
              </a:outerShdw>
            </a:effectLst>
          </p:spPr>
        </p:pic>
        <p:pic>
          <p:nvPicPr>
            <p:cNvPr id="4141" name="Graphic 4140" descr="DNA with solid fill">
              <a:extLst>
                <a:ext uri="{FF2B5EF4-FFF2-40B4-BE49-F238E27FC236}">
                  <a16:creationId xmlns:a16="http://schemas.microsoft.com/office/drawing/2014/main" id="{331A0C0F-4E56-4917-D136-EEF598ACE0A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59272" y="1746086"/>
              <a:ext cx="242536" cy="242536"/>
            </a:xfrm>
            <a:prstGeom prst="rect">
              <a:avLst/>
            </a:prstGeom>
            <a:effectLst>
              <a:outerShdw blurRad="50800" dist="38100" dir="2700000" algn="tl" rotWithShape="0">
                <a:prstClr val="black">
                  <a:alpha val="40000"/>
                </a:prstClr>
              </a:outerShdw>
            </a:effectLst>
          </p:spPr>
        </p:pic>
        <p:pic>
          <p:nvPicPr>
            <p:cNvPr id="4142" name="Graphic 4141" descr="DNA with solid fill">
              <a:extLst>
                <a:ext uri="{FF2B5EF4-FFF2-40B4-BE49-F238E27FC236}">
                  <a16:creationId xmlns:a16="http://schemas.microsoft.com/office/drawing/2014/main" id="{C950B754-E881-04F7-90EB-D7133AFACD3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56110" y="2077316"/>
              <a:ext cx="242536" cy="242536"/>
            </a:xfrm>
            <a:prstGeom prst="rect">
              <a:avLst/>
            </a:prstGeom>
            <a:effectLst>
              <a:outerShdw blurRad="50800" dist="38100" dir="2700000" algn="tl" rotWithShape="0">
                <a:prstClr val="black">
                  <a:alpha val="40000"/>
                </a:prstClr>
              </a:outerShdw>
            </a:effectLst>
          </p:spPr>
        </p:pic>
        <p:pic>
          <p:nvPicPr>
            <p:cNvPr id="4143" name="Graphic 4142" descr="DNA with solid fill">
              <a:extLst>
                <a:ext uri="{FF2B5EF4-FFF2-40B4-BE49-F238E27FC236}">
                  <a16:creationId xmlns:a16="http://schemas.microsoft.com/office/drawing/2014/main" id="{8FE60771-AF0F-1505-57D5-90A136F69B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56110" y="2377873"/>
              <a:ext cx="242536" cy="242536"/>
            </a:xfrm>
            <a:prstGeom prst="rect">
              <a:avLst/>
            </a:prstGeom>
            <a:effectLst>
              <a:outerShdw blurRad="50800" dist="38100" dir="2700000" algn="tl" rotWithShape="0">
                <a:prstClr val="black">
                  <a:alpha val="40000"/>
                </a:prstClr>
              </a:outerShdw>
            </a:effectLst>
          </p:spPr>
        </p:pic>
        <p:pic>
          <p:nvPicPr>
            <p:cNvPr id="4144" name="Graphic 4143" descr="DNA with solid fill">
              <a:extLst>
                <a:ext uri="{FF2B5EF4-FFF2-40B4-BE49-F238E27FC236}">
                  <a16:creationId xmlns:a16="http://schemas.microsoft.com/office/drawing/2014/main" id="{E384815B-3578-5BA9-F858-2FDCFE87A99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59334" y="2650250"/>
              <a:ext cx="242536" cy="242536"/>
            </a:xfrm>
            <a:prstGeom prst="rect">
              <a:avLst/>
            </a:prstGeom>
            <a:effectLst>
              <a:outerShdw blurRad="50800" dist="38100" dir="2700000" algn="tl" rotWithShape="0">
                <a:prstClr val="black">
                  <a:alpha val="40000"/>
                </a:prstClr>
              </a:outerShdw>
            </a:effectLst>
          </p:spPr>
        </p:pic>
        <p:pic>
          <p:nvPicPr>
            <p:cNvPr id="4145" name="Graphic 4144" descr="DNA with solid fill">
              <a:extLst>
                <a:ext uri="{FF2B5EF4-FFF2-40B4-BE49-F238E27FC236}">
                  <a16:creationId xmlns:a16="http://schemas.microsoft.com/office/drawing/2014/main" id="{A728373B-8707-FCD2-2C03-8153E30AE89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56110" y="2960433"/>
              <a:ext cx="242536" cy="242536"/>
            </a:xfrm>
            <a:prstGeom prst="rect">
              <a:avLst/>
            </a:prstGeom>
            <a:effectLst>
              <a:outerShdw blurRad="50800" dist="38100" dir="2700000" algn="tl" rotWithShape="0">
                <a:prstClr val="black">
                  <a:alpha val="40000"/>
                </a:prstClr>
              </a:outerShdw>
            </a:effectLst>
          </p:spPr>
        </p:pic>
        <p:pic>
          <p:nvPicPr>
            <p:cNvPr id="4146" name="Graphic 4145" descr="DNA with solid fill">
              <a:extLst>
                <a:ext uri="{FF2B5EF4-FFF2-40B4-BE49-F238E27FC236}">
                  <a16:creationId xmlns:a16="http://schemas.microsoft.com/office/drawing/2014/main" id="{69AAC67F-8953-AF4D-E943-67FA09B207E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56110" y="3260318"/>
              <a:ext cx="242536" cy="242536"/>
            </a:xfrm>
            <a:prstGeom prst="rect">
              <a:avLst/>
            </a:prstGeom>
            <a:effectLst>
              <a:outerShdw blurRad="50800" dist="38100" dir="2700000" algn="tl" rotWithShape="0">
                <a:prstClr val="black">
                  <a:alpha val="40000"/>
                </a:prstClr>
              </a:outerShdw>
            </a:effectLst>
          </p:spPr>
        </p:pic>
        <p:pic>
          <p:nvPicPr>
            <p:cNvPr id="4147" name="Graphic 4146" descr="DNA with solid fill">
              <a:extLst>
                <a:ext uri="{FF2B5EF4-FFF2-40B4-BE49-F238E27FC236}">
                  <a16:creationId xmlns:a16="http://schemas.microsoft.com/office/drawing/2014/main" id="{0270677D-6673-4779-884D-493F573FE17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50038" y="3560610"/>
              <a:ext cx="242536" cy="242536"/>
            </a:xfrm>
            <a:prstGeom prst="rect">
              <a:avLst/>
            </a:prstGeom>
            <a:effectLst>
              <a:outerShdw blurRad="50800" dist="38100" dir="2700000" algn="tl" rotWithShape="0">
                <a:prstClr val="black">
                  <a:alpha val="40000"/>
                </a:prstClr>
              </a:outerShdw>
            </a:effectLst>
          </p:spPr>
        </p:pic>
        <p:pic>
          <p:nvPicPr>
            <p:cNvPr id="4148" name="Graphic 4147" descr="DNA with solid fill">
              <a:extLst>
                <a:ext uri="{FF2B5EF4-FFF2-40B4-BE49-F238E27FC236}">
                  <a16:creationId xmlns:a16="http://schemas.microsoft.com/office/drawing/2014/main" id="{8F3D603F-B145-74E8-A25D-DCB9A740097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50038" y="3894618"/>
              <a:ext cx="242536" cy="242536"/>
            </a:xfrm>
            <a:prstGeom prst="rect">
              <a:avLst/>
            </a:prstGeom>
            <a:effectLst>
              <a:outerShdw blurRad="50800" dist="38100" dir="2700000" algn="tl" rotWithShape="0">
                <a:prstClr val="black">
                  <a:alpha val="40000"/>
                </a:prstClr>
              </a:outerShdw>
            </a:effectLst>
          </p:spPr>
        </p:pic>
        <p:pic>
          <p:nvPicPr>
            <p:cNvPr id="4149" name="Graphic 4148" descr="DNA with solid fill">
              <a:extLst>
                <a:ext uri="{FF2B5EF4-FFF2-40B4-BE49-F238E27FC236}">
                  <a16:creationId xmlns:a16="http://schemas.microsoft.com/office/drawing/2014/main" id="{2F111276-4D50-C64F-7171-E63FEE4FDC4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50038" y="4170678"/>
              <a:ext cx="242536" cy="242536"/>
            </a:xfrm>
            <a:prstGeom prst="rect">
              <a:avLst/>
            </a:prstGeom>
            <a:effectLst>
              <a:outerShdw blurRad="50800" dist="38100" dir="2700000" algn="tl" rotWithShape="0">
                <a:prstClr val="black">
                  <a:alpha val="40000"/>
                </a:prstClr>
              </a:outerShdw>
            </a:effectLst>
          </p:spPr>
        </p:pic>
      </p:grpSp>
      <p:sp>
        <p:nvSpPr>
          <p:cNvPr id="2" name="Date Placeholder 1">
            <a:extLst>
              <a:ext uri="{FF2B5EF4-FFF2-40B4-BE49-F238E27FC236}">
                <a16:creationId xmlns:a16="http://schemas.microsoft.com/office/drawing/2014/main" id="{579DC9D0-CD1A-BCEE-A257-032C61A00B49}"/>
              </a:ext>
            </a:extLst>
          </p:cNvPr>
          <p:cNvSpPr>
            <a:spLocks noGrp="1"/>
          </p:cNvSpPr>
          <p:nvPr>
            <p:ph type="dt" sz="half" idx="10"/>
          </p:nvPr>
        </p:nvSpPr>
        <p:spPr/>
        <p:txBody>
          <a:bodyPr/>
          <a:lstStyle/>
          <a:p>
            <a:fld id="{D8AF2EDE-CC10-40DA-8399-EEC46411944E}" type="datetime1">
              <a:rPr lang="en-GB" noProof="0" smtClean="0"/>
              <a:t>16/09/2026</a:t>
            </a:fld>
            <a:endParaRPr lang="en-GB" noProof="0" dirty="0"/>
          </a:p>
        </p:txBody>
      </p:sp>
      <p:sp>
        <p:nvSpPr>
          <p:cNvPr id="4" name="Slide Number Placeholder 3">
            <a:extLst>
              <a:ext uri="{FF2B5EF4-FFF2-40B4-BE49-F238E27FC236}">
                <a16:creationId xmlns:a16="http://schemas.microsoft.com/office/drawing/2014/main" id="{F48416A3-0B9A-3E32-6083-25447C401FDD}"/>
              </a:ext>
            </a:extLst>
          </p:cNvPr>
          <p:cNvSpPr>
            <a:spLocks noGrp="1"/>
          </p:cNvSpPr>
          <p:nvPr>
            <p:ph type="sldNum" sz="quarter" idx="12"/>
          </p:nvPr>
        </p:nvSpPr>
        <p:spPr/>
        <p:txBody>
          <a:bodyPr/>
          <a:lstStyle/>
          <a:p>
            <a:fld id="{442AD375-037F-43D0-B059-5172DA06796A}" type="slidenum">
              <a:rPr lang="en-GB" noProof="0" smtClean="0"/>
              <a:pPr/>
              <a:t>12</a:t>
            </a:fld>
            <a:endParaRPr lang="en-GB" noProof="0" dirty="0"/>
          </a:p>
        </p:txBody>
      </p:sp>
    </p:spTree>
    <p:extLst>
      <p:ext uri="{BB962C8B-B14F-4D97-AF65-F5344CB8AC3E}">
        <p14:creationId xmlns:p14="http://schemas.microsoft.com/office/powerpoint/2010/main" val="766429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CCD7F-0BAD-44E9-665C-B3550DBCD230}"/>
            </a:ext>
          </a:extLst>
        </p:cNvPr>
        <p:cNvGrpSpPr/>
        <p:nvPr/>
      </p:nvGrpSpPr>
      <p:grpSpPr>
        <a:xfrm>
          <a:off x="0" y="0"/>
          <a:ext cx="0" cy="0"/>
          <a:chOff x="0" y="0"/>
          <a:chExt cx="0" cy="0"/>
        </a:xfrm>
      </p:grpSpPr>
      <p:sp>
        <p:nvSpPr>
          <p:cNvPr id="4087" name="Rectangle: Rounded Corners 4086">
            <a:extLst>
              <a:ext uri="{FF2B5EF4-FFF2-40B4-BE49-F238E27FC236}">
                <a16:creationId xmlns:a16="http://schemas.microsoft.com/office/drawing/2014/main" id="{FAE32642-5302-6155-47FF-D14FDE34E18F}"/>
              </a:ext>
            </a:extLst>
          </p:cNvPr>
          <p:cNvSpPr/>
          <p:nvPr/>
        </p:nvSpPr>
        <p:spPr>
          <a:xfrm>
            <a:off x="7830368" y="1255830"/>
            <a:ext cx="4176464"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941" name="TextBox 3940">
            <a:extLst>
              <a:ext uri="{FF2B5EF4-FFF2-40B4-BE49-F238E27FC236}">
                <a16:creationId xmlns:a16="http://schemas.microsoft.com/office/drawing/2014/main" id="{271667AE-2D46-6FDF-CE50-06A2279AF281}"/>
              </a:ext>
            </a:extLst>
          </p:cNvPr>
          <p:cNvSpPr txBox="1"/>
          <p:nvPr/>
        </p:nvSpPr>
        <p:spPr>
          <a:xfrm>
            <a:off x="479376" y="4722171"/>
            <a:ext cx="3672408" cy="422295"/>
          </a:xfrm>
          <a:prstGeom prst="rect">
            <a:avLst/>
          </a:prstGeom>
          <a:noFill/>
        </p:spPr>
        <p:txBody>
          <a:bodyPr wrap="square" lIns="0" tIns="0" rIns="0" bIns="0" rtlCol="0">
            <a:spAutoFit/>
          </a:bodyPr>
          <a:lstStyle/>
          <a:p>
            <a:r>
              <a:rPr lang="en-US" sz="2800" b="1" noProof="0" dirty="0">
                <a:latin typeface="Aptos" panose="020B0004020202020204" pitchFamily="34" charset="0"/>
              </a:rPr>
              <a:t>Sample 10 individuals </a:t>
            </a:r>
          </a:p>
        </p:txBody>
      </p:sp>
      <p:grpSp>
        <p:nvGrpSpPr>
          <p:cNvPr id="4088" name="Group 4087">
            <a:extLst>
              <a:ext uri="{FF2B5EF4-FFF2-40B4-BE49-F238E27FC236}">
                <a16:creationId xmlns:a16="http://schemas.microsoft.com/office/drawing/2014/main" id="{99113085-0179-5799-D61A-9E383EF9E55C}"/>
              </a:ext>
            </a:extLst>
          </p:cNvPr>
          <p:cNvGrpSpPr/>
          <p:nvPr/>
        </p:nvGrpSpPr>
        <p:grpSpPr>
          <a:xfrm>
            <a:off x="152967" y="1255830"/>
            <a:ext cx="4176464" cy="3312368"/>
            <a:chOff x="191344" y="1268760"/>
            <a:chExt cx="4176464" cy="3312368"/>
          </a:xfrm>
          <a:effectLst>
            <a:outerShdw blurRad="50800" dist="38100" dir="2700000" algn="tl" rotWithShape="0">
              <a:prstClr val="black">
                <a:alpha val="40000"/>
              </a:prstClr>
            </a:outerShdw>
          </a:effectLst>
        </p:grpSpPr>
        <p:sp>
          <p:nvSpPr>
            <p:cNvPr id="4008" name="Rectangle: Rounded Corners 4007">
              <a:extLst>
                <a:ext uri="{FF2B5EF4-FFF2-40B4-BE49-F238E27FC236}">
                  <a16:creationId xmlns:a16="http://schemas.microsoft.com/office/drawing/2014/main" id="{E4F8203A-CFEA-86F8-0F6C-F882108F91EC}"/>
                </a:ext>
              </a:extLst>
            </p:cNvPr>
            <p:cNvSpPr/>
            <p:nvPr/>
          </p:nvSpPr>
          <p:spPr>
            <a:xfrm>
              <a:off x="191344" y="1268760"/>
              <a:ext cx="4176464" cy="3312368"/>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951" name="Group 3950">
              <a:extLst>
                <a:ext uri="{FF2B5EF4-FFF2-40B4-BE49-F238E27FC236}">
                  <a16:creationId xmlns:a16="http://schemas.microsoft.com/office/drawing/2014/main" id="{6E3FBDD8-0695-E7F9-B406-AF0C7916725E}"/>
                </a:ext>
              </a:extLst>
            </p:cNvPr>
            <p:cNvGrpSpPr/>
            <p:nvPr/>
          </p:nvGrpSpPr>
          <p:grpSpPr>
            <a:xfrm>
              <a:off x="335360" y="1484784"/>
              <a:ext cx="3888432" cy="2880320"/>
              <a:chOff x="335360" y="1484784"/>
              <a:chExt cx="3888432" cy="2880320"/>
            </a:xfrm>
          </p:grpSpPr>
          <p:pic>
            <p:nvPicPr>
              <p:cNvPr id="83" name="Graphic 82" descr="Deciduous tree with solid fill">
                <a:extLst>
                  <a:ext uri="{FF2B5EF4-FFF2-40B4-BE49-F238E27FC236}">
                    <a16:creationId xmlns:a16="http://schemas.microsoft.com/office/drawing/2014/main" id="{5629E57D-016A-7B47-8D0B-A8E506A6FE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0986" y="2454941"/>
                <a:ext cx="209457" cy="196410"/>
              </a:xfrm>
              <a:prstGeom prst="rect">
                <a:avLst/>
              </a:prstGeom>
            </p:spPr>
          </p:pic>
          <p:pic>
            <p:nvPicPr>
              <p:cNvPr id="91" name="Graphic 90" descr="Deciduous tree with solid fill">
                <a:extLst>
                  <a:ext uri="{FF2B5EF4-FFF2-40B4-BE49-F238E27FC236}">
                    <a16:creationId xmlns:a16="http://schemas.microsoft.com/office/drawing/2014/main" id="{168A33BD-18C4-7AB0-34EF-5F69D8B461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360" y="2550800"/>
                <a:ext cx="209457" cy="196410"/>
              </a:xfrm>
              <a:prstGeom prst="rect">
                <a:avLst/>
              </a:prstGeom>
            </p:spPr>
          </p:pic>
          <p:pic>
            <p:nvPicPr>
              <p:cNvPr id="93" name="Graphic 92" descr="Deciduous tree with solid fill">
                <a:extLst>
                  <a:ext uri="{FF2B5EF4-FFF2-40B4-BE49-F238E27FC236}">
                    <a16:creationId xmlns:a16="http://schemas.microsoft.com/office/drawing/2014/main" id="{D5E410A7-4F94-BDB1-98D4-B64D49B2B4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563" y="2366903"/>
                <a:ext cx="209457" cy="196410"/>
              </a:xfrm>
              <a:prstGeom prst="rect">
                <a:avLst/>
              </a:prstGeom>
            </p:spPr>
          </p:pic>
          <p:pic>
            <p:nvPicPr>
              <p:cNvPr id="103" name="Graphic 102" descr="Deciduous tree with solid fill">
                <a:extLst>
                  <a:ext uri="{FF2B5EF4-FFF2-40B4-BE49-F238E27FC236}">
                    <a16:creationId xmlns:a16="http://schemas.microsoft.com/office/drawing/2014/main" id="{4C7BC5BC-1A21-ACC2-B7FE-55F5F6884E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4" y="2674291"/>
                <a:ext cx="209457" cy="196410"/>
              </a:xfrm>
              <a:prstGeom prst="rect">
                <a:avLst/>
              </a:prstGeom>
            </p:spPr>
          </p:pic>
          <p:pic>
            <p:nvPicPr>
              <p:cNvPr id="105" name="Graphic 104" descr="Deciduous tree with solid fill">
                <a:extLst>
                  <a:ext uri="{FF2B5EF4-FFF2-40B4-BE49-F238E27FC236}">
                    <a16:creationId xmlns:a16="http://schemas.microsoft.com/office/drawing/2014/main" id="{D02845B3-157F-937B-C8CB-49924C58BA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107" name="Graphic 106" descr="Deciduous tree with solid fill">
                <a:extLst>
                  <a:ext uri="{FF2B5EF4-FFF2-40B4-BE49-F238E27FC236}">
                    <a16:creationId xmlns:a16="http://schemas.microsoft.com/office/drawing/2014/main" id="{B1AD99E9-F549-C4B3-7FA9-F13FF9DF25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109" name="Graphic 108" descr="Deciduous tree with solid fill">
                <a:extLst>
                  <a:ext uri="{FF2B5EF4-FFF2-40B4-BE49-F238E27FC236}">
                    <a16:creationId xmlns:a16="http://schemas.microsoft.com/office/drawing/2014/main" id="{BC9E7227-20AA-BAE9-EFEB-938EE32307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111" name="Graphic 110" descr="Deciduous tree with solid fill">
                <a:extLst>
                  <a:ext uri="{FF2B5EF4-FFF2-40B4-BE49-F238E27FC236}">
                    <a16:creationId xmlns:a16="http://schemas.microsoft.com/office/drawing/2014/main" id="{1C7AE3BC-293B-D2C9-775F-4E33E93F5D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113" name="Graphic 112" descr="Deciduous tree with solid fill">
                <a:extLst>
                  <a:ext uri="{FF2B5EF4-FFF2-40B4-BE49-F238E27FC236}">
                    <a16:creationId xmlns:a16="http://schemas.microsoft.com/office/drawing/2014/main" id="{F640BFAE-266B-F0EA-8C80-ACC973CD7A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115" name="Graphic 114" descr="Deciduous tree with solid fill">
                <a:extLst>
                  <a:ext uri="{FF2B5EF4-FFF2-40B4-BE49-F238E27FC236}">
                    <a16:creationId xmlns:a16="http://schemas.microsoft.com/office/drawing/2014/main" id="{73098740-68E9-986C-ECA2-F786CCF28F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117" name="Graphic 116" descr="Deciduous tree with solid fill">
                <a:extLst>
                  <a:ext uri="{FF2B5EF4-FFF2-40B4-BE49-F238E27FC236}">
                    <a16:creationId xmlns:a16="http://schemas.microsoft.com/office/drawing/2014/main" id="{B127EB53-777F-5C25-7077-42E2693DF4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119" name="Graphic 118" descr="Deciduous tree with solid fill">
                <a:extLst>
                  <a:ext uri="{FF2B5EF4-FFF2-40B4-BE49-F238E27FC236}">
                    <a16:creationId xmlns:a16="http://schemas.microsoft.com/office/drawing/2014/main" id="{5BA5F048-D10E-FF67-E17F-FF33CE3C39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121" name="Graphic 120" descr="Deciduous tree with solid fill">
                <a:extLst>
                  <a:ext uri="{FF2B5EF4-FFF2-40B4-BE49-F238E27FC236}">
                    <a16:creationId xmlns:a16="http://schemas.microsoft.com/office/drawing/2014/main" id="{990A87BC-8665-DEB5-5EE2-000456A2D3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23" name="Graphic 122" descr="Deciduous tree with solid fill">
                <a:extLst>
                  <a:ext uri="{FF2B5EF4-FFF2-40B4-BE49-F238E27FC236}">
                    <a16:creationId xmlns:a16="http://schemas.microsoft.com/office/drawing/2014/main" id="{0EA26B69-AB13-18DA-CCC6-2C96FBAAD4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25" name="Graphic 124" descr="Deciduous tree with solid fill">
                <a:extLst>
                  <a:ext uri="{FF2B5EF4-FFF2-40B4-BE49-F238E27FC236}">
                    <a16:creationId xmlns:a16="http://schemas.microsoft.com/office/drawing/2014/main" id="{731286ED-1EB7-7B83-9711-0699765533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29" name="Graphic 128" descr="Deciduous tree with solid fill">
                <a:extLst>
                  <a:ext uri="{FF2B5EF4-FFF2-40B4-BE49-F238E27FC236}">
                    <a16:creationId xmlns:a16="http://schemas.microsoft.com/office/drawing/2014/main" id="{84B3D538-FD94-BB65-FB38-A5FCFCE4FA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0" y="2578432"/>
                <a:ext cx="209457" cy="196410"/>
              </a:xfrm>
              <a:prstGeom prst="rect">
                <a:avLst/>
              </a:prstGeom>
            </p:spPr>
          </p:pic>
          <p:pic>
            <p:nvPicPr>
              <p:cNvPr id="131" name="Graphic 130" descr="Deciduous tree with solid fill">
                <a:extLst>
                  <a:ext uri="{FF2B5EF4-FFF2-40B4-BE49-F238E27FC236}">
                    <a16:creationId xmlns:a16="http://schemas.microsoft.com/office/drawing/2014/main" id="{0DF3D0CB-D087-251F-4532-8CA599F774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133" name="Graphic 132" descr="Deciduous tree with solid fill">
                <a:extLst>
                  <a:ext uri="{FF2B5EF4-FFF2-40B4-BE49-F238E27FC236}">
                    <a16:creationId xmlns:a16="http://schemas.microsoft.com/office/drawing/2014/main" id="{E25016B7-CADA-F097-7D82-D5A45AB983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135" name="Graphic 134" descr="Deciduous tree with solid fill">
                <a:extLst>
                  <a:ext uri="{FF2B5EF4-FFF2-40B4-BE49-F238E27FC236}">
                    <a16:creationId xmlns:a16="http://schemas.microsoft.com/office/drawing/2014/main" id="{1C1B4E49-3AA7-A64B-80F9-1CC1B88CEE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137" name="Graphic 136" descr="Deciduous tree with solid fill">
                <a:extLst>
                  <a:ext uri="{FF2B5EF4-FFF2-40B4-BE49-F238E27FC236}">
                    <a16:creationId xmlns:a16="http://schemas.microsoft.com/office/drawing/2014/main" id="{138C41BF-958A-9F8D-2BFB-2DD5D9F9EC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139" name="Graphic 138" descr="Deciduous tree with solid fill">
                <a:extLst>
                  <a:ext uri="{FF2B5EF4-FFF2-40B4-BE49-F238E27FC236}">
                    <a16:creationId xmlns:a16="http://schemas.microsoft.com/office/drawing/2014/main" id="{DBA71905-F68B-5D37-19BD-0C7583EAAE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141" name="Graphic 140" descr="Deciduous tree with solid fill">
                <a:extLst>
                  <a:ext uri="{FF2B5EF4-FFF2-40B4-BE49-F238E27FC236}">
                    <a16:creationId xmlns:a16="http://schemas.microsoft.com/office/drawing/2014/main" id="{EBFD0359-AC32-6245-34A4-CDFF64AD91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143" name="Graphic 142" descr="Deciduous tree with solid fill">
                <a:extLst>
                  <a:ext uri="{FF2B5EF4-FFF2-40B4-BE49-F238E27FC236}">
                    <a16:creationId xmlns:a16="http://schemas.microsoft.com/office/drawing/2014/main" id="{9024110B-96CC-C131-27FF-B84B5EEE44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145" name="Graphic 144" descr="Deciduous tree with solid fill">
                <a:extLst>
                  <a:ext uri="{FF2B5EF4-FFF2-40B4-BE49-F238E27FC236}">
                    <a16:creationId xmlns:a16="http://schemas.microsoft.com/office/drawing/2014/main" id="{F8C54CDF-A26E-437C-C727-E3BA685BB3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147" name="Graphic 146" descr="Deciduous tree with solid fill">
                <a:extLst>
                  <a:ext uri="{FF2B5EF4-FFF2-40B4-BE49-F238E27FC236}">
                    <a16:creationId xmlns:a16="http://schemas.microsoft.com/office/drawing/2014/main" id="{E909614B-2EE8-7E50-6478-92FA538C4A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49" name="Graphic 148" descr="Deciduous tree with solid fill">
                <a:extLst>
                  <a:ext uri="{FF2B5EF4-FFF2-40B4-BE49-F238E27FC236}">
                    <a16:creationId xmlns:a16="http://schemas.microsoft.com/office/drawing/2014/main" id="{01DBEAE5-9F62-B976-6045-BBBDB12DCA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51" name="Graphic 150" descr="Deciduous tree with solid fill">
                <a:extLst>
                  <a:ext uri="{FF2B5EF4-FFF2-40B4-BE49-F238E27FC236}">
                    <a16:creationId xmlns:a16="http://schemas.microsoft.com/office/drawing/2014/main" id="{021B1082-1520-15C2-9A1B-3E8A6C12C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55" name="Graphic 154" descr="Deciduous tree with solid fill">
                <a:extLst>
                  <a:ext uri="{FF2B5EF4-FFF2-40B4-BE49-F238E27FC236}">
                    <a16:creationId xmlns:a16="http://schemas.microsoft.com/office/drawing/2014/main" id="{4D2AA0D3-ED55-4DE5-E43D-3825534FE5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57" y="2490393"/>
                <a:ext cx="209457" cy="196410"/>
              </a:xfrm>
              <a:prstGeom prst="rect">
                <a:avLst/>
              </a:prstGeom>
            </p:spPr>
          </p:pic>
          <p:pic>
            <p:nvPicPr>
              <p:cNvPr id="157" name="Graphic 156" descr="Deciduous tree with solid fill">
                <a:extLst>
                  <a:ext uri="{FF2B5EF4-FFF2-40B4-BE49-F238E27FC236}">
                    <a16:creationId xmlns:a16="http://schemas.microsoft.com/office/drawing/2014/main" id="{C4CF2ADB-F7CC-1403-60DB-CC09E45607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159" name="Graphic 158" descr="Deciduous tree with solid fill">
                <a:extLst>
                  <a:ext uri="{FF2B5EF4-FFF2-40B4-BE49-F238E27FC236}">
                    <a16:creationId xmlns:a16="http://schemas.microsoft.com/office/drawing/2014/main" id="{F8B84AD2-0083-CB60-031E-A6DC9B030D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161" name="Graphic 160" descr="Deciduous tree with solid fill">
                <a:extLst>
                  <a:ext uri="{FF2B5EF4-FFF2-40B4-BE49-F238E27FC236}">
                    <a16:creationId xmlns:a16="http://schemas.microsoft.com/office/drawing/2014/main" id="{CF9190C6-0A70-58D3-668B-427FD5157B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163" name="Graphic 162" descr="Deciduous tree with solid fill">
                <a:extLst>
                  <a:ext uri="{FF2B5EF4-FFF2-40B4-BE49-F238E27FC236}">
                    <a16:creationId xmlns:a16="http://schemas.microsoft.com/office/drawing/2014/main" id="{E0A033A2-1A3C-F1FB-E971-F7134D2B33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165" name="Graphic 164" descr="Deciduous tree with solid fill">
                <a:extLst>
                  <a:ext uri="{FF2B5EF4-FFF2-40B4-BE49-F238E27FC236}">
                    <a16:creationId xmlns:a16="http://schemas.microsoft.com/office/drawing/2014/main" id="{8FEDCED1-790D-F4F5-2CB4-720ED14D64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167" name="Graphic 166" descr="Deciduous tree with solid fill">
                <a:extLst>
                  <a:ext uri="{FF2B5EF4-FFF2-40B4-BE49-F238E27FC236}">
                    <a16:creationId xmlns:a16="http://schemas.microsoft.com/office/drawing/2014/main" id="{EA1CDBDF-98C4-4E06-1DE4-2A10EA3877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169" name="Graphic 168" descr="Deciduous tree with solid fill">
                <a:extLst>
                  <a:ext uri="{FF2B5EF4-FFF2-40B4-BE49-F238E27FC236}">
                    <a16:creationId xmlns:a16="http://schemas.microsoft.com/office/drawing/2014/main" id="{DA702C80-A241-C460-D4D4-EE275EB2B2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171" name="Graphic 170" descr="Deciduous tree with solid fill">
                <a:extLst>
                  <a:ext uri="{FF2B5EF4-FFF2-40B4-BE49-F238E27FC236}">
                    <a16:creationId xmlns:a16="http://schemas.microsoft.com/office/drawing/2014/main" id="{63A19C4C-1F95-7B4C-D9B7-EAE722F205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73" name="Graphic 172" descr="Deciduous tree with solid fill">
                <a:extLst>
                  <a:ext uri="{FF2B5EF4-FFF2-40B4-BE49-F238E27FC236}">
                    <a16:creationId xmlns:a16="http://schemas.microsoft.com/office/drawing/2014/main" id="{AEAB6D7A-8D72-925E-3C7F-99253C932C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75" name="Graphic 174" descr="Deciduous tree with solid fill">
                <a:extLst>
                  <a:ext uri="{FF2B5EF4-FFF2-40B4-BE49-F238E27FC236}">
                    <a16:creationId xmlns:a16="http://schemas.microsoft.com/office/drawing/2014/main" id="{C3E22436-0601-F43D-30DA-85650C2E35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77" name="Graphic 176" descr="Deciduous tree with solid fill">
                <a:extLst>
                  <a:ext uri="{FF2B5EF4-FFF2-40B4-BE49-F238E27FC236}">
                    <a16:creationId xmlns:a16="http://schemas.microsoft.com/office/drawing/2014/main" id="{DFCDA861-3198-225F-B23F-EF6292B0D7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353" name="Graphic 352" descr="Deciduous tree with solid fill">
                <a:extLst>
                  <a:ext uri="{FF2B5EF4-FFF2-40B4-BE49-F238E27FC236}">
                    <a16:creationId xmlns:a16="http://schemas.microsoft.com/office/drawing/2014/main" id="{7927F8E0-EB79-65A9-A027-8B247A15CA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0" y="2578432"/>
                <a:ext cx="209457" cy="196410"/>
              </a:xfrm>
              <a:prstGeom prst="rect">
                <a:avLst/>
              </a:prstGeom>
            </p:spPr>
          </p:pic>
          <p:pic>
            <p:nvPicPr>
              <p:cNvPr id="355" name="Graphic 354" descr="Deciduous tree with solid fill">
                <a:extLst>
                  <a:ext uri="{FF2B5EF4-FFF2-40B4-BE49-F238E27FC236}">
                    <a16:creationId xmlns:a16="http://schemas.microsoft.com/office/drawing/2014/main" id="{166A1E00-1275-89D2-0BEA-6FDBD554A5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4" y="2674291"/>
                <a:ext cx="209457" cy="196410"/>
              </a:xfrm>
              <a:prstGeom prst="rect">
                <a:avLst/>
              </a:prstGeom>
            </p:spPr>
          </p:pic>
          <p:pic>
            <p:nvPicPr>
              <p:cNvPr id="357" name="Graphic 356" descr="Deciduous tree with solid fill">
                <a:extLst>
                  <a:ext uri="{FF2B5EF4-FFF2-40B4-BE49-F238E27FC236}">
                    <a16:creationId xmlns:a16="http://schemas.microsoft.com/office/drawing/2014/main" id="{D6065E78-1D44-32E1-C2DD-6E612ECF11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57" y="2490393"/>
                <a:ext cx="209457" cy="196410"/>
              </a:xfrm>
              <a:prstGeom prst="rect">
                <a:avLst/>
              </a:prstGeom>
            </p:spPr>
          </p:pic>
          <p:pic>
            <p:nvPicPr>
              <p:cNvPr id="361" name="Graphic 360" descr="Deciduous tree with solid fill">
                <a:extLst>
                  <a:ext uri="{FF2B5EF4-FFF2-40B4-BE49-F238E27FC236}">
                    <a16:creationId xmlns:a16="http://schemas.microsoft.com/office/drawing/2014/main" id="{03354C4B-8EF9-DDE0-FE5D-34E0226C52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363" name="Graphic 362" descr="Deciduous tree with solid fill">
                <a:extLst>
                  <a:ext uri="{FF2B5EF4-FFF2-40B4-BE49-F238E27FC236}">
                    <a16:creationId xmlns:a16="http://schemas.microsoft.com/office/drawing/2014/main" id="{65D8D322-9205-9AF7-F8D4-8CFE52AA1A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365" name="Graphic 364" descr="Deciduous tree with solid fill">
                <a:extLst>
                  <a:ext uri="{FF2B5EF4-FFF2-40B4-BE49-F238E27FC236}">
                    <a16:creationId xmlns:a16="http://schemas.microsoft.com/office/drawing/2014/main" id="{EC7CE327-7AA4-4ECF-23E9-816719FB88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367" name="Graphic 366" descr="Deciduous tree with solid fill">
                <a:extLst>
                  <a:ext uri="{FF2B5EF4-FFF2-40B4-BE49-F238E27FC236}">
                    <a16:creationId xmlns:a16="http://schemas.microsoft.com/office/drawing/2014/main" id="{75B3298B-6A84-9BB4-E974-7A0AA6EE4D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369" name="Graphic 368" descr="Deciduous tree with solid fill">
                <a:extLst>
                  <a:ext uri="{FF2B5EF4-FFF2-40B4-BE49-F238E27FC236}">
                    <a16:creationId xmlns:a16="http://schemas.microsoft.com/office/drawing/2014/main" id="{351D60FB-337D-8BB8-C38A-4988DE8184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371" name="Graphic 370" descr="Deciduous tree with solid fill">
                <a:extLst>
                  <a:ext uri="{FF2B5EF4-FFF2-40B4-BE49-F238E27FC236}">
                    <a16:creationId xmlns:a16="http://schemas.microsoft.com/office/drawing/2014/main" id="{E041B79C-7870-70B2-269E-0EB21EDA0E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373" name="Graphic 372" descr="Deciduous tree with solid fill">
                <a:extLst>
                  <a:ext uri="{FF2B5EF4-FFF2-40B4-BE49-F238E27FC236}">
                    <a16:creationId xmlns:a16="http://schemas.microsoft.com/office/drawing/2014/main" id="{8A829575-1C15-EA24-DB4D-6EF7444736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375" name="Graphic 374" descr="Deciduous tree with solid fill">
                <a:extLst>
                  <a:ext uri="{FF2B5EF4-FFF2-40B4-BE49-F238E27FC236}">
                    <a16:creationId xmlns:a16="http://schemas.microsoft.com/office/drawing/2014/main" id="{DB66CCE2-8C77-55FF-AFA8-C28ECA7098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377" name="Graphic 376" descr="Deciduous tree with solid fill">
                <a:extLst>
                  <a:ext uri="{FF2B5EF4-FFF2-40B4-BE49-F238E27FC236}">
                    <a16:creationId xmlns:a16="http://schemas.microsoft.com/office/drawing/2014/main" id="{FFBE3B24-D198-3A1F-F1FC-A9241A0325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379" name="Graphic 378" descr="Deciduous tree with solid fill">
                <a:extLst>
                  <a:ext uri="{FF2B5EF4-FFF2-40B4-BE49-F238E27FC236}">
                    <a16:creationId xmlns:a16="http://schemas.microsoft.com/office/drawing/2014/main" id="{28BC9316-1EEA-0F43-C4AA-05F743E57D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381" name="Graphic 380" descr="Deciduous tree with solid fill">
                <a:extLst>
                  <a:ext uri="{FF2B5EF4-FFF2-40B4-BE49-F238E27FC236}">
                    <a16:creationId xmlns:a16="http://schemas.microsoft.com/office/drawing/2014/main" id="{842712FD-5408-57AD-F824-EA7BC52762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387" name="Graphic 386" descr="Deciduous tree with solid fill">
                <a:extLst>
                  <a:ext uri="{FF2B5EF4-FFF2-40B4-BE49-F238E27FC236}">
                    <a16:creationId xmlns:a16="http://schemas.microsoft.com/office/drawing/2014/main" id="{AB50BF47-8D92-6BAE-EF64-D97CD2300C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389" name="Graphic 388" descr="Deciduous tree with solid fill">
                <a:extLst>
                  <a:ext uri="{FF2B5EF4-FFF2-40B4-BE49-F238E27FC236}">
                    <a16:creationId xmlns:a16="http://schemas.microsoft.com/office/drawing/2014/main" id="{5CD361C6-EBD7-3257-7ECB-4EBFCDF2C1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391" name="Graphic 390" descr="Deciduous tree with solid fill">
                <a:extLst>
                  <a:ext uri="{FF2B5EF4-FFF2-40B4-BE49-F238E27FC236}">
                    <a16:creationId xmlns:a16="http://schemas.microsoft.com/office/drawing/2014/main" id="{74586669-2C24-0A56-E4C3-5BC0BC5F39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393" name="Graphic 392" descr="Deciduous tree with solid fill">
                <a:extLst>
                  <a:ext uri="{FF2B5EF4-FFF2-40B4-BE49-F238E27FC236}">
                    <a16:creationId xmlns:a16="http://schemas.microsoft.com/office/drawing/2014/main" id="{6C587203-3B85-8717-67D3-E97BA1A19E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395" name="Graphic 394" descr="Deciduous tree with solid fill">
                <a:extLst>
                  <a:ext uri="{FF2B5EF4-FFF2-40B4-BE49-F238E27FC236}">
                    <a16:creationId xmlns:a16="http://schemas.microsoft.com/office/drawing/2014/main" id="{1D958236-CD47-DF37-86EB-D921A6F83B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397" name="Graphic 396" descr="Deciduous tree with solid fill">
                <a:extLst>
                  <a:ext uri="{FF2B5EF4-FFF2-40B4-BE49-F238E27FC236}">
                    <a16:creationId xmlns:a16="http://schemas.microsoft.com/office/drawing/2014/main" id="{BE5E273A-8EA4-9247-0922-17D726745B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399" name="Graphic 398" descr="Deciduous tree with solid fill">
                <a:extLst>
                  <a:ext uri="{FF2B5EF4-FFF2-40B4-BE49-F238E27FC236}">
                    <a16:creationId xmlns:a16="http://schemas.microsoft.com/office/drawing/2014/main" id="{B5CE2E59-DAC2-9C4B-B8DA-1A74C8C899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401" name="Graphic 400" descr="Deciduous tree with solid fill">
                <a:extLst>
                  <a:ext uri="{FF2B5EF4-FFF2-40B4-BE49-F238E27FC236}">
                    <a16:creationId xmlns:a16="http://schemas.microsoft.com/office/drawing/2014/main" id="{2D604EDB-E899-FDC8-3109-DC1403ADB5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403" name="Graphic 402" descr="Deciduous tree with solid fill">
                <a:extLst>
                  <a:ext uri="{FF2B5EF4-FFF2-40B4-BE49-F238E27FC236}">
                    <a16:creationId xmlns:a16="http://schemas.microsoft.com/office/drawing/2014/main" id="{3A1A1D46-949A-F8A2-838F-73E4DFA2B9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405" name="Graphic 404" descr="Deciduous tree with solid fill">
                <a:extLst>
                  <a:ext uri="{FF2B5EF4-FFF2-40B4-BE49-F238E27FC236}">
                    <a16:creationId xmlns:a16="http://schemas.microsoft.com/office/drawing/2014/main" id="{FBB048E9-BA82-C132-F887-FB1B89017D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407" name="Graphic 406" descr="Deciduous tree with solid fill">
                <a:extLst>
                  <a:ext uri="{FF2B5EF4-FFF2-40B4-BE49-F238E27FC236}">
                    <a16:creationId xmlns:a16="http://schemas.microsoft.com/office/drawing/2014/main" id="{2C05F6AF-4434-8532-C3C3-FA71368CDA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413" name="Graphic 412" descr="Deciduous tree with solid fill">
                <a:extLst>
                  <a:ext uri="{FF2B5EF4-FFF2-40B4-BE49-F238E27FC236}">
                    <a16:creationId xmlns:a16="http://schemas.microsoft.com/office/drawing/2014/main" id="{5D133075-C710-C16C-71D9-F8791E91D2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415" name="Graphic 414" descr="Deciduous tree with solid fill">
                <a:extLst>
                  <a:ext uri="{FF2B5EF4-FFF2-40B4-BE49-F238E27FC236}">
                    <a16:creationId xmlns:a16="http://schemas.microsoft.com/office/drawing/2014/main" id="{6B44AB30-1B48-0D6C-57ED-38749ED6F4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417" name="Graphic 416" descr="Deciduous tree with solid fill">
                <a:extLst>
                  <a:ext uri="{FF2B5EF4-FFF2-40B4-BE49-F238E27FC236}">
                    <a16:creationId xmlns:a16="http://schemas.microsoft.com/office/drawing/2014/main" id="{5ED7508E-251E-69BC-61F6-4B2B6D29D4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419" name="Graphic 418" descr="Deciduous tree with solid fill">
                <a:extLst>
                  <a:ext uri="{FF2B5EF4-FFF2-40B4-BE49-F238E27FC236}">
                    <a16:creationId xmlns:a16="http://schemas.microsoft.com/office/drawing/2014/main" id="{9DDE9B03-41A0-55FE-5846-1B7537B35C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421" name="Graphic 420" descr="Deciduous tree with solid fill">
                <a:extLst>
                  <a:ext uri="{FF2B5EF4-FFF2-40B4-BE49-F238E27FC236}">
                    <a16:creationId xmlns:a16="http://schemas.microsoft.com/office/drawing/2014/main" id="{DD834AE7-C74D-3E8A-B7C8-8C737DD7E5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423" name="Graphic 422" descr="Deciduous tree with solid fill">
                <a:extLst>
                  <a:ext uri="{FF2B5EF4-FFF2-40B4-BE49-F238E27FC236}">
                    <a16:creationId xmlns:a16="http://schemas.microsoft.com/office/drawing/2014/main" id="{17E76E26-BE42-0013-E440-3A7ECB8E3A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425" name="Graphic 424" descr="Deciduous tree with solid fill">
                <a:extLst>
                  <a:ext uri="{FF2B5EF4-FFF2-40B4-BE49-F238E27FC236}">
                    <a16:creationId xmlns:a16="http://schemas.microsoft.com/office/drawing/2014/main" id="{0A66455F-718F-963D-B5D3-1FA3446ED1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427" name="Graphic 426" descr="Deciduous tree with solid fill">
                <a:extLst>
                  <a:ext uri="{FF2B5EF4-FFF2-40B4-BE49-F238E27FC236}">
                    <a16:creationId xmlns:a16="http://schemas.microsoft.com/office/drawing/2014/main" id="{2F1CEB75-A316-CF12-C534-7FF2E5F242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429" name="Graphic 428" descr="Deciduous tree with solid fill">
                <a:extLst>
                  <a:ext uri="{FF2B5EF4-FFF2-40B4-BE49-F238E27FC236}">
                    <a16:creationId xmlns:a16="http://schemas.microsoft.com/office/drawing/2014/main" id="{4E221854-763C-A2F8-9751-3599F84513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431" name="Graphic 430" descr="Deciduous tree with solid fill">
                <a:extLst>
                  <a:ext uri="{FF2B5EF4-FFF2-40B4-BE49-F238E27FC236}">
                    <a16:creationId xmlns:a16="http://schemas.microsoft.com/office/drawing/2014/main" id="{75E1BF05-62B5-505C-22D9-94A40EF81D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433" name="Graphic 432" descr="Deciduous tree with solid fill">
                <a:extLst>
                  <a:ext uri="{FF2B5EF4-FFF2-40B4-BE49-F238E27FC236}">
                    <a16:creationId xmlns:a16="http://schemas.microsoft.com/office/drawing/2014/main" id="{4E698EBE-3353-EE98-CFD5-5CD2E5E35D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439" name="Graphic 438" descr="Deciduous tree with solid fill">
                <a:extLst>
                  <a:ext uri="{FF2B5EF4-FFF2-40B4-BE49-F238E27FC236}">
                    <a16:creationId xmlns:a16="http://schemas.microsoft.com/office/drawing/2014/main" id="{EFB5890B-9B18-7095-237F-E1F1E63030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441" name="Graphic 440" descr="Deciduous tree with solid fill">
                <a:extLst>
                  <a:ext uri="{FF2B5EF4-FFF2-40B4-BE49-F238E27FC236}">
                    <a16:creationId xmlns:a16="http://schemas.microsoft.com/office/drawing/2014/main" id="{BB700585-3D0D-05FB-E410-96DDCE9729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443" name="Graphic 442" descr="Deciduous tree with solid fill">
                <a:extLst>
                  <a:ext uri="{FF2B5EF4-FFF2-40B4-BE49-F238E27FC236}">
                    <a16:creationId xmlns:a16="http://schemas.microsoft.com/office/drawing/2014/main" id="{892FA51E-F881-958F-C926-112DAA51F1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447" name="Graphic 446" descr="Deciduous tree with solid fill">
                <a:extLst>
                  <a:ext uri="{FF2B5EF4-FFF2-40B4-BE49-F238E27FC236}">
                    <a16:creationId xmlns:a16="http://schemas.microsoft.com/office/drawing/2014/main" id="{DC5D17AD-EB48-3B84-EF26-CBDDED59C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449" name="Graphic 448" descr="Deciduous tree with solid fill">
                <a:extLst>
                  <a:ext uri="{FF2B5EF4-FFF2-40B4-BE49-F238E27FC236}">
                    <a16:creationId xmlns:a16="http://schemas.microsoft.com/office/drawing/2014/main" id="{9D95437A-FDFA-DCBB-D464-52ECDE5BF7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451" name="Graphic 450" descr="Deciduous tree with solid fill">
                <a:extLst>
                  <a:ext uri="{FF2B5EF4-FFF2-40B4-BE49-F238E27FC236}">
                    <a16:creationId xmlns:a16="http://schemas.microsoft.com/office/drawing/2014/main" id="{957A54CC-009E-8F33-FAE1-C3CE58F79B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453" name="Graphic 452" descr="Deciduous tree with solid fill">
                <a:extLst>
                  <a:ext uri="{FF2B5EF4-FFF2-40B4-BE49-F238E27FC236}">
                    <a16:creationId xmlns:a16="http://schemas.microsoft.com/office/drawing/2014/main" id="{840230B8-2CCD-D67F-9393-8FF11A559B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455" name="Graphic 454" descr="Deciduous tree with solid fill">
                <a:extLst>
                  <a:ext uri="{FF2B5EF4-FFF2-40B4-BE49-F238E27FC236}">
                    <a16:creationId xmlns:a16="http://schemas.microsoft.com/office/drawing/2014/main" id="{F67359A4-45E6-074A-CC46-F64E55F15D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457" name="Graphic 456" descr="Deciduous tree with solid fill">
                <a:extLst>
                  <a:ext uri="{FF2B5EF4-FFF2-40B4-BE49-F238E27FC236}">
                    <a16:creationId xmlns:a16="http://schemas.microsoft.com/office/drawing/2014/main" id="{CEA42A17-3E22-DAD3-34F3-4AAE43CE94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459" name="Graphic 458" descr="Deciduous tree with solid fill">
                <a:extLst>
                  <a:ext uri="{FF2B5EF4-FFF2-40B4-BE49-F238E27FC236}">
                    <a16:creationId xmlns:a16="http://schemas.microsoft.com/office/drawing/2014/main" id="{85E4D4DE-4C5F-1C8F-769A-FC3B793BE3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461" name="Graphic 460" descr="Deciduous tree with solid fill">
                <a:extLst>
                  <a:ext uri="{FF2B5EF4-FFF2-40B4-BE49-F238E27FC236}">
                    <a16:creationId xmlns:a16="http://schemas.microsoft.com/office/drawing/2014/main" id="{777F2A9C-8EFB-F2D3-ACC3-E7E95B9541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463" name="Graphic 462" descr="Deciduous tree with solid fill">
                <a:extLst>
                  <a:ext uri="{FF2B5EF4-FFF2-40B4-BE49-F238E27FC236}">
                    <a16:creationId xmlns:a16="http://schemas.microsoft.com/office/drawing/2014/main" id="{4A7C6771-DF13-63C8-857F-14B6695CA7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465" name="Graphic 464" descr="Deciduous tree with solid fill">
                <a:extLst>
                  <a:ext uri="{FF2B5EF4-FFF2-40B4-BE49-F238E27FC236}">
                    <a16:creationId xmlns:a16="http://schemas.microsoft.com/office/drawing/2014/main" id="{EF2FFB15-6C04-4723-4292-327F4988FB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473" name="Graphic 472" descr="Deciduous tree with solid fill">
                <a:extLst>
                  <a:ext uri="{FF2B5EF4-FFF2-40B4-BE49-F238E27FC236}">
                    <a16:creationId xmlns:a16="http://schemas.microsoft.com/office/drawing/2014/main" id="{86CE86A6-1D40-F35F-09C1-258F3BE56D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475" name="Graphic 474" descr="Deciduous tree with solid fill">
                <a:extLst>
                  <a:ext uri="{FF2B5EF4-FFF2-40B4-BE49-F238E27FC236}">
                    <a16:creationId xmlns:a16="http://schemas.microsoft.com/office/drawing/2014/main" id="{3A448891-CD6D-D193-2599-2A181CE846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477" name="Graphic 476" descr="Deciduous tree with solid fill">
                <a:extLst>
                  <a:ext uri="{FF2B5EF4-FFF2-40B4-BE49-F238E27FC236}">
                    <a16:creationId xmlns:a16="http://schemas.microsoft.com/office/drawing/2014/main" id="{F234EECC-96B8-0813-AE19-9FE9713933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479" name="Graphic 478" descr="Deciduous tree with solid fill">
                <a:extLst>
                  <a:ext uri="{FF2B5EF4-FFF2-40B4-BE49-F238E27FC236}">
                    <a16:creationId xmlns:a16="http://schemas.microsoft.com/office/drawing/2014/main" id="{1A64DB35-D406-3F1B-4AB8-C789E30666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481" name="Graphic 480" descr="Deciduous tree with solid fill">
                <a:extLst>
                  <a:ext uri="{FF2B5EF4-FFF2-40B4-BE49-F238E27FC236}">
                    <a16:creationId xmlns:a16="http://schemas.microsoft.com/office/drawing/2014/main" id="{725C4B15-C352-E085-0B0A-B4E009554A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483" name="Graphic 482" descr="Deciduous tree with solid fill">
                <a:extLst>
                  <a:ext uri="{FF2B5EF4-FFF2-40B4-BE49-F238E27FC236}">
                    <a16:creationId xmlns:a16="http://schemas.microsoft.com/office/drawing/2014/main" id="{D424F7E3-BCA2-5C00-2FF6-C8E705168D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485" name="Graphic 484" descr="Deciduous tree with solid fill">
                <a:extLst>
                  <a:ext uri="{FF2B5EF4-FFF2-40B4-BE49-F238E27FC236}">
                    <a16:creationId xmlns:a16="http://schemas.microsoft.com/office/drawing/2014/main" id="{C2FB49B8-A741-9A42-4EF9-2BA16978E6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487" name="Graphic 486" descr="Deciduous tree with solid fill">
                <a:extLst>
                  <a:ext uri="{FF2B5EF4-FFF2-40B4-BE49-F238E27FC236}">
                    <a16:creationId xmlns:a16="http://schemas.microsoft.com/office/drawing/2014/main" id="{0A089E66-90D5-6E61-9C92-6C4089D0D3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489" name="Graphic 488" descr="Deciduous tree with solid fill">
                <a:extLst>
                  <a:ext uri="{FF2B5EF4-FFF2-40B4-BE49-F238E27FC236}">
                    <a16:creationId xmlns:a16="http://schemas.microsoft.com/office/drawing/2014/main" id="{FC380167-295D-41E2-0594-E11C0DCFAC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491" name="Graphic 490" descr="Deciduous tree with solid fill">
                <a:extLst>
                  <a:ext uri="{FF2B5EF4-FFF2-40B4-BE49-F238E27FC236}">
                    <a16:creationId xmlns:a16="http://schemas.microsoft.com/office/drawing/2014/main" id="{F47E729D-CE53-2450-C932-2F0D453E0D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499" name="Graphic 498" descr="Deciduous tree with solid fill">
                <a:extLst>
                  <a:ext uri="{FF2B5EF4-FFF2-40B4-BE49-F238E27FC236}">
                    <a16:creationId xmlns:a16="http://schemas.microsoft.com/office/drawing/2014/main" id="{35565D8C-3EA0-6297-54F1-183CAC8F71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501" name="Graphic 500" descr="Deciduous tree with solid fill">
                <a:extLst>
                  <a:ext uri="{FF2B5EF4-FFF2-40B4-BE49-F238E27FC236}">
                    <a16:creationId xmlns:a16="http://schemas.microsoft.com/office/drawing/2014/main" id="{1DA231BE-2FE0-C4F3-1C14-E7528E172C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503" name="Graphic 502" descr="Deciduous tree with solid fill">
                <a:extLst>
                  <a:ext uri="{FF2B5EF4-FFF2-40B4-BE49-F238E27FC236}">
                    <a16:creationId xmlns:a16="http://schemas.microsoft.com/office/drawing/2014/main" id="{27BE87B4-9C34-6AD7-45A8-3971567FDD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505" name="Graphic 504" descr="Deciduous tree with solid fill">
                <a:extLst>
                  <a:ext uri="{FF2B5EF4-FFF2-40B4-BE49-F238E27FC236}">
                    <a16:creationId xmlns:a16="http://schemas.microsoft.com/office/drawing/2014/main" id="{22FDE499-D8FD-3368-86E5-B177653E59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507" name="Graphic 506" descr="Deciduous tree with solid fill">
                <a:extLst>
                  <a:ext uri="{FF2B5EF4-FFF2-40B4-BE49-F238E27FC236}">
                    <a16:creationId xmlns:a16="http://schemas.microsoft.com/office/drawing/2014/main" id="{472C5785-4255-979F-8824-16F69CE397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509" name="Graphic 508" descr="Deciduous tree with solid fill">
                <a:extLst>
                  <a:ext uri="{FF2B5EF4-FFF2-40B4-BE49-F238E27FC236}">
                    <a16:creationId xmlns:a16="http://schemas.microsoft.com/office/drawing/2014/main" id="{5A46ECFB-E5D0-DA12-3545-0ED8E622E8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511" name="Graphic 510" descr="Deciduous tree with solid fill">
                <a:extLst>
                  <a:ext uri="{FF2B5EF4-FFF2-40B4-BE49-F238E27FC236}">
                    <a16:creationId xmlns:a16="http://schemas.microsoft.com/office/drawing/2014/main" id="{E58E0BD9-4199-FAD4-5CF9-FB15D538F6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513" name="Graphic 512" descr="Deciduous tree with solid fill">
                <a:extLst>
                  <a:ext uri="{FF2B5EF4-FFF2-40B4-BE49-F238E27FC236}">
                    <a16:creationId xmlns:a16="http://schemas.microsoft.com/office/drawing/2014/main" id="{7EB92DB1-0E57-C6B9-C2D3-E74EFA1C0D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515" name="Graphic 514" descr="Deciduous tree with solid fill">
                <a:extLst>
                  <a:ext uri="{FF2B5EF4-FFF2-40B4-BE49-F238E27FC236}">
                    <a16:creationId xmlns:a16="http://schemas.microsoft.com/office/drawing/2014/main" id="{CD366A7A-05FE-FA77-9371-6DD2C523EE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517" name="Graphic 516" descr="Deciduous tree with solid fill">
                <a:extLst>
                  <a:ext uri="{FF2B5EF4-FFF2-40B4-BE49-F238E27FC236}">
                    <a16:creationId xmlns:a16="http://schemas.microsoft.com/office/drawing/2014/main" id="{BBA33626-3150-85A7-5654-F5D357FA47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525" name="Graphic 524" descr="Deciduous tree with solid fill">
                <a:extLst>
                  <a:ext uri="{FF2B5EF4-FFF2-40B4-BE49-F238E27FC236}">
                    <a16:creationId xmlns:a16="http://schemas.microsoft.com/office/drawing/2014/main" id="{1E77FE1C-1A3B-E50E-E139-5BA504F136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527" name="Graphic 526" descr="Deciduous tree with solid fill">
                <a:extLst>
                  <a:ext uri="{FF2B5EF4-FFF2-40B4-BE49-F238E27FC236}">
                    <a16:creationId xmlns:a16="http://schemas.microsoft.com/office/drawing/2014/main" id="{95575392-D692-DA96-DB70-75F68541E4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529" name="Graphic 528" descr="Deciduous tree with solid fill">
                <a:extLst>
                  <a:ext uri="{FF2B5EF4-FFF2-40B4-BE49-F238E27FC236}">
                    <a16:creationId xmlns:a16="http://schemas.microsoft.com/office/drawing/2014/main" id="{924620DD-2018-F6E1-F323-019D73F3BA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533" name="Graphic 532" descr="Deciduous tree with solid fill">
                <a:extLst>
                  <a:ext uri="{FF2B5EF4-FFF2-40B4-BE49-F238E27FC236}">
                    <a16:creationId xmlns:a16="http://schemas.microsoft.com/office/drawing/2014/main" id="{B6CEB2E8-D28B-92B1-CEEF-5054F511E8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535" name="Graphic 534" descr="Deciduous tree with solid fill">
                <a:extLst>
                  <a:ext uri="{FF2B5EF4-FFF2-40B4-BE49-F238E27FC236}">
                    <a16:creationId xmlns:a16="http://schemas.microsoft.com/office/drawing/2014/main" id="{78522F87-20E4-A16C-EC38-09536699A5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537" name="Graphic 536" descr="Deciduous tree with solid fill">
                <a:extLst>
                  <a:ext uri="{FF2B5EF4-FFF2-40B4-BE49-F238E27FC236}">
                    <a16:creationId xmlns:a16="http://schemas.microsoft.com/office/drawing/2014/main" id="{2ADCC91D-1F31-B261-63D0-77F54F475D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539" name="Graphic 538" descr="Deciduous tree with solid fill">
                <a:extLst>
                  <a:ext uri="{FF2B5EF4-FFF2-40B4-BE49-F238E27FC236}">
                    <a16:creationId xmlns:a16="http://schemas.microsoft.com/office/drawing/2014/main" id="{698929D4-1349-A28A-9C7D-C69820C6CE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541" name="Graphic 540" descr="Deciduous tree with solid fill">
                <a:extLst>
                  <a:ext uri="{FF2B5EF4-FFF2-40B4-BE49-F238E27FC236}">
                    <a16:creationId xmlns:a16="http://schemas.microsoft.com/office/drawing/2014/main" id="{5B6CC5FB-4388-91BE-B3DC-D27D475BBC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543" name="Graphic 542" descr="Deciduous tree with solid fill">
                <a:extLst>
                  <a:ext uri="{FF2B5EF4-FFF2-40B4-BE49-F238E27FC236}">
                    <a16:creationId xmlns:a16="http://schemas.microsoft.com/office/drawing/2014/main" id="{60FA70B9-4A7A-0EFA-211B-F1710A177C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545" name="Graphic 544" descr="Deciduous tree with solid fill">
                <a:extLst>
                  <a:ext uri="{FF2B5EF4-FFF2-40B4-BE49-F238E27FC236}">
                    <a16:creationId xmlns:a16="http://schemas.microsoft.com/office/drawing/2014/main" id="{B19261DE-6997-9512-2234-28AA18E2D8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547" name="Graphic 546" descr="Deciduous tree with solid fill">
                <a:extLst>
                  <a:ext uri="{FF2B5EF4-FFF2-40B4-BE49-F238E27FC236}">
                    <a16:creationId xmlns:a16="http://schemas.microsoft.com/office/drawing/2014/main" id="{0258E778-6EA9-B83A-B90F-D9FACE1FC3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549" name="Graphic 548" descr="Deciduous tree with solid fill">
                <a:extLst>
                  <a:ext uri="{FF2B5EF4-FFF2-40B4-BE49-F238E27FC236}">
                    <a16:creationId xmlns:a16="http://schemas.microsoft.com/office/drawing/2014/main" id="{3337DFFF-99CA-5E5D-E0D4-EDEDEC0FCF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559" name="Graphic 558" descr="Deciduous tree with solid fill">
                <a:extLst>
                  <a:ext uri="{FF2B5EF4-FFF2-40B4-BE49-F238E27FC236}">
                    <a16:creationId xmlns:a16="http://schemas.microsoft.com/office/drawing/2014/main" id="{8EC186FD-E367-F441-D58C-29D2B21624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561" name="Graphic 560" descr="Deciduous tree with solid fill">
                <a:extLst>
                  <a:ext uri="{FF2B5EF4-FFF2-40B4-BE49-F238E27FC236}">
                    <a16:creationId xmlns:a16="http://schemas.microsoft.com/office/drawing/2014/main" id="{D8ABFEFD-3D93-D14A-B0FF-216D519053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563" name="Graphic 562" descr="Deciduous tree with solid fill">
                <a:extLst>
                  <a:ext uri="{FF2B5EF4-FFF2-40B4-BE49-F238E27FC236}">
                    <a16:creationId xmlns:a16="http://schemas.microsoft.com/office/drawing/2014/main" id="{1EB8BADE-57AC-0E7E-EFD3-683E21958E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565" name="Graphic 564" descr="Deciduous tree with solid fill">
                <a:extLst>
                  <a:ext uri="{FF2B5EF4-FFF2-40B4-BE49-F238E27FC236}">
                    <a16:creationId xmlns:a16="http://schemas.microsoft.com/office/drawing/2014/main" id="{39029C37-A58F-2701-CA83-D727FD24D7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567" name="Graphic 566" descr="Deciduous tree with solid fill">
                <a:extLst>
                  <a:ext uri="{FF2B5EF4-FFF2-40B4-BE49-F238E27FC236}">
                    <a16:creationId xmlns:a16="http://schemas.microsoft.com/office/drawing/2014/main" id="{981BF957-B9C4-6B3A-5519-2764FAB565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569" name="Graphic 568" descr="Deciduous tree with solid fill">
                <a:extLst>
                  <a:ext uri="{FF2B5EF4-FFF2-40B4-BE49-F238E27FC236}">
                    <a16:creationId xmlns:a16="http://schemas.microsoft.com/office/drawing/2014/main" id="{B38BEF96-E70C-F29C-AF70-6C2B792650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571" name="Graphic 570" descr="Deciduous tree with solid fill">
                <a:extLst>
                  <a:ext uri="{FF2B5EF4-FFF2-40B4-BE49-F238E27FC236}">
                    <a16:creationId xmlns:a16="http://schemas.microsoft.com/office/drawing/2014/main" id="{589D3A6B-52D1-EFEA-7F97-40933FE8C5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573" name="Graphic 572" descr="Deciduous tree with solid fill">
                <a:extLst>
                  <a:ext uri="{FF2B5EF4-FFF2-40B4-BE49-F238E27FC236}">
                    <a16:creationId xmlns:a16="http://schemas.microsoft.com/office/drawing/2014/main" id="{E3ABADBD-553B-3FD1-B7B7-33C5B20046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575" name="Graphic 574" descr="Deciduous tree with solid fill">
                <a:extLst>
                  <a:ext uri="{FF2B5EF4-FFF2-40B4-BE49-F238E27FC236}">
                    <a16:creationId xmlns:a16="http://schemas.microsoft.com/office/drawing/2014/main" id="{CA07BC32-441D-E0C5-6A60-E22A378246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585" name="Graphic 584" descr="Deciduous tree with solid fill">
                <a:extLst>
                  <a:ext uri="{FF2B5EF4-FFF2-40B4-BE49-F238E27FC236}">
                    <a16:creationId xmlns:a16="http://schemas.microsoft.com/office/drawing/2014/main" id="{F4020609-8745-A762-804F-F265970015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587" name="Graphic 586" descr="Deciduous tree with solid fill">
                <a:extLst>
                  <a:ext uri="{FF2B5EF4-FFF2-40B4-BE49-F238E27FC236}">
                    <a16:creationId xmlns:a16="http://schemas.microsoft.com/office/drawing/2014/main" id="{191238B2-053C-FE66-8356-18A555E36B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589" name="Graphic 588" descr="Deciduous tree with solid fill">
                <a:extLst>
                  <a:ext uri="{FF2B5EF4-FFF2-40B4-BE49-F238E27FC236}">
                    <a16:creationId xmlns:a16="http://schemas.microsoft.com/office/drawing/2014/main" id="{1B94782C-7A6C-4828-B21B-35B5E9EE03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591" name="Graphic 590" descr="Deciduous tree with solid fill">
                <a:extLst>
                  <a:ext uri="{FF2B5EF4-FFF2-40B4-BE49-F238E27FC236}">
                    <a16:creationId xmlns:a16="http://schemas.microsoft.com/office/drawing/2014/main" id="{CF93FB76-067C-EEA9-5C88-7A7D2E22AA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593" name="Graphic 592" descr="Deciduous tree with solid fill">
                <a:extLst>
                  <a:ext uri="{FF2B5EF4-FFF2-40B4-BE49-F238E27FC236}">
                    <a16:creationId xmlns:a16="http://schemas.microsoft.com/office/drawing/2014/main" id="{B00A905C-85F6-5028-1E40-48E72DCAEC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595" name="Graphic 594" descr="Deciduous tree with solid fill">
                <a:extLst>
                  <a:ext uri="{FF2B5EF4-FFF2-40B4-BE49-F238E27FC236}">
                    <a16:creationId xmlns:a16="http://schemas.microsoft.com/office/drawing/2014/main" id="{623FB152-7FD3-1AA4-64A4-7DF7965DD8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597" name="Graphic 596" descr="Deciduous tree with solid fill">
                <a:extLst>
                  <a:ext uri="{FF2B5EF4-FFF2-40B4-BE49-F238E27FC236}">
                    <a16:creationId xmlns:a16="http://schemas.microsoft.com/office/drawing/2014/main" id="{30E814BB-F2D0-C0C9-191C-D336902AA4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599" name="Graphic 598" descr="Deciduous tree with solid fill">
                <a:extLst>
                  <a:ext uri="{FF2B5EF4-FFF2-40B4-BE49-F238E27FC236}">
                    <a16:creationId xmlns:a16="http://schemas.microsoft.com/office/drawing/2014/main" id="{68F45070-821E-A388-006F-231C078773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601" name="Graphic 600" descr="Deciduous tree with solid fill">
                <a:extLst>
                  <a:ext uri="{FF2B5EF4-FFF2-40B4-BE49-F238E27FC236}">
                    <a16:creationId xmlns:a16="http://schemas.microsoft.com/office/drawing/2014/main" id="{6B572220-E267-9EAB-F3A3-05C6118900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611" name="Graphic 610" descr="Deciduous tree with solid fill">
                <a:extLst>
                  <a:ext uri="{FF2B5EF4-FFF2-40B4-BE49-F238E27FC236}">
                    <a16:creationId xmlns:a16="http://schemas.microsoft.com/office/drawing/2014/main" id="{C89B3BFC-D4AA-2F36-CB4E-850D7FD22C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613" name="Graphic 612" descr="Deciduous tree with solid fill">
                <a:extLst>
                  <a:ext uri="{FF2B5EF4-FFF2-40B4-BE49-F238E27FC236}">
                    <a16:creationId xmlns:a16="http://schemas.microsoft.com/office/drawing/2014/main" id="{51675B8D-17CC-6BE3-1994-E78D53A3AC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615" name="Graphic 614" descr="Deciduous tree with solid fill">
                <a:extLst>
                  <a:ext uri="{FF2B5EF4-FFF2-40B4-BE49-F238E27FC236}">
                    <a16:creationId xmlns:a16="http://schemas.microsoft.com/office/drawing/2014/main" id="{60025F74-C46E-8A2E-C1DD-F6B34C44F7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619" name="Graphic 618" descr="Deciduous tree with solid fill">
                <a:extLst>
                  <a:ext uri="{FF2B5EF4-FFF2-40B4-BE49-F238E27FC236}">
                    <a16:creationId xmlns:a16="http://schemas.microsoft.com/office/drawing/2014/main" id="{56A8322D-B820-BF38-4524-9156DD9141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621" name="Graphic 620" descr="Deciduous tree with solid fill">
                <a:extLst>
                  <a:ext uri="{FF2B5EF4-FFF2-40B4-BE49-F238E27FC236}">
                    <a16:creationId xmlns:a16="http://schemas.microsoft.com/office/drawing/2014/main" id="{BDDF5358-4CF9-DD82-6C33-5774EC4833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623" name="Graphic 622" descr="Deciduous tree with solid fill">
                <a:extLst>
                  <a:ext uri="{FF2B5EF4-FFF2-40B4-BE49-F238E27FC236}">
                    <a16:creationId xmlns:a16="http://schemas.microsoft.com/office/drawing/2014/main" id="{59ADEC59-29E4-DA2A-275F-D46C32B552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625" name="Graphic 624" descr="Deciduous tree with solid fill">
                <a:extLst>
                  <a:ext uri="{FF2B5EF4-FFF2-40B4-BE49-F238E27FC236}">
                    <a16:creationId xmlns:a16="http://schemas.microsoft.com/office/drawing/2014/main" id="{8A56D814-0FB0-BBC0-B86E-119469B1FB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627" name="Graphic 626" descr="Deciduous tree with solid fill">
                <a:extLst>
                  <a:ext uri="{FF2B5EF4-FFF2-40B4-BE49-F238E27FC236}">
                    <a16:creationId xmlns:a16="http://schemas.microsoft.com/office/drawing/2014/main" id="{81114FED-BC04-A637-1438-C02333A784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629" name="Graphic 628" descr="Deciduous tree with solid fill">
                <a:extLst>
                  <a:ext uri="{FF2B5EF4-FFF2-40B4-BE49-F238E27FC236}">
                    <a16:creationId xmlns:a16="http://schemas.microsoft.com/office/drawing/2014/main" id="{4E307712-64F4-80EE-B00F-A6BDC6C3A0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631" name="Graphic 630" descr="Deciduous tree with solid fill">
                <a:extLst>
                  <a:ext uri="{FF2B5EF4-FFF2-40B4-BE49-F238E27FC236}">
                    <a16:creationId xmlns:a16="http://schemas.microsoft.com/office/drawing/2014/main" id="{FCB2E77E-F03E-04F6-23B0-A10E902151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633" name="Graphic 632" descr="Deciduous tree with solid fill">
                <a:extLst>
                  <a:ext uri="{FF2B5EF4-FFF2-40B4-BE49-F238E27FC236}">
                    <a16:creationId xmlns:a16="http://schemas.microsoft.com/office/drawing/2014/main" id="{4795323B-3C50-7BF1-B983-9E9114C2BC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645" name="Graphic 644" descr="Deciduous tree with solid fill">
                <a:extLst>
                  <a:ext uri="{FF2B5EF4-FFF2-40B4-BE49-F238E27FC236}">
                    <a16:creationId xmlns:a16="http://schemas.microsoft.com/office/drawing/2014/main" id="{3E7190DC-9DBF-75B9-E156-1EF97B99C6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647" name="Graphic 646" descr="Deciduous tree with solid fill">
                <a:extLst>
                  <a:ext uri="{FF2B5EF4-FFF2-40B4-BE49-F238E27FC236}">
                    <a16:creationId xmlns:a16="http://schemas.microsoft.com/office/drawing/2014/main" id="{2F491F85-5C5E-287B-3677-B7552D76B3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649" name="Graphic 648" descr="Deciduous tree with solid fill">
                <a:extLst>
                  <a:ext uri="{FF2B5EF4-FFF2-40B4-BE49-F238E27FC236}">
                    <a16:creationId xmlns:a16="http://schemas.microsoft.com/office/drawing/2014/main" id="{095A6C65-0B3C-6A54-2D9C-2663793609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651" name="Graphic 650" descr="Deciduous tree with solid fill">
                <a:extLst>
                  <a:ext uri="{FF2B5EF4-FFF2-40B4-BE49-F238E27FC236}">
                    <a16:creationId xmlns:a16="http://schemas.microsoft.com/office/drawing/2014/main" id="{D8A0D31C-363A-1A24-EBD1-4AB36CD271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653" name="Graphic 652" descr="Deciduous tree with solid fill">
                <a:extLst>
                  <a:ext uri="{FF2B5EF4-FFF2-40B4-BE49-F238E27FC236}">
                    <a16:creationId xmlns:a16="http://schemas.microsoft.com/office/drawing/2014/main" id="{0F26676B-D76E-E0FD-1A94-4DCD13CDBF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655" name="Graphic 654" descr="Deciduous tree with solid fill">
                <a:extLst>
                  <a:ext uri="{FF2B5EF4-FFF2-40B4-BE49-F238E27FC236}">
                    <a16:creationId xmlns:a16="http://schemas.microsoft.com/office/drawing/2014/main" id="{0C95FA45-2ADB-D987-1562-27D59A5AF2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657" name="Graphic 656" descr="Deciduous tree with solid fill">
                <a:extLst>
                  <a:ext uri="{FF2B5EF4-FFF2-40B4-BE49-F238E27FC236}">
                    <a16:creationId xmlns:a16="http://schemas.microsoft.com/office/drawing/2014/main" id="{7288BB01-D0B4-76E8-6F36-AFDF23E643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659" name="Graphic 658" descr="Deciduous tree with solid fill">
                <a:extLst>
                  <a:ext uri="{FF2B5EF4-FFF2-40B4-BE49-F238E27FC236}">
                    <a16:creationId xmlns:a16="http://schemas.microsoft.com/office/drawing/2014/main" id="{107CA309-E5BB-1070-AD49-F4420870D3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671" name="Graphic 670" descr="Deciduous tree with solid fill">
                <a:extLst>
                  <a:ext uri="{FF2B5EF4-FFF2-40B4-BE49-F238E27FC236}">
                    <a16:creationId xmlns:a16="http://schemas.microsoft.com/office/drawing/2014/main" id="{9E8A0652-81B2-049D-54C1-EBC2D75627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673" name="Graphic 672" descr="Deciduous tree with solid fill">
                <a:extLst>
                  <a:ext uri="{FF2B5EF4-FFF2-40B4-BE49-F238E27FC236}">
                    <a16:creationId xmlns:a16="http://schemas.microsoft.com/office/drawing/2014/main" id="{6D0C8EF3-33AA-E59F-87BB-B6D34DE180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675" name="Graphic 674" descr="Deciduous tree with solid fill">
                <a:extLst>
                  <a:ext uri="{FF2B5EF4-FFF2-40B4-BE49-F238E27FC236}">
                    <a16:creationId xmlns:a16="http://schemas.microsoft.com/office/drawing/2014/main" id="{98EF9BE3-EB26-E0F3-45B1-450072D567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677" name="Graphic 676" descr="Deciduous tree with solid fill">
                <a:extLst>
                  <a:ext uri="{FF2B5EF4-FFF2-40B4-BE49-F238E27FC236}">
                    <a16:creationId xmlns:a16="http://schemas.microsoft.com/office/drawing/2014/main" id="{51D1A9BE-8DED-4EEB-6AC5-7636FD1173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679" name="Graphic 678" descr="Deciduous tree with solid fill">
                <a:extLst>
                  <a:ext uri="{FF2B5EF4-FFF2-40B4-BE49-F238E27FC236}">
                    <a16:creationId xmlns:a16="http://schemas.microsoft.com/office/drawing/2014/main" id="{C9CE642E-028F-24BA-9C51-AC7A38CA06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681" name="Graphic 680" descr="Deciduous tree with solid fill">
                <a:extLst>
                  <a:ext uri="{FF2B5EF4-FFF2-40B4-BE49-F238E27FC236}">
                    <a16:creationId xmlns:a16="http://schemas.microsoft.com/office/drawing/2014/main" id="{A8A9ECA5-1E31-4A4A-5F0E-CAD97A0AC2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683" name="Graphic 682" descr="Deciduous tree with solid fill">
                <a:extLst>
                  <a:ext uri="{FF2B5EF4-FFF2-40B4-BE49-F238E27FC236}">
                    <a16:creationId xmlns:a16="http://schemas.microsoft.com/office/drawing/2014/main" id="{2A01BACC-EF87-0C99-647B-4213721D16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685" name="Graphic 684" descr="Deciduous tree with solid fill">
                <a:extLst>
                  <a:ext uri="{FF2B5EF4-FFF2-40B4-BE49-F238E27FC236}">
                    <a16:creationId xmlns:a16="http://schemas.microsoft.com/office/drawing/2014/main" id="{2F32AF49-B5CA-A0F3-7E82-F654D82874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697" name="Graphic 696" descr="Deciduous tree with solid fill">
                <a:extLst>
                  <a:ext uri="{FF2B5EF4-FFF2-40B4-BE49-F238E27FC236}">
                    <a16:creationId xmlns:a16="http://schemas.microsoft.com/office/drawing/2014/main" id="{F465C60C-0BF2-73F3-020E-46D7A7F2A3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699" name="Graphic 698" descr="Deciduous tree with solid fill">
                <a:extLst>
                  <a:ext uri="{FF2B5EF4-FFF2-40B4-BE49-F238E27FC236}">
                    <a16:creationId xmlns:a16="http://schemas.microsoft.com/office/drawing/2014/main" id="{5E46611D-B715-D9A0-CDB1-60F485E47D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701" name="Graphic 700" descr="Deciduous tree with solid fill">
                <a:extLst>
                  <a:ext uri="{FF2B5EF4-FFF2-40B4-BE49-F238E27FC236}">
                    <a16:creationId xmlns:a16="http://schemas.microsoft.com/office/drawing/2014/main" id="{9A9CC648-B9FC-9B2A-DDE6-2B696924E0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705" name="Graphic 704" descr="Deciduous tree with solid fill">
                <a:extLst>
                  <a:ext uri="{FF2B5EF4-FFF2-40B4-BE49-F238E27FC236}">
                    <a16:creationId xmlns:a16="http://schemas.microsoft.com/office/drawing/2014/main" id="{A518EBD2-0FF3-6E01-EED0-E6C2DA4BD0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707" name="Graphic 706" descr="Deciduous tree with solid fill">
                <a:extLst>
                  <a:ext uri="{FF2B5EF4-FFF2-40B4-BE49-F238E27FC236}">
                    <a16:creationId xmlns:a16="http://schemas.microsoft.com/office/drawing/2014/main" id="{18954872-DD54-C15D-B008-78B66B6944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709" name="Graphic 708" descr="Deciduous tree with solid fill">
                <a:extLst>
                  <a:ext uri="{FF2B5EF4-FFF2-40B4-BE49-F238E27FC236}">
                    <a16:creationId xmlns:a16="http://schemas.microsoft.com/office/drawing/2014/main" id="{0A59C0C1-7CF7-9626-1770-EF2FAE69B0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711" name="Graphic 710" descr="Deciduous tree with solid fill">
                <a:extLst>
                  <a:ext uri="{FF2B5EF4-FFF2-40B4-BE49-F238E27FC236}">
                    <a16:creationId xmlns:a16="http://schemas.microsoft.com/office/drawing/2014/main" id="{8F80B7F1-E995-0918-6CB5-F0D213A1E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713" name="Graphic 712" descr="Deciduous tree with solid fill">
                <a:extLst>
                  <a:ext uri="{FF2B5EF4-FFF2-40B4-BE49-F238E27FC236}">
                    <a16:creationId xmlns:a16="http://schemas.microsoft.com/office/drawing/2014/main" id="{19130C64-9F9E-FF4F-9A18-2DFA22E580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715" name="Graphic 714" descr="Deciduous tree with solid fill">
                <a:extLst>
                  <a:ext uri="{FF2B5EF4-FFF2-40B4-BE49-F238E27FC236}">
                    <a16:creationId xmlns:a16="http://schemas.microsoft.com/office/drawing/2014/main" id="{9C9999CA-BF68-C6D1-40CE-0EB899C95A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717" name="Graphic 716" descr="Deciduous tree with solid fill">
                <a:extLst>
                  <a:ext uri="{FF2B5EF4-FFF2-40B4-BE49-F238E27FC236}">
                    <a16:creationId xmlns:a16="http://schemas.microsoft.com/office/drawing/2014/main" id="{80848BC0-B985-54DC-611E-CA8AC4D06F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731" name="Graphic 730" descr="Deciduous tree with solid fill">
                <a:extLst>
                  <a:ext uri="{FF2B5EF4-FFF2-40B4-BE49-F238E27FC236}">
                    <a16:creationId xmlns:a16="http://schemas.microsoft.com/office/drawing/2014/main" id="{364FBD83-2BB7-632E-4861-940F0BECC0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733" name="Graphic 732" descr="Deciduous tree with solid fill">
                <a:extLst>
                  <a:ext uri="{FF2B5EF4-FFF2-40B4-BE49-F238E27FC236}">
                    <a16:creationId xmlns:a16="http://schemas.microsoft.com/office/drawing/2014/main" id="{D68D6309-1E44-BFF5-D3F1-01D6DF98DA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735" name="Graphic 734" descr="Deciduous tree with solid fill">
                <a:extLst>
                  <a:ext uri="{FF2B5EF4-FFF2-40B4-BE49-F238E27FC236}">
                    <a16:creationId xmlns:a16="http://schemas.microsoft.com/office/drawing/2014/main" id="{67C92444-0B73-642C-18C1-946678BE13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737" name="Graphic 736" descr="Deciduous tree with solid fill">
                <a:extLst>
                  <a:ext uri="{FF2B5EF4-FFF2-40B4-BE49-F238E27FC236}">
                    <a16:creationId xmlns:a16="http://schemas.microsoft.com/office/drawing/2014/main" id="{B2C3CC5C-2DB5-A9D0-98BD-5E8B493F18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739" name="Graphic 738" descr="Deciduous tree with solid fill">
                <a:extLst>
                  <a:ext uri="{FF2B5EF4-FFF2-40B4-BE49-F238E27FC236}">
                    <a16:creationId xmlns:a16="http://schemas.microsoft.com/office/drawing/2014/main" id="{BE4D2964-34F8-E722-95E0-ACA26B0FFB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741" name="Graphic 740" descr="Deciduous tree with solid fill">
                <a:extLst>
                  <a:ext uri="{FF2B5EF4-FFF2-40B4-BE49-F238E27FC236}">
                    <a16:creationId xmlns:a16="http://schemas.microsoft.com/office/drawing/2014/main" id="{9F49F2E5-8366-C803-D30C-BFFAF7146A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743" name="Graphic 742" descr="Deciduous tree with solid fill">
                <a:extLst>
                  <a:ext uri="{FF2B5EF4-FFF2-40B4-BE49-F238E27FC236}">
                    <a16:creationId xmlns:a16="http://schemas.microsoft.com/office/drawing/2014/main" id="{797D97BD-E46D-066C-290E-AB39557799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757" name="Graphic 756" descr="Deciduous tree with solid fill">
                <a:extLst>
                  <a:ext uri="{FF2B5EF4-FFF2-40B4-BE49-F238E27FC236}">
                    <a16:creationId xmlns:a16="http://schemas.microsoft.com/office/drawing/2014/main" id="{B3D1CA26-DAA1-319D-FB03-061ACABFC3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759" name="Graphic 758" descr="Deciduous tree with solid fill">
                <a:extLst>
                  <a:ext uri="{FF2B5EF4-FFF2-40B4-BE49-F238E27FC236}">
                    <a16:creationId xmlns:a16="http://schemas.microsoft.com/office/drawing/2014/main" id="{A4838526-FBA5-FB87-CBED-4C3FDE3AE7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761" name="Graphic 760" descr="Deciduous tree with solid fill">
                <a:extLst>
                  <a:ext uri="{FF2B5EF4-FFF2-40B4-BE49-F238E27FC236}">
                    <a16:creationId xmlns:a16="http://schemas.microsoft.com/office/drawing/2014/main" id="{16CCDBC4-3858-D247-3659-CAABC8A6EE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763" name="Graphic 762" descr="Deciduous tree with solid fill">
                <a:extLst>
                  <a:ext uri="{FF2B5EF4-FFF2-40B4-BE49-F238E27FC236}">
                    <a16:creationId xmlns:a16="http://schemas.microsoft.com/office/drawing/2014/main" id="{4261E543-F2D3-6053-44A5-DAFEAA9CF4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765" name="Graphic 764" descr="Deciduous tree with solid fill">
                <a:extLst>
                  <a:ext uri="{FF2B5EF4-FFF2-40B4-BE49-F238E27FC236}">
                    <a16:creationId xmlns:a16="http://schemas.microsoft.com/office/drawing/2014/main" id="{27918686-22B4-5AB4-D4CC-C2BD8ADDE1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767" name="Graphic 766" descr="Deciduous tree with solid fill">
                <a:extLst>
                  <a:ext uri="{FF2B5EF4-FFF2-40B4-BE49-F238E27FC236}">
                    <a16:creationId xmlns:a16="http://schemas.microsoft.com/office/drawing/2014/main" id="{BDD4C5AC-7806-0040-8093-C1093FE0F7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769" name="Graphic 768" descr="Deciduous tree with solid fill">
                <a:extLst>
                  <a:ext uri="{FF2B5EF4-FFF2-40B4-BE49-F238E27FC236}">
                    <a16:creationId xmlns:a16="http://schemas.microsoft.com/office/drawing/2014/main" id="{26724FB6-555E-D5E4-5333-DFBEE265EA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783" name="Graphic 782" descr="Deciduous tree with solid fill">
                <a:extLst>
                  <a:ext uri="{FF2B5EF4-FFF2-40B4-BE49-F238E27FC236}">
                    <a16:creationId xmlns:a16="http://schemas.microsoft.com/office/drawing/2014/main" id="{5C517BBD-B28A-44C4-3F52-E65192B138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785" name="Graphic 784" descr="Deciduous tree with solid fill">
                <a:extLst>
                  <a:ext uri="{FF2B5EF4-FFF2-40B4-BE49-F238E27FC236}">
                    <a16:creationId xmlns:a16="http://schemas.microsoft.com/office/drawing/2014/main" id="{6C3D7B23-1FEC-2090-22E4-92EDB9482D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787" name="Graphic 786" descr="Deciduous tree with solid fill">
                <a:extLst>
                  <a:ext uri="{FF2B5EF4-FFF2-40B4-BE49-F238E27FC236}">
                    <a16:creationId xmlns:a16="http://schemas.microsoft.com/office/drawing/2014/main" id="{EE04CFEF-D38B-EC42-3265-6BC337299A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791" name="Graphic 790" descr="Deciduous tree with solid fill">
                <a:extLst>
                  <a:ext uri="{FF2B5EF4-FFF2-40B4-BE49-F238E27FC236}">
                    <a16:creationId xmlns:a16="http://schemas.microsoft.com/office/drawing/2014/main" id="{E4111FD7-F56B-A266-1A05-F8CE9E9236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793" name="Graphic 792" descr="Deciduous tree with solid fill">
                <a:extLst>
                  <a:ext uri="{FF2B5EF4-FFF2-40B4-BE49-F238E27FC236}">
                    <a16:creationId xmlns:a16="http://schemas.microsoft.com/office/drawing/2014/main" id="{992F87F1-83C9-5772-693E-6CA57D06D5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795" name="Graphic 794" descr="Deciduous tree with solid fill">
                <a:extLst>
                  <a:ext uri="{FF2B5EF4-FFF2-40B4-BE49-F238E27FC236}">
                    <a16:creationId xmlns:a16="http://schemas.microsoft.com/office/drawing/2014/main" id="{37C6A620-8A64-1CA7-5C18-3AE26E8BBB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797" name="Graphic 796" descr="Deciduous tree with solid fill">
                <a:extLst>
                  <a:ext uri="{FF2B5EF4-FFF2-40B4-BE49-F238E27FC236}">
                    <a16:creationId xmlns:a16="http://schemas.microsoft.com/office/drawing/2014/main" id="{C7A339B7-D719-3893-F13B-7D8B05C140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799" name="Graphic 798" descr="Deciduous tree with solid fill">
                <a:extLst>
                  <a:ext uri="{FF2B5EF4-FFF2-40B4-BE49-F238E27FC236}">
                    <a16:creationId xmlns:a16="http://schemas.microsoft.com/office/drawing/2014/main" id="{B2A6E842-7251-B917-3924-B0D5261235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801" name="Graphic 800" descr="Deciduous tree with solid fill">
                <a:extLst>
                  <a:ext uri="{FF2B5EF4-FFF2-40B4-BE49-F238E27FC236}">
                    <a16:creationId xmlns:a16="http://schemas.microsoft.com/office/drawing/2014/main" id="{206EC369-0693-AEE6-79BC-E387C851E7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817" name="Graphic 816" descr="Deciduous tree with solid fill">
                <a:extLst>
                  <a:ext uri="{FF2B5EF4-FFF2-40B4-BE49-F238E27FC236}">
                    <a16:creationId xmlns:a16="http://schemas.microsoft.com/office/drawing/2014/main" id="{4EBBB487-D5C7-AA59-7F22-30CC22E736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819" name="Graphic 818" descr="Deciduous tree with solid fill">
                <a:extLst>
                  <a:ext uri="{FF2B5EF4-FFF2-40B4-BE49-F238E27FC236}">
                    <a16:creationId xmlns:a16="http://schemas.microsoft.com/office/drawing/2014/main" id="{395A93B3-E5DA-373C-EC45-6B42C00725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821" name="Graphic 820" descr="Deciduous tree with solid fill">
                <a:extLst>
                  <a:ext uri="{FF2B5EF4-FFF2-40B4-BE49-F238E27FC236}">
                    <a16:creationId xmlns:a16="http://schemas.microsoft.com/office/drawing/2014/main" id="{86505F5C-82FF-9EF8-E46E-C23868782C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823" name="Graphic 822" descr="Deciduous tree with solid fill">
                <a:extLst>
                  <a:ext uri="{FF2B5EF4-FFF2-40B4-BE49-F238E27FC236}">
                    <a16:creationId xmlns:a16="http://schemas.microsoft.com/office/drawing/2014/main" id="{3A9D7638-9BE4-C05C-6DED-2B6616DEF4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825" name="Graphic 824" descr="Deciduous tree with solid fill">
                <a:extLst>
                  <a:ext uri="{FF2B5EF4-FFF2-40B4-BE49-F238E27FC236}">
                    <a16:creationId xmlns:a16="http://schemas.microsoft.com/office/drawing/2014/main" id="{64DAAC1D-42CC-1F6C-9331-8C8863EC71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827" name="Graphic 826" descr="Deciduous tree with solid fill">
                <a:extLst>
                  <a:ext uri="{FF2B5EF4-FFF2-40B4-BE49-F238E27FC236}">
                    <a16:creationId xmlns:a16="http://schemas.microsoft.com/office/drawing/2014/main" id="{29DB2530-CDA5-EDC5-87C4-DBC23F3F96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843" name="Graphic 842" descr="Deciduous tree with solid fill">
                <a:extLst>
                  <a:ext uri="{FF2B5EF4-FFF2-40B4-BE49-F238E27FC236}">
                    <a16:creationId xmlns:a16="http://schemas.microsoft.com/office/drawing/2014/main" id="{2336DB78-9F10-617A-9235-76FF494D49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845" name="Graphic 844" descr="Deciduous tree with solid fill">
                <a:extLst>
                  <a:ext uri="{FF2B5EF4-FFF2-40B4-BE49-F238E27FC236}">
                    <a16:creationId xmlns:a16="http://schemas.microsoft.com/office/drawing/2014/main" id="{DB771A32-E1F2-7A24-1DD8-F37A8DB3DB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847" name="Graphic 846" descr="Deciduous tree with solid fill">
                <a:extLst>
                  <a:ext uri="{FF2B5EF4-FFF2-40B4-BE49-F238E27FC236}">
                    <a16:creationId xmlns:a16="http://schemas.microsoft.com/office/drawing/2014/main" id="{71B0E6A9-5100-65AA-D279-AB3ED1E6AA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849" name="Graphic 848" descr="Deciduous tree with solid fill">
                <a:extLst>
                  <a:ext uri="{FF2B5EF4-FFF2-40B4-BE49-F238E27FC236}">
                    <a16:creationId xmlns:a16="http://schemas.microsoft.com/office/drawing/2014/main" id="{0159EABF-7BF1-3DCA-7F8B-3657CAFB4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851" name="Graphic 850" descr="Deciduous tree with solid fill">
                <a:extLst>
                  <a:ext uri="{FF2B5EF4-FFF2-40B4-BE49-F238E27FC236}">
                    <a16:creationId xmlns:a16="http://schemas.microsoft.com/office/drawing/2014/main" id="{1B05CE0E-1F11-C7F9-4646-5E6D2D453A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853" name="Graphic 852" descr="Deciduous tree with solid fill">
                <a:extLst>
                  <a:ext uri="{FF2B5EF4-FFF2-40B4-BE49-F238E27FC236}">
                    <a16:creationId xmlns:a16="http://schemas.microsoft.com/office/drawing/2014/main" id="{85CE4336-B8D1-DAA0-0C82-18722470F0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869" name="Graphic 868" descr="Deciduous tree with solid fill">
                <a:extLst>
                  <a:ext uri="{FF2B5EF4-FFF2-40B4-BE49-F238E27FC236}">
                    <a16:creationId xmlns:a16="http://schemas.microsoft.com/office/drawing/2014/main" id="{9E16FC15-D4B0-9424-DD1E-49FCCA2BDE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871" name="Graphic 870" descr="Deciduous tree with solid fill">
                <a:extLst>
                  <a:ext uri="{FF2B5EF4-FFF2-40B4-BE49-F238E27FC236}">
                    <a16:creationId xmlns:a16="http://schemas.microsoft.com/office/drawing/2014/main" id="{F61595AC-BA6E-3D1D-A76F-9E81225355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873" name="Graphic 872" descr="Deciduous tree with solid fill">
                <a:extLst>
                  <a:ext uri="{FF2B5EF4-FFF2-40B4-BE49-F238E27FC236}">
                    <a16:creationId xmlns:a16="http://schemas.microsoft.com/office/drawing/2014/main" id="{682B896E-497A-8264-58A7-3FB8A2670F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877" name="Graphic 876" descr="Deciduous tree with solid fill">
                <a:extLst>
                  <a:ext uri="{FF2B5EF4-FFF2-40B4-BE49-F238E27FC236}">
                    <a16:creationId xmlns:a16="http://schemas.microsoft.com/office/drawing/2014/main" id="{0325F374-376E-B391-DEEC-3CD750064C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879" name="Graphic 878" descr="Deciduous tree with solid fill">
                <a:extLst>
                  <a:ext uri="{FF2B5EF4-FFF2-40B4-BE49-F238E27FC236}">
                    <a16:creationId xmlns:a16="http://schemas.microsoft.com/office/drawing/2014/main" id="{804CB276-A2CB-E760-C7F5-1A1348D423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881" name="Graphic 880" descr="Deciduous tree with solid fill">
                <a:extLst>
                  <a:ext uri="{FF2B5EF4-FFF2-40B4-BE49-F238E27FC236}">
                    <a16:creationId xmlns:a16="http://schemas.microsoft.com/office/drawing/2014/main" id="{0D2669AC-9CA4-A7B6-B505-38128F6F27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883" name="Graphic 882" descr="Deciduous tree with solid fill">
                <a:extLst>
                  <a:ext uri="{FF2B5EF4-FFF2-40B4-BE49-F238E27FC236}">
                    <a16:creationId xmlns:a16="http://schemas.microsoft.com/office/drawing/2014/main" id="{B1A80C08-A305-F7C7-16CF-C4B1BD3CC6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885" name="Graphic 884" descr="Deciduous tree with solid fill">
                <a:extLst>
                  <a:ext uri="{FF2B5EF4-FFF2-40B4-BE49-F238E27FC236}">
                    <a16:creationId xmlns:a16="http://schemas.microsoft.com/office/drawing/2014/main" id="{E50768D7-F927-4D6D-ED77-C3EA6ACFBA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903" name="Graphic 902" descr="Deciduous tree with solid fill">
                <a:extLst>
                  <a:ext uri="{FF2B5EF4-FFF2-40B4-BE49-F238E27FC236}">
                    <a16:creationId xmlns:a16="http://schemas.microsoft.com/office/drawing/2014/main" id="{F2A38091-D355-F79C-5377-DA38DFB622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905" name="Graphic 904" descr="Deciduous tree with solid fill">
                <a:extLst>
                  <a:ext uri="{FF2B5EF4-FFF2-40B4-BE49-F238E27FC236}">
                    <a16:creationId xmlns:a16="http://schemas.microsoft.com/office/drawing/2014/main" id="{519B2CF3-F519-F61B-0F62-3730379476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907" name="Graphic 906" descr="Deciduous tree with solid fill">
                <a:extLst>
                  <a:ext uri="{FF2B5EF4-FFF2-40B4-BE49-F238E27FC236}">
                    <a16:creationId xmlns:a16="http://schemas.microsoft.com/office/drawing/2014/main" id="{903F25BD-43C9-DBFB-EE76-FDFEFC86A1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909" name="Graphic 908" descr="Deciduous tree with solid fill">
                <a:extLst>
                  <a:ext uri="{FF2B5EF4-FFF2-40B4-BE49-F238E27FC236}">
                    <a16:creationId xmlns:a16="http://schemas.microsoft.com/office/drawing/2014/main" id="{ECC689B2-DEAE-90B2-57C1-F7CEFC04D9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911" name="Graphic 910" descr="Deciduous tree with solid fill">
                <a:extLst>
                  <a:ext uri="{FF2B5EF4-FFF2-40B4-BE49-F238E27FC236}">
                    <a16:creationId xmlns:a16="http://schemas.microsoft.com/office/drawing/2014/main" id="{F35F2D7F-3398-BB69-03DF-0D6E373A54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929" name="Graphic 928" descr="Deciduous tree with solid fill">
                <a:extLst>
                  <a:ext uri="{FF2B5EF4-FFF2-40B4-BE49-F238E27FC236}">
                    <a16:creationId xmlns:a16="http://schemas.microsoft.com/office/drawing/2014/main" id="{6C6358A4-60D9-9D4E-B822-C32D4D2454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931" name="Graphic 930" descr="Deciduous tree with solid fill">
                <a:extLst>
                  <a:ext uri="{FF2B5EF4-FFF2-40B4-BE49-F238E27FC236}">
                    <a16:creationId xmlns:a16="http://schemas.microsoft.com/office/drawing/2014/main" id="{9DD14AB0-686C-9774-C324-BCFF308494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933" name="Graphic 932" descr="Deciduous tree with solid fill">
                <a:extLst>
                  <a:ext uri="{FF2B5EF4-FFF2-40B4-BE49-F238E27FC236}">
                    <a16:creationId xmlns:a16="http://schemas.microsoft.com/office/drawing/2014/main" id="{7589EA66-AEC1-2B1B-B235-EBC9C50E07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935" name="Graphic 934" descr="Deciduous tree with solid fill">
                <a:extLst>
                  <a:ext uri="{FF2B5EF4-FFF2-40B4-BE49-F238E27FC236}">
                    <a16:creationId xmlns:a16="http://schemas.microsoft.com/office/drawing/2014/main" id="{63871182-639C-C0D7-7A62-0F591CC4C0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937" name="Graphic 936" descr="Deciduous tree with solid fill">
                <a:extLst>
                  <a:ext uri="{FF2B5EF4-FFF2-40B4-BE49-F238E27FC236}">
                    <a16:creationId xmlns:a16="http://schemas.microsoft.com/office/drawing/2014/main" id="{CF49751B-2091-1F64-C11B-0303480C52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955" name="Graphic 954" descr="Deciduous tree with solid fill">
                <a:extLst>
                  <a:ext uri="{FF2B5EF4-FFF2-40B4-BE49-F238E27FC236}">
                    <a16:creationId xmlns:a16="http://schemas.microsoft.com/office/drawing/2014/main" id="{C9EB3DD4-3396-224C-5782-7EDD28B67C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957" name="Graphic 956" descr="Deciduous tree with solid fill">
                <a:extLst>
                  <a:ext uri="{FF2B5EF4-FFF2-40B4-BE49-F238E27FC236}">
                    <a16:creationId xmlns:a16="http://schemas.microsoft.com/office/drawing/2014/main" id="{73632B82-2235-C868-03D6-ABE06F1A45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959" name="Graphic 958" descr="Deciduous tree with solid fill">
                <a:extLst>
                  <a:ext uri="{FF2B5EF4-FFF2-40B4-BE49-F238E27FC236}">
                    <a16:creationId xmlns:a16="http://schemas.microsoft.com/office/drawing/2014/main" id="{E2F4E19E-C8C6-D08C-6043-0BCA03F1E9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963" name="Graphic 962" descr="Deciduous tree with solid fill">
                <a:extLst>
                  <a:ext uri="{FF2B5EF4-FFF2-40B4-BE49-F238E27FC236}">
                    <a16:creationId xmlns:a16="http://schemas.microsoft.com/office/drawing/2014/main" id="{2D45B2DE-06B6-9AEB-C4B7-2EA2F37740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965" name="Graphic 964" descr="Deciduous tree with solid fill">
                <a:extLst>
                  <a:ext uri="{FF2B5EF4-FFF2-40B4-BE49-F238E27FC236}">
                    <a16:creationId xmlns:a16="http://schemas.microsoft.com/office/drawing/2014/main" id="{CF98369A-6C63-F303-2A5B-A96226433F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967" name="Graphic 966" descr="Deciduous tree with solid fill">
                <a:extLst>
                  <a:ext uri="{FF2B5EF4-FFF2-40B4-BE49-F238E27FC236}">
                    <a16:creationId xmlns:a16="http://schemas.microsoft.com/office/drawing/2014/main" id="{120DE716-F62A-603C-EDD8-BE1C796AE8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969" name="Graphic 968" descr="Deciduous tree with solid fill">
                <a:extLst>
                  <a:ext uri="{FF2B5EF4-FFF2-40B4-BE49-F238E27FC236}">
                    <a16:creationId xmlns:a16="http://schemas.microsoft.com/office/drawing/2014/main" id="{BA0E836B-1B31-60A0-EC39-EF3D246975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989" name="Graphic 988" descr="Deciduous tree with solid fill">
                <a:extLst>
                  <a:ext uri="{FF2B5EF4-FFF2-40B4-BE49-F238E27FC236}">
                    <a16:creationId xmlns:a16="http://schemas.microsoft.com/office/drawing/2014/main" id="{84C76F55-899F-66C2-26D8-7BDC770CB1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991" name="Graphic 990" descr="Deciduous tree with solid fill">
                <a:extLst>
                  <a:ext uri="{FF2B5EF4-FFF2-40B4-BE49-F238E27FC236}">
                    <a16:creationId xmlns:a16="http://schemas.microsoft.com/office/drawing/2014/main" id="{FB7F08C0-5833-57DD-ED34-7AC15BC0AB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993" name="Graphic 992" descr="Deciduous tree with solid fill">
                <a:extLst>
                  <a:ext uri="{FF2B5EF4-FFF2-40B4-BE49-F238E27FC236}">
                    <a16:creationId xmlns:a16="http://schemas.microsoft.com/office/drawing/2014/main" id="{4532F02C-B470-DFE0-8E12-4BDA29EFCE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995" name="Graphic 994" descr="Deciduous tree with solid fill">
                <a:extLst>
                  <a:ext uri="{FF2B5EF4-FFF2-40B4-BE49-F238E27FC236}">
                    <a16:creationId xmlns:a16="http://schemas.microsoft.com/office/drawing/2014/main" id="{1A62462A-A4F9-D138-2386-97E8C850E1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015" name="Graphic 1014" descr="Deciduous tree with solid fill">
                <a:extLst>
                  <a:ext uri="{FF2B5EF4-FFF2-40B4-BE49-F238E27FC236}">
                    <a16:creationId xmlns:a16="http://schemas.microsoft.com/office/drawing/2014/main" id="{FAE47B52-7F29-A23A-CA16-A51C5144F5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017" name="Graphic 1016" descr="Deciduous tree with solid fill">
                <a:extLst>
                  <a:ext uri="{FF2B5EF4-FFF2-40B4-BE49-F238E27FC236}">
                    <a16:creationId xmlns:a16="http://schemas.microsoft.com/office/drawing/2014/main" id="{7C632AB5-95A4-4723-0449-C73444F37F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019" name="Graphic 1018" descr="Deciduous tree with solid fill">
                <a:extLst>
                  <a:ext uri="{FF2B5EF4-FFF2-40B4-BE49-F238E27FC236}">
                    <a16:creationId xmlns:a16="http://schemas.microsoft.com/office/drawing/2014/main" id="{2952CDAD-B14A-CF1B-CFBC-3D483DD9B1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021" name="Graphic 1020" descr="Deciduous tree with solid fill">
                <a:extLst>
                  <a:ext uri="{FF2B5EF4-FFF2-40B4-BE49-F238E27FC236}">
                    <a16:creationId xmlns:a16="http://schemas.microsoft.com/office/drawing/2014/main" id="{C64C5A2C-022C-81DA-2E4B-F7372F3512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041" name="Graphic 1040" descr="Deciduous tree with solid fill">
                <a:extLst>
                  <a:ext uri="{FF2B5EF4-FFF2-40B4-BE49-F238E27FC236}">
                    <a16:creationId xmlns:a16="http://schemas.microsoft.com/office/drawing/2014/main" id="{CFE9446E-F948-5CA3-5D97-9355110FB0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1043" name="Graphic 1042" descr="Deciduous tree with solid fill">
                <a:extLst>
                  <a:ext uri="{FF2B5EF4-FFF2-40B4-BE49-F238E27FC236}">
                    <a16:creationId xmlns:a16="http://schemas.microsoft.com/office/drawing/2014/main" id="{8BF09F99-F71B-3C6D-37AE-D34C6109B8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1045" name="Graphic 1044" descr="Deciduous tree with solid fill">
                <a:extLst>
                  <a:ext uri="{FF2B5EF4-FFF2-40B4-BE49-F238E27FC236}">
                    <a16:creationId xmlns:a16="http://schemas.microsoft.com/office/drawing/2014/main" id="{F8596135-3FCF-906F-31C1-236A217DF6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049" name="Graphic 1048" descr="Deciduous tree with solid fill">
                <a:extLst>
                  <a:ext uri="{FF2B5EF4-FFF2-40B4-BE49-F238E27FC236}">
                    <a16:creationId xmlns:a16="http://schemas.microsoft.com/office/drawing/2014/main" id="{6D3378EF-338D-23CD-A329-2BE43FA8DB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051" name="Graphic 1050" descr="Deciduous tree with solid fill">
                <a:extLst>
                  <a:ext uri="{FF2B5EF4-FFF2-40B4-BE49-F238E27FC236}">
                    <a16:creationId xmlns:a16="http://schemas.microsoft.com/office/drawing/2014/main" id="{6B1B892E-B98D-765B-A9B7-5419C5D6D1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053" name="Graphic 1052" descr="Deciduous tree with solid fill">
                <a:extLst>
                  <a:ext uri="{FF2B5EF4-FFF2-40B4-BE49-F238E27FC236}">
                    <a16:creationId xmlns:a16="http://schemas.microsoft.com/office/drawing/2014/main" id="{66BD1448-8A02-6BD5-82A4-064E2785EA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075" name="Graphic 1074" descr="Deciduous tree with solid fill">
                <a:extLst>
                  <a:ext uri="{FF2B5EF4-FFF2-40B4-BE49-F238E27FC236}">
                    <a16:creationId xmlns:a16="http://schemas.microsoft.com/office/drawing/2014/main" id="{82E3E471-F00D-D999-A568-4794D1D40B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077" name="Graphic 1076" descr="Deciduous tree with solid fill">
                <a:extLst>
                  <a:ext uri="{FF2B5EF4-FFF2-40B4-BE49-F238E27FC236}">
                    <a16:creationId xmlns:a16="http://schemas.microsoft.com/office/drawing/2014/main" id="{FC66CA11-4CF1-EB31-70F4-4A38103058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079" name="Graphic 1078" descr="Deciduous tree with solid fill">
                <a:extLst>
                  <a:ext uri="{FF2B5EF4-FFF2-40B4-BE49-F238E27FC236}">
                    <a16:creationId xmlns:a16="http://schemas.microsoft.com/office/drawing/2014/main" id="{DE8424D9-76D0-A068-CA6C-C75CDEE475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101" name="Graphic 1100" descr="Deciduous tree with solid fill">
                <a:extLst>
                  <a:ext uri="{FF2B5EF4-FFF2-40B4-BE49-F238E27FC236}">
                    <a16:creationId xmlns:a16="http://schemas.microsoft.com/office/drawing/2014/main" id="{FCA74C2A-4FC1-D04D-2DAF-CAEF997689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103" name="Graphic 1102" descr="Deciduous tree with solid fill">
                <a:extLst>
                  <a:ext uri="{FF2B5EF4-FFF2-40B4-BE49-F238E27FC236}">
                    <a16:creationId xmlns:a16="http://schemas.microsoft.com/office/drawing/2014/main" id="{836044C2-DB1E-DA21-A3FE-A024D4CE47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105" name="Graphic 1104" descr="Deciduous tree with solid fill">
                <a:extLst>
                  <a:ext uri="{FF2B5EF4-FFF2-40B4-BE49-F238E27FC236}">
                    <a16:creationId xmlns:a16="http://schemas.microsoft.com/office/drawing/2014/main" id="{A0C7313A-E005-518A-E3C0-F6080FF3A6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127" name="Graphic 1126" descr="Deciduous tree with solid fill">
                <a:extLst>
                  <a:ext uri="{FF2B5EF4-FFF2-40B4-BE49-F238E27FC236}">
                    <a16:creationId xmlns:a16="http://schemas.microsoft.com/office/drawing/2014/main" id="{CFEDDD54-8E85-7E50-3C07-EDFDB93C55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129" name="Graphic 1128" descr="Deciduous tree with solid fill">
                <a:extLst>
                  <a:ext uri="{FF2B5EF4-FFF2-40B4-BE49-F238E27FC236}">
                    <a16:creationId xmlns:a16="http://schemas.microsoft.com/office/drawing/2014/main" id="{1F21B8C2-5574-935F-25EA-2635B47204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131" name="Graphic 1130" descr="Deciduous tree with solid fill">
                <a:extLst>
                  <a:ext uri="{FF2B5EF4-FFF2-40B4-BE49-F238E27FC236}">
                    <a16:creationId xmlns:a16="http://schemas.microsoft.com/office/drawing/2014/main" id="{6E6F87BB-29D6-6823-1800-F6DA1B9DBF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135" name="Graphic 1134" descr="Deciduous tree with solid fill">
                <a:extLst>
                  <a:ext uri="{FF2B5EF4-FFF2-40B4-BE49-F238E27FC236}">
                    <a16:creationId xmlns:a16="http://schemas.microsoft.com/office/drawing/2014/main" id="{DD89D4B6-BB9F-6FD7-34B3-A1C24A4B9E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137" name="Graphic 1136" descr="Deciduous tree with solid fill">
                <a:extLst>
                  <a:ext uri="{FF2B5EF4-FFF2-40B4-BE49-F238E27FC236}">
                    <a16:creationId xmlns:a16="http://schemas.microsoft.com/office/drawing/2014/main" id="{DE8780E5-28F4-C846-9860-473D24A974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161" name="Graphic 1160" descr="Deciduous tree with solid fill">
                <a:extLst>
                  <a:ext uri="{FF2B5EF4-FFF2-40B4-BE49-F238E27FC236}">
                    <a16:creationId xmlns:a16="http://schemas.microsoft.com/office/drawing/2014/main" id="{D744B329-AE7B-A5CB-4FBA-AA0A0BF386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163" name="Graphic 1162" descr="Deciduous tree with solid fill">
                <a:extLst>
                  <a:ext uri="{FF2B5EF4-FFF2-40B4-BE49-F238E27FC236}">
                    <a16:creationId xmlns:a16="http://schemas.microsoft.com/office/drawing/2014/main" id="{D2A22DF8-D17C-EDF9-99C9-28B843EB5F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187" name="Graphic 1186" descr="Deciduous tree with solid fill">
                <a:extLst>
                  <a:ext uri="{FF2B5EF4-FFF2-40B4-BE49-F238E27FC236}">
                    <a16:creationId xmlns:a16="http://schemas.microsoft.com/office/drawing/2014/main" id="{5F4F65BF-D9C0-7CB8-B203-C90E640A38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189" name="Graphic 1188" descr="Deciduous tree with solid fill">
                <a:extLst>
                  <a:ext uri="{FF2B5EF4-FFF2-40B4-BE49-F238E27FC236}">
                    <a16:creationId xmlns:a16="http://schemas.microsoft.com/office/drawing/2014/main" id="{6E2FEBBB-8A65-01BD-8753-5E6CB721F1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213" name="Graphic 1212" descr="Deciduous tree with solid fill">
                <a:extLst>
                  <a:ext uri="{FF2B5EF4-FFF2-40B4-BE49-F238E27FC236}">
                    <a16:creationId xmlns:a16="http://schemas.microsoft.com/office/drawing/2014/main" id="{518EB511-9C32-C31B-E799-A23AFACB03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215" name="Graphic 1214" descr="Deciduous tree with solid fill">
                <a:extLst>
                  <a:ext uri="{FF2B5EF4-FFF2-40B4-BE49-F238E27FC236}">
                    <a16:creationId xmlns:a16="http://schemas.microsoft.com/office/drawing/2014/main" id="{B6CFF115-F4EB-5F68-BCEE-B6286E7CF4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217" name="Graphic 1216" descr="Deciduous tree with solid fill">
                <a:extLst>
                  <a:ext uri="{FF2B5EF4-FFF2-40B4-BE49-F238E27FC236}">
                    <a16:creationId xmlns:a16="http://schemas.microsoft.com/office/drawing/2014/main" id="{DA2BAF07-DE46-8048-AAAA-C9FA767903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221" name="Graphic 1220" descr="Deciduous tree with solid fill">
                <a:extLst>
                  <a:ext uri="{FF2B5EF4-FFF2-40B4-BE49-F238E27FC236}">
                    <a16:creationId xmlns:a16="http://schemas.microsoft.com/office/drawing/2014/main" id="{D9BEFAD4-2EBE-0BA1-EC40-26881CD6B5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247" name="Graphic 1246" descr="Deciduous tree with solid fill">
                <a:extLst>
                  <a:ext uri="{FF2B5EF4-FFF2-40B4-BE49-F238E27FC236}">
                    <a16:creationId xmlns:a16="http://schemas.microsoft.com/office/drawing/2014/main" id="{6385CAEB-10C1-8A6D-6344-2DC4FAEC69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273" name="Graphic 1272" descr="Deciduous tree with solid fill">
                <a:extLst>
                  <a:ext uri="{FF2B5EF4-FFF2-40B4-BE49-F238E27FC236}">
                    <a16:creationId xmlns:a16="http://schemas.microsoft.com/office/drawing/2014/main" id="{8FFA720E-8C17-9DAA-C452-EE18EE2E9A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299" name="Graphic 1298" descr="Deciduous tree with solid fill">
                <a:extLst>
                  <a:ext uri="{FF2B5EF4-FFF2-40B4-BE49-F238E27FC236}">
                    <a16:creationId xmlns:a16="http://schemas.microsoft.com/office/drawing/2014/main" id="{A9C92032-8F5B-8607-3C10-CC65A1B75F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301" name="Graphic 1300" descr="Deciduous tree with solid fill">
                <a:extLst>
                  <a:ext uri="{FF2B5EF4-FFF2-40B4-BE49-F238E27FC236}">
                    <a16:creationId xmlns:a16="http://schemas.microsoft.com/office/drawing/2014/main" id="{1356AFA4-66E0-CABA-C36D-A5A5F2A4F1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303" name="Graphic 1302" descr="Deciduous tree with solid fill">
                <a:extLst>
                  <a:ext uri="{FF2B5EF4-FFF2-40B4-BE49-F238E27FC236}">
                    <a16:creationId xmlns:a16="http://schemas.microsoft.com/office/drawing/2014/main" id="{856B8A15-4266-3B7F-2AFA-08CED40B3D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471" name="Graphic 1470" descr="Deciduous tree with solid fill">
                <a:extLst>
                  <a:ext uri="{FF2B5EF4-FFF2-40B4-BE49-F238E27FC236}">
                    <a16:creationId xmlns:a16="http://schemas.microsoft.com/office/drawing/2014/main" id="{BAEAE6D5-2B1B-9DC4-45A4-4518594CE9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815" y="2160326"/>
                <a:ext cx="209457" cy="196410"/>
              </a:xfrm>
              <a:prstGeom prst="rect">
                <a:avLst/>
              </a:prstGeom>
            </p:spPr>
          </p:pic>
          <p:pic>
            <p:nvPicPr>
              <p:cNvPr id="1473" name="Graphic 1472" descr="Deciduous tree with solid fill">
                <a:extLst>
                  <a:ext uri="{FF2B5EF4-FFF2-40B4-BE49-F238E27FC236}">
                    <a16:creationId xmlns:a16="http://schemas.microsoft.com/office/drawing/2014/main" id="{04E12EE7-8D83-4153-79E7-71D844A494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7189" y="2256185"/>
                <a:ext cx="209457" cy="196410"/>
              </a:xfrm>
              <a:prstGeom prst="rect">
                <a:avLst/>
              </a:prstGeom>
            </p:spPr>
          </p:pic>
          <p:pic>
            <p:nvPicPr>
              <p:cNvPr id="1475" name="Graphic 1474" descr="Deciduous tree with solid fill">
                <a:extLst>
                  <a:ext uri="{FF2B5EF4-FFF2-40B4-BE49-F238E27FC236}">
                    <a16:creationId xmlns:a16="http://schemas.microsoft.com/office/drawing/2014/main" id="{6DE95E1A-9280-E8AD-49A8-056E3DBF4A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3391" y="2072287"/>
                <a:ext cx="209457" cy="196410"/>
              </a:xfrm>
              <a:prstGeom prst="rect">
                <a:avLst/>
              </a:prstGeom>
            </p:spPr>
          </p:pic>
          <p:pic>
            <p:nvPicPr>
              <p:cNvPr id="1477" name="Graphic 1476" descr="Deciduous tree with solid fill">
                <a:extLst>
                  <a:ext uri="{FF2B5EF4-FFF2-40B4-BE49-F238E27FC236}">
                    <a16:creationId xmlns:a16="http://schemas.microsoft.com/office/drawing/2014/main" id="{8E8E73F7-57DF-0A21-594D-84872A3B97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54914" y="4168694"/>
                <a:ext cx="209457" cy="196410"/>
              </a:xfrm>
              <a:prstGeom prst="rect">
                <a:avLst/>
              </a:prstGeom>
            </p:spPr>
          </p:pic>
          <p:pic>
            <p:nvPicPr>
              <p:cNvPr id="1479" name="Graphic 1478" descr="Deciduous tree with solid fill">
                <a:extLst>
                  <a:ext uri="{FF2B5EF4-FFF2-40B4-BE49-F238E27FC236}">
                    <a16:creationId xmlns:a16="http://schemas.microsoft.com/office/drawing/2014/main" id="{D4F8826D-8448-35A7-A8DA-771166A387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8883" y="2379676"/>
                <a:ext cx="209457" cy="196410"/>
              </a:xfrm>
              <a:prstGeom prst="rect">
                <a:avLst/>
              </a:prstGeom>
            </p:spPr>
          </p:pic>
          <p:pic>
            <p:nvPicPr>
              <p:cNvPr id="1481" name="Graphic 1480" descr="Deciduous tree with solid fill">
                <a:extLst>
                  <a:ext uri="{FF2B5EF4-FFF2-40B4-BE49-F238E27FC236}">
                    <a16:creationId xmlns:a16="http://schemas.microsoft.com/office/drawing/2014/main" id="{EE768F71-C420-010E-CB5A-3144D114B5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577" y="2503167"/>
                <a:ext cx="209457" cy="196410"/>
              </a:xfrm>
              <a:prstGeom prst="rect">
                <a:avLst/>
              </a:prstGeom>
            </p:spPr>
          </p:pic>
          <p:pic>
            <p:nvPicPr>
              <p:cNvPr id="1483" name="Graphic 1482" descr="Deciduous tree with solid fill">
                <a:extLst>
                  <a:ext uri="{FF2B5EF4-FFF2-40B4-BE49-F238E27FC236}">
                    <a16:creationId xmlns:a16="http://schemas.microsoft.com/office/drawing/2014/main" id="{2EABE90E-09A7-E82E-CD96-661C70BA86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3" y="2626658"/>
                <a:ext cx="209457" cy="196410"/>
              </a:xfrm>
              <a:prstGeom prst="rect">
                <a:avLst/>
              </a:prstGeom>
            </p:spPr>
          </p:pic>
          <p:pic>
            <p:nvPicPr>
              <p:cNvPr id="1485" name="Graphic 1484" descr="Deciduous tree with solid fill">
                <a:extLst>
                  <a:ext uri="{FF2B5EF4-FFF2-40B4-BE49-F238E27FC236}">
                    <a16:creationId xmlns:a16="http://schemas.microsoft.com/office/drawing/2014/main" id="{34BC6B8A-0A0B-126F-6978-2435CF534E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3967" y="2750149"/>
                <a:ext cx="209457" cy="196410"/>
              </a:xfrm>
              <a:prstGeom prst="rect">
                <a:avLst/>
              </a:prstGeom>
            </p:spPr>
          </p:pic>
          <p:pic>
            <p:nvPicPr>
              <p:cNvPr id="1487" name="Graphic 1486" descr="Deciduous tree with solid fill">
                <a:extLst>
                  <a:ext uri="{FF2B5EF4-FFF2-40B4-BE49-F238E27FC236}">
                    <a16:creationId xmlns:a16="http://schemas.microsoft.com/office/drawing/2014/main" id="{87C099B3-CD8D-D61C-E1CE-B98F12BE6F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661" y="2873640"/>
                <a:ext cx="209457" cy="196410"/>
              </a:xfrm>
              <a:prstGeom prst="rect">
                <a:avLst/>
              </a:prstGeom>
            </p:spPr>
          </p:pic>
          <p:pic>
            <p:nvPicPr>
              <p:cNvPr id="1489" name="Graphic 1488" descr="Deciduous tree with solid fill">
                <a:extLst>
                  <a:ext uri="{FF2B5EF4-FFF2-40B4-BE49-F238E27FC236}">
                    <a16:creationId xmlns:a16="http://schemas.microsoft.com/office/drawing/2014/main" id="{C27E4E21-EB11-E86C-912B-D97D6A90E4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356" y="2997130"/>
                <a:ext cx="209457" cy="196410"/>
              </a:xfrm>
              <a:prstGeom prst="rect">
                <a:avLst/>
              </a:prstGeom>
            </p:spPr>
          </p:pic>
          <p:pic>
            <p:nvPicPr>
              <p:cNvPr id="1491" name="Graphic 1490" descr="Deciduous tree with solid fill">
                <a:extLst>
                  <a:ext uri="{FF2B5EF4-FFF2-40B4-BE49-F238E27FC236}">
                    <a16:creationId xmlns:a16="http://schemas.microsoft.com/office/drawing/2014/main" id="{8FE6BD85-CF65-1EA4-EB6D-A4D94DFFD0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050" y="3120622"/>
                <a:ext cx="209457" cy="196410"/>
              </a:xfrm>
              <a:prstGeom prst="rect">
                <a:avLst/>
              </a:prstGeom>
            </p:spPr>
          </p:pic>
          <p:pic>
            <p:nvPicPr>
              <p:cNvPr id="1493" name="Graphic 1492" descr="Deciduous tree with solid fill">
                <a:extLst>
                  <a:ext uri="{FF2B5EF4-FFF2-40B4-BE49-F238E27FC236}">
                    <a16:creationId xmlns:a16="http://schemas.microsoft.com/office/drawing/2014/main" id="{FC8CCE25-9E93-FDDD-E53E-C70FFD4C30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0745" y="3244113"/>
                <a:ext cx="209457" cy="196410"/>
              </a:xfrm>
              <a:prstGeom prst="rect">
                <a:avLst/>
              </a:prstGeom>
            </p:spPr>
          </p:pic>
          <p:pic>
            <p:nvPicPr>
              <p:cNvPr id="1495" name="Graphic 1494" descr="Deciduous tree with solid fill">
                <a:extLst>
                  <a:ext uri="{FF2B5EF4-FFF2-40B4-BE49-F238E27FC236}">
                    <a16:creationId xmlns:a16="http://schemas.microsoft.com/office/drawing/2014/main" id="{444B6932-F657-88A5-14D4-E62749FB6D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440" y="3367604"/>
                <a:ext cx="209457" cy="196410"/>
              </a:xfrm>
              <a:prstGeom prst="rect">
                <a:avLst/>
              </a:prstGeom>
            </p:spPr>
          </p:pic>
          <p:pic>
            <p:nvPicPr>
              <p:cNvPr id="1497" name="Graphic 1496" descr="Deciduous tree with solid fill">
                <a:extLst>
                  <a:ext uri="{FF2B5EF4-FFF2-40B4-BE49-F238E27FC236}">
                    <a16:creationId xmlns:a16="http://schemas.microsoft.com/office/drawing/2014/main" id="{7B48FA00-499F-17C5-758E-2FCB6B7795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134" y="3491095"/>
                <a:ext cx="209457" cy="196410"/>
              </a:xfrm>
              <a:prstGeom prst="rect">
                <a:avLst/>
              </a:prstGeom>
            </p:spPr>
          </p:pic>
          <p:pic>
            <p:nvPicPr>
              <p:cNvPr id="1499" name="Graphic 1498" descr="Deciduous tree with solid fill">
                <a:extLst>
                  <a:ext uri="{FF2B5EF4-FFF2-40B4-BE49-F238E27FC236}">
                    <a16:creationId xmlns:a16="http://schemas.microsoft.com/office/drawing/2014/main" id="{0F238C60-42C2-ED99-A0A1-5D955B7BB3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5828" y="3614585"/>
                <a:ext cx="209457" cy="196410"/>
              </a:xfrm>
              <a:prstGeom prst="rect">
                <a:avLst/>
              </a:prstGeom>
            </p:spPr>
          </p:pic>
          <p:pic>
            <p:nvPicPr>
              <p:cNvPr id="1501" name="Graphic 1500" descr="Deciduous tree with solid fill">
                <a:extLst>
                  <a:ext uri="{FF2B5EF4-FFF2-40B4-BE49-F238E27FC236}">
                    <a16:creationId xmlns:a16="http://schemas.microsoft.com/office/drawing/2014/main" id="{75C9F779-B69D-4249-DFB2-CF95949C91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523" y="3738076"/>
                <a:ext cx="209457" cy="196410"/>
              </a:xfrm>
              <a:prstGeom prst="rect">
                <a:avLst/>
              </a:prstGeom>
            </p:spPr>
          </p:pic>
          <p:pic>
            <p:nvPicPr>
              <p:cNvPr id="1503" name="Graphic 1502" descr="Deciduous tree with solid fill">
                <a:extLst>
                  <a:ext uri="{FF2B5EF4-FFF2-40B4-BE49-F238E27FC236}">
                    <a16:creationId xmlns:a16="http://schemas.microsoft.com/office/drawing/2014/main" id="{46EB5B9B-4EA1-2A9F-BEDA-D16449A449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89217" y="3861567"/>
                <a:ext cx="209457" cy="196410"/>
              </a:xfrm>
              <a:prstGeom prst="rect">
                <a:avLst/>
              </a:prstGeom>
            </p:spPr>
          </p:pic>
          <p:pic>
            <p:nvPicPr>
              <p:cNvPr id="1505" name="Graphic 1504" descr="Deciduous tree with solid fill">
                <a:extLst>
                  <a:ext uri="{FF2B5EF4-FFF2-40B4-BE49-F238E27FC236}">
                    <a16:creationId xmlns:a16="http://schemas.microsoft.com/office/drawing/2014/main" id="{37230520-3B27-197A-8791-C0FA97EC88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4509" y="2283816"/>
                <a:ext cx="209457" cy="196410"/>
              </a:xfrm>
              <a:prstGeom prst="rect">
                <a:avLst/>
              </a:prstGeom>
            </p:spPr>
          </p:pic>
          <p:pic>
            <p:nvPicPr>
              <p:cNvPr id="1507" name="Graphic 1506" descr="Deciduous tree with solid fill">
                <a:extLst>
                  <a:ext uri="{FF2B5EF4-FFF2-40B4-BE49-F238E27FC236}">
                    <a16:creationId xmlns:a16="http://schemas.microsoft.com/office/drawing/2014/main" id="{C9F5119D-3C24-DC8D-2045-BC17F2DE37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6204" y="2407307"/>
                <a:ext cx="209457" cy="196410"/>
              </a:xfrm>
              <a:prstGeom prst="rect">
                <a:avLst/>
              </a:prstGeom>
            </p:spPr>
          </p:pic>
          <p:pic>
            <p:nvPicPr>
              <p:cNvPr id="1509" name="Graphic 1508" descr="Deciduous tree with solid fill">
                <a:extLst>
                  <a:ext uri="{FF2B5EF4-FFF2-40B4-BE49-F238E27FC236}">
                    <a16:creationId xmlns:a16="http://schemas.microsoft.com/office/drawing/2014/main" id="{2F542E4E-DF35-D643-6C12-F3F1099B4D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899" y="2530799"/>
                <a:ext cx="209457" cy="196410"/>
              </a:xfrm>
              <a:prstGeom prst="rect">
                <a:avLst/>
              </a:prstGeom>
            </p:spPr>
          </p:pic>
          <p:pic>
            <p:nvPicPr>
              <p:cNvPr id="1511" name="Graphic 1510" descr="Deciduous tree with solid fill">
                <a:extLst>
                  <a:ext uri="{FF2B5EF4-FFF2-40B4-BE49-F238E27FC236}">
                    <a16:creationId xmlns:a16="http://schemas.microsoft.com/office/drawing/2014/main" id="{8DDDA091-1F29-E100-516D-9B4C5C9945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593" y="2654290"/>
                <a:ext cx="209457" cy="196410"/>
              </a:xfrm>
              <a:prstGeom prst="rect">
                <a:avLst/>
              </a:prstGeom>
            </p:spPr>
          </p:pic>
          <p:pic>
            <p:nvPicPr>
              <p:cNvPr id="1513" name="Graphic 1512" descr="Deciduous tree with solid fill">
                <a:extLst>
                  <a:ext uri="{FF2B5EF4-FFF2-40B4-BE49-F238E27FC236}">
                    <a16:creationId xmlns:a16="http://schemas.microsoft.com/office/drawing/2014/main" id="{C1F09353-C4F6-F75C-529F-30BE8F1595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287" y="2777781"/>
                <a:ext cx="209457" cy="196410"/>
              </a:xfrm>
              <a:prstGeom prst="rect">
                <a:avLst/>
              </a:prstGeom>
            </p:spPr>
          </p:pic>
          <p:pic>
            <p:nvPicPr>
              <p:cNvPr id="1515" name="Graphic 1514" descr="Deciduous tree with solid fill">
                <a:extLst>
                  <a:ext uri="{FF2B5EF4-FFF2-40B4-BE49-F238E27FC236}">
                    <a16:creationId xmlns:a16="http://schemas.microsoft.com/office/drawing/2014/main" id="{BD5534E2-05F6-8401-0DA0-10F45B6FF7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2982" y="2901271"/>
                <a:ext cx="209457" cy="196410"/>
              </a:xfrm>
              <a:prstGeom prst="rect">
                <a:avLst/>
              </a:prstGeom>
            </p:spPr>
          </p:pic>
          <p:pic>
            <p:nvPicPr>
              <p:cNvPr id="1517" name="Graphic 1516" descr="Deciduous tree with solid fill">
                <a:extLst>
                  <a:ext uri="{FF2B5EF4-FFF2-40B4-BE49-F238E27FC236}">
                    <a16:creationId xmlns:a16="http://schemas.microsoft.com/office/drawing/2014/main" id="{0D760A58-DBCA-CD55-217F-C29160CCDF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677" y="3024762"/>
                <a:ext cx="209457" cy="196410"/>
              </a:xfrm>
              <a:prstGeom prst="rect">
                <a:avLst/>
              </a:prstGeom>
            </p:spPr>
          </p:pic>
          <p:pic>
            <p:nvPicPr>
              <p:cNvPr id="1519" name="Graphic 1518" descr="Deciduous tree with solid fill">
                <a:extLst>
                  <a:ext uri="{FF2B5EF4-FFF2-40B4-BE49-F238E27FC236}">
                    <a16:creationId xmlns:a16="http://schemas.microsoft.com/office/drawing/2014/main" id="{A6CB8215-A485-F73C-9476-EED6D2C236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371" y="3148253"/>
                <a:ext cx="209457" cy="196410"/>
              </a:xfrm>
              <a:prstGeom prst="rect">
                <a:avLst/>
              </a:prstGeom>
            </p:spPr>
          </p:pic>
          <p:pic>
            <p:nvPicPr>
              <p:cNvPr id="1521" name="Graphic 1520" descr="Deciduous tree with solid fill">
                <a:extLst>
                  <a:ext uri="{FF2B5EF4-FFF2-40B4-BE49-F238E27FC236}">
                    <a16:creationId xmlns:a16="http://schemas.microsoft.com/office/drawing/2014/main" id="{39D64CF5-5099-C8E6-3834-3F7A7D130F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066" y="3271744"/>
                <a:ext cx="209457" cy="196410"/>
              </a:xfrm>
              <a:prstGeom prst="rect">
                <a:avLst/>
              </a:prstGeom>
            </p:spPr>
          </p:pic>
          <p:pic>
            <p:nvPicPr>
              <p:cNvPr id="1523" name="Graphic 1522" descr="Deciduous tree with solid fill">
                <a:extLst>
                  <a:ext uri="{FF2B5EF4-FFF2-40B4-BE49-F238E27FC236}">
                    <a16:creationId xmlns:a16="http://schemas.microsoft.com/office/drawing/2014/main" id="{589CDEBF-7D82-0C21-8046-FE9D986A3B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9760" y="3395235"/>
                <a:ext cx="209457" cy="196410"/>
              </a:xfrm>
              <a:prstGeom prst="rect">
                <a:avLst/>
              </a:prstGeom>
            </p:spPr>
          </p:pic>
          <p:pic>
            <p:nvPicPr>
              <p:cNvPr id="1525" name="Graphic 1524" descr="Deciduous tree with solid fill">
                <a:extLst>
                  <a:ext uri="{FF2B5EF4-FFF2-40B4-BE49-F238E27FC236}">
                    <a16:creationId xmlns:a16="http://schemas.microsoft.com/office/drawing/2014/main" id="{A5118936-52A3-6734-DED9-20F476A4A9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454" y="3518726"/>
                <a:ext cx="209457" cy="196410"/>
              </a:xfrm>
              <a:prstGeom prst="rect">
                <a:avLst/>
              </a:prstGeom>
            </p:spPr>
          </p:pic>
          <p:pic>
            <p:nvPicPr>
              <p:cNvPr id="1527" name="Graphic 1526" descr="Deciduous tree with solid fill">
                <a:extLst>
                  <a:ext uri="{FF2B5EF4-FFF2-40B4-BE49-F238E27FC236}">
                    <a16:creationId xmlns:a16="http://schemas.microsoft.com/office/drawing/2014/main" id="{7D5DF060-5588-7962-7232-447C09F33E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149" y="3642217"/>
                <a:ext cx="209457" cy="196410"/>
              </a:xfrm>
              <a:prstGeom prst="rect">
                <a:avLst/>
              </a:prstGeom>
            </p:spPr>
          </p:pic>
          <p:pic>
            <p:nvPicPr>
              <p:cNvPr id="1529" name="Graphic 1528" descr="Deciduous tree with solid fill">
                <a:extLst>
                  <a:ext uri="{FF2B5EF4-FFF2-40B4-BE49-F238E27FC236}">
                    <a16:creationId xmlns:a16="http://schemas.microsoft.com/office/drawing/2014/main" id="{7C2C4B76-6457-6FEC-DB2A-7DD2140E77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74844" y="3765708"/>
                <a:ext cx="209457" cy="196410"/>
              </a:xfrm>
              <a:prstGeom prst="rect">
                <a:avLst/>
              </a:prstGeom>
            </p:spPr>
          </p:pic>
          <p:pic>
            <p:nvPicPr>
              <p:cNvPr id="1531" name="Graphic 1530" descr="Deciduous tree with solid fill">
                <a:extLst>
                  <a:ext uri="{FF2B5EF4-FFF2-40B4-BE49-F238E27FC236}">
                    <a16:creationId xmlns:a16="http://schemas.microsoft.com/office/drawing/2014/main" id="{FB45BEEA-002E-1681-0ED9-DC380AD84C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5086" y="2195778"/>
                <a:ext cx="209457" cy="196410"/>
              </a:xfrm>
              <a:prstGeom prst="rect">
                <a:avLst/>
              </a:prstGeom>
            </p:spPr>
          </p:pic>
          <p:pic>
            <p:nvPicPr>
              <p:cNvPr id="1533" name="Graphic 1532" descr="Deciduous tree with solid fill">
                <a:extLst>
                  <a:ext uri="{FF2B5EF4-FFF2-40B4-BE49-F238E27FC236}">
                    <a16:creationId xmlns:a16="http://schemas.microsoft.com/office/drawing/2014/main" id="{C8EC4386-FF6C-0A82-48E4-E8963987CA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6780" y="2319269"/>
                <a:ext cx="209457" cy="196410"/>
              </a:xfrm>
              <a:prstGeom prst="rect">
                <a:avLst/>
              </a:prstGeom>
            </p:spPr>
          </p:pic>
          <p:pic>
            <p:nvPicPr>
              <p:cNvPr id="1535" name="Graphic 1534" descr="Deciduous tree with solid fill">
                <a:extLst>
                  <a:ext uri="{FF2B5EF4-FFF2-40B4-BE49-F238E27FC236}">
                    <a16:creationId xmlns:a16="http://schemas.microsoft.com/office/drawing/2014/main" id="{2F44BB3D-E9D7-D233-A54F-50D695B7B7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8475" y="2442760"/>
                <a:ext cx="209457" cy="196410"/>
              </a:xfrm>
              <a:prstGeom prst="rect">
                <a:avLst/>
              </a:prstGeom>
            </p:spPr>
          </p:pic>
          <p:pic>
            <p:nvPicPr>
              <p:cNvPr id="1537" name="Graphic 1536" descr="Deciduous tree with solid fill">
                <a:extLst>
                  <a:ext uri="{FF2B5EF4-FFF2-40B4-BE49-F238E27FC236}">
                    <a16:creationId xmlns:a16="http://schemas.microsoft.com/office/drawing/2014/main" id="{7EDB9BEE-D39D-7DF0-EDB6-33F6A48DC2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170" y="2566251"/>
                <a:ext cx="209457" cy="196410"/>
              </a:xfrm>
              <a:prstGeom prst="rect">
                <a:avLst/>
              </a:prstGeom>
            </p:spPr>
          </p:pic>
          <p:pic>
            <p:nvPicPr>
              <p:cNvPr id="1539" name="Graphic 1538" descr="Deciduous tree with solid fill">
                <a:extLst>
                  <a:ext uri="{FF2B5EF4-FFF2-40B4-BE49-F238E27FC236}">
                    <a16:creationId xmlns:a16="http://schemas.microsoft.com/office/drawing/2014/main" id="{ADAD1D2A-FF66-70F5-0173-144BD2FA77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1864" y="2689742"/>
                <a:ext cx="209457" cy="196410"/>
              </a:xfrm>
              <a:prstGeom prst="rect">
                <a:avLst/>
              </a:prstGeom>
            </p:spPr>
          </p:pic>
          <p:pic>
            <p:nvPicPr>
              <p:cNvPr id="1541" name="Graphic 1540" descr="Deciduous tree with solid fill">
                <a:extLst>
                  <a:ext uri="{FF2B5EF4-FFF2-40B4-BE49-F238E27FC236}">
                    <a16:creationId xmlns:a16="http://schemas.microsoft.com/office/drawing/2014/main" id="{9D3F6F17-6B2C-541B-15DA-D0480D28AA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558" y="2813233"/>
                <a:ext cx="209457" cy="196410"/>
              </a:xfrm>
              <a:prstGeom prst="rect">
                <a:avLst/>
              </a:prstGeom>
            </p:spPr>
          </p:pic>
          <p:pic>
            <p:nvPicPr>
              <p:cNvPr id="1543" name="Graphic 1542" descr="Deciduous tree with solid fill">
                <a:extLst>
                  <a:ext uri="{FF2B5EF4-FFF2-40B4-BE49-F238E27FC236}">
                    <a16:creationId xmlns:a16="http://schemas.microsoft.com/office/drawing/2014/main" id="{7702987D-A7C3-F5C6-4831-EDE65EDE73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253" y="2936724"/>
                <a:ext cx="209457" cy="196410"/>
              </a:xfrm>
              <a:prstGeom prst="rect">
                <a:avLst/>
              </a:prstGeom>
            </p:spPr>
          </p:pic>
          <p:pic>
            <p:nvPicPr>
              <p:cNvPr id="1545" name="Graphic 1544" descr="Deciduous tree with solid fill">
                <a:extLst>
                  <a:ext uri="{FF2B5EF4-FFF2-40B4-BE49-F238E27FC236}">
                    <a16:creationId xmlns:a16="http://schemas.microsoft.com/office/drawing/2014/main" id="{568B1D99-5298-3398-C054-57117DF741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947" y="3060215"/>
                <a:ext cx="209457" cy="196410"/>
              </a:xfrm>
              <a:prstGeom prst="rect">
                <a:avLst/>
              </a:prstGeom>
            </p:spPr>
          </p:pic>
          <p:pic>
            <p:nvPicPr>
              <p:cNvPr id="1547" name="Graphic 1546" descr="Deciduous tree with solid fill">
                <a:extLst>
                  <a:ext uri="{FF2B5EF4-FFF2-40B4-BE49-F238E27FC236}">
                    <a16:creationId xmlns:a16="http://schemas.microsoft.com/office/drawing/2014/main" id="{4C9DC428-C9A0-2A35-6F50-442810EEF2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642" y="3183706"/>
                <a:ext cx="209457" cy="196410"/>
              </a:xfrm>
              <a:prstGeom prst="rect">
                <a:avLst/>
              </a:prstGeom>
            </p:spPr>
          </p:pic>
          <p:pic>
            <p:nvPicPr>
              <p:cNvPr id="1549" name="Graphic 1548" descr="Deciduous tree with solid fill">
                <a:extLst>
                  <a:ext uri="{FF2B5EF4-FFF2-40B4-BE49-F238E27FC236}">
                    <a16:creationId xmlns:a16="http://schemas.microsoft.com/office/drawing/2014/main" id="{709007B8-258A-10E5-3922-2799409435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337" y="3307196"/>
                <a:ext cx="209457" cy="196410"/>
              </a:xfrm>
              <a:prstGeom prst="rect">
                <a:avLst/>
              </a:prstGeom>
            </p:spPr>
          </p:pic>
          <p:pic>
            <p:nvPicPr>
              <p:cNvPr id="1551" name="Graphic 1550" descr="Deciduous tree with solid fill">
                <a:extLst>
                  <a:ext uri="{FF2B5EF4-FFF2-40B4-BE49-F238E27FC236}">
                    <a16:creationId xmlns:a16="http://schemas.microsoft.com/office/drawing/2014/main" id="{B66CCF99-9A9C-4187-7280-ECDD317D83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031" y="3430687"/>
                <a:ext cx="209457" cy="196410"/>
              </a:xfrm>
              <a:prstGeom prst="rect">
                <a:avLst/>
              </a:prstGeom>
            </p:spPr>
          </p:pic>
          <p:pic>
            <p:nvPicPr>
              <p:cNvPr id="1553" name="Graphic 1552" descr="Deciduous tree with solid fill">
                <a:extLst>
                  <a:ext uri="{FF2B5EF4-FFF2-40B4-BE49-F238E27FC236}">
                    <a16:creationId xmlns:a16="http://schemas.microsoft.com/office/drawing/2014/main" id="{C1424FC6-3FD4-7F6F-1D2F-4836C5E287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3726" y="3554178"/>
                <a:ext cx="209457" cy="196410"/>
              </a:xfrm>
              <a:prstGeom prst="rect">
                <a:avLst/>
              </a:prstGeom>
            </p:spPr>
          </p:pic>
          <p:pic>
            <p:nvPicPr>
              <p:cNvPr id="1555" name="Graphic 1554" descr="Deciduous tree with solid fill">
                <a:extLst>
                  <a:ext uri="{FF2B5EF4-FFF2-40B4-BE49-F238E27FC236}">
                    <a16:creationId xmlns:a16="http://schemas.microsoft.com/office/drawing/2014/main" id="{1A83AAA3-A2A7-EE62-C981-F807E3E4684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45420" y="3677670"/>
                <a:ext cx="209457" cy="196410"/>
              </a:xfrm>
              <a:prstGeom prst="rect">
                <a:avLst/>
              </a:prstGeom>
            </p:spPr>
          </p:pic>
          <p:pic>
            <p:nvPicPr>
              <p:cNvPr id="3277" name="Graphic 3276" descr="Deciduous tree with solid fill">
                <a:extLst>
                  <a:ext uri="{FF2B5EF4-FFF2-40B4-BE49-F238E27FC236}">
                    <a16:creationId xmlns:a16="http://schemas.microsoft.com/office/drawing/2014/main" id="{FC86D850-060C-2A89-CC3B-77C4C7E557D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33015" y="4082967"/>
                <a:ext cx="209457" cy="196410"/>
              </a:xfrm>
              <a:prstGeom prst="rect">
                <a:avLst/>
              </a:prstGeom>
            </p:spPr>
          </p:pic>
          <p:pic>
            <p:nvPicPr>
              <p:cNvPr id="3279" name="Graphic 3278" descr="Deciduous tree with solid fill">
                <a:extLst>
                  <a:ext uri="{FF2B5EF4-FFF2-40B4-BE49-F238E27FC236}">
                    <a16:creationId xmlns:a16="http://schemas.microsoft.com/office/drawing/2014/main" id="{AF17DD18-C5D1-A153-3ECC-3260BE1B83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901" y="1867438"/>
                <a:ext cx="209457" cy="196410"/>
              </a:xfrm>
              <a:prstGeom prst="rect">
                <a:avLst/>
              </a:prstGeom>
            </p:spPr>
          </p:pic>
          <p:pic>
            <p:nvPicPr>
              <p:cNvPr id="3281" name="Graphic 3280" descr="Deciduous tree with solid fill">
                <a:extLst>
                  <a:ext uri="{FF2B5EF4-FFF2-40B4-BE49-F238E27FC236}">
                    <a16:creationId xmlns:a16="http://schemas.microsoft.com/office/drawing/2014/main" id="{A94CD379-12B2-B8AB-DB16-3404A20A28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4274" y="1963297"/>
                <a:ext cx="209457" cy="196410"/>
              </a:xfrm>
              <a:prstGeom prst="rect">
                <a:avLst/>
              </a:prstGeom>
            </p:spPr>
          </p:pic>
          <p:pic>
            <p:nvPicPr>
              <p:cNvPr id="3283" name="Graphic 3282" descr="Deciduous tree with solid fill">
                <a:extLst>
                  <a:ext uri="{FF2B5EF4-FFF2-40B4-BE49-F238E27FC236}">
                    <a16:creationId xmlns:a16="http://schemas.microsoft.com/office/drawing/2014/main" id="{AA5C9339-13D5-ED69-4042-678CCC0E7E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477" y="1779399"/>
                <a:ext cx="209457" cy="196410"/>
              </a:xfrm>
              <a:prstGeom prst="rect">
                <a:avLst/>
              </a:prstGeom>
            </p:spPr>
          </p:pic>
          <p:pic>
            <p:nvPicPr>
              <p:cNvPr id="3285" name="Graphic 3284" descr="Deciduous tree with solid fill">
                <a:extLst>
                  <a:ext uri="{FF2B5EF4-FFF2-40B4-BE49-F238E27FC236}">
                    <a16:creationId xmlns:a16="http://schemas.microsoft.com/office/drawing/2014/main" id="{659AA4FC-5C5A-26EE-7972-4CC92CA1F9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69" y="2086788"/>
                <a:ext cx="209457" cy="196410"/>
              </a:xfrm>
              <a:prstGeom prst="rect">
                <a:avLst/>
              </a:prstGeom>
            </p:spPr>
          </p:pic>
          <p:pic>
            <p:nvPicPr>
              <p:cNvPr id="3287" name="Graphic 3286" descr="Deciduous tree with solid fill">
                <a:extLst>
                  <a:ext uri="{FF2B5EF4-FFF2-40B4-BE49-F238E27FC236}">
                    <a16:creationId xmlns:a16="http://schemas.microsoft.com/office/drawing/2014/main" id="{BEC758CC-C0CA-801D-89B2-E24ED2687D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289" name="Graphic 3288" descr="Deciduous tree with solid fill">
                <a:extLst>
                  <a:ext uri="{FF2B5EF4-FFF2-40B4-BE49-F238E27FC236}">
                    <a16:creationId xmlns:a16="http://schemas.microsoft.com/office/drawing/2014/main" id="{21725168-74DD-070C-CFFE-2966236ED3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291" name="Graphic 3290" descr="Deciduous tree with solid fill">
                <a:extLst>
                  <a:ext uri="{FF2B5EF4-FFF2-40B4-BE49-F238E27FC236}">
                    <a16:creationId xmlns:a16="http://schemas.microsoft.com/office/drawing/2014/main" id="{A67597BA-25A9-806C-1559-A27BEE652F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293" name="Graphic 3292" descr="Deciduous tree with solid fill">
                <a:extLst>
                  <a:ext uri="{FF2B5EF4-FFF2-40B4-BE49-F238E27FC236}">
                    <a16:creationId xmlns:a16="http://schemas.microsoft.com/office/drawing/2014/main" id="{33F5401D-A26F-80E1-5F17-5C044B786E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295" name="Graphic 3294" descr="Deciduous tree with solid fill">
                <a:extLst>
                  <a:ext uri="{FF2B5EF4-FFF2-40B4-BE49-F238E27FC236}">
                    <a16:creationId xmlns:a16="http://schemas.microsoft.com/office/drawing/2014/main" id="{91352B42-58F1-5232-C1CC-2AA78FC9F4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297" name="Graphic 3296" descr="Deciduous tree with solid fill">
                <a:extLst>
                  <a:ext uri="{FF2B5EF4-FFF2-40B4-BE49-F238E27FC236}">
                    <a16:creationId xmlns:a16="http://schemas.microsoft.com/office/drawing/2014/main" id="{9634C886-BC55-6F6A-DA73-C07349C95E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299" name="Graphic 3298" descr="Deciduous tree with solid fill">
                <a:extLst>
                  <a:ext uri="{FF2B5EF4-FFF2-40B4-BE49-F238E27FC236}">
                    <a16:creationId xmlns:a16="http://schemas.microsoft.com/office/drawing/2014/main" id="{72605642-8961-69E2-0FCE-37105496CC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301" name="Graphic 3300" descr="Deciduous tree with solid fill">
                <a:extLst>
                  <a:ext uri="{FF2B5EF4-FFF2-40B4-BE49-F238E27FC236}">
                    <a16:creationId xmlns:a16="http://schemas.microsoft.com/office/drawing/2014/main" id="{93E34A28-5BA1-3DF3-9C77-9D95458B94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303" name="Graphic 3302" descr="Deciduous tree with solid fill">
                <a:extLst>
                  <a:ext uri="{FF2B5EF4-FFF2-40B4-BE49-F238E27FC236}">
                    <a16:creationId xmlns:a16="http://schemas.microsoft.com/office/drawing/2014/main" id="{3584FC2F-A251-D4BC-DE07-9827D021F9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305" name="Graphic 3304" descr="Deciduous tree with solid fill">
                <a:extLst>
                  <a:ext uri="{FF2B5EF4-FFF2-40B4-BE49-F238E27FC236}">
                    <a16:creationId xmlns:a16="http://schemas.microsoft.com/office/drawing/2014/main" id="{2F9ADAC9-76D4-47EE-EEEF-05552F8872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307" name="Graphic 3306" descr="Deciduous tree with solid fill">
                <a:extLst>
                  <a:ext uri="{FF2B5EF4-FFF2-40B4-BE49-F238E27FC236}">
                    <a16:creationId xmlns:a16="http://schemas.microsoft.com/office/drawing/2014/main" id="{EA3AF2A9-2BC2-E1E1-6E3A-17B8BECAE1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309" name="Graphic 3308" descr="Deciduous tree with solid fill">
                <a:extLst>
                  <a:ext uri="{FF2B5EF4-FFF2-40B4-BE49-F238E27FC236}">
                    <a16:creationId xmlns:a16="http://schemas.microsoft.com/office/drawing/2014/main" id="{B9C6FC77-0C1C-6982-6C56-BBAB5C4D8C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596" y="1990929"/>
                <a:ext cx="209457" cy="196410"/>
              </a:xfrm>
              <a:prstGeom prst="rect">
                <a:avLst/>
              </a:prstGeom>
            </p:spPr>
          </p:pic>
          <p:pic>
            <p:nvPicPr>
              <p:cNvPr id="3311" name="Graphic 3310" descr="Deciduous tree with solid fill">
                <a:extLst>
                  <a:ext uri="{FF2B5EF4-FFF2-40B4-BE49-F238E27FC236}">
                    <a16:creationId xmlns:a16="http://schemas.microsoft.com/office/drawing/2014/main" id="{B6446D0F-C8D8-C72D-502E-F9121377E7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313" name="Graphic 3312" descr="Deciduous tree with solid fill">
                <a:extLst>
                  <a:ext uri="{FF2B5EF4-FFF2-40B4-BE49-F238E27FC236}">
                    <a16:creationId xmlns:a16="http://schemas.microsoft.com/office/drawing/2014/main" id="{06960772-3A8D-C60A-63B6-B8AC81B609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315" name="Graphic 3314" descr="Deciduous tree with solid fill">
                <a:extLst>
                  <a:ext uri="{FF2B5EF4-FFF2-40B4-BE49-F238E27FC236}">
                    <a16:creationId xmlns:a16="http://schemas.microsoft.com/office/drawing/2014/main" id="{42644A40-8C35-1574-C4BA-CE73911A96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317" name="Graphic 3316" descr="Deciduous tree with solid fill">
                <a:extLst>
                  <a:ext uri="{FF2B5EF4-FFF2-40B4-BE49-F238E27FC236}">
                    <a16:creationId xmlns:a16="http://schemas.microsoft.com/office/drawing/2014/main" id="{158C209B-E6BD-3DC1-70B5-8A9E40A7DF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319" name="Graphic 3318" descr="Deciduous tree with solid fill">
                <a:extLst>
                  <a:ext uri="{FF2B5EF4-FFF2-40B4-BE49-F238E27FC236}">
                    <a16:creationId xmlns:a16="http://schemas.microsoft.com/office/drawing/2014/main" id="{3BE2DF03-0D1D-8CEA-CC5B-5315B5671C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321" name="Graphic 3320" descr="Deciduous tree with solid fill">
                <a:extLst>
                  <a:ext uri="{FF2B5EF4-FFF2-40B4-BE49-F238E27FC236}">
                    <a16:creationId xmlns:a16="http://schemas.microsoft.com/office/drawing/2014/main" id="{0358D6D1-7B76-2326-DB28-5110A12702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323" name="Graphic 3322" descr="Deciduous tree with solid fill">
                <a:extLst>
                  <a:ext uri="{FF2B5EF4-FFF2-40B4-BE49-F238E27FC236}">
                    <a16:creationId xmlns:a16="http://schemas.microsoft.com/office/drawing/2014/main" id="{9C71B144-120A-57B4-8C14-D7ADEFE027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325" name="Graphic 3324" descr="Deciduous tree with solid fill">
                <a:extLst>
                  <a:ext uri="{FF2B5EF4-FFF2-40B4-BE49-F238E27FC236}">
                    <a16:creationId xmlns:a16="http://schemas.microsoft.com/office/drawing/2014/main" id="{A732648E-7993-24C3-E2B1-895CDBEF14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327" name="Graphic 3326" descr="Deciduous tree with solid fill">
                <a:extLst>
                  <a:ext uri="{FF2B5EF4-FFF2-40B4-BE49-F238E27FC236}">
                    <a16:creationId xmlns:a16="http://schemas.microsoft.com/office/drawing/2014/main" id="{45FCBBE7-9254-039F-E053-91A1C357EB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329" name="Graphic 3328" descr="Deciduous tree with solid fill">
                <a:extLst>
                  <a:ext uri="{FF2B5EF4-FFF2-40B4-BE49-F238E27FC236}">
                    <a16:creationId xmlns:a16="http://schemas.microsoft.com/office/drawing/2014/main" id="{808FF98A-CADB-BB44-1308-076ADC76A1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331" name="Graphic 3330" descr="Deciduous tree with solid fill">
                <a:extLst>
                  <a:ext uri="{FF2B5EF4-FFF2-40B4-BE49-F238E27FC236}">
                    <a16:creationId xmlns:a16="http://schemas.microsoft.com/office/drawing/2014/main" id="{27C11003-2FDC-3BC1-6994-849855F6CB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333" name="Graphic 3332" descr="Deciduous tree with solid fill">
                <a:extLst>
                  <a:ext uri="{FF2B5EF4-FFF2-40B4-BE49-F238E27FC236}">
                    <a16:creationId xmlns:a16="http://schemas.microsoft.com/office/drawing/2014/main" id="{E6E21C68-B581-84C8-4F97-7096673520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1" y="1902890"/>
                <a:ext cx="209457" cy="196410"/>
              </a:xfrm>
              <a:prstGeom prst="rect">
                <a:avLst/>
              </a:prstGeom>
            </p:spPr>
          </p:pic>
          <p:pic>
            <p:nvPicPr>
              <p:cNvPr id="3335" name="Graphic 3334" descr="Deciduous tree with solid fill">
                <a:extLst>
                  <a:ext uri="{FF2B5EF4-FFF2-40B4-BE49-F238E27FC236}">
                    <a16:creationId xmlns:a16="http://schemas.microsoft.com/office/drawing/2014/main" id="{97C58E93-7A21-8C02-715B-34FE66D087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337" name="Graphic 3336" descr="Deciduous tree with solid fill">
                <a:extLst>
                  <a:ext uri="{FF2B5EF4-FFF2-40B4-BE49-F238E27FC236}">
                    <a16:creationId xmlns:a16="http://schemas.microsoft.com/office/drawing/2014/main" id="{C4352AC4-F381-ACF6-A8E6-F28E4D5CB2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339" name="Graphic 3338" descr="Deciduous tree with solid fill">
                <a:extLst>
                  <a:ext uri="{FF2B5EF4-FFF2-40B4-BE49-F238E27FC236}">
                    <a16:creationId xmlns:a16="http://schemas.microsoft.com/office/drawing/2014/main" id="{3A65C525-7ADD-498C-CC1A-2FFABC0A32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341" name="Graphic 3340" descr="Deciduous tree with solid fill">
                <a:extLst>
                  <a:ext uri="{FF2B5EF4-FFF2-40B4-BE49-F238E27FC236}">
                    <a16:creationId xmlns:a16="http://schemas.microsoft.com/office/drawing/2014/main" id="{7905C4AC-0A0F-9C82-A5BF-B3731218F8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343" name="Graphic 3342" descr="Deciduous tree with solid fill">
                <a:extLst>
                  <a:ext uri="{FF2B5EF4-FFF2-40B4-BE49-F238E27FC236}">
                    <a16:creationId xmlns:a16="http://schemas.microsoft.com/office/drawing/2014/main" id="{7C5F9B1E-D3FB-5676-1AE7-96C4FA1B50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345" name="Graphic 3344" descr="Deciduous tree with solid fill">
                <a:extLst>
                  <a:ext uri="{FF2B5EF4-FFF2-40B4-BE49-F238E27FC236}">
                    <a16:creationId xmlns:a16="http://schemas.microsoft.com/office/drawing/2014/main" id="{183F2847-7CDD-6394-2E42-014347B8DF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347" name="Graphic 3346" descr="Deciduous tree with solid fill">
                <a:extLst>
                  <a:ext uri="{FF2B5EF4-FFF2-40B4-BE49-F238E27FC236}">
                    <a16:creationId xmlns:a16="http://schemas.microsoft.com/office/drawing/2014/main" id="{790EA11B-239C-003D-2D63-BB5FF1378E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349" name="Graphic 3348" descr="Deciduous tree with solid fill">
                <a:extLst>
                  <a:ext uri="{FF2B5EF4-FFF2-40B4-BE49-F238E27FC236}">
                    <a16:creationId xmlns:a16="http://schemas.microsoft.com/office/drawing/2014/main" id="{71C6E43B-92C1-7017-FBFE-C889CBF9F5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351" name="Graphic 3350" descr="Deciduous tree with solid fill">
                <a:extLst>
                  <a:ext uri="{FF2B5EF4-FFF2-40B4-BE49-F238E27FC236}">
                    <a16:creationId xmlns:a16="http://schemas.microsoft.com/office/drawing/2014/main" id="{EBDDC370-5BA6-5A5E-03E2-F82FD18D47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353" name="Graphic 3352" descr="Deciduous tree with solid fill">
                <a:extLst>
                  <a:ext uri="{FF2B5EF4-FFF2-40B4-BE49-F238E27FC236}">
                    <a16:creationId xmlns:a16="http://schemas.microsoft.com/office/drawing/2014/main" id="{AB1B7D08-3780-FA2F-86FD-3C786ADEA3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355" name="Graphic 3354" descr="Deciduous tree with solid fill">
                <a:extLst>
                  <a:ext uri="{FF2B5EF4-FFF2-40B4-BE49-F238E27FC236}">
                    <a16:creationId xmlns:a16="http://schemas.microsoft.com/office/drawing/2014/main" id="{74E21EE2-EE55-E18F-F20F-C0A527F8C7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359" name="Graphic 3358" descr="Deciduous tree with solid fill">
                <a:extLst>
                  <a:ext uri="{FF2B5EF4-FFF2-40B4-BE49-F238E27FC236}">
                    <a16:creationId xmlns:a16="http://schemas.microsoft.com/office/drawing/2014/main" id="{79A010F8-37CF-990A-3434-78E865A07A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596" y="1990929"/>
                <a:ext cx="209457" cy="196410"/>
              </a:xfrm>
              <a:prstGeom prst="rect">
                <a:avLst/>
              </a:prstGeom>
            </p:spPr>
          </p:pic>
          <p:pic>
            <p:nvPicPr>
              <p:cNvPr id="3361" name="Graphic 3360" descr="Deciduous tree with solid fill">
                <a:extLst>
                  <a:ext uri="{FF2B5EF4-FFF2-40B4-BE49-F238E27FC236}">
                    <a16:creationId xmlns:a16="http://schemas.microsoft.com/office/drawing/2014/main" id="{31B00FF9-2813-E937-74BC-734245C635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69" y="2086788"/>
                <a:ext cx="209457" cy="196410"/>
              </a:xfrm>
              <a:prstGeom prst="rect">
                <a:avLst/>
              </a:prstGeom>
            </p:spPr>
          </p:pic>
          <p:pic>
            <p:nvPicPr>
              <p:cNvPr id="3363" name="Graphic 3362" descr="Deciduous tree with solid fill">
                <a:extLst>
                  <a:ext uri="{FF2B5EF4-FFF2-40B4-BE49-F238E27FC236}">
                    <a16:creationId xmlns:a16="http://schemas.microsoft.com/office/drawing/2014/main" id="{C8B52110-6B15-F2E9-8F01-17186D4798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1" y="1902890"/>
                <a:ext cx="209457" cy="196410"/>
              </a:xfrm>
              <a:prstGeom prst="rect">
                <a:avLst/>
              </a:prstGeom>
            </p:spPr>
          </p:pic>
          <p:pic>
            <p:nvPicPr>
              <p:cNvPr id="3365" name="Graphic 3364" descr="Deciduous tree with solid fill">
                <a:extLst>
                  <a:ext uri="{FF2B5EF4-FFF2-40B4-BE49-F238E27FC236}">
                    <a16:creationId xmlns:a16="http://schemas.microsoft.com/office/drawing/2014/main" id="{D053BA01-C07D-5E30-2507-21A0050E62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367" name="Graphic 3366" descr="Deciduous tree with solid fill">
                <a:extLst>
                  <a:ext uri="{FF2B5EF4-FFF2-40B4-BE49-F238E27FC236}">
                    <a16:creationId xmlns:a16="http://schemas.microsoft.com/office/drawing/2014/main" id="{639FE3F0-5931-D45B-D150-52F3D371A4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369" name="Graphic 3368" descr="Deciduous tree with solid fill">
                <a:extLst>
                  <a:ext uri="{FF2B5EF4-FFF2-40B4-BE49-F238E27FC236}">
                    <a16:creationId xmlns:a16="http://schemas.microsoft.com/office/drawing/2014/main" id="{BEB59F33-EE58-DBCD-2C99-8233EF1B49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371" name="Graphic 3370" descr="Deciduous tree with solid fill">
                <a:extLst>
                  <a:ext uri="{FF2B5EF4-FFF2-40B4-BE49-F238E27FC236}">
                    <a16:creationId xmlns:a16="http://schemas.microsoft.com/office/drawing/2014/main" id="{BD54E628-0444-1FED-ED6F-06B666A732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373" name="Graphic 3372" descr="Deciduous tree with solid fill">
                <a:extLst>
                  <a:ext uri="{FF2B5EF4-FFF2-40B4-BE49-F238E27FC236}">
                    <a16:creationId xmlns:a16="http://schemas.microsoft.com/office/drawing/2014/main" id="{D952C82F-4936-C150-2AEC-32EF17B029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375" name="Graphic 3374" descr="Deciduous tree with solid fill">
                <a:extLst>
                  <a:ext uri="{FF2B5EF4-FFF2-40B4-BE49-F238E27FC236}">
                    <a16:creationId xmlns:a16="http://schemas.microsoft.com/office/drawing/2014/main" id="{07D81916-DA7C-2BB7-B9EA-ACBA821109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377" name="Graphic 3376" descr="Deciduous tree with solid fill">
                <a:extLst>
                  <a:ext uri="{FF2B5EF4-FFF2-40B4-BE49-F238E27FC236}">
                    <a16:creationId xmlns:a16="http://schemas.microsoft.com/office/drawing/2014/main" id="{13E60754-9F73-BCF3-866F-1EA1E0F874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379" name="Graphic 3378" descr="Deciduous tree with solid fill">
                <a:extLst>
                  <a:ext uri="{FF2B5EF4-FFF2-40B4-BE49-F238E27FC236}">
                    <a16:creationId xmlns:a16="http://schemas.microsoft.com/office/drawing/2014/main" id="{F1CCDE37-6C28-2257-64E8-C841C603B2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381" name="Graphic 3380" descr="Deciduous tree with solid fill">
                <a:extLst>
                  <a:ext uri="{FF2B5EF4-FFF2-40B4-BE49-F238E27FC236}">
                    <a16:creationId xmlns:a16="http://schemas.microsoft.com/office/drawing/2014/main" id="{4B1A484A-017B-875B-4188-E5B4D698A0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383" name="Graphic 3382" descr="Deciduous tree with solid fill">
                <a:extLst>
                  <a:ext uri="{FF2B5EF4-FFF2-40B4-BE49-F238E27FC236}">
                    <a16:creationId xmlns:a16="http://schemas.microsoft.com/office/drawing/2014/main" id="{59E3946F-A053-CB04-FB8E-19C2E0B351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385" name="Graphic 3384" descr="Deciduous tree with solid fill">
                <a:extLst>
                  <a:ext uri="{FF2B5EF4-FFF2-40B4-BE49-F238E27FC236}">
                    <a16:creationId xmlns:a16="http://schemas.microsoft.com/office/drawing/2014/main" id="{ACBB38AF-38F4-E683-B008-75C6CBF9DB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387" name="Graphic 3386" descr="Deciduous tree with solid fill">
                <a:extLst>
                  <a:ext uri="{FF2B5EF4-FFF2-40B4-BE49-F238E27FC236}">
                    <a16:creationId xmlns:a16="http://schemas.microsoft.com/office/drawing/2014/main" id="{4935BE92-6728-CF30-9F72-EEBE916A38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389" name="Graphic 3388" descr="Deciduous tree with solid fill">
                <a:extLst>
                  <a:ext uri="{FF2B5EF4-FFF2-40B4-BE49-F238E27FC236}">
                    <a16:creationId xmlns:a16="http://schemas.microsoft.com/office/drawing/2014/main" id="{C240A781-9B68-4C3C-2D1C-3E843A96C6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391" name="Graphic 3390" descr="Deciduous tree with solid fill">
                <a:extLst>
                  <a:ext uri="{FF2B5EF4-FFF2-40B4-BE49-F238E27FC236}">
                    <a16:creationId xmlns:a16="http://schemas.microsoft.com/office/drawing/2014/main" id="{2FBDDF11-3C5C-4C4F-911E-AECA6BC32C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393" name="Graphic 3392" descr="Deciduous tree with solid fill">
                <a:extLst>
                  <a:ext uri="{FF2B5EF4-FFF2-40B4-BE49-F238E27FC236}">
                    <a16:creationId xmlns:a16="http://schemas.microsoft.com/office/drawing/2014/main" id="{4A0E3239-84BE-D915-2A1B-1C633B9C54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395" name="Graphic 3394" descr="Deciduous tree with solid fill">
                <a:extLst>
                  <a:ext uri="{FF2B5EF4-FFF2-40B4-BE49-F238E27FC236}">
                    <a16:creationId xmlns:a16="http://schemas.microsoft.com/office/drawing/2014/main" id="{6461A3CF-694B-3A55-2702-99BF5E317E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397" name="Graphic 3396" descr="Deciduous tree with solid fill">
                <a:extLst>
                  <a:ext uri="{FF2B5EF4-FFF2-40B4-BE49-F238E27FC236}">
                    <a16:creationId xmlns:a16="http://schemas.microsoft.com/office/drawing/2014/main" id="{01EC5689-7E41-5576-D21E-5EA77BC0BD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399" name="Graphic 3398" descr="Deciduous tree with solid fill">
                <a:extLst>
                  <a:ext uri="{FF2B5EF4-FFF2-40B4-BE49-F238E27FC236}">
                    <a16:creationId xmlns:a16="http://schemas.microsoft.com/office/drawing/2014/main" id="{1C089EBF-138C-9370-C432-E3ABBAB726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401" name="Graphic 3400" descr="Deciduous tree with solid fill">
                <a:extLst>
                  <a:ext uri="{FF2B5EF4-FFF2-40B4-BE49-F238E27FC236}">
                    <a16:creationId xmlns:a16="http://schemas.microsoft.com/office/drawing/2014/main" id="{EA9742AD-8E08-805E-CB2B-18614D18EC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403" name="Graphic 3402" descr="Deciduous tree with solid fill">
                <a:extLst>
                  <a:ext uri="{FF2B5EF4-FFF2-40B4-BE49-F238E27FC236}">
                    <a16:creationId xmlns:a16="http://schemas.microsoft.com/office/drawing/2014/main" id="{952ED89A-5A64-4C83-E272-131CAADC5C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405" name="Graphic 3404" descr="Deciduous tree with solid fill">
                <a:extLst>
                  <a:ext uri="{FF2B5EF4-FFF2-40B4-BE49-F238E27FC236}">
                    <a16:creationId xmlns:a16="http://schemas.microsoft.com/office/drawing/2014/main" id="{A7C04EDA-6B9A-BCED-230E-C397BB2FE4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407" name="Graphic 3406" descr="Deciduous tree with solid fill">
                <a:extLst>
                  <a:ext uri="{FF2B5EF4-FFF2-40B4-BE49-F238E27FC236}">
                    <a16:creationId xmlns:a16="http://schemas.microsoft.com/office/drawing/2014/main" id="{E6B7F5B3-9C8A-98B4-9210-8639FDC95E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409" name="Graphic 3408" descr="Deciduous tree with solid fill">
                <a:extLst>
                  <a:ext uri="{FF2B5EF4-FFF2-40B4-BE49-F238E27FC236}">
                    <a16:creationId xmlns:a16="http://schemas.microsoft.com/office/drawing/2014/main" id="{C428D24B-DE7B-F6C7-6D88-6E9C2CF183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411" name="Graphic 3410" descr="Deciduous tree with solid fill">
                <a:extLst>
                  <a:ext uri="{FF2B5EF4-FFF2-40B4-BE49-F238E27FC236}">
                    <a16:creationId xmlns:a16="http://schemas.microsoft.com/office/drawing/2014/main" id="{5983397F-16FB-6788-0E16-4A0D98C301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413" name="Graphic 3412" descr="Deciduous tree with solid fill">
                <a:extLst>
                  <a:ext uri="{FF2B5EF4-FFF2-40B4-BE49-F238E27FC236}">
                    <a16:creationId xmlns:a16="http://schemas.microsoft.com/office/drawing/2014/main" id="{C1218BEB-03E2-067E-7C83-254B74C87C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415" name="Graphic 3414" descr="Deciduous tree with solid fill">
                <a:extLst>
                  <a:ext uri="{FF2B5EF4-FFF2-40B4-BE49-F238E27FC236}">
                    <a16:creationId xmlns:a16="http://schemas.microsoft.com/office/drawing/2014/main" id="{F21DA97F-909A-8C02-814B-79E316B89A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417" name="Graphic 3416" descr="Deciduous tree with solid fill">
                <a:extLst>
                  <a:ext uri="{FF2B5EF4-FFF2-40B4-BE49-F238E27FC236}">
                    <a16:creationId xmlns:a16="http://schemas.microsoft.com/office/drawing/2014/main" id="{72BD016F-2A16-86C1-C045-9AD504FCAA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419" name="Graphic 3418" descr="Deciduous tree with solid fill">
                <a:extLst>
                  <a:ext uri="{FF2B5EF4-FFF2-40B4-BE49-F238E27FC236}">
                    <a16:creationId xmlns:a16="http://schemas.microsoft.com/office/drawing/2014/main" id="{952274FF-E3BE-1B6A-2AAE-0DD4BB31C6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421" name="Graphic 3420" descr="Deciduous tree with solid fill">
                <a:extLst>
                  <a:ext uri="{FF2B5EF4-FFF2-40B4-BE49-F238E27FC236}">
                    <a16:creationId xmlns:a16="http://schemas.microsoft.com/office/drawing/2014/main" id="{A6977FE5-EB3E-BA2A-E38B-A2DABBB743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423" name="Graphic 3422" descr="Deciduous tree with solid fill">
                <a:extLst>
                  <a:ext uri="{FF2B5EF4-FFF2-40B4-BE49-F238E27FC236}">
                    <a16:creationId xmlns:a16="http://schemas.microsoft.com/office/drawing/2014/main" id="{953D2F52-8A1B-47BF-BB3E-C11E53F329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425" name="Graphic 3424" descr="Deciduous tree with solid fill">
                <a:extLst>
                  <a:ext uri="{FF2B5EF4-FFF2-40B4-BE49-F238E27FC236}">
                    <a16:creationId xmlns:a16="http://schemas.microsoft.com/office/drawing/2014/main" id="{800A8E06-DBBD-315D-9C99-06943298AF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427" name="Graphic 3426" descr="Deciduous tree with solid fill">
                <a:extLst>
                  <a:ext uri="{FF2B5EF4-FFF2-40B4-BE49-F238E27FC236}">
                    <a16:creationId xmlns:a16="http://schemas.microsoft.com/office/drawing/2014/main" id="{00E548C6-209C-557E-3103-DA7A0FCF1C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429" name="Graphic 3428" descr="Deciduous tree with solid fill">
                <a:extLst>
                  <a:ext uri="{FF2B5EF4-FFF2-40B4-BE49-F238E27FC236}">
                    <a16:creationId xmlns:a16="http://schemas.microsoft.com/office/drawing/2014/main" id="{E4A9FF6C-A287-5CBA-0972-59F42B7E6A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433" name="Graphic 3432" descr="Deciduous tree with solid fill">
                <a:extLst>
                  <a:ext uri="{FF2B5EF4-FFF2-40B4-BE49-F238E27FC236}">
                    <a16:creationId xmlns:a16="http://schemas.microsoft.com/office/drawing/2014/main" id="{51D62A39-B874-EA90-9579-6B92894EEB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435" name="Graphic 3434" descr="Deciduous tree with solid fill">
                <a:extLst>
                  <a:ext uri="{FF2B5EF4-FFF2-40B4-BE49-F238E27FC236}">
                    <a16:creationId xmlns:a16="http://schemas.microsoft.com/office/drawing/2014/main" id="{15B03431-FAD3-3C92-8306-90F2005944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437" name="Graphic 3436" descr="Deciduous tree with solid fill">
                <a:extLst>
                  <a:ext uri="{FF2B5EF4-FFF2-40B4-BE49-F238E27FC236}">
                    <a16:creationId xmlns:a16="http://schemas.microsoft.com/office/drawing/2014/main" id="{80C63045-8EBD-FDB7-2F7E-E2D7FCDFFA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439" name="Graphic 3438" descr="Deciduous tree with solid fill">
                <a:extLst>
                  <a:ext uri="{FF2B5EF4-FFF2-40B4-BE49-F238E27FC236}">
                    <a16:creationId xmlns:a16="http://schemas.microsoft.com/office/drawing/2014/main" id="{C87F4861-342A-4AC7-0274-BF75F6FED8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441" name="Graphic 3440" descr="Deciduous tree with solid fill">
                <a:extLst>
                  <a:ext uri="{FF2B5EF4-FFF2-40B4-BE49-F238E27FC236}">
                    <a16:creationId xmlns:a16="http://schemas.microsoft.com/office/drawing/2014/main" id="{EFBFD242-392F-41C0-34E5-F4C0FF1D0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443" name="Graphic 3442" descr="Deciduous tree with solid fill">
                <a:extLst>
                  <a:ext uri="{FF2B5EF4-FFF2-40B4-BE49-F238E27FC236}">
                    <a16:creationId xmlns:a16="http://schemas.microsoft.com/office/drawing/2014/main" id="{1EBA8B1C-4AE5-0327-378B-74C5EFF01A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445" name="Graphic 3444" descr="Deciduous tree with solid fill">
                <a:extLst>
                  <a:ext uri="{FF2B5EF4-FFF2-40B4-BE49-F238E27FC236}">
                    <a16:creationId xmlns:a16="http://schemas.microsoft.com/office/drawing/2014/main" id="{4A70C726-A5F9-3230-D43F-C05064B145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447" name="Graphic 3446" descr="Deciduous tree with solid fill">
                <a:extLst>
                  <a:ext uri="{FF2B5EF4-FFF2-40B4-BE49-F238E27FC236}">
                    <a16:creationId xmlns:a16="http://schemas.microsoft.com/office/drawing/2014/main" id="{974E43FC-180E-4A48-0A61-755683DAA8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449" name="Graphic 3448" descr="Deciduous tree with solid fill">
                <a:extLst>
                  <a:ext uri="{FF2B5EF4-FFF2-40B4-BE49-F238E27FC236}">
                    <a16:creationId xmlns:a16="http://schemas.microsoft.com/office/drawing/2014/main" id="{94CCCC96-B38A-9009-355E-DD8AF31216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451" name="Graphic 3450" descr="Deciduous tree with solid fill">
                <a:extLst>
                  <a:ext uri="{FF2B5EF4-FFF2-40B4-BE49-F238E27FC236}">
                    <a16:creationId xmlns:a16="http://schemas.microsoft.com/office/drawing/2014/main" id="{8C6D8DFF-516E-FE33-FB66-7E6A385EEC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453" name="Graphic 3452" descr="Deciduous tree with solid fill">
                <a:extLst>
                  <a:ext uri="{FF2B5EF4-FFF2-40B4-BE49-F238E27FC236}">
                    <a16:creationId xmlns:a16="http://schemas.microsoft.com/office/drawing/2014/main" id="{EE07B3CA-B292-38DF-46F5-C70DCD4B9D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455" name="Graphic 3454" descr="Deciduous tree with solid fill">
                <a:extLst>
                  <a:ext uri="{FF2B5EF4-FFF2-40B4-BE49-F238E27FC236}">
                    <a16:creationId xmlns:a16="http://schemas.microsoft.com/office/drawing/2014/main" id="{0B9990FC-5637-EF7B-C10E-FB1D351E35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457" name="Graphic 3456" descr="Deciduous tree with solid fill">
                <a:extLst>
                  <a:ext uri="{FF2B5EF4-FFF2-40B4-BE49-F238E27FC236}">
                    <a16:creationId xmlns:a16="http://schemas.microsoft.com/office/drawing/2014/main" id="{7CDC9B74-FFCD-4238-0CC0-6D636581C1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459" name="Graphic 3458" descr="Deciduous tree with solid fill">
                <a:extLst>
                  <a:ext uri="{FF2B5EF4-FFF2-40B4-BE49-F238E27FC236}">
                    <a16:creationId xmlns:a16="http://schemas.microsoft.com/office/drawing/2014/main" id="{00FF8CE3-6020-9461-B8C4-42911998B4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461" name="Graphic 3460" descr="Deciduous tree with solid fill">
                <a:extLst>
                  <a:ext uri="{FF2B5EF4-FFF2-40B4-BE49-F238E27FC236}">
                    <a16:creationId xmlns:a16="http://schemas.microsoft.com/office/drawing/2014/main" id="{C8C99897-BC0F-FA2C-2E11-139D0F566A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463" name="Graphic 3462" descr="Deciduous tree with solid fill">
                <a:extLst>
                  <a:ext uri="{FF2B5EF4-FFF2-40B4-BE49-F238E27FC236}">
                    <a16:creationId xmlns:a16="http://schemas.microsoft.com/office/drawing/2014/main" id="{959EBF3F-EE08-E715-6845-0F47E2ACB3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465" name="Graphic 3464" descr="Deciduous tree with solid fill">
                <a:extLst>
                  <a:ext uri="{FF2B5EF4-FFF2-40B4-BE49-F238E27FC236}">
                    <a16:creationId xmlns:a16="http://schemas.microsoft.com/office/drawing/2014/main" id="{58494B6E-9642-7437-35BE-2EC567B265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467" name="Graphic 3466" descr="Deciduous tree with solid fill">
                <a:extLst>
                  <a:ext uri="{FF2B5EF4-FFF2-40B4-BE49-F238E27FC236}">
                    <a16:creationId xmlns:a16="http://schemas.microsoft.com/office/drawing/2014/main" id="{740B3696-8D8A-5CAF-9FF1-EEA62AB681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469" name="Graphic 3468" descr="Deciduous tree with solid fill">
                <a:extLst>
                  <a:ext uri="{FF2B5EF4-FFF2-40B4-BE49-F238E27FC236}">
                    <a16:creationId xmlns:a16="http://schemas.microsoft.com/office/drawing/2014/main" id="{99E8AF2B-99E2-5532-8049-16E928E1E6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471" name="Graphic 3470" descr="Deciduous tree with solid fill">
                <a:extLst>
                  <a:ext uri="{FF2B5EF4-FFF2-40B4-BE49-F238E27FC236}">
                    <a16:creationId xmlns:a16="http://schemas.microsoft.com/office/drawing/2014/main" id="{36234BA8-504C-2807-E2F8-F390E41D00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473" name="Graphic 3472" descr="Deciduous tree with solid fill">
                <a:extLst>
                  <a:ext uri="{FF2B5EF4-FFF2-40B4-BE49-F238E27FC236}">
                    <a16:creationId xmlns:a16="http://schemas.microsoft.com/office/drawing/2014/main" id="{44A3F23B-5235-86D3-6927-5B602BB6FE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475" name="Graphic 3474" descr="Deciduous tree with solid fill">
                <a:extLst>
                  <a:ext uri="{FF2B5EF4-FFF2-40B4-BE49-F238E27FC236}">
                    <a16:creationId xmlns:a16="http://schemas.microsoft.com/office/drawing/2014/main" id="{467DF67F-5D34-E67F-E961-8FCC0ABF9F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477" name="Graphic 3476" descr="Deciduous tree with solid fill">
                <a:extLst>
                  <a:ext uri="{FF2B5EF4-FFF2-40B4-BE49-F238E27FC236}">
                    <a16:creationId xmlns:a16="http://schemas.microsoft.com/office/drawing/2014/main" id="{628E8189-9827-4916-CF3E-DF0A727EEA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479" name="Graphic 3478" descr="Deciduous tree with solid fill">
                <a:extLst>
                  <a:ext uri="{FF2B5EF4-FFF2-40B4-BE49-F238E27FC236}">
                    <a16:creationId xmlns:a16="http://schemas.microsoft.com/office/drawing/2014/main" id="{5950888C-A776-D2D6-010E-F56F881DFB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481" name="Graphic 3480" descr="Deciduous tree with solid fill">
                <a:extLst>
                  <a:ext uri="{FF2B5EF4-FFF2-40B4-BE49-F238E27FC236}">
                    <a16:creationId xmlns:a16="http://schemas.microsoft.com/office/drawing/2014/main" id="{7A1C0657-BCC1-DE58-9081-15A4F1FD92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483" name="Graphic 3482" descr="Deciduous tree with solid fill">
                <a:extLst>
                  <a:ext uri="{FF2B5EF4-FFF2-40B4-BE49-F238E27FC236}">
                    <a16:creationId xmlns:a16="http://schemas.microsoft.com/office/drawing/2014/main" id="{CCBF912D-ED96-8D33-EF04-83029A29F4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485" name="Graphic 3484" descr="Deciduous tree with solid fill">
                <a:extLst>
                  <a:ext uri="{FF2B5EF4-FFF2-40B4-BE49-F238E27FC236}">
                    <a16:creationId xmlns:a16="http://schemas.microsoft.com/office/drawing/2014/main" id="{169C93F7-1C8B-A6E0-A186-83EE63F8BC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487" name="Graphic 3486" descr="Deciduous tree with solid fill">
                <a:extLst>
                  <a:ext uri="{FF2B5EF4-FFF2-40B4-BE49-F238E27FC236}">
                    <a16:creationId xmlns:a16="http://schemas.microsoft.com/office/drawing/2014/main" id="{C530F1F3-AEC2-D25C-ED85-8A0DBECCF5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489" name="Graphic 3488" descr="Deciduous tree with solid fill">
                <a:extLst>
                  <a:ext uri="{FF2B5EF4-FFF2-40B4-BE49-F238E27FC236}">
                    <a16:creationId xmlns:a16="http://schemas.microsoft.com/office/drawing/2014/main" id="{C262261F-E8E6-55B9-7635-FA51330FE4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491" name="Graphic 3490" descr="Deciduous tree with solid fill">
                <a:extLst>
                  <a:ext uri="{FF2B5EF4-FFF2-40B4-BE49-F238E27FC236}">
                    <a16:creationId xmlns:a16="http://schemas.microsoft.com/office/drawing/2014/main" id="{F9A1B7A4-9E7F-9A61-1339-6F7FCAD9DE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493" name="Graphic 3492" descr="Deciduous tree with solid fill">
                <a:extLst>
                  <a:ext uri="{FF2B5EF4-FFF2-40B4-BE49-F238E27FC236}">
                    <a16:creationId xmlns:a16="http://schemas.microsoft.com/office/drawing/2014/main" id="{AA4013F8-4643-68E6-4E1E-AA71763F3E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495" name="Graphic 3494" descr="Deciduous tree with solid fill">
                <a:extLst>
                  <a:ext uri="{FF2B5EF4-FFF2-40B4-BE49-F238E27FC236}">
                    <a16:creationId xmlns:a16="http://schemas.microsoft.com/office/drawing/2014/main" id="{535D610C-C16E-85D0-FB4C-3C6197E659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497" name="Graphic 3496" descr="Deciduous tree with solid fill">
                <a:extLst>
                  <a:ext uri="{FF2B5EF4-FFF2-40B4-BE49-F238E27FC236}">
                    <a16:creationId xmlns:a16="http://schemas.microsoft.com/office/drawing/2014/main" id="{25066FB2-5226-3662-DF83-17E82E33D2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501" name="Graphic 3500" descr="Deciduous tree with solid fill">
                <a:extLst>
                  <a:ext uri="{FF2B5EF4-FFF2-40B4-BE49-F238E27FC236}">
                    <a16:creationId xmlns:a16="http://schemas.microsoft.com/office/drawing/2014/main" id="{008A9161-67B2-9A2D-C8F5-9698A1963B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503" name="Graphic 3502" descr="Deciduous tree with solid fill">
                <a:extLst>
                  <a:ext uri="{FF2B5EF4-FFF2-40B4-BE49-F238E27FC236}">
                    <a16:creationId xmlns:a16="http://schemas.microsoft.com/office/drawing/2014/main" id="{4D23B7BC-9730-B22D-9290-C83B48A5D5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505" name="Graphic 3504" descr="Deciduous tree with solid fill">
                <a:extLst>
                  <a:ext uri="{FF2B5EF4-FFF2-40B4-BE49-F238E27FC236}">
                    <a16:creationId xmlns:a16="http://schemas.microsoft.com/office/drawing/2014/main" id="{87970998-AD9D-5834-4E8E-B371FFFC28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507" name="Graphic 3506" descr="Deciduous tree with solid fill">
                <a:extLst>
                  <a:ext uri="{FF2B5EF4-FFF2-40B4-BE49-F238E27FC236}">
                    <a16:creationId xmlns:a16="http://schemas.microsoft.com/office/drawing/2014/main" id="{4572737A-0A54-EEE3-6C97-6A8B032256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509" name="Graphic 3508" descr="Deciduous tree with solid fill">
                <a:extLst>
                  <a:ext uri="{FF2B5EF4-FFF2-40B4-BE49-F238E27FC236}">
                    <a16:creationId xmlns:a16="http://schemas.microsoft.com/office/drawing/2014/main" id="{597FA976-47B0-5F58-8207-41B4DB3C30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511" name="Graphic 3510" descr="Deciduous tree with solid fill">
                <a:extLst>
                  <a:ext uri="{FF2B5EF4-FFF2-40B4-BE49-F238E27FC236}">
                    <a16:creationId xmlns:a16="http://schemas.microsoft.com/office/drawing/2014/main" id="{501877BC-B07D-DFD4-C0F6-9BA9AF0C4D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513" name="Graphic 3512" descr="Deciduous tree with solid fill">
                <a:extLst>
                  <a:ext uri="{FF2B5EF4-FFF2-40B4-BE49-F238E27FC236}">
                    <a16:creationId xmlns:a16="http://schemas.microsoft.com/office/drawing/2014/main" id="{856D8FB4-A562-B2DB-ACAA-80F3B66956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515" name="Graphic 3514" descr="Deciduous tree with solid fill">
                <a:extLst>
                  <a:ext uri="{FF2B5EF4-FFF2-40B4-BE49-F238E27FC236}">
                    <a16:creationId xmlns:a16="http://schemas.microsoft.com/office/drawing/2014/main" id="{1472C2E6-2E43-367B-BEC5-EB9382D3D5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517" name="Graphic 3516" descr="Deciduous tree with solid fill">
                <a:extLst>
                  <a:ext uri="{FF2B5EF4-FFF2-40B4-BE49-F238E27FC236}">
                    <a16:creationId xmlns:a16="http://schemas.microsoft.com/office/drawing/2014/main" id="{1C84AAA2-C107-70C6-54D9-9505C643A8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519" name="Graphic 3518" descr="Deciduous tree with solid fill">
                <a:extLst>
                  <a:ext uri="{FF2B5EF4-FFF2-40B4-BE49-F238E27FC236}">
                    <a16:creationId xmlns:a16="http://schemas.microsoft.com/office/drawing/2014/main" id="{BD634CF7-B302-429C-BF82-E6955FD983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521" name="Graphic 3520" descr="Deciduous tree with solid fill">
                <a:extLst>
                  <a:ext uri="{FF2B5EF4-FFF2-40B4-BE49-F238E27FC236}">
                    <a16:creationId xmlns:a16="http://schemas.microsoft.com/office/drawing/2014/main" id="{D67A124E-155C-907C-7240-3570DC46B5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523" name="Graphic 3522" descr="Deciduous tree with solid fill">
                <a:extLst>
                  <a:ext uri="{FF2B5EF4-FFF2-40B4-BE49-F238E27FC236}">
                    <a16:creationId xmlns:a16="http://schemas.microsoft.com/office/drawing/2014/main" id="{44526695-574D-D2A9-D791-D8181D672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525" name="Graphic 3524" descr="Deciduous tree with solid fill">
                <a:extLst>
                  <a:ext uri="{FF2B5EF4-FFF2-40B4-BE49-F238E27FC236}">
                    <a16:creationId xmlns:a16="http://schemas.microsoft.com/office/drawing/2014/main" id="{DB14B7E1-6D42-3B59-0954-DFE192C5B9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527" name="Graphic 3526" descr="Deciduous tree with solid fill">
                <a:extLst>
                  <a:ext uri="{FF2B5EF4-FFF2-40B4-BE49-F238E27FC236}">
                    <a16:creationId xmlns:a16="http://schemas.microsoft.com/office/drawing/2014/main" id="{A49A8D51-F4CB-9033-5E94-B0BBB2FAA8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529" name="Graphic 3528" descr="Deciduous tree with solid fill">
                <a:extLst>
                  <a:ext uri="{FF2B5EF4-FFF2-40B4-BE49-F238E27FC236}">
                    <a16:creationId xmlns:a16="http://schemas.microsoft.com/office/drawing/2014/main" id="{65FCF042-0E10-1FC6-57BA-762B6587E5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531" name="Graphic 3530" descr="Deciduous tree with solid fill">
                <a:extLst>
                  <a:ext uri="{FF2B5EF4-FFF2-40B4-BE49-F238E27FC236}">
                    <a16:creationId xmlns:a16="http://schemas.microsoft.com/office/drawing/2014/main" id="{E7DF03F2-982D-37F8-7237-66E45449D3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533" name="Graphic 3532" descr="Deciduous tree with solid fill">
                <a:extLst>
                  <a:ext uri="{FF2B5EF4-FFF2-40B4-BE49-F238E27FC236}">
                    <a16:creationId xmlns:a16="http://schemas.microsoft.com/office/drawing/2014/main" id="{F04F6006-F660-D1AF-3133-1FAB3C38A3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535" name="Graphic 3534" descr="Deciduous tree with solid fill">
                <a:extLst>
                  <a:ext uri="{FF2B5EF4-FFF2-40B4-BE49-F238E27FC236}">
                    <a16:creationId xmlns:a16="http://schemas.microsoft.com/office/drawing/2014/main" id="{53B7498F-6CC9-38E0-5B81-A7D3F104EC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537" name="Graphic 3536" descr="Deciduous tree with solid fill">
                <a:extLst>
                  <a:ext uri="{FF2B5EF4-FFF2-40B4-BE49-F238E27FC236}">
                    <a16:creationId xmlns:a16="http://schemas.microsoft.com/office/drawing/2014/main" id="{A1340C1E-320A-F7C7-7B38-6084A65B3C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539" name="Graphic 3538" descr="Deciduous tree with solid fill">
                <a:extLst>
                  <a:ext uri="{FF2B5EF4-FFF2-40B4-BE49-F238E27FC236}">
                    <a16:creationId xmlns:a16="http://schemas.microsoft.com/office/drawing/2014/main" id="{463C3A5F-7214-45AC-CEBE-66FFD85147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541" name="Graphic 3540" descr="Deciduous tree with solid fill">
                <a:extLst>
                  <a:ext uri="{FF2B5EF4-FFF2-40B4-BE49-F238E27FC236}">
                    <a16:creationId xmlns:a16="http://schemas.microsoft.com/office/drawing/2014/main" id="{98C8034C-B411-F113-70F2-437012551A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543" name="Graphic 3542" descr="Deciduous tree with solid fill">
                <a:extLst>
                  <a:ext uri="{FF2B5EF4-FFF2-40B4-BE49-F238E27FC236}">
                    <a16:creationId xmlns:a16="http://schemas.microsoft.com/office/drawing/2014/main" id="{8D32680A-A836-7AA9-2145-12495453BD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545" name="Graphic 3544" descr="Deciduous tree with solid fill">
                <a:extLst>
                  <a:ext uri="{FF2B5EF4-FFF2-40B4-BE49-F238E27FC236}">
                    <a16:creationId xmlns:a16="http://schemas.microsoft.com/office/drawing/2014/main" id="{E406FC0A-9672-E63E-52B7-12F0F4B7E5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547" name="Graphic 3546" descr="Deciduous tree with solid fill">
                <a:extLst>
                  <a:ext uri="{FF2B5EF4-FFF2-40B4-BE49-F238E27FC236}">
                    <a16:creationId xmlns:a16="http://schemas.microsoft.com/office/drawing/2014/main" id="{9A06DF04-31A5-B632-9B3A-EAE21FBBBB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549" name="Graphic 3548" descr="Deciduous tree with solid fill">
                <a:extLst>
                  <a:ext uri="{FF2B5EF4-FFF2-40B4-BE49-F238E27FC236}">
                    <a16:creationId xmlns:a16="http://schemas.microsoft.com/office/drawing/2014/main" id="{BC236912-BB58-ACC4-E16D-A907899D3D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551" name="Graphic 3550" descr="Deciduous tree with solid fill">
                <a:extLst>
                  <a:ext uri="{FF2B5EF4-FFF2-40B4-BE49-F238E27FC236}">
                    <a16:creationId xmlns:a16="http://schemas.microsoft.com/office/drawing/2014/main" id="{2D337714-75D9-8460-6403-843D36D7B4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553" name="Graphic 3552" descr="Deciduous tree with solid fill">
                <a:extLst>
                  <a:ext uri="{FF2B5EF4-FFF2-40B4-BE49-F238E27FC236}">
                    <a16:creationId xmlns:a16="http://schemas.microsoft.com/office/drawing/2014/main" id="{2F68440A-F70D-5FDA-E1BA-EB8A9327DD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555" name="Graphic 3554" descr="Deciduous tree with solid fill">
                <a:extLst>
                  <a:ext uri="{FF2B5EF4-FFF2-40B4-BE49-F238E27FC236}">
                    <a16:creationId xmlns:a16="http://schemas.microsoft.com/office/drawing/2014/main" id="{4133C1A0-F065-BD69-79BC-82BD7E8C3C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557" name="Graphic 3556" descr="Deciduous tree with solid fill">
                <a:extLst>
                  <a:ext uri="{FF2B5EF4-FFF2-40B4-BE49-F238E27FC236}">
                    <a16:creationId xmlns:a16="http://schemas.microsoft.com/office/drawing/2014/main" id="{52E26BCA-C03A-6933-81D9-8CC6072E01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559" name="Graphic 3558" descr="Deciduous tree with solid fill">
                <a:extLst>
                  <a:ext uri="{FF2B5EF4-FFF2-40B4-BE49-F238E27FC236}">
                    <a16:creationId xmlns:a16="http://schemas.microsoft.com/office/drawing/2014/main" id="{C3A0DC5E-4714-8C17-2C56-FD2BC18025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563" name="Graphic 3562" descr="Deciduous tree with solid fill">
                <a:extLst>
                  <a:ext uri="{FF2B5EF4-FFF2-40B4-BE49-F238E27FC236}">
                    <a16:creationId xmlns:a16="http://schemas.microsoft.com/office/drawing/2014/main" id="{A0A46483-6B3B-D5A3-5501-8664F121F3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565" name="Graphic 3564" descr="Deciduous tree with solid fill">
                <a:extLst>
                  <a:ext uri="{FF2B5EF4-FFF2-40B4-BE49-F238E27FC236}">
                    <a16:creationId xmlns:a16="http://schemas.microsoft.com/office/drawing/2014/main" id="{E217E40F-220D-A5B9-4595-2742DC68C3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567" name="Graphic 3566" descr="Deciduous tree with solid fill">
                <a:extLst>
                  <a:ext uri="{FF2B5EF4-FFF2-40B4-BE49-F238E27FC236}">
                    <a16:creationId xmlns:a16="http://schemas.microsoft.com/office/drawing/2014/main" id="{373F0113-D7B5-ED4D-1397-02CDAE7717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569" name="Graphic 3568" descr="Deciduous tree with solid fill">
                <a:extLst>
                  <a:ext uri="{FF2B5EF4-FFF2-40B4-BE49-F238E27FC236}">
                    <a16:creationId xmlns:a16="http://schemas.microsoft.com/office/drawing/2014/main" id="{A4C741C7-33C6-A2F7-F11E-E3A898CDA9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571" name="Graphic 3570" descr="Deciduous tree with solid fill">
                <a:extLst>
                  <a:ext uri="{FF2B5EF4-FFF2-40B4-BE49-F238E27FC236}">
                    <a16:creationId xmlns:a16="http://schemas.microsoft.com/office/drawing/2014/main" id="{0B2D23FA-D054-9F3B-C493-889DC38ECB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573" name="Graphic 3572" descr="Deciduous tree with solid fill">
                <a:extLst>
                  <a:ext uri="{FF2B5EF4-FFF2-40B4-BE49-F238E27FC236}">
                    <a16:creationId xmlns:a16="http://schemas.microsoft.com/office/drawing/2014/main" id="{30C151FD-CD71-9257-4442-F14E17F61C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575" name="Graphic 3574" descr="Deciduous tree with solid fill">
                <a:extLst>
                  <a:ext uri="{FF2B5EF4-FFF2-40B4-BE49-F238E27FC236}">
                    <a16:creationId xmlns:a16="http://schemas.microsoft.com/office/drawing/2014/main" id="{CF18029E-BBFA-0BBF-60C0-6D6ADF8CF2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577" name="Graphic 3576" descr="Deciduous tree with solid fill">
                <a:extLst>
                  <a:ext uri="{FF2B5EF4-FFF2-40B4-BE49-F238E27FC236}">
                    <a16:creationId xmlns:a16="http://schemas.microsoft.com/office/drawing/2014/main" id="{615846E9-5802-3E23-8329-C1694E79B3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579" name="Graphic 3578" descr="Deciduous tree with solid fill">
                <a:extLst>
                  <a:ext uri="{FF2B5EF4-FFF2-40B4-BE49-F238E27FC236}">
                    <a16:creationId xmlns:a16="http://schemas.microsoft.com/office/drawing/2014/main" id="{CAAC8BAC-AD61-48B7-E77D-5320DE398F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581" name="Graphic 3580" descr="Deciduous tree with solid fill">
                <a:extLst>
                  <a:ext uri="{FF2B5EF4-FFF2-40B4-BE49-F238E27FC236}">
                    <a16:creationId xmlns:a16="http://schemas.microsoft.com/office/drawing/2014/main" id="{9B4F68F7-380B-0DE4-1733-F00B5D474E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583" name="Graphic 3582" descr="Deciduous tree with solid fill">
                <a:extLst>
                  <a:ext uri="{FF2B5EF4-FFF2-40B4-BE49-F238E27FC236}">
                    <a16:creationId xmlns:a16="http://schemas.microsoft.com/office/drawing/2014/main" id="{A7A1FAA7-E8C6-A288-455E-02983C7E91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585" name="Graphic 3584" descr="Deciduous tree with solid fill">
                <a:extLst>
                  <a:ext uri="{FF2B5EF4-FFF2-40B4-BE49-F238E27FC236}">
                    <a16:creationId xmlns:a16="http://schemas.microsoft.com/office/drawing/2014/main" id="{2F4F8CAD-7F1A-53B3-BE0C-955B8A956E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587" name="Graphic 3586" descr="Deciduous tree with solid fill">
                <a:extLst>
                  <a:ext uri="{FF2B5EF4-FFF2-40B4-BE49-F238E27FC236}">
                    <a16:creationId xmlns:a16="http://schemas.microsoft.com/office/drawing/2014/main" id="{4CEFB5BD-FC72-FCF1-EC63-E9F2D37688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589" name="Graphic 3588" descr="Deciduous tree with solid fill">
                <a:extLst>
                  <a:ext uri="{FF2B5EF4-FFF2-40B4-BE49-F238E27FC236}">
                    <a16:creationId xmlns:a16="http://schemas.microsoft.com/office/drawing/2014/main" id="{A806951F-59A9-049C-6381-2A4CEC01E4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591" name="Graphic 3590" descr="Deciduous tree with solid fill">
                <a:extLst>
                  <a:ext uri="{FF2B5EF4-FFF2-40B4-BE49-F238E27FC236}">
                    <a16:creationId xmlns:a16="http://schemas.microsoft.com/office/drawing/2014/main" id="{178DCE53-387A-AAE2-31BD-25042FC077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593" name="Graphic 3592" descr="Deciduous tree with solid fill">
                <a:extLst>
                  <a:ext uri="{FF2B5EF4-FFF2-40B4-BE49-F238E27FC236}">
                    <a16:creationId xmlns:a16="http://schemas.microsoft.com/office/drawing/2014/main" id="{AFC7133B-1BA8-D3AA-A6C5-B7C613478B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595" name="Graphic 3594" descr="Deciduous tree with solid fill">
                <a:extLst>
                  <a:ext uri="{FF2B5EF4-FFF2-40B4-BE49-F238E27FC236}">
                    <a16:creationId xmlns:a16="http://schemas.microsoft.com/office/drawing/2014/main" id="{1F0CE4E9-6F0B-BB9C-6F30-E541443DAB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597" name="Graphic 3596" descr="Deciduous tree with solid fill">
                <a:extLst>
                  <a:ext uri="{FF2B5EF4-FFF2-40B4-BE49-F238E27FC236}">
                    <a16:creationId xmlns:a16="http://schemas.microsoft.com/office/drawing/2014/main" id="{B7536ACE-C64D-4942-ABAE-A7E934666E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599" name="Graphic 3598" descr="Deciduous tree with solid fill">
                <a:extLst>
                  <a:ext uri="{FF2B5EF4-FFF2-40B4-BE49-F238E27FC236}">
                    <a16:creationId xmlns:a16="http://schemas.microsoft.com/office/drawing/2014/main" id="{861188BF-887F-A75A-C8F1-AF02601F0F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01" name="Graphic 3600" descr="Deciduous tree with solid fill">
                <a:extLst>
                  <a:ext uri="{FF2B5EF4-FFF2-40B4-BE49-F238E27FC236}">
                    <a16:creationId xmlns:a16="http://schemas.microsoft.com/office/drawing/2014/main" id="{45FE450B-7278-DD9E-0CB8-1661916392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603" name="Graphic 3602" descr="Deciduous tree with solid fill">
                <a:extLst>
                  <a:ext uri="{FF2B5EF4-FFF2-40B4-BE49-F238E27FC236}">
                    <a16:creationId xmlns:a16="http://schemas.microsoft.com/office/drawing/2014/main" id="{E80CA865-F752-67ED-689E-BD11328454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05" name="Graphic 3604" descr="Deciduous tree with solid fill">
                <a:extLst>
                  <a:ext uri="{FF2B5EF4-FFF2-40B4-BE49-F238E27FC236}">
                    <a16:creationId xmlns:a16="http://schemas.microsoft.com/office/drawing/2014/main" id="{18BF1692-9DED-7498-EC5E-88704A029E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607" name="Graphic 3606" descr="Deciduous tree with solid fill">
                <a:extLst>
                  <a:ext uri="{FF2B5EF4-FFF2-40B4-BE49-F238E27FC236}">
                    <a16:creationId xmlns:a16="http://schemas.microsoft.com/office/drawing/2014/main" id="{F5378337-EFFA-5E9D-6BEE-D0CD70357B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609" name="Graphic 3608" descr="Deciduous tree with solid fill">
                <a:extLst>
                  <a:ext uri="{FF2B5EF4-FFF2-40B4-BE49-F238E27FC236}">
                    <a16:creationId xmlns:a16="http://schemas.microsoft.com/office/drawing/2014/main" id="{A60A3EDE-A138-A354-D61C-EA080CAE09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611" name="Graphic 3610" descr="Deciduous tree with solid fill">
                <a:extLst>
                  <a:ext uri="{FF2B5EF4-FFF2-40B4-BE49-F238E27FC236}">
                    <a16:creationId xmlns:a16="http://schemas.microsoft.com/office/drawing/2014/main" id="{1752D9A2-8713-4CD1-48AE-6317668290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613" name="Graphic 3612" descr="Deciduous tree with solid fill">
                <a:extLst>
                  <a:ext uri="{FF2B5EF4-FFF2-40B4-BE49-F238E27FC236}">
                    <a16:creationId xmlns:a16="http://schemas.microsoft.com/office/drawing/2014/main" id="{DC7A6E6D-A382-4CB3-7067-1A18404086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615" name="Graphic 3614" descr="Deciduous tree with solid fill">
                <a:extLst>
                  <a:ext uri="{FF2B5EF4-FFF2-40B4-BE49-F238E27FC236}">
                    <a16:creationId xmlns:a16="http://schemas.microsoft.com/office/drawing/2014/main" id="{59188A73-6943-D3F5-E5AA-A3AC044F06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619" name="Graphic 3618" descr="Deciduous tree with solid fill">
                <a:extLst>
                  <a:ext uri="{FF2B5EF4-FFF2-40B4-BE49-F238E27FC236}">
                    <a16:creationId xmlns:a16="http://schemas.microsoft.com/office/drawing/2014/main" id="{C4CA9EF4-B589-6FDF-9BC2-255555DE3F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621" name="Graphic 3620" descr="Deciduous tree with solid fill">
                <a:extLst>
                  <a:ext uri="{FF2B5EF4-FFF2-40B4-BE49-F238E27FC236}">
                    <a16:creationId xmlns:a16="http://schemas.microsoft.com/office/drawing/2014/main" id="{81BCB6EA-91A0-7C51-98A9-2D47E55914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623" name="Graphic 3622" descr="Deciduous tree with solid fill">
                <a:extLst>
                  <a:ext uri="{FF2B5EF4-FFF2-40B4-BE49-F238E27FC236}">
                    <a16:creationId xmlns:a16="http://schemas.microsoft.com/office/drawing/2014/main" id="{118CFF82-630C-5275-3896-97A1C44B3D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625" name="Graphic 3624" descr="Deciduous tree with solid fill">
                <a:extLst>
                  <a:ext uri="{FF2B5EF4-FFF2-40B4-BE49-F238E27FC236}">
                    <a16:creationId xmlns:a16="http://schemas.microsoft.com/office/drawing/2014/main" id="{35C1BD58-30B0-3C98-7A13-BAE83897FB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627" name="Graphic 3626" descr="Deciduous tree with solid fill">
                <a:extLst>
                  <a:ext uri="{FF2B5EF4-FFF2-40B4-BE49-F238E27FC236}">
                    <a16:creationId xmlns:a16="http://schemas.microsoft.com/office/drawing/2014/main" id="{6C8DEE31-4EF0-D721-582A-1BE0625A1D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629" name="Graphic 3628" descr="Deciduous tree with solid fill">
                <a:extLst>
                  <a:ext uri="{FF2B5EF4-FFF2-40B4-BE49-F238E27FC236}">
                    <a16:creationId xmlns:a16="http://schemas.microsoft.com/office/drawing/2014/main" id="{9844CCF5-B5FD-1D2F-45DA-05CDC44ACC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631" name="Graphic 3630" descr="Deciduous tree with solid fill">
                <a:extLst>
                  <a:ext uri="{FF2B5EF4-FFF2-40B4-BE49-F238E27FC236}">
                    <a16:creationId xmlns:a16="http://schemas.microsoft.com/office/drawing/2014/main" id="{C133074A-3A87-A3A1-48C9-C220D93694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633" name="Graphic 3632" descr="Deciduous tree with solid fill">
                <a:extLst>
                  <a:ext uri="{FF2B5EF4-FFF2-40B4-BE49-F238E27FC236}">
                    <a16:creationId xmlns:a16="http://schemas.microsoft.com/office/drawing/2014/main" id="{2A25071A-8518-D980-F928-9A122A8C14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635" name="Graphic 3634" descr="Deciduous tree with solid fill">
                <a:extLst>
                  <a:ext uri="{FF2B5EF4-FFF2-40B4-BE49-F238E27FC236}">
                    <a16:creationId xmlns:a16="http://schemas.microsoft.com/office/drawing/2014/main" id="{D1B3BB38-CCD1-167C-3332-6709D61D67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637" name="Graphic 3636" descr="Deciduous tree with solid fill">
                <a:extLst>
                  <a:ext uri="{FF2B5EF4-FFF2-40B4-BE49-F238E27FC236}">
                    <a16:creationId xmlns:a16="http://schemas.microsoft.com/office/drawing/2014/main" id="{A6DE79BB-D718-6DB4-D899-75426B7B7B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639" name="Graphic 3638" descr="Deciduous tree with solid fill">
                <a:extLst>
                  <a:ext uri="{FF2B5EF4-FFF2-40B4-BE49-F238E27FC236}">
                    <a16:creationId xmlns:a16="http://schemas.microsoft.com/office/drawing/2014/main" id="{D53CF120-0D8E-5E06-3C1A-BA790FE9A9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641" name="Graphic 3640" descr="Deciduous tree with solid fill">
                <a:extLst>
                  <a:ext uri="{FF2B5EF4-FFF2-40B4-BE49-F238E27FC236}">
                    <a16:creationId xmlns:a16="http://schemas.microsoft.com/office/drawing/2014/main" id="{A7C07A33-1357-55A4-1DF9-68760CC70E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643" name="Graphic 3642" descr="Deciduous tree with solid fill">
                <a:extLst>
                  <a:ext uri="{FF2B5EF4-FFF2-40B4-BE49-F238E27FC236}">
                    <a16:creationId xmlns:a16="http://schemas.microsoft.com/office/drawing/2014/main" id="{FBA1A96B-C2AA-882E-1336-90E8C65F11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645" name="Graphic 3644" descr="Deciduous tree with solid fill">
                <a:extLst>
                  <a:ext uri="{FF2B5EF4-FFF2-40B4-BE49-F238E27FC236}">
                    <a16:creationId xmlns:a16="http://schemas.microsoft.com/office/drawing/2014/main" id="{7563E9FE-A4CC-BA03-22E9-9109C3C24C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647" name="Graphic 3646" descr="Deciduous tree with solid fill">
                <a:extLst>
                  <a:ext uri="{FF2B5EF4-FFF2-40B4-BE49-F238E27FC236}">
                    <a16:creationId xmlns:a16="http://schemas.microsoft.com/office/drawing/2014/main" id="{5D65D92A-C01C-298F-D9A6-89278B4819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649" name="Graphic 3648" descr="Deciduous tree with solid fill">
                <a:extLst>
                  <a:ext uri="{FF2B5EF4-FFF2-40B4-BE49-F238E27FC236}">
                    <a16:creationId xmlns:a16="http://schemas.microsoft.com/office/drawing/2014/main" id="{C4AA3C4C-727D-DBF8-5829-8958782D6B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651" name="Graphic 3650" descr="Deciduous tree with solid fill">
                <a:extLst>
                  <a:ext uri="{FF2B5EF4-FFF2-40B4-BE49-F238E27FC236}">
                    <a16:creationId xmlns:a16="http://schemas.microsoft.com/office/drawing/2014/main" id="{12F28174-D1AF-FF54-E6EF-C731312A03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53" name="Graphic 3652" descr="Deciduous tree with solid fill">
                <a:extLst>
                  <a:ext uri="{FF2B5EF4-FFF2-40B4-BE49-F238E27FC236}">
                    <a16:creationId xmlns:a16="http://schemas.microsoft.com/office/drawing/2014/main" id="{DBBEC0F4-9964-0B3A-4E4E-02162333AC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55" name="Graphic 3654" descr="Deciduous tree with solid fill">
                <a:extLst>
                  <a:ext uri="{FF2B5EF4-FFF2-40B4-BE49-F238E27FC236}">
                    <a16:creationId xmlns:a16="http://schemas.microsoft.com/office/drawing/2014/main" id="{351238E9-A286-BE83-70C5-D525F1AE97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657" name="Graphic 3656" descr="Deciduous tree with solid fill">
                <a:extLst>
                  <a:ext uri="{FF2B5EF4-FFF2-40B4-BE49-F238E27FC236}">
                    <a16:creationId xmlns:a16="http://schemas.microsoft.com/office/drawing/2014/main" id="{4E539A6B-5873-657C-C330-7A8EA972EF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659" name="Graphic 3658" descr="Deciduous tree with solid fill">
                <a:extLst>
                  <a:ext uri="{FF2B5EF4-FFF2-40B4-BE49-F238E27FC236}">
                    <a16:creationId xmlns:a16="http://schemas.microsoft.com/office/drawing/2014/main" id="{6E4D9F0F-5292-6EA9-0823-EA37DF6B23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661" name="Graphic 3660" descr="Deciduous tree with solid fill">
                <a:extLst>
                  <a:ext uri="{FF2B5EF4-FFF2-40B4-BE49-F238E27FC236}">
                    <a16:creationId xmlns:a16="http://schemas.microsoft.com/office/drawing/2014/main" id="{CDD86622-1D99-114F-CF52-66981FC268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663" name="Graphic 3662" descr="Deciduous tree with solid fill">
                <a:extLst>
                  <a:ext uri="{FF2B5EF4-FFF2-40B4-BE49-F238E27FC236}">
                    <a16:creationId xmlns:a16="http://schemas.microsoft.com/office/drawing/2014/main" id="{17D40EB6-2A2C-38DE-C12C-287070AF4E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665" name="Graphic 3664" descr="Deciduous tree with solid fill">
                <a:extLst>
                  <a:ext uri="{FF2B5EF4-FFF2-40B4-BE49-F238E27FC236}">
                    <a16:creationId xmlns:a16="http://schemas.microsoft.com/office/drawing/2014/main" id="{679D00D8-5830-1D42-8252-C8AB94C0E0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669" name="Graphic 3668" descr="Deciduous tree with solid fill">
                <a:extLst>
                  <a:ext uri="{FF2B5EF4-FFF2-40B4-BE49-F238E27FC236}">
                    <a16:creationId xmlns:a16="http://schemas.microsoft.com/office/drawing/2014/main" id="{12FE147C-FD9B-CB5A-22EA-3CB84CC7C2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671" name="Graphic 3670" descr="Deciduous tree with solid fill">
                <a:extLst>
                  <a:ext uri="{FF2B5EF4-FFF2-40B4-BE49-F238E27FC236}">
                    <a16:creationId xmlns:a16="http://schemas.microsoft.com/office/drawing/2014/main" id="{DFADF38F-C464-DD86-FDF4-3A984A4D09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673" name="Graphic 3672" descr="Deciduous tree with solid fill">
                <a:extLst>
                  <a:ext uri="{FF2B5EF4-FFF2-40B4-BE49-F238E27FC236}">
                    <a16:creationId xmlns:a16="http://schemas.microsoft.com/office/drawing/2014/main" id="{2E7CFA39-59F0-B9E2-6BC7-B321D2C3E4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75" name="Graphic 3674" descr="Deciduous tree with solid fill">
                <a:extLst>
                  <a:ext uri="{FF2B5EF4-FFF2-40B4-BE49-F238E27FC236}">
                    <a16:creationId xmlns:a16="http://schemas.microsoft.com/office/drawing/2014/main" id="{731A7DA9-9E8F-AA5E-D4E4-129B6309B2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677" name="Graphic 3676" descr="Deciduous tree with solid fill">
                <a:extLst>
                  <a:ext uri="{FF2B5EF4-FFF2-40B4-BE49-F238E27FC236}">
                    <a16:creationId xmlns:a16="http://schemas.microsoft.com/office/drawing/2014/main" id="{00959672-0795-5EF1-D892-CC00ACEAC8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679" name="Graphic 3678" descr="Deciduous tree with solid fill">
                <a:extLst>
                  <a:ext uri="{FF2B5EF4-FFF2-40B4-BE49-F238E27FC236}">
                    <a16:creationId xmlns:a16="http://schemas.microsoft.com/office/drawing/2014/main" id="{AA87CB30-1453-7D2A-2391-481459524D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681" name="Graphic 3680" descr="Deciduous tree with solid fill">
                <a:extLst>
                  <a:ext uri="{FF2B5EF4-FFF2-40B4-BE49-F238E27FC236}">
                    <a16:creationId xmlns:a16="http://schemas.microsoft.com/office/drawing/2014/main" id="{60889765-7800-F6DA-E340-EF57BE0BC3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683" name="Graphic 3682" descr="Deciduous tree with solid fill">
                <a:extLst>
                  <a:ext uri="{FF2B5EF4-FFF2-40B4-BE49-F238E27FC236}">
                    <a16:creationId xmlns:a16="http://schemas.microsoft.com/office/drawing/2014/main" id="{D0F6BD21-AF21-D39B-1094-5552D2C2F7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685" name="Graphic 3684" descr="Deciduous tree with solid fill">
                <a:extLst>
                  <a:ext uri="{FF2B5EF4-FFF2-40B4-BE49-F238E27FC236}">
                    <a16:creationId xmlns:a16="http://schemas.microsoft.com/office/drawing/2014/main" id="{1B12C41E-2876-71A4-3492-861EA74834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687" name="Graphic 3686" descr="Deciduous tree with solid fill">
                <a:extLst>
                  <a:ext uri="{FF2B5EF4-FFF2-40B4-BE49-F238E27FC236}">
                    <a16:creationId xmlns:a16="http://schemas.microsoft.com/office/drawing/2014/main" id="{F91249D9-F2C7-2F5F-E964-5F5B875311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689" name="Graphic 3688" descr="Deciduous tree with solid fill">
                <a:extLst>
                  <a:ext uri="{FF2B5EF4-FFF2-40B4-BE49-F238E27FC236}">
                    <a16:creationId xmlns:a16="http://schemas.microsoft.com/office/drawing/2014/main" id="{EFDC890F-FC10-5113-54DC-1D4EDCC82B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691" name="Graphic 3690" descr="Deciduous tree with solid fill">
                <a:extLst>
                  <a:ext uri="{FF2B5EF4-FFF2-40B4-BE49-F238E27FC236}">
                    <a16:creationId xmlns:a16="http://schemas.microsoft.com/office/drawing/2014/main" id="{BDFDCF66-D8E4-B1B4-D511-53E30EAF96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693" name="Graphic 3692" descr="Deciduous tree with solid fill">
                <a:extLst>
                  <a:ext uri="{FF2B5EF4-FFF2-40B4-BE49-F238E27FC236}">
                    <a16:creationId xmlns:a16="http://schemas.microsoft.com/office/drawing/2014/main" id="{9914E176-CB72-2744-B69D-D830F2B4E8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695" name="Graphic 3694" descr="Deciduous tree with solid fill">
                <a:extLst>
                  <a:ext uri="{FF2B5EF4-FFF2-40B4-BE49-F238E27FC236}">
                    <a16:creationId xmlns:a16="http://schemas.microsoft.com/office/drawing/2014/main" id="{E864A6F9-8BC7-D791-12FB-F6271F9D76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697" name="Graphic 3696" descr="Deciduous tree with solid fill">
                <a:extLst>
                  <a:ext uri="{FF2B5EF4-FFF2-40B4-BE49-F238E27FC236}">
                    <a16:creationId xmlns:a16="http://schemas.microsoft.com/office/drawing/2014/main" id="{E74F596F-DEB3-5056-E5A7-4D3E50FEF4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99" name="Graphic 3698" descr="Deciduous tree with solid fill">
                <a:extLst>
                  <a:ext uri="{FF2B5EF4-FFF2-40B4-BE49-F238E27FC236}">
                    <a16:creationId xmlns:a16="http://schemas.microsoft.com/office/drawing/2014/main" id="{94234EF4-E95E-16D0-2492-FF0EE2281D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701" name="Graphic 3700" descr="Deciduous tree with solid fill">
                <a:extLst>
                  <a:ext uri="{FF2B5EF4-FFF2-40B4-BE49-F238E27FC236}">
                    <a16:creationId xmlns:a16="http://schemas.microsoft.com/office/drawing/2014/main" id="{A86F65A8-7CE4-E30B-7C8A-EFFEFD560B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03" name="Graphic 3702" descr="Deciduous tree with solid fill">
                <a:extLst>
                  <a:ext uri="{FF2B5EF4-FFF2-40B4-BE49-F238E27FC236}">
                    <a16:creationId xmlns:a16="http://schemas.microsoft.com/office/drawing/2014/main" id="{0ED1A7B8-4308-78F9-64C9-874864189D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05" name="Graphic 3704" descr="Deciduous tree with solid fill">
                <a:extLst>
                  <a:ext uri="{FF2B5EF4-FFF2-40B4-BE49-F238E27FC236}">
                    <a16:creationId xmlns:a16="http://schemas.microsoft.com/office/drawing/2014/main" id="{39E55235-0D85-24E3-CC81-B87BB8BE27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07" name="Graphic 3706" descr="Deciduous tree with solid fill">
                <a:extLst>
                  <a:ext uri="{FF2B5EF4-FFF2-40B4-BE49-F238E27FC236}">
                    <a16:creationId xmlns:a16="http://schemas.microsoft.com/office/drawing/2014/main" id="{B720EC42-D318-BCB0-7496-2E4F40242D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09" name="Graphic 3708" descr="Deciduous tree with solid fill">
                <a:extLst>
                  <a:ext uri="{FF2B5EF4-FFF2-40B4-BE49-F238E27FC236}">
                    <a16:creationId xmlns:a16="http://schemas.microsoft.com/office/drawing/2014/main" id="{3F3B5D52-6CB3-9B5A-CC9D-91783382E4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13" name="Graphic 3712" descr="Deciduous tree with solid fill">
                <a:extLst>
                  <a:ext uri="{FF2B5EF4-FFF2-40B4-BE49-F238E27FC236}">
                    <a16:creationId xmlns:a16="http://schemas.microsoft.com/office/drawing/2014/main" id="{36CE8C49-6F9A-1B08-5400-5DC157188D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715" name="Graphic 3714" descr="Deciduous tree with solid fill">
                <a:extLst>
                  <a:ext uri="{FF2B5EF4-FFF2-40B4-BE49-F238E27FC236}">
                    <a16:creationId xmlns:a16="http://schemas.microsoft.com/office/drawing/2014/main" id="{DB123A58-B39E-00C9-28E5-1AE9D38BE5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717" name="Graphic 3716" descr="Deciduous tree with solid fill">
                <a:extLst>
                  <a:ext uri="{FF2B5EF4-FFF2-40B4-BE49-F238E27FC236}">
                    <a16:creationId xmlns:a16="http://schemas.microsoft.com/office/drawing/2014/main" id="{0F22AB84-502E-BF07-D617-C3BB7F6DB3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719" name="Graphic 3718" descr="Deciduous tree with solid fill">
                <a:extLst>
                  <a:ext uri="{FF2B5EF4-FFF2-40B4-BE49-F238E27FC236}">
                    <a16:creationId xmlns:a16="http://schemas.microsoft.com/office/drawing/2014/main" id="{767B0C7E-AD0C-1DC7-E2B7-23538EF4EB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721" name="Graphic 3720" descr="Deciduous tree with solid fill">
                <a:extLst>
                  <a:ext uri="{FF2B5EF4-FFF2-40B4-BE49-F238E27FC236}">
                    <a16:creationId xmlns:a16="http://schemas.microsoft.com/office/drawing/2014/main" id="{AFB41B47-F7C6-E763-11EF-297FF097E3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23" name="Graphic 3722" descr="Deciduous tree with solid fill">
                <a:extLst>
                  <a:ext uri="{FF2B5EF4-FFF2-40B4-BE49-F238E27FC236}">
                    <a16:creationId xmlns:a16="http://schemas.microsoft.com/office/drawing/2014/main" id="{822DAB50-2A0E-8B31-AA55-51BAD92035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25" name="Graphic 3724" descr="Deciduous tree with solid fill">
                <a:extLst>
                  <a:ext uri="{FF2B5EF4-FFF2-40B4-BE49-F238E27FC236}">
                    <a16:creationId xmlns:a16="http://schemas.microsoft.com/office/drawing/2014/main" id="{2027C9D5-3067-2537-4B8F-E78B9B76C3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27" name="Graphic 3726" descr="Deciduous tree with solid fill">
                <a:extLst>
                  <a:ext uri="{FF2B5EF4-FFF2-40B4-BE49-F238E27FC236}">
                    <a16:creationId xmlns:a16="http://schemas.microsoft.com/office/drawing/2014/main" id="{33E45A28-F02F-308C-9E12-6A2F683D07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29" name="Graphic 3728" descr="Deciduous tree with solid fill">
                <a:extLst>
                  <a:ext uri="{FF2B5EF4-FFF2-40B4-BE49-F238E27FC236}">
                    <a16:creationId xmlns:a16="http://schemas.microsoft.com/office/drawing/2014/main" id="{65482439-4BA8-315F-2FD6-B00345B9BE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731" name="Graphic 3730" descr="Deciduous tree with solid fill">
                <a:extLst>
                  <a:ext uri="{FF2B5EF4-FFF2-40B4-BE49-F238E27FC236}">
                    <a16:creationId xmlns:a16="http://schemas.microsoft.com/office/drawing/2014/main" id="{1128B854-92AF-0113-1304-21FBBC3D3D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33" name="Graphic 3732" descr="Deciduous tree with solid fill">
                <a:extLst>
                  <a:ext uri="{FF2B5EF4-FFF2-40B4-BE49-F238E27FC236}">
                    <a16:creationId xmlns:a16="http://schemas.microsoft.com/office/drawing/2014/main" id="{12ADDD9E-66A9-7A2F-767A-42B546BEB4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35" name="Graphic 3734" descr="Deciduous tree with solid fill">
                <a:extLst>
                  <a:ext uri="{FF2B5EF4-FFF2-40B4-BE49-F238E27FC236}">
                    <a16:creationId xmlns:a16="http://schemas.microsoft.com/office/drawing/2014/main" id="{7D7779BA-46FA-9796-B488-779ADFD997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37" name="Graphic 3736" descr="Deciduous tree with solid fill">
                <a:extLst>
                  <a:ext uri="{FF2B5EF4-FFF2-40B4-BE49-F238E27FC236}">
                    <a16:creationId xmlns:a16="http://schemas.microsoft.com/office/drawing/2014/main" id="{B525515F-D660-0534-662E-50581F9BF9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739" name="Graphic 3738" descr="Deciduous tree with solid fill">
                <a:extLst>
                  <a:ext uri="{FF2B5EF4-FFF2-40B4-BE49-F238E27FC236}">
                    <a16:creationId xmlns:a16="http://schemas.microsoft.com/office/drawing/2014/main" id="{DE99BB74-2801-43ED-CF67-3B7C174B57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41" name="Graphic 3740" descr="Deciduous tree with solid fill">
                <a:extLst>
                  <a:ext uri="{FF2B5EF4-FFF2-40B4-BE49-F238E27FC236}">
                    <a16:creationId xmlns:a16="http://schemas.microsoft.com/office/drawing/2014/main" id="{C36CB58C-8E9F-A17C-4AAD-9B13912D43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43" name="Graphic 3742" descr="Deciduous tree with solid fill">
                <a:extLst>
                  <a:ext uri="{FF2B5EF4-FFF2-40B4-BE49-F238E27FC236}">
                    <a16:creationId xmlns:a16="http://schemas.microsoft.com/office/drawing/2014/main" id="{257C1843-0AC4-F379-2450-7BDBB68107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45" name="Graphic 3744" descr="Deciduous tree with solid fill">
                <a:extLst>
                  <a:ext uri="{FF2B5EF4-FFF2-40B4-BE49-F238E27FC236}">
                    <a16:creationId xmlns:a16="http://schemas.microsoft.com/office/drawing/2014/main" id="{B6212154-3803-BF4C-09F1-9C1FD63203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47" name="Graphic 3746" descr="Deciduous tree with solid fill">
                <a:extLst>
                  <a:ext uri="{FF2B5EF4-FFF2-40B4-BE49-F238E27FC236}">
                    <a16:creationId xmlns:a16="http://schemas.microsoft.com/office/drawing/2014/main" id="{4796E5C6-5ED5-4F39-2473-A086694961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51" name="Graphic 3750" descr="Deciduous tree with solid fill">
                <a:extLst>
                  <a:ext uri="{FF2B5EF4-FFF2-40B4-BE49-F238E27FC236}">
                    <a16:creationId xmlns:a16="http://schemas.microsoft.com/office/drawing/2014/main" id="{785EFE71-9D8B-67A4-CCAA-C209471D7A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753" name="Graphic 3752" descr="Deciduous tree with solid fill">
                <a:extLst>
                  <a:ext uri="{FF2B5EF4-FFF2-40B4-BE49-F238E27FC236}">
                    <a16:creationId xmlns:a16="http://schemas.microsoft.com/office/drawing/2014/main" id="{49C34428-E67D-4DD1-BE75-372B99ECB7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755" name="Graphic 3754" descr="Deciduous tree with solid fill">
                <a:extLst>
                  <a:ext uri="{FF2B5EF4-FFF2-40B4-BE49-F238E27FC236}">
                    <a16:creationId xmlns:a16="http://schemas.microsoft.com/office/drawing/2014/main" id="{3241B0A5-2884-126E-C7E2-5255728370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57" name="Graphic 3756" descr="Deciduous tree with solid fill">
                <a:extLst>
                  <a:ext uri="{FF2B5EF4-FFF2-40B4-BE49-F238E27FC236}">
                    <a16:creationId xmlns:a16="http://schemas.microsoft.com/office/drawing/2014/main" id="{B33929EB-5157-43DB-65B2-DEF7421180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59" name="Graphic 3758" descr="Deciduous tree with solid fill">
                <a:extLst>
                  <a:ext uri="{FF2B5EF4-FFF2-40B4-BE49-F238E27FC236}">
                    <a16:creationId xmlns:a16="http://schemas.microsoft.com/office/drawing/2014/main" id="{3264D0A0-0483-1F22-FAC1-58B187EC82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61" name="Graphic 3760" descr="Deciduous tree with solid fill">
                <a:extLst>
                  <a:ext uri="{FF2B5EF4-FFF2-40B4-BE49-F238E27FC236}">
                    <a16:creationId xmlns:a16="http://schemas.microsoft.com/office/drawing/2014/main" id="{CFABF9CE-B1B1-DD06-64C7-B83233B83D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63" name="Graphic 3762" descr="Deciduous tree with solid fill">
                <a:extLst>
                  <a:ext uri="{FF2B5EF4-FFF2-40B4-BE49-F238E27FC236}">
                    <a16:creationId xmlns:a16="http://schemas.microsoft.com/office/drawing/2014/main" id="{4F46D576-5CBD-C1A4-0FE3-268A3D2E75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65" name="Graphic 3764" descr="Deciduous tree with solid fill">
                <a:extLst>
                  <a:ext uri="{FF2B5EF4-FFF2-40B4-BE49-F238E27FC236}">
                    <a16:creationId xmlns:a16="http://schemas.microsoft.com/office/drawing/2014/main" id="{212D0A13-C51A-0F8B-359D-6CE794FCDC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67" name="Graphic 3766" descr="Deciduous tree with solid fill">
                <a:extLst>
                  <a:ext uri="{FF2B5EF4-FFF2-40B4-BE49-F238E27FC236}">
                    <a16:creationId xmlns:a16="http://schemas.microsoft.com/office/drawing/2014/main" id="{73531024-A21F-C3E6-FABD-39D2547BBC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69" name="Graphic 3768" descr="Deciduous tree with solid fill">
                <a:extLst>
                  <a:ext uri="{FF2B5EF4-FFF2-40B4-BE49-F238E27FC236}">
                    <a16:creationId xmlns:a16="http://schemas.microsoft.com/office/drawing/2014/main" id="{667AD734-F413-04CB-D619-56C3F61B92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71" name="Graphic 3770" descr="Deciduous tree with solid fill">
                <a:extLst>
                  <a:ext uri="{FF2B5EF4-FFF2-40B4-BE49-F238E27FC236}">
                    <a16:creationId xmlns:a16="http://schemas.microsoft.com/office/drawing/2014/main" id="{3F8EFBEA-8F16-BDC4-8F6D-705BBBAE53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773" name="Graphic 3772" descr="Deciduous tree with solid fill">
                <a:extLst>
                  <a:ext uri="{FF2B5EF4-FFF2-40B4-BE49-F238E27FC236}">
                    <a16:creationId xmlns:a16="http://schemas.microsoft.com/office/drawing/2014/main" id="{EC6D36CE-CEF2-F1BC-DBBA-43D9C946CD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75" name="Graphic 3774" descr="Deciduous tree with solid fill">
                <a:extLst>
                  <a:ext uri="{FF2B5EF4-FFF2-40B4-BE49-F238E27FC236}">
                    <a16:creationId xmlns:a16="http://schemas.microsoft.com/office/drawing/2014/main" id="{EFB4D2B6-8AA4-65FA-0A46-46229C5FFD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77" name="Graphic 3776" descr="Deciduous tree with solid fill">
                <a:extLst>
                  <a:ext uri="{FF2B5EF4-FFF2-40B4-BE49-F238E27FC236}">
                    <a16:creationId xmlns:a16="http://schemas.microsoft.com/office/drawing/2014/main" id="{AAA903DF-519B-54D7-5AF7-F2EDB185CC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79" name="Graphic 3778" descr="Deciduous tree with solid fill">
                <a:extLst>
                  <a:ext uri="{FF2B5EF4-FFF2-40B4-BE49-F238E27FC236}">
                    <a16:creationId xmlns:a16="http://schemas.microsoft.com/office/drawing/2014/main" id="{9EAA7877-12F7-5A93-6C54-0EE0340318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83" name="Graphic 3782" descr="Deciduous tree with solid fill">
                <a:extLst>
                  <a:ext uri="{FF2B5EF4-FFF2-40B4-BE49-F238E27FC236}">
                    <a16:creationId xmlns:a16="http://schemas.microsoft.com/office/drawing/2014/main" id="{BA0266CD-6802-C8EA-1222-C680148DC9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85" name="Graphic 3784" descr="Deciduous tree with solid fill">
                <a:extLst>
                  <a:ext uri="{FF2B5EF4-FFF2-40B4-BE49-F238E27FC236}">
                    <a16:creationId xmlns:a16="http://schemas.microsoft.com/office/drawing/2014/main" id="{CF3EE982-80C6-271F-3EBB-F5F9342527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87" name="Graphic 3786" descr="Deciduous tree with solid fill">
                <a:extLst>
                  <a:ext uri="{FF2B5EF4-FFF2-40B4-BE49-F238E27FC236}">
                    <a16:creationId xmlns:a16="http://schemas.microsoft.com/office/drawing/2014/main" id="{7557D4DA-DF20-C337-8C11-DE3D28BC57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89" name="Graphic 3788" descr="Deciduous tree with solid fill">
                <a:extLst>
                  <a:ext uri="{FF2B5EF4-FFF2-40B4-BE49-F238E27FC236}">
                    <a16:creationId xmlns:a16="http://schemas.microsoft.com/office/drawing/2014/main" id="{55271A70-2163-D9DF-4C0E-D7BF165141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91" name="Graphic 3790" descr="Deciduous tree with solid fill">
                <a:extLst>
                  <a:ext uri="{FF2B5EF4-FFF2-40B4-BE49-F238E27FC236}">
                    <a16:creationId xmlns:a16="http://schemas.microsoft.com/office/drawing/2014/main" id="{B3DB5FF2-8FD5-4A74-8F41-D5B9E7EFCF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93" name="Graphic 3792" descr="Deciduous tree with solid fill">
                <a:extLst>
                  <a:ext uri="{FF2B5EF4-FFF2-40B4-BE49-F238E27FC236}">
                    <a16:creationId xmlns:a16="http://schemas.microsoft.com/office/drawing/2014/main" id="{4A3C7768-14AA-2C22-B262-FFBEF0462D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95" name="Graphic 3794" descr="Deciduous tree with solid fill">
                <a:extLst>
                  <a:ext uri="{FF2B5EF4-FFF2-40B4-BE49-F238E27FC236}">
                    <a16:creationId xmlns:a16="http://schemas.microsoft.com/office/drawing/2014/main" id="{FC74843A-C982-F9C2-6CA0-79F3A35924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97" name="Graphic 3796" descr="Deciduous tree with solid fill">
                <a:extLst>
                  <a:ext uri="{FF2B5EF4-FFF2-40B4-BE49-F238E27FC236}">
                    <a16:creationId xmlns:a16="http://schemas.microsoft.com/office/drawing/2014/main" id="{82F51B43-45EC-57CA-6E01-D1E8530F2D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99" name="Graphic 3798" descr="Deciduous tree with solid fill">
                <a:extLst>
                  <a:ext uri="{FF2B5EF4-FFF2-40B4-BE49-F238E27FC236}">
                    <a16:creationId xmlns:a16="http://schemas.microsoft.com/office/drawing/2014/main" id="{854DA10F-C4A3-E2A4-D4B3-BB1D70E6B1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01" name="Graphic 3800" descr="Deciduous tree with solid fill">
                <a:extLst>
                  <a:ext uri="{FF2B5EF4-FFF2-40B4-BE49-F238E27FC236}">
                    <a16:creationId xmlns:a16="http://schemas.microsoft.com/office/drawing/2014/main" id="{96FFD0B7-DF4D-5B89-BB5E-846CB7B0C0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803" name="Graphic 3802" descr="Deciduous tree with solid fill">
                <a:extLst>
                  <a:ext uri="{FF2B5EF4-FFF2-40B4-BE49-F238E27FC236}">
                    <a16:creationId xmlns:a16="http://schemas.microsoft.com/office/drawing/2014/main" id="{6F93A0A2-5E99-D711-F7C2-687AE2E37C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05" name="Graphic 3804" descr="Deciduous tree with solid fill">
                <a:extLst>
                  <a:ext uri="{FF2B5EF4-FFF2-40B4-BE49-F238E27FC236}">
                    <a16:creationId xmlns:a16="http://schemas.microsoft.com/office/drawing/2014/main" id="{38AF5516-40E1-7DF3-0129-446264B148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09" name="Graphic 3808" descr="Deciduous tree with solid fill">
                <a:extLst>
                  <a:ext uri="{FF2B5EF4-FFF2-40B4-BE49-F238E27FC236}">
                    <a16:creationId xmlns:a16="http://schemas.microsoft.com/office/drawing/2014/main" id="{F4EAFEB3-ADD5-6C3D-5EBD-02F6687222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811" name="Graphic 3810" descr="Deciduous tree with solid fill">
                <a:extLst>
                  <a:ext uri="{FF2B5EF4-FFF2-40B4-BE49-F238E27FC236}">
                    <a16:creationId xmlns:a16="http://schemas.microsoft.com/office/drawing/2014/main" id="{7EF0C088-3B66-7306-A46D-3590BB6602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813" name="Graphic 3812" descr="Deciduous tree with solid fill">
                <a:extLst>
                  <a:ext uri="{FF2B5EF4-FFF2-40B4-BE49-F238E27FC236}">
                    <a16:creationId xmlns:a16="http://schemas.microsoft.com/office/drawing/2014/main" id="{D095E781-B43E-F265-8047-F7827D4A22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815" name="Graphic 3814" descr="Deciduous tree with solid fill">
                <a:extLst>
                  <a:ext uri="{FF2B5EF4-FFF2-40B4-BE49-F238E27FC236}">
                    <a16:creationId xmlns:a16="http://schemas.microsoft.com/office/drawing/2014/main" id="{BB14453C-23A8-1495-1399-A34B65CD39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817" name="Graphic 3816" descr="Deciduous tree with solid fill">
                <a:extLst>
                  <a:ext uri="{FF2B5EF4-FFF2-40B4-BE49-F238E27FC236}">
                    <a16:creationId xmlns:a16="http://schemas.microsoft.com/office/drawing/2014/main" id="{3183C28D-2C1D-4EBF-EA70-B40CE58060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19" name="Graphic 3818" descr="Deciduous tree with solid fill">
                <a:extLst>
                  <a:ext uri="{FF2B5EF4-FFF2-40B4-BE49-F238E27FC236}">
                    <a16:creationId xmlns:a16="http://schemas.microsoft.com/office/drawing/2014/main" id="{621736A2-5AA3-D8AD-67A1-D6ACC52B40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821" name="Graphic 3820" descr="Deciduous tree with solid fill">
                <a:extLst>
                  <a:ext uri="{FF2B5EF4-FFF2-40B4-BE49-F238E27FC236}">
                    <a16:creationId xmlns:a16="http://schemas.microsoft.com/office/drawing/2014/main" id="{83C25431-886D-35D4-BEED-576DD14312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23" name="Graphic 3822" descr="Deciduous tree with solid fill">
                <a:extLst>
                  <a:ext uri="{FF2B5EF4-FFF2-40B4-BE49-F238E27FC236}">
                    <a16:creationId xmlns:a16="http://schemas.microsoft.com/office/drawing/2014/main" id="{6B305BC5-E47A-566F-D4F5-FB85B14BD1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25" name="Graphic 3824" descr="Deciduous tree with solid fill">
                <a:extLst>
                  <a:ext uri="{FF2B5EF4-FFF2-40B4-BE49-F238E27FC236}">
                    <a16:creationId xmlns:a16="http://schemas.microsoft.com/office/drawing/2014/main" id="{616577F6-C841-95C5-1CED-24B3A6F994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29" name="Graphic 3828" descr="Deciduous tree with solid fill">
                <a:extLst>
                  <a:ext uri="{FF2B5EF4-FFF2-40B4-BE49-F238E27FC236}">
                    <a16:creationId xmlns:a16="http://schemas.microsoft.com/office/drawing/2014/main" id="{F6B90575-41EC-1479-9055-C309C548BB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831" name="Graphic 3830" descr="Deciduous tree with solid fill">
                <a:extLst>
                  <a:ext uri="{FF2B5EF4-FFF2-40B4-BE49-F238E27FC236}">
                    <a16:creationId xmlns:a16="http://schemas.microsoft.com/office/drawing/2014/main" id="{F2A65A2E-2BB5-9CD5-3FAD-BDF581CF52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833" name="Graphic 3832" descr="Deciduous tree with solid fill">
                <a:extLst>
                  <a:ext uri="{FF2B5EF4-FFF2-40B4-BE49-F238E27FC236}">
                    <a16:creationId xmlns:a16="http://schemas.microsoft.com/office/drawing/2014/main" id="{3AC7B44D-A7D4-F5CB-4F6F-8F0055B6B6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35" name="Graphic 3834" descr="Deciduous tree with solid fill">
                <a:extLst>
                  <a:ext uri="{FF2B5EF4-FFF2-40B4-BE49-F238E27FC236}">
                    <a16:creationId xmlns:a16="http://schemas.microsoft.com/office/drawing/2014/main" id="{C7239807-8763-D7B9-1E75-C8425E1EEA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37" name="Graphic 3836" descr="Deciduous tree with solid fill">
                <a:extLst>
                  <a:ext uri="{FF2B5EF4-FFF2-40B4-BE49-F238E27FC236}">
                    <a16:creationId xmlns:a16="http://schemas.microsoft.com/office/drawing/2014/main" id="{4045AB24-5C4E-14EE-C96D-E770486D7F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39" name="Graphic 3838" descr="Deciduous tree with solid fill">
                <a:extLst>
                  <a:ext uri="{FF2B5EF4-FFF2-40B4-BE49-F238E27FC236}">
                    <a16:creationId xmlns:a16="http://schemas.microsoft.com/office/drawing/2014/main" id="{4BB82380-14D0-CD25-86DD-16E6FBC193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43" name="Graphic 3842" descr="Deciduous tree with solid fill">
                <a:extLst>
                  <a:ext uri="{FF2B5EF4-FFF2-40B4-BE49-F238E27FC236}">
                    <a16:creationId xmlns:a16="http://schemas.microsoft.com/office/drawing/2014/main" id="{5D35A86D-053C-657E-2DED-4EDF7ADCAC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45" name="Graphic 3844" descr="Deciduous tree with solid fill">
                <a:extLst>
                  <a:ext uri="{FF2B5EF4-FFF2-40B4-BE49-F238E27FC236}">
                    <a16:creationId xmlns:a16="http://schemas.microsoft.com/office/drawing/2014/main" id="{B9D9B68B-869F-CD0C-822F-9C0787AB7F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47" name="Graphic 3846" descr="Deciduous tree with solid fill">
                <a:extLst>
                  <a:ext uri="{FF2B5EF4-FFF2-40B4-BE49-F238E27FC236}">
                    <a16:creationId xmlns:a16="http://schemas.microsoft.com/office/drawing/2014/main" id="{1A3DD36A-DE9A-A218-2A17-C47F60E973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53" name="Graphic 3852" descr="Deciduous tree with solid fill">
                <a:extLst>
                  <a:ext uri="{FF2B5EF4-FFF2-40B4-BE49-F238E27FC236}">
                    <a16:creationId xmlns:a16="http://schemas.microsoft.com/office/drawing/2014/main" id="{A302ADC4-C496-051B-FF3C-E5C8A94878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31729" y="1572822"/>
                <a:ext cx="209457" cy="196410"/>
              </a:xfrm>
              <a:prstGeom prst="rect">
                <a:avLst/>
              </a:prstGeom>
            </p:spPr>
          </p:pic>
          <p:pic>
            <p:nvPicPr>
              <p:cNvPr id="3855" name="Graphic 3854" descr="Deciduous tree with solid fill">
                <a:extLst>
                  <a:ext uri="{FF2B5EF4-FFF2-40B4-BE49-F238E27FC236}">
                    <a16:creationId xmlns:a16="http://schemas.microsoft.com/office/drawing/2014/main" id="{D39B70E1-1557-743D-4236-037ADB4E48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6103" y="1668682"/>
                <a:ext cx="209457" cy="196410"/>
              </a:xfrm>
              <a:prstGeom prst="rect">
                <a:avLst/>
              </a:prstGeom>
            </p:spPr>
          </p:pic>
          <p:pic>
            <p:nvPicPr>
              <p:cNvPr id="3857" name="Graphic 3856" descr="Deciduous tree with solid fill">
                <a:extLst>
                  <a:ext uri="{FF2B5EF4-FFF2-40B4-BE49-F238E27FC236}">
                    <a16:creationId xmlns:a16="http://schemas.microsoft.com/office/drawing/2014/main" id="{CBD80DBC-11A1-7791-3168-223D0E7F14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2306" y="1484784"/>
                <a:ext cx="209457" cy="196410"/>
              </a:xfrm>
              <a:prstGeom prst="rect">
                <a:avLst/>
              </a:prstGeom>
            </p:spPr>
          </p:pic>
          <p:pic>
            <p:nvPicPr>
              <p:cNvPr id="3859" name="Graphic 3858" descr="Deciduous tree with solid fill">
                <a:extLst>
                  <a:ext uri="{FF2B5EF4-FFF2-40B4-BE49-F238E27FC236}">
                    <a16:creationId xmlns:a16="http://schemas.microsoft.com/office/drawing/2014/main" id="{C31EF692-75DE-C475-24CF-C586A51F9AE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23828" y="3581191"/>
                <a:ext cx="209457" cy="196410"/>
              </a:xfrm>
              <a:prstGeom prst="rect">
                <a:avLst/>
              </a:prstGeom>
            </p:spPr>
          </p:pic>
          <p:pic>
            <p:nvPicPr>
              <p:cNvPr id="3861" name="Graphic 3860" descr="Deciduous tree with solid fill">
                <a:extLst>
                  <a:ext uri="{FF2B5EF4-FFF2-40B4-BE49-F238E27FC236}">
                    <a16:creationId xmlns:a16="http://schemas.microsoft.com/office/drawing/2014/main" id="{136A9724-CD50-606C-2405-7A79FF6517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77798" y="1792173"/>
                <a:ext cx="209457" cy="196410"/>
              </a:xfrm>
              <a:prstGeom prst="rect">
                <a:avLst/>
              </a:prstGeom>
            </p:spPr>
          </p:pic>
          <p:pic>
            <p:nvPicPr>
              <p:cNvPr id="3863" name="Graphic 3862" descr="Deciduous tree with solid fill">
                <a:extLst>
                  <a:ext uri="{FF2B5EF4-FFF2-40B4-BE49-F238E27FC236}">
                    <a16:creationId xmlns:a16="http://schemas.microsoft.com/office/drawing/2014/main" id="{D867DC1B-DF63-EFF3-2D05-443E561139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3" y="1915664"/>
                <a:ext cx="209457" cy="196410"/>
              </a:xfrm>
              <a:prstGeom prst="rect">
                <a:avLst/>
              </a:prstGeom>
            </p:spPr>
          </p:pic>
          <p:pic>
            <p:nvPicPr>
              <p:cNvPr id="3865" name="Graphic 3864" descr="Deciduous tree with solid fill">
                <a:extLst>
                  <a:ext uri="{FF2B5EF4-FFF2-40B4-BE49-F238E27FC236}">
                    <a16:creationId xmlns:a16="http://schemas.microsoft.com/office/drawing/2014/main" id="{065BD479-FBAD-90F9-E790-E4083D83B2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41187" y="2039155"/>
                <a:ext cx="209457" cy="196410"/>
              </a:xfrm>
              <a:prstGeom prst="rect">
                <a:avLst/>
              </a:prstGeom>
            </p:spPr>
          </p:pic>
          <p:pic>
            <p:nvPicPr>
              <p:cNvPr id="3867" name="Graphic 3866" descr="Deciduous tree with solid fill">
                <a:extLst>
                  <a:ext uri="{FF2B5EF4-FFF2-40B4-BE49-F238E27FC236}">
                    <a16:creationId xmlns:a16="http://schemas.microsoft.com/office/drawing/2014/main" id="{71FDD419-5960-E7FC-1796-24702F0A2A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2881" y="2162645"/>
                <a:ext cx="209457" cy="196410"/>
              </a:xfrm>
              <a:prstGeom prst="rect">
                <a:avLst/>
              </a:prstGeom>
            </p:spPr>
          </p:pic>
          <p:pic>
            <p:nvPicPr>
              <p:cNvPr id="3869" name="Graphic 3868" descr="Deciduous tree with solid fill">
                <a:extLst>
                  <a:ext uri="{FF2B5EF4-FFF2-40B4-BE49-F238E27FC236}">
                    <a16:creationId xmlns:a16="http://schemas.microsoft.com/office/drawing/2014/main" id="{78DBE333-0CB7-8876-5DD6-9F9137AC77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04576" y="2286136"/>
                <a:ext cx="209457" cy="196410"/>
              </a:xfrm>
              <a:prstGeom prst="rect">
                <a:avLst/>
              </a:prstGeom>
            </p:spPr>
          </p:pic>
          <p:pic>
            <p:nvPicPr>
              <p:cNvPr id="3871" name="Graphic 3870" descr="Deciduous tree with solid fill">
                <a:extLst>
                  <a:ext uri="{FF2B5EF4-FFF2-40B4-BE49-F238E27FC236}">
                    <a16:creationId xmlns:a16="http://schemas.microsoft.com/office/drawing/2014/main" id="{C73C2640-70CF-CB78-A09D-A3AD980CC8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6270" y="2409627"/>
                <a:ext cx="209457" cy="196410"/>
              </a:xfrm>
              <a:prstGeom prst="rect">
                <a:avLst/>
              </a:prstGeom>
            </p:spPr>
          </p:pic>
          <p:pic>
            <p:nvPicPr>
              <p:cNvPr id="3873" name="Graphic 3872" descr="Deciduous tree with solid fill">
                <a:extLst>
                  <a:ext uri="{FF2B5EF4-FFF2-40B4-BE49-F238E27FC236}">
                    <a16:creationId xmlns:a16="http://schemas.microsoft.com/office/drawing/2014/main" id="{EF17FC41-0A5A-FA85-66CF-A4BA3AFCA1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7965" y="2533118"/>
                <a:ext cx="209457" cy="196410"/>
              </a:xfrm>
              <a:prstGeom prst="rect">
                <a:avLst/>
              </a:prstGeom>
            </p:spPr>
          </p:pic>
          <p:pic>
            <p:nvPicPr>
              <p:cNvPr id="3875" name="Graphic 3874" descr="Deciduous tree with solid fill">
                <a:extLst>
                  <a:ext uri="{FF2B5EF4-FFF2-40B4-BE49-F238E27FC236}">
                    <a16:creationId xmlns:a16="http://schemas.microsoft.com/office/drawing/2014/main" id="{50E1372D-5C19-6672-EC80-0363C31580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99660" y="2656610"/>
                <a:ext cx="209457" cy="196410"/>
              </a:xfrm>
              <a:prstGeom prst="rect">
                <a:avLst/>
              </a:prstGeom>
            </p:spPr>
          </p:pic>
          <p:pic>
            <p:nvPicPr>
              <p:cNvPr id="3877" name="Graphic 3876" descr="Deciduous tree with solid fill">
                <a:extLst>
                  <a:ext uri="{FF2B5EF4-FFF2-40B4-BE49-F238E27FC236}">
                    <a16:creationId xmlns:a16="http://schemas.microsoft.com/office/drawing/2014/main" id="{23F9CE5E-1B5C-4D4F-8F30-326EE6A7EE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54" y="2780100"/>
                <a:ext cx="209457" cy="196410"/>
              </a:xfrm>
              <a:prstGeom prst="rect">
                <a:avLst/>
              </a:prstGeom>
            </p:spPr>
          </p:pic>
          <p:pic>
            <p:nvPicPr>
              <p:cNvPr id="3879" name="Graphic 3878" descr="Deciduous tree with solid fill">
                <a:extLst>
                  <a:ext uri="{FF2B5EF4-FFF2-40B4-BE49-F238E27FC236}">
                    <a16:creationId xmlns:a16="http://schemas.microsoft.com/office/drawing/2014/main" id="{71ECCEE6-22CA-D55D-A14A-A44333E01E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63048" y="2903591"/>
                <a:ext cx="209457" cy="196410"/>
              </a:xfrm>
              <a:prstGeom prst="rect">
                <a:avLst/>
              </a:prstGeom>
            </p:spPr>
          </p:pic>
          <p:pic>
            <p:nvPicPr>
              <p:cNvPr id="3881" name="Graphic 3880" descr="Deciduous tree with solid fill">
                <a:extLst>
                  <a:ext uri="{FF2B5EF4-FFF2-40B4-BE49-F238E27FC236}">
                    <a16:creationId xmlns:a16="http://schemas.microsoft.com/office/drawing/2014/main" id="{2147DA94-FE2F-84CB-BE66-1D507775DF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4743" y="3027082"/>
                <a:ext cx="209457" cy="196410"/>
              </a:xfrm>
              <a:prstGeom prst="rect">
                <a:avLst/>
              </a:prstGeom>
            </p:spPr>
          </p:pic>
          <p:pic>
            <p:nvPicPr>
              <p:cNvPr id="3883" name="Graphic 3882" descr="Deciduous tree with solid fill">
                <a:extLst>
                  <a:ext uri="{FF2B5EF4-FFF2-40B4-BE49-F238E27FC236}">
                    <a16:creationId xmlns:a16="http://schemas.microsoft.com/office/drawing/2014/main" id="{76CCB21A-6484-2DB9-68E0-79AF7375E6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6438" y="3150573"/>
                <a:ext cx="209457" cy="196410"/>
              </a:xfrm>
              <a:prstGeom prst="rect">
                <a:avLst/>
              </a:prstGeom>
            </p:spPr>
          </p:pic>
          <p:pic>
            <p:nvPicPr>
              <p:cNvPr id="3885" name="Graphic 3884" descr="Deciduous tree with solid fill">
                <a:extLst>
                  <a:ext uri="{FF2B5EF4-FFF2-40B4-BE49-F238E27FC236}">
                    <a16:creationId xmlns:a16="http://schemas.microsoft.com/office/drawing/2014/main" id="{FD7F3A67-AE61-F1D4-5437-DC39817F90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58132" y="3274064"/>
                <a:ext cx="209457" cy="196410"/>
              </a:xfrm>
              <a:prstGeom prst="rect">
                <a:avLst/>
              </a:prstGeom>
            </p:spPr>
          </p:pic>
          <p:pic>
            <p:nvPicPr>
              <p:cNvPr id="3887" name="Graphic 3886" descr="Deciduous tree with solid fill">
                <a:extLst>
                  <a:ext uri="{FF2B5EF4-FFF2-40B4-BE49-F238E27FC236}">
                    <a16:creationId xmlns:a16="http://schemas.microsoft.com/office/drawing/2014/main" id="{24C87E25-3C0D-7897-5325-D230567DA8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3424" y="1696313"/>
                <a:ext cx="209457" cy="196410"/>
              </a:xfrm>
              <a:prstGeom prst="rect">
                <a:avLst/>
              </a:prstGeom>
            </p:spPr>
          </p:pic>
          <p:pic>
            <p:nvPicPr>
              <p:cNvPr id="3889" name="Graphic 3888" descr="Deciduous tree with solid fill">
                <a:extLst>
                  <a:ext uri="{FF2B5EF4-FFF2-40B4-BE49-F238E27FC236}">
                    <a16:creationId xmlns:a16="http://schemas.microsoft.com/office/drawing/2014/main" id="{DDED7B60-0736-6B36-AD5A-4F5EFE9FFA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95119" y="1819804"/>
                <a:ext cx="209457" cy="196410"/>
              </a:xfrm>
              <a:prstGeom prst="rect">
                <a:avLst/>
              </a:prstGeom>
            </p:spPr>
          </p:pic>
          <p:pic>
            <p:nvPicPr>
              <p:cNvPr id="3891" name="Graphic 3890" descr="Deciduous tree with solid fill">
                <a:extLst>
                  <a:ext uri="{FF2B5EF4-FFF2-40B4-BE49-F238E27FC236}">
                    <a16:creationId xmlns:a16="http://schemas.microsoft.com/office/drawing/2014/main" id="{4037FAFB-447B-6A84-7423-8E429ECFD8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6813" y="1943295"/>
                <a:ext cx="209457" cy="196410"/>
              </a:xfrm>
              <a:prstGeom prst="rect">
                <a:avLst/>
              </a:prstGeom>
            </p:spPr>
          </p:pic>
          <p:pic>
            <p:nvPicPr>
              <p:cNvPr id="3893" name="Graphic 3892" descr="Deciduous tree with solid fill">
                <a:extLst>
                  <a:ext uri="{FF2B5EF4-FFF2-40B4-BE49-F238E27FC236}">
                    <a16:creationId xmlns:a16="http://schemas.microsoft.com/office/drawing/2014/main" id="{437C20FD-E3BE-A0D5-A429-E499B96F36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8507" y="2066786"/>
                <a:ext cx="209457" cy="196410"/>
              </a:xfrm>
              <a:prstGeom prst="rect">
                <a:avLst/>
              </a:prstGeom>
            </p:spPr>
          </p:pic>
          <p:pic>
            <p:nvPicPr>
              <p:cNvPr id="3895" name="Graphic 3894" descr="Deciduous tree with solid fill">
                <a:extLst>
                  <a:ext uri="{FF2B5EF4-FFF2-40B4-BE49-F238E27FC236}">
                    <a16:creationId xmlns:a16="http://schemas.microsoft.com/office/drawing/2014/main" id="{A2A975AB-C7C5-B56F-84DA-8D60FF6090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90202" y="2190277"/>
                <a:ext cx="209457" cy="196410"/>
              </a:xfrm>
              <a:prstGeom prst="rect">
                <a:avLst/>
              </a:prstGeom>
            </p:spPr>
          </p:pic>
          <p:pic>
            <p:nvPicPr>
              <p:cNvPr id="3897" name="Graphic 3896" descr="Deciduous tree with solid fill">
                <a:extLst>
                  <a:ext uri="{FF2B5EF4-FFF2-40B4-BE49-F238E27FC236}">
                    <a16:creationId xmlns:a16="http://schemas.microsoft.com/office/drawing/2014/main" id="{5460E451-8DAD-8745-519E-D71ED4D8BD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1897" y="2313768"/>
                <a:ext cx="209457" cy="196410"/>
              </a:xfrm>
              <a:prstGeom prst="rect">
                <a:avLst/>
              </a:prstGeom>
            </p:spPr>
          </p:pic>
          <p:pic>
            <p:nvPicPr>
              <p:cNvPr id="3899" name="Graphic 3898" descr="Deciduous tree with solid fill">
                <a:extLst>
                  <a:ext uri="{FF2B5EF4-FFF2-40B4-BE49-F238E27FC236}">
                    <a16:creationId xmlns:a16="http://schemas.microsoft.com/office/drawing/2014/main" id="{56D85CD8-BEA1-278F-CB47-50D2C80805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53591" y="2437259"/>
                <a:ext cx="209457" cy="196410"/>
              </a:xfrm>
              <a:prstGeom prst="rect">
                <a:avLst/>
              </a:prstGeom>
            </p:spPr>
          </p:pic>
          <p:pic>
            <p:nvPicPr>
              <p:cNvPr id="3901" name="Graphic 3900" descr="Deciduous tree with solid fill">
                <a:extLst>
                  <a:ext uri="{FF2B5EF4-FFF2-40B4-BE49-F238E27FC236}">
                    <a16:creationId xmlns:a16="http://schemas.microsoft.com/office/drawing/2014/main" id="{FD255DBF-026D-871A-A39C-55611A33E1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85286" y="2560750"/>
                <a:ext cx="209457" cy="196410"/>
              </a:xfrm>
              <a:prstGeom prst="rect">
                <a:avLst/>
              </a:prstGeom>
            </p:spPr>
          </p:pic>
          <p:pic>
            <p:nvPicPr>
              <p:cNvPr id="3903" name="Graphic 3902" descr="Deciduous tree with solid fill">
                <a:extLst>
                  <a:ext uri="{FF2B5EF4-FFF2-40B4-BE49-F238E27FC236}">
                    <a16:creationId xmlns:a16="http://schemas.microsoft.com/office/drawing/2014/main" id="{3B069B32-9B81-7392-B5CE-9323866B8E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16980" y="2684241"/>
                <a:ext cx="209457" cy="196410"/>
              </a:xfrm>
              <a:prstGeom prst="rect">
                <a:avLst/>
              </a:prstGeom>
            </p:spPr>
          </p:pic>
          <p:pic>
            <p:nvPicPr>
              <p:cNvPr id="3905" name="Graphic 3904" descr="Deciduous tree with solid fill">
                <a:extLst>
                  <a:ext uri="{FF2B5EF4-FFF2-40B4-BE49-F238E27FC236}">
                    <a16:creationId xmlns:a16="http://schemas.microsoft.com/office/drawing/2014/main" id="{592808D4-AA0A-80EC-4D47-758664A38D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8674" y="2807732"/>
                <a:ext cx="209457" cy="196410"/>
              </a:xfrm>
              <a:prstGeom prst="rect">
                <a:avLst/>
              </a:prstGeom>
            </p:spPr>
          </p:pic>
          <p:pic>
            <p:nvPicPr>
              <p:cNvPr id="3907" name="Graphic 3906" descr="Deciduous tree with solid fill">
                <a:extLst>
                  <a:ext uri="{FF2B5EF4-FFF2-40B4-BE49-F238E27FC236}">
                    <a16:creationId xmlns:a16="http://schemas.microsoft.com/office/drawing/2014/main" id="{D81EAFDF-98E1-15DA-ECFF-26B85A6062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80369" y="2931222"/>
                <a:ext cx="209457" cy="196410"/>
              </a:xfrm>
              <a:prstGeom prst="rect">
                <a:avLst/>
              </a:prstGeom>
            </p:spPr>
          </p:pic>
          <p:pic>
            <p:nvPicPr>
              <p:cNvPr id="3909" name="Graphic 3908" descr="Deciduous tree with solid fill">
                <a:extLst>
                  <a:ext uri="{FF2B5EF4-FFF2-40B4-BE49-F238E27FC236}">
                    <a16:creationId xmlns:a16="http://schemas.microsoft.com/office/drawing/2014/main" id="{0CEECBDD-EB5F-E8F9-7140-11FADDAE12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12064" y="3054713"/>
                <a:ext cx="209457" cy="196410"/>
              </a:xfrm>
              <a:prstGeom prst="rect">
                <a:avLst/>
              </a:prstGeom>
            </p:spPr>
          </p:pic>
          <p:pic>
            <p:nvPicPr>
              <p:cNvPr id="3911" name="Graphic 3910" descr="Deciduous tree with solid fill">
                <a:extLst>
                  <a:ext uri="{FF2B5EF4-FFF2-40B4-BE49-F238E27FC236}">
                    <a16:creationId xmlns:a16="http://schemas.microsoft.com/office/drawing/2014/main" id="{6D056672-0D99-5834-E213-EA8F8F925F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3758" y="3178205"/>
                <a:ext cx="209457" cy="196410"/>
              </a:xfrm>
              <a:prstGeom prst="rect">
                <a:avLst/>
              </a:prstGeom>
            </p:spPr>
          </p:pic>
          <p:pic>
            <p:nvPicPr>
              <p:cNvPr id="3913" name="Graphic 3912" descr="Deciduous tree with solid fill">
                <a:extLst>
                  <a:ext uri="{FF2B5EF4-FFF2-40B4-BE49-F238E27FC236}">
                    <a16:creationId xmlns:a16="http://schemas.microsoft.com/office/drawing/2014/main" id="{BD00BBFF-244D-3320-5EEA-ECCEE56922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34000" y="1608275"/>
                <a:ext cx="209457" cy="196410"/>
              </a:xfrm>
              <a:prstGeom prst="rect">
                <a:avLst/>
              </a:prstGeom>
            </p:spPr>
          </p:pic>
          <p:pic>
            <p:nvPicPr>
              <p:cNvPr id="3915" name="Graphic 3914" descr="Deciduous tree with solid fill">
                <a:extLst>
                  <a:ext uri="{FF2B5EF4-FFF2-40B4-BE49-F238E27FC236}">
                    <a16:creationId xmlns:a16="http://schemas.microsoft.com/office/drawing/2014/main" id="{4EE26B7F-C1C1-A9FC-D45F-4B7B4F7F01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5695" y="1731766"/>
                <a:ext cx="209457" cy="196410"/>
              </a:xfrm>
              <a:prstGeom prst="rect">
                <a:avLst/>
              </a:prstGeom>
            </p:spPr>
          </p:pic>
          <p:pic>
            <p:nvPicPr>
              <p:cNvPr id="3917" name="Graphic 3916" descr="Deciduous tree with solid fill">
                <a:extLst>
                  <a:ext uri="{FF2B5EF4-FFF2-40B4-BE49-F238E27FC236}">
                    <a16:creationId xmlns:a16="http://schemas.microsoft.com/office/drawing/2014/main" id="{2D97FB5F-C2A3-4710-1843-1386A45B3E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7390" y="1855257"/>
                <a:ext cx="209457" cy="196410"/>
              </a:xfrm>
              <a:prstGeom prst="rect">
                <a:avLst/>
              </a:prstGeom>
            </p:spPr>
          </p:pic>
          <p:pic>
            <p:nvPicPr>
              <p:cNvPr id="3919" name="Graphic 3918" descr="Deciduous tree with solid fill">
                <a:extLst>
                  <a:ext uri="{FF2B5EF4-FFF2-40B4-BE49-F238E27FC236}">
                    <a16:creationId xmlns:a16="http://schemas.microsoft.com/office/drawing/2014/main" id="{3F0AD13D-8CC7-4F9F-5BFE-9ADEF325A3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9084" y="1978747"/>
                <a:ext cx="209457" cy="196410"/>
              </a:xfrm>
              <a:prstGeom prst="rect">
                <a:avLst/>
              </a:prstGeom>
            </p:spPr>
          </p:pic>
          <p:pic>
            <p:nvPicPr>
              <p:cNvPr id="3921" name="Graphic 3920" descr="Deciduous tree with solid fill">
                <a:extLst>
                  <a:ext uri="{FF2B5EF4-FFF2-40B4-BE49-F238E27FC236}">
                    <a16:creationId xmlns:a16="http://schemas.microsoft.com/office/drawing/2014/main" id="{579C9E17-2D63-8DC0-C595-05F19C6631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60778" y="2102239"/>
                <a:ext cx="209457" cy="196410"/>
              </a:xfrm>
              <a:prstGeom prst="rect">
                <a:avLst/>
              </a:prstGeom>
            </p:spPr>
          </p:pic>
          <p:pic>
            <p:nvPicPr>
              <p:cNvPr id="3923" name="Graphic 3922" descr="Deciduous tree with solid fill">
                <a:extLst>
                  <a:ext uri="{FF2B5EF4-FFF2-40B4-BE49-F238E27FC236}">
                    <a16:creationId xmlns:a16="http://schemas.microsoft.com/office/drawing/2014/main" id="{F532F100-FFAF-9A83-7C07-560C50C2B7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73" y="2225730"/>
                <a:ext cx="209457" cy="196410"/>
              </a:xfrm>
              <a:prstGeom prst="rect">
                <a:avLst/>
              </a:prstGeom>
            </p:spPr>
          </p:pic>
          <p:pic>
            <p:nvPicPr>
              <p:cNvPr id="3925" name="Graphic 3924" descr="Deciduous tree with solid fill">
                <a:extLst>
                  <a:ext uri="{FF2B5EF4-FFF2-40B4-BE49-F238E27FC236}">
                    <a16:creationId xmlns:a16="http://schemas.microsoft.com/office/drawing/2014/main" id="{7B81C823-57A1-BC4E-E510-E4F031737A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24167" y="2349221"/>
                <a:ext cx="209457" cy="196410"/>
              </a:xfrm>
              <a:prstGeom prst="rect">
                <a:avLst/>
              </a:prstGeom>
            </p:spPr>
          </p:pic>
          <p:pic>
            <p:nvPicPr>
              <p:cNvPr id="3927" name="Graphic 3926" descr="Deciduous tree with solid fill">
                <a:extLst>
                  <a:ext uri="{FF2B5EF4-FFF2-40B4-BE49-F238E27FC236}">
                    <a16:creationId xmlns:a16="http://schemas.microsoft.com/office/drawing/2014/main" id="{A6F57954-1D8E-D2F0-7EEA-CEF43ACB4B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5862" y="2472712"/>
                <a:ext cx="209457" cy="196410"/>
              </a:xfrm>
              <a:prstGeom prst="rect">
                <a:avLst/>
              </a:prstGeom>
            </p:spPr>
          </p:pic>
          <p:pic>
            <p:nvPicPr>
              <p:cNvPr id="3929" name="Graphic 3928" descr="Deciduous tree with solid fill">
                <a:extLst>
                  <a:ext uri="{FF2B5EF4-FFF2-40B4-BE49-F238E27FC236}">
                    <a16:creationId xmlns:a16="http://schemas.microsoft.com/office/drawing/2014/main" id="{5906055D-EDFF-B384-3AA9-D0420774FA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7557" y="2596202"/>
                <a:ext cx="209457" cy="196410"/>
              </a:xfrm>
              <a:prstGeom prst="rect">
                <a:avLst/>
              </a:prstGeom>
            </p:spPr>
          </p:pic>
          <p:pic>
            <p:nvPicPr>
              <p:cNvPr id="3931" name="Graphic 3930" descr="Deciduous tree with solid fill">
                <a:extLst>
                  <a:ext uri="{FF2B5EF4-FFF2-40B4-BE49-F238E27FC236}">
                    <a16:creationId xmlns:a16="http://schemas.microsoft.com/office/drawing/2014/main" id="{39632B5C-3851-2ED5-F41D-4BE34B4370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9251" y="2719693"/>
                <a:ext cx="209457" cy="196410"/>
              </a:xfrm>
              <a:prstGeom prst="rect">
                <a:avLst/>
              </a:prstGeom>
            </p:spPr>
          </p:pic>
          <p:pic>
            <p:nvPicPr>
              <p:cNvPr id="3933" name="Graphic 3932" descr="Deciduous tree with solid fill">
                <a:extLst>
                  <a:ext uri="{FF2B5EF4-FFF2-40B4-BE49-F238E27FC236}">
                    <a16:creationId xmlns:a16="http://schemas.microsoft.com/office/drawing/2014/main" id="{6ACD3E0B-D6E5-1B48-F95B-0C65F267F2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0945" y="2843184"/>
                <a:ext cx="209457" cy="196410"/>
              </a:xfrm>
              <a:prstGeom prst="rect">
                <a:avLst/>
              </a:prstGeom>
            </p:spPr>
          </p:pic>
          <p:pic>
            <p:nvPicPr>
              <p:cNvPr id="3935" name="Graphic 3934" descr="Deciduous tree with solid fill">
                <a:extLst>
                  <a:ext uri="{FF2B5EF4-FFF2-40B4-BE49-F238E27FC236}">
                    <a16:creationId xmlns:a16="http://schemas.microsoft.com/office/drawing/2014/main" id="{7FCE18ED-5D24-9C53-0C22-E24FC73472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2640" y="2966675"/>
                <a:ext cx="209457" cy="196410"/>
              </a:xfrm>
              <a:prstGeom prst="rect">
                <a:avLst/>
              </a:prstGeom>
            </p:spPr>
          </p:pic>
          <p:pic>
            <p:nvPicPr>
              <p:cNvPr id="3937" name="Graphic 3936" descr="Deciduous tree with solid fill">
                <a:extLst>
                  <a:ext uri="{FF2B5EF4-FFF2-40B4-BE49-F238E27FC236}">
                    <a16:creationId xmlns:a16="http://schemas.microsoft.com/office/drawing/2014/main" id="{C1E13490-D848-295A-196D-42D52E4A95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14335" y="3090167"/>
                <a:ext cx="209457" cy="196410"/>
              </a:xfrm>
              <a:prstGeom prst="rect">
                <a:avLst/>
              </a:prstGeom>
            </p:spPr>
          </p:pic>
          <p:pic>
            <p:nvPicPr>
              <p:cNvPr id="3939" name="Graphic 3938" descr="Deciduous tree with solid fill">
                <a:extLst>
                  <a:ext uri="{FF2B5EF4-FFF2-40B4-BE49-F238E27FC236}">
                    <a16:creationId xmlns:a16="http://schemas.microsoft.com/office/drawing/2014/main" id="{F6A32AAD-2188-0DBA-2F48-3BF622F03A8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01930" y="3495464"/>
                <a:ext cx="209457" cy="196410"/>
              </a:xfrm>
              <a:prstGeom prst="rect">
                <a:avLst/>
              </a:prstGeom>
            </p:spPr>
          </p:pic>
          <p:pic>
            <p:nvPicPr>
              <p:cNvPr id="3948" name="Graphic 3947" descr="Deciduous tree with solid fill">
                <a:extLst>
                  <a:ext uri="{FF2B5EF4-FFF2-40B4-BE49-F238E27FC236}">
                    <a16:creationId xmlns:a16="http://schemas.microsoft.com/office/drawing/2014/main" id="{65C28B9C-6AE1-1236-B29B-5F6C0F01CA7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93211" y="3413690"/>
                <a:ext cx="209457" cy="196410"/>
              </a:xfrm>
              <a:prstGeom prst="rect">
                <a:avLst/>
              </a:prstGeom>
            </p:spPr>
          </p:pic>
          <p:pic>
            <p:nvPicPr>
              <p:cNvPr id="3950" name="Graphic 3949" descr="Deciduous tree with solid fill">
                <a:extLst>
                  <a:ext uri="{FF2B5EF4-FFF2-40B4-BE49-F238E27FC236}">
                    <a16:creationId xmlns:a16="http://schemas.microsoft.com/office/drawing/2014/main" id="{1DF81B6E-6829-74C4-86AA-DC5CE0EBC76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24297" y="4001194"/>
                <a:ext cx="209457" cy="196410"/>
              </a:xfrm>
              <a:prstGeom prst="rect">
                <a:avLst/>
              </a:prstGeom>
            </p:spPr>
          </p:pic>
        </p:grpSp>
      </p:grpSp>
      <p:sp>
        <p:nvSpPr>
          <p:cNvPr id="3953" name="Title 3952">
            <a:extLst>
              <a:ext uri="{FF2B5EF4-FFF2-40B4-BE49-F238E27FC236}">
                <a16:creationId xmlns:a16="http://schemas.microsoft.com/office/drawing/2014/main" id="{F66B6CEB-27A3-1E55-84EE-C86A716ED83C}"/>
              </a:ext>
            </a:extLst>
          </p:cNvPr>
          <p:cNvSpPr>
            <a:spLocks noGrp="1"/>
          </p:cNvSpPr>
          <p:nvPr>
            <p:ph type="title"/>
          </p:nvPr>
        </p:nvSpPr>
        <p:spPr>
          <a:xfrm>
            <a:off x="270669" y="236627"/>
            <a:ext cx="11650662" cy="625944"/>
          </a:xfrm>
        </p:spPr>
        <p:txBody>
          <a:bodyPr/>
          <a:lstStyle/>
          <a:p>
            <a:r>
              <a:rPr lang="en-US" noProof="0" dirty="0"/>
              <a:t>Problem</a:t>
            </a:r>
          </a:p>
        </p:txBody>
      </p:sp>
      <p:sp>
        <p:nvSpPr>
          <p:cNvPr id="4057" name="TextBox 4056">
            <a:extLst>
              <a:ext uri="{FF2B5EF4-FFF2-40B4-BE49-F238E27FC236}">
                <a16:creationId xmlns:a16="http://schemas.microsoft.com/office/drawing/2014/main" id="{43D9CDBB-4FD5-3197-5C4B-1A70B3535093}"/>
              </a:ext>
            </a:extLst>
          </p:cNvPr>
          <p:cNvSpPr txBox="1"/>
          <p:nvPr/>
        </p:nvSpPr>
        <p:spPr>
          <a:xfrm>
            <a:off x="5015880" y="4719942"/>
            <a:ext cx="2304256" cy="844590"/>
          </a:xfrm>
          <a:prstGeom prst="rect">
            <a:avLst/>
          </a:prstGeom>
          <a:noFill/>
        </p:spPr>
        <p:txBody>
          <a:bodyPr wrap="square" lIns="0" tIns="0" rIns="0" bIns="0" rtlCol="0">
            <a:spAutoFit/>
          </a:bodyPr>
          <a:lstStyle/>
          <a:p>
            <a:pPr algn="ctr"/>
            <a:r>
              <a:rPr lang="en-US" sz="2800" b="1" noProof="0" dirty="0">
                <a:latin typeface="Aptos" panose="020B0004020202020204" pitchFamily="34" charset="0"/>
              </a:rPr>
              <a:t>10 Genomes Sequenced</a:t>
            </a:r>
          </a:p>
        </p:txBody>
      </p:sp>
      <p:sp>
        <p:nvSpPr>
          <p:cNvPr id="4095" name="TextBox 4094">
            <a:extLst>
              <a:ext uri="{FF2B5EF4-FFF2-40B4-BE49-F238E27FC236}">
                <a16:creationId xmlns:a16="http://schemas.microsoft.com/office/drawing/2014/main" id="{1D0C4B7E-4AF4-BFB8-DDAE-DF4B041636A0}"/>
              </a:ext>
            </a:extLst>
          </p:cNvPr>
          <p:cNvSpPr txBox="1"/>
          <p:nvPr/>
        </p:nvSpPr>
        <p:spPr>
          <a:xfrm>
            <a:off x="8766472" y="4662344"/>
            <a:ext cx="2304256" cy="1085875"/>
          </a:xfrm>
          <a:prstGeom prst="rect">
            <a:avLst/>
          </a:prstGeom>
          <a:noFill/>
        </p:spPr>
        <p:txBody>
          <a:bodyPr wrap="square" lIns="0" tIns="0" rIns="0" bIns="0" rtlCol="0">
            <a:spAutoFit/>
          </a:bodyPr>
          <a:lstStyle/>
          <a:p>
            <a:pPr algn="ctr"/>
            <a:r>
              <a:rPr lang="en-US" sz="2400" b="1" noProof="0" dirty="0">
                <a:latin typeface="Aptos" panose="020B0004020202020204" pitchFamily="34" charset="0"/>
              </a:rPr>
              <a:t>Allele Frequencies, at </a:t>
            </a:r>
            <a:r>
              <a:rPr lang="en-US" sz="2400" b="1" u="sng" noProof="0" dirty="0">
                <a:latin typeface="Aptos" panose="020B0004020202020204" pitchFamily="34" charset="0"/>
              </a:rPr>
              <a:t>one point in time</a:t>
            </a:r>
          </a:p>
        </p:txBody>
      </p:sp>
      <p:grpSp>
        <p:nvGrpSpPr>
          <p:cNvPr id="2" name="Group 1">
            <a:extLst>
              <a:ext uri="{FF2B5EF4-FFF2-40B4-BE49-F238E27FC236}">
                <a16:creationId xmlns:a16="http://schemas.microsoft.com/office/drawing/2014/main" id="{C7A97619-4877-6D15-6F88-1446716FD027}"/>
              </a:ext>
            </a:extLst>
          </p:cNvPr>
          <p:cNvGrpSpPr/>
          <p:nvPr/>
        </p:nvGrpSpPr>
        <p:grpSpPr>
          <a:xfrm>
            <a:off x="9192344" y="1417102"/>
            <a:ext cx="1525792" cy="3039700"/>
            <a:chOff x="9192344" y="1417102"/>
            <a:chExt cx="1525792" cy="3039700"/>
          </a:xfrm>
          <a:effectLst>
            <a:outerShdw blurRad="50800" dist="38100" dir="2700000" algn="tl" rotWithShape="0">
              <a:prstClr val="black">
                <a:alpha val="40000"/>
              </a:prstClr>
            </a:outerShdw>
          </a:effectLst>
        </p:grpSpPr>
        <p:grpSp>
          <p:nvGrpSpPr>
            <p:cNvPr id="4091" name="Group 4090">
              <a:extLst>
                <a:ext uri="{FF2B5EF4-FFF2-40B4-BE49-F238E27FC236}">
                  <a16:creationId xmlns:a16="http://schemas.microsoft.com/office/drawing/2014/main" id="{08EF50FF-C40B-2B86-AAF9-9DB187134E2B}"/>
                </a:ext>
              </a:extLst>
            </p:cNvPr>
            <p:cNvGrpSpPr/>
            <p:nvPr/>
          </p:nvGrpSpPr>
          <p:grpSpPr>
            <a:xfrm>
              <a:off x="9192344" y="1417102"/>
              <a:ext cx="1525792" cy="2008202"/>
              <a:chOff x="8786836" y="1420798"/>
              <a:chExt cx="2061691" cy="2520163"/>
            </a:xfrm>
          </p:grpSpPr>
          <p:grpSp>
            <p:nvGrpSpPr>
              <p:cNvPr id="4080" name="Group 4079">
                <a:extLst>
                  <a:ext uri="{FF2B5EF4-FFF2-40B4-BE49-F238E27FC236}">
                    <a16:creationId xmlns:a16="http://schemas.microsoft.com/office/drawing/2014/main" id="{123553F0-7794-F1B0-A611-48C053CEEA79}"/>
                  </a:ext>
                </a:extLst>
              </p:cNvPr>
              <p:cNvGrpSpPr/>
              <p:nvPr/>
            </p:nvGrpSpPr>
            <p:grpSpPr>
              <a:xfrm>
                <a:off x="8916179" y="1420798"/>
                <a:ext cx="1731728" cy="691407"/>
                <a:chOff x="8473956" y="1413006"/>
                <a:chExt cx="3229353" cy="1870386"/>
              </a:xfrm>
            </p:grpSpPr>
            <p:pic>
              <p:nvPicPr>
                <p:cNvPr id="4061" name="Graphic 4060" descr="DNA with solid fill">
                  <a:extLst>
                    <a:ext uri="{FF2B5EF4-FFF2-40B4-BE49-F238E27FC236}">
                      <a16:creationId xmlns:a16="http://schemas.microsoft.com/office/drawing/2014/main" id="{B5FFEE93-D2C1-C0AA-6956-4F9C08DDEA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73956" y="1413006"/>
                  <a:ext cx="914400" cy="914400"/>
                </a:xfrm>
                <a:prstGeom prst="rect">
                  <a:avLst/>
                </a:prstGeom>
              </p:spPr>
            </p:pic>
            <p:pic>
              <p:nvPicPr>
                <p:cNvPr id="4063" name="Graphic 4062" descr="DNA with solid fill">
                  <a:extLst>
                    <a:ext uri="{FF2B5EF4-FFF2-40B4-BE49-F238E27FC236}">
                      <a16:creationId xmlns:a16="http://schemas.microsoft.com/office/drawing/2014/main" id="{988EC012-29EB-2E9C-71DD-3D40D6FDDA9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56524" y="1420798"/>
                  <a:ext cx="914400" cy="914400"/>
                </a:xfrm>
                <a:prstGeom prst="rect">
                  <a:avLst/>
                </a:prstGeom>
              </p:spPr>
            </p:pic>
            <p:pic>
              <p:nvPicPr>
                <p:cNvPr id="4065" name="Graphic 4064" descr="DNA with solid fill">
                  <a:extLst>
                    <a:ext uri="{FF2B5EF4-FFF2-40B4-BE49-F238E27FC236}">
                      <a16:creationId xmlns:a16="http://schemas.microsoft.com/office/drawing/2014/main" id="{33F4A48C-3F05-CAA5-7AFD-36DE09D5489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28417" y="1413006"/>
                  <a:ext cx="914400" cy="914400"/>
                </a:xfrm>
                <a:prstGeom prst="rect">
                  <a:avLst/>
                </a:prstGeom>
              </p:spPr>
            </p:pic>
            <p:pic>
              <p:nvPicPr>
                <p:cNvPr id="4067" name="Graphic 4066" descr="DNA with solid fill">
                  <a:extLst>
                    <a:ext uri="{FF2B5EF4-FFF2-40B4-BE49-F238E27FC236}">
                      <a16:creationId xmlns:a16="http://schemas.microsoft.com/office/drawing/2014/main" id="{1A36D273-E086-104F-F46C-1FB1C9073F5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35496" y="1421785"/>
                  <a:ext cx="914400" cy="914400"/>
                </a:xfrm>
                <a:prstGeom prst="rect">
                  <a:avLst/>
                </a:prstGeom>
              </p:spPr>
            </p:pic>
            <p:pic>
              <p:nvPicPr>
                <p:cNvPr id="4069" name="Graphic 4068" descr="DNA with solid fill">
                  <a:extLst>
                    <a:ext uri="{FF2B5EF4-FFF2-40B4-BE49-F238E27FC236}">
                      <a16:creationId xmlns:a16="http://schemas.microsoft.com/office/drawing/2014/main" id="{1B79D84D-DD16-447D-118A-21F0DD9EFE2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64398" y="1439008"/>
                  <a:ext cx="914400" cy="914400"/>
                </a:xfrm>
                <a:prstGeom prst="rect">
                  <a:avLst/>
                </a:prstGeom>
              </p:spPr>
            </p:pic>
            <p:pic>
              <p:nvPicPr>
                <p:cNvPr id="4071" name="Graphic 4070" descr="DNA with solid fill">
                  <a:extLst>
                    <a:ext uri="{FF2B5EF4-FFF2-40B4-BE49-F238E27FC236}">
                      <a16:creationId xmlns:a16="http://schemas.microsoft.com/office/drawing/2014/main" id="{9CAEDCB7-175D-29BE-ACE8-FB064FDB4EB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98467" y="2342990"/>
                  <a:ext cx="914400" cy="914400"/>
                </a:xfrm>
                <a:prstGeom prst="rect">
                  <a:avLst/>
                </a:prstGeom>
              </p:spPr>
            </p:pic>
            <p:pic>
              <p:nvPicPr>
                <p:cNvPr id="4073" name="Graphic 4072" descr="DNA with solid fill">
                  <a:extLst>
                    <a:ext uri="{FF2B5EF4-FFF2-40B4-BE49-F238E27FC236}">
                      <a16:creationId xmlns:a16="http://schemas.microsoft.com/office/drawing/2014/main" id="{99A89056-3E3B-E567-F391-23D0D32D4DE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81035" y="2350782"/>
                  <a:ext cx="914400" cy="914400"/>
                </a:xfrm>
                <a:prstGeom prst="rect">
                  <a:avLst/>
                </a:prstGeom>
              </p:spPr>
            </p:pic>
            <p:pic>
              <p:nvPicPr>
                <p:cNvPr id="4075" name="Graphic 4074" descr="DNA with solid fill">
                  <a:extLst>
                    <a:ext uri="{FF2B5EF4-FFF2-40B4-BE49-F238E27FC236}">
                      <a16:creationId xmlns:a16="http://schemas.microsoft.com/office/drawing/2014/main" id="{4874FF22-44EE-0F69-D915-6DC6EB318DE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52928" y="2342990"/>
                  <a:ext cx="914400" cy="914400"/>
                </a:xfrm>
                <a:prstGeom prst="rect">
                  <a:avLst/>
                </a:prstGeom>
              </p:spPr>
            </p:pic>
            <p:pic>
              <p:nvPicPr>
                <p:cNvPr id="4077" name="Graphic 4076" descr="DNA with solid fill">
                  <a:extLst>
                    <a:ext uri="{FF2B5EF4-FFF2-40B4-BE49-F238E27FC236}">
                      <a16:creationId xmlns:a16="http://schemas.microsoft.com/office/drawing/2014/main" id="{A2BDE413-1755-2267-16D2-6CFD5687AF3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60007" y="2351769"/>
                  <a:ext cx="914400" cy="914400"/>
                </a:xfrm>
                <a:prstGeom prst="rect">
                  <a:avLst/>
                </a:prstGeom>
              </p:spPr>
            </p:pic>
            <p:pic>
              <p:nvPicPr>
                <p:cNvPr id="4079" name="Graphic 4078" descr="DNA with solid fill">
                  <a:extLst>
                    <a:ext uri="{FF2B5EF4-FFF2-40B4-BE49-F238E27FC236}">
                      <a16:creationId xmlns:a16="http://schemas.microsoft.com/office/drawing/2014/main" id="{9D89B0F3-AFD7-44F3-61D2-D05CD22732B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88909" y="2368992"/>
                  <a:ext cx="914400" cy="914400"/>
                </a:xfrm>
                <a:prstGeom prst="rect">
                  <a:avLst/>
                </a:prstGeom>
              </p:spPr>
            </p:pic>
          </p:grpSp>
          <p:pic>
            <p:nvPicPr>
              <p:cNvPr id="4090" name="Graphic 4089" descr="Filter with solid fill">
                <a:extLst>
                  <a:ext uri="{FF2B5EF4-FFF2-40B4-BE49-F238E27FC236}">
                    <a16:creationId xmlns:a16="http://schemas.microsoft.com/office/drawing/2014/main" id="{C6E89236-E5A7-96D1-A58C-471563DB6D7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86836" y="1879270"/>
                <a:ext cx="2061691" cy="2061691"/>
              </a:xfrm>
              <a:prstGeom prst="rect">
                <a:avLst/>
              </a:prstGeom>
            </p:spPr>
          </p:pic>
        </p:grpSp>
        <p:pic>
          <p:nvPicPr>
            <p:cNvPr id="4101" name="Graphic 4100" descr="Bar chart with solid fill">
              <a:extLst>
                <a:ext uri="{FF2B5EF4-FFF2-40B4-BE49-F238E27FC236}">
                  <a16:creationId xmlns:a16="http://schemas.microsoft.com/office/drawing/2014/main" id="{908F7A3F-71C5-3027-10F5-EA2F0D424C1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288416" y="3123154"/>
              <a:ext cx="1333648" cy="1333648"/>
            </a:xfrm>
            <a:prstGeom prst="rect">
              <a:avLst/>
            </a:prstGeom>
          </p:spPr>
        </p:pic>
      </p:grpSp>
      <p:grpSp>
        <p:nvGrpSpPr>
          <p:cNvPr id="4118" name="Group 4117">
            <a:extLst>
              <a:ext uri="{FF2B5EF4-FFF2-40B4-BE49-F238E27FC236}">
                <a16:creationId xmlns:a16="http://schemas.microsoft.com/office/drawing/2014/main" id="{A46D293D-D95E-94FB-6BD6-273209006CA0}"/>
              </a:ext>
            </a:extLst>
          </p:cNvPr>
          <p:cNvGrpSpPr/>
          <p:nvPr/>
        </p:nvGrpSpPr>
        <p:grpSpPr>
          <a:xfrm>
            <a:off x="4514912" y="1247498"/>
            <a:ext cx="3168352" cy="3312368"/>
            <a:chOff x="4583832" y="1272456"/>
            <a:chExt cx="3168352" cy="3312368"/>
          </a:xfrm>
          <a:effectLst>
            <a:outerShdw blurRad="50800" dist="38100" dir="2700000" algn="tl" rotWithShape="0">
              <a:prstClr val="black">
                <a:alpha val="40000"/>
              </a:prstClr>
            </a:outerShdw>
          </a:effectLst>
        </p:grpSpPr>
        <p:sp>
          <p:nvSpPr>
            <p:cNvPr id="4119" name="Rectangle: Rounded Corners 4118">
              <a:extLst>
                <a:ext uri="{FF2B5EF4-FFF2-40B4-BE49-F238E27FC236}">
                  <a16:creationId xmlns:a16="http://schemas.microsoft.com/office/drawing/2014/main" id="{E5B631D0-289C-C3B3-1C5F-4D3DB259A864}"/>
                </a:ext>
              </a:extLst>
            </p:cNvPr>
            <p:cNvSpPr/>
            <p:nvPr/>
          </p:nvSpPr>
          <p:spPr>
            <a:xfrm>
              <a:off x="4583832" y="1272456"/>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20" name="Graphic 4119" descr="Deciduous tree with solid fill">
              <a:extLst>
                <a:ext uri="{FF2B5EF4-FFF2-40B4-BE49-F238E27FC236}">
                  <a16:creationId xmlns:a16="http://schemas.microsoft.com/office/drawing/2014/main" id="{8925DD01-2D10-B3DA-933A-EE18EF5E2F8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47197" y="1420798"/>
              <a:ext cx="369579" cy="281371"/>
            </a:xfrm>
            <a:prstGeom prst="rect">
              <a:avLst/>
            </a:prstGeom>
            <a:effectLst>
              <a:outerShdw blurRad="50800" dist="38100" dir="2700000" algn="tl" rotWithShape="0">
                <a:prstClr val="black">
                  <a:alpha val="40000"/>
                </a:prstClr>
              </a:outerShdw>
            </a:effectLst>
          </p:spPr>
        </p:pic>
        <p:pic>
          <p:nvPicPr>
            <p:cNvPr id="4121" name="Graphic 4120" descr="Deciduous tree with solid fill">
              <a:extLst>
                <a:ext uri="{FF2B5EF4-FFF2-40B4-BE49-F238E27FC236}">
                  <a16:creationId xmlns:a16="http://schemas.microsoft.com/office/drawing/2014/main" id="{2F50C6A8-7BFB-A125-B5DB-26115FBF314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47197" y="1724183"/>
              <a:ext cx="369579" cy="281371"/>
            </a:xfrm>
            <a:prstGeom prst="rect">
              <a:avLst/>
            </a:prstGeom>
            <a:effectLst>
              <a:outerShdw blurRad="50800" dist="38100" dir="2700000" algn="tl" rotWithShape="0">
                <a:prstClr val="black">
                  <a:alpha val="40000"/>
                </a:prstClr>
              </a:outerShdw>
            </a:effectLst>
          </p:spPr>
        </p:pic>
        <p:pic>
          <p:nvPicPr>
            <p:cNvPr id="4122" name="Graphic 4121" descr="Deciduous tree with solid fill">
              <a:extLst>
                <a:ext uri="{FF2B5EF4-FFF2-40B4-BE49-F238E27FC236}">
                  <a16:creationId xmlns:a16="http://schemas.microsoft.com/office/drawing/2014/main" id="{CA4967D4-B7F9-9963-8139-65127E6414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50359" y="2027569"/>
              <a:ext cx="369579" cy="281371"/>
            </a:xfrm>
            <a:prstGeom prst="rect">
              <a:avLst/>
            </a:prstGeom>
            <a:effectLst>
              <a:outerShdw blurRad="50800" dist="38100" dir="2700000" algn="tl" rotWithShape="0">
                <a:prstClr val="black">
                  <a:alpha val="40000"/>
                </a:prstClr>
              </a:outerShdw>
            </a:effectLst>
          </p:spPr>
        </p:pic>
        <p:pic>
          <p:nvPicPr>
            <p:cNvPr id="4123" name="Graphic 4122" descr="Deciduous tree with solid fill">
              <a:extLst>
                <a:ext uri="{FF2B5EF4-FFF2-40B4-BE49-F238E27FC236}">
                  <a16:creationId xmlns:a16="http://schemas.microsoft.com/office/drawing/2014/main" id="{57D6CD63-848A-2ED4-08D7-FEC65990C58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47196" y="2327406"/>
              <a:ext cx="369579" cy="281371"/>
            </a:xfrm>
            <a:prstGeom prst="rect">
              <a:avLst/>
            </a:prstGeom>
            <a:effectLst>
              <a:outerShdw blurRad="50800" dist="38100" dir="2700000" algn="tl" rotWithShape="0">
                <a:prstClr val="black">
                  <a:alpha val="40000"/>
                </a:prstClr>
              </a:outerShdw>
            </a:effectLst>
          </p:spPr>
        </p:pic>
        <p:pic>
          <p:nvPicPr>
            <p:cNvPr id="4124" name="Graphic 4123" descr="Deciduous tree with solid fill">
              <a:extLst>
                <a:ext uri="{FF2B5EF4-FFF2-40B4-BE49-F238E27FC236}">
                  <a16:creationId xmlns:a16="http://schemas.microsoft.com/office/drawing/2014/main" id="{E14C2573-DDE6-E808-7EF0-90C69635134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47196" y="2634339"/>
              <a:ext cx="369579" cy="281371"/>
            </a:xfrm>
            <a:prstGeom prst="rect">
              <a:avLst/>
            </a:prstGeom>
            <a:effectLst>
              <a:outerShdw blurRad="50800" dist="38100" dir="2700000" algn="tl" rotWithShape="0">
                <a:prstClr val="black">
                  <a:alpha val="40000"/>
                </a:prstClr>
              </a:outerShdw>
            </a:effectLst>
          </p:spPr>
        </p:pic>
        <p:pic>
          <p:nvPicPr>
            <p:cNvPr id="4125" name="Graphic 4124" descr="Deciduous tree with solid fill">
              <a:extLst>
                <a:ext uri="{FF2B5EF4-FFF2-40B4-BE49-F238E27FC236}">
                  <a16:creationId xmlns:a16="http://schemas.microsoft.com/office/drawing/2014/main" id="{47E74B43-2182-5601-02AF-F8D4B3C94C2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47196" y="2937725"/>
              <a:ext cx="369579" cy="281371"/>
            </a:xfrm>
            <a:prstGeom prst="rect">
              <a:avLst/>
            </a:prstGeom>
            <a:effectLst>
              <a:outerShdw blurRad="50800" dist="38100" dir="2700000" algn="tl" rotWithShape="0">
                <a:prstClr val="black">
                  <a:alpha val="40000"/>
                </a:prstClr>
              </a:outerShdw>
            </a:effectLst>
          </p:spPr>
        </p:pic>
        <p:pic>
          <p:nvPicPr>
            <p:cNvPr id="4126" name="Graphic 4125" descr="Deciduous tree with solid fill">
              <a:extLst>
                <a:ext uri="{FF2B5EF4-FFF2-40B4-BE49-F238E27FC236}">
                  <a16:creationId xmlns:a16="http://schemas.microsoft.com/office/drawing/2014/main" id="{C22466DB-EC6E-0A0D-ABD2-B931183663D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50358" y="3241110"/>
              <a:ext cx="369579" cy="281371"/>
            </a:xfrm>
            <a:prstGeom prst="rect">
              <a:avLst/>
            </a:prstGeom>
            <a:effectLst>
              <a:outerShdw blurRad="50800" dist="38100" dir="2700000" algn="tl" rotWithShape="0">
                <a:prstClr val="black">
                  <a:alpha val="40000"/>
                </a:prstClr>
              </a:outerShdw>
            </a:effectLst>
          </p:spPr>
        </p:pic>
        <p:pic>
          <p:nvPicPr>
            <p:cNvPr id="4127" name="Graphic 4126" descr="Deciduous tree with solid fill">
              <a:extLst>
                <a:ext uri="{FF2B5EF4-FFF2-40B4-BE49-F238E27FC236}">
                  <a16:creationId xmlns:a16="http://schemas.microsoft.com/office/drawing/2014/main" id="{6C1665AE-58D5-CA3E-4D41-AF0CEC32F6A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47195" y="3540947"/>
              <a:ext cx="369579" cy="281371"/>
            </a:xfrm>
            <a:prstGeom prst="rect">
              <a:avLst/>
            </a:prstGeom>
            <a:effectLst>
              <a:outerShdw blurRad="50800" dist="38100" dir="2700000" algn="tl" rotWithShape="0">
                <a:prstClr val="black">
                  <a:alpha val="40000"/>
                </a:prstClr>
              </a:outerShdw>
            </a:effectLst>
          </p:spPr>
        </p:pic>
        <p:pic>
          <p:nvPicPr>
            <p:cNvPr id="4128" name="Graphic 4127" descr="Deciduous tree with solid fill">
              <a:extLst>
                <a:ext uri="{FF2B5EF4-FFF2-40B4-BE49-F238E27FC236}">
                  <a16:creationId xmlns:a16="http://schemas.microsoft.com/office/drawing/2014/main" id="{D0804335-BE31-84E1-2FB3-1B444371950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38845" y="3847881"/>
              <a:ext cx="369579" cy="281371"/>
            </a:xfrm>
            <a:prstGeom prst="rect">
              <a:avLst/>
            </a:prstGeom>
            <a:effectLst>
              <a:outerShdw blurRad="50800" dist="38100" dir="2700000" algn="tl" rotWithShape="0">
                <a:prstClr val="black">
                  <a:alpha val="40000"/>
                </a:prstClr>
              </a:outerShdw>
            </a:effectLst>
          </p:spPr>
        </p:pic>
        <p:pic>
          <p:nvPicPr>
            <p:cNvPr id="4129" name="Graphic 4128" descr="Deciduous tree with solid fill">
              <a:extLst>
                <a:ext uri="{FF2B5EF4-FFF2-40B4-BE49-F238E27FC236}">
                  <a16:creationId xmlns:a16="http://schemas.microsoft.com/office/drawing/2014/main" id="{222E86DE-EAEC-08C0-2237-2979C4B3970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35682" y="4147718"/>
              <a:ext cx="369579" cy="281371"/>
            </a:xfrm>
            <a:prstGeom prst="rect">
              <a:avLst/>
            </a:prstGeom>
            <a:effectLst>
              <a:outerShdw blurRad="50800" dist="38100" dir="2700000" algn="tl" rotWithShape="0">
                <a:prstClr val="black">
                  <a:alpha val="40000"/>
                </a:prstClr>
              </a:outerShdw>
            </a:effectLst>
          </p:spPr>
        </p:pic>
        <p:cxnSp>
          <p:nvCxnSpPr>
            <p:cNvPr id="4130" name="Straight Arrow Connector 4129">
              <a:extLst>
                <a:ext uri="{FF2B5EF4-FFF2-40B4-BE49-F238E27FC236}">
                  <a16:creationId xmlns:a16="http://schemas.microsoft.com/office/drawing/2014/main" id="{C2E88CBC-C6B1-5BBB-9F0D-B61229ECDEC5}"/>
                </a:ext>
              </a:extLst>
            </p:cNvPr>
            <p:cNvCxnSpPr>
              <a:cxnSpLocks/>
            </p:cNvCxnSpPr>
            <p:nvPr/>
          </p:nvCxnSpPr>
          <p:spPr>
            <a:xfrm>
              <a:off x="5689952" y="1561483"/>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1" name="Straight Arrow Connector 4130">
              <a:extLst>
                <a:ext uri="{FF2B5EF4-FFF2-40B4-BE49-F238E27FC236}">
                  <a16:creationId xmlns:a16="http://schemas.microsoft.com/office/drawing/2014/main" id="{AA2E2912-ECA8-8A6A-C61B-44D021981093}"/>
                </a:ext>
              </a:extLst>
            </p:cNvPr>
            <p:cNvCxnSpPr>
              <a:cxnSpLocks/>
            </p:cNvCxnSpPr>
            <p:nvPr/>
          </p:nvCxnSpPr>
          <p:spPr>
            <a:xfrm>
              <a:off x="5689952" y="1864868"/>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2" name="Straight Arrow Connector 4131">
              <a:extLst>
                <a:ext uri="{FF2B5EF4-FFF2-40B4-BE49-F238E27FC236}">
                  <a16:creationId xmlns:a16="http://schemas.microsoft.com/office/drawing/2014/main" id="{CA3FF251-7C2A-546E-D880-CD8CC5CDC49B}"/>
                </a:ext>
              </a:extLst>
            </p:cNvPr>
            <p:cNvCxnSpPr>
              <a:cxnSpLocks/>
            </p:cNvCxnSpPr>
            <p:nvPr/>
          </p:nvCxnSpPr>
          <p:spPr>
            <a:xfrm>
              <a:off x="5689952" y="2204864"/>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3" name="Straight Arrow Connector 4132">
              <a:extLst>
                <a:ext uri="{FF2B5EF4-FFF2-40B4-BE49-F238E27FC236}">
                  <a16:creationId xmlns:a16="http://schemas.microsoft.com/office/drawing/2014/main" id="{59FFFD28-1A46-0B44-E03D-12E3BFE19259}"/>
                </a:ext>
              </a:extLst>
            </p:cNvPr>
            <p:cNvCxnSpPr>
              <a:cxnSpLocks/>
            </p:cNvCxnSpPr>
            <p:nvPr/>
          </p:nvCxnSpPr>
          <p:spPr>
            <a:xfrm>
              <a:off x="5689952" y="2492896"/>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4" name="Straight Arrow Connector 4133">
              <a:extLst>
                <a:ext uri="{FF2B5EF4-FFF2-40B4-BE49-F238E27FC236}">
                  <a16:creationId xmlns:a16="http://schemas.microsoft.com/office/drawing/2014/main" id="{C7822864-E98F-21F1-304E-85E87716C7BA}"/>
                </a:ext>
              </a:extLst>
            </p:cNvPr>
            <p:cNvCxnSpPr>
              <a:cxnSpLocks/>
            </p:cNvCxnSpPr>
            <p:nvPr/>
          </p:nvCxnSpPr>
          <p:spPr>
            <a:xfrm>
              <a:off x="5689952" y="2780928"/>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5" name="Straight Arrow Connector 4134">
              <a:extLst>
                <a:ext uri="{FF2B5EF4-FFF2-40B4-BE49-F238E27FC236}">
                  <a16:creationId xmlns:a16="http://schemas.microsoft.com/office/drawing/2014/main" id="{F1537B2E-1A9E-DBFE-07EF-1B800ECD3B44}"/>
                </a:ext>
              </a:extLst>
            </p:cNvPr>
            <p:cNvCxnSpPr>
              <a:cxnSpLocks/>
            </p:cNvCxnSpPr>
            <p:nvPr/>
          </p:nvCxnSpPr>
          <p:spPr>
            <a:xfrm>
              <a:off x="5689952" y="3068960"/>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6" name="Straight Arrow Connector 4135">
              <a:extLst>
                <a:ext uri="{FF2B5EF4-FFF2-40B4-BE49-F238E27FC236}">
                  <a16:creationId xmlns:a16="http://schemas.microsoft.com/office/drawing/2014/main" id="{62B9EA25-3953-404C-57E0-39E6FCFBF76F}"/>
                </a:ext>
              </a:extLst>
            </p:cNvPr>
            <p:cNvCxnSpPr>
              <a:cxnSpLocks/>
            </p:cNvCxnSpPr>
            <p:nvPr/>
          </p:nvCxnSpPr>
          <p:spPr>
            <a:xfrm>
              <a:off x="5689952" y="3381795"/>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7" name="Straight Arrow Connector 4136">
              <a:extLst>
                <a:ext uri="{FF2B5EF4-FFF2-40B4-BE49-F238E27FC236}">
                  <a16:creationId xmlns:a16="http://schemas.microsoft.com/office/drawing/2014/main" id="{7A5AFC78-5597-F96E-ACCF-A4316C41ACE9}"/>
                </a:ext>
              </a:extLst>
            </p:cNvPr>
            <p:cNvCxnSpPr>
              <a:cxnSpLocks/>
            </p:cNvCxnSpPr>
            <p:nvPr/>
          </p:nvCxnSpPr>
          <p:spPr>
            <a:xfrm>
              <a:off x="5689952" y="3677682"/>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8" name="Straight Arrow Connector 4137">
              <a:extLst>
                <a:ext uri="{FF2B5EF4-FFF2-40B4-BE49-F238E27FC236}">
                  <a16:creationId xmlns:a16="http://schemas.microsoft.com/office/drawing/2014/main" id="{530B7960-9178-53BF-7591-0C151F06A92B}"/>
                </a:ext>
              </a:extLst>
            </p:cNvPr>
            <p:cNvCxnSpPr>
              <a:cxnSpLocks/>
            </p:cNvCxnSpPr>
            <p:nvPr/>
          </p:nvCxnSpPr>
          <p:spPr>
            <a:xfrm>
              <a:off x="5689952" y="4013856"/>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4139" name="Straight Arrow Connector 4138">
              <a:extLst>
                <a:ext uri="{FF2B5EF4-FFF2-40B4-BE49-F238E27FC236}">
                  <a16:creationId xmlns:a16="http://schemas.microsoft.com/office/drawing/2014/main" id="{7C27315F-962A-0E3C-FEF9-B1795EBA2C61}"/>
                </a:ext>
              </a:extLst>
            </p:cNvPr>
            <p:cNvCxnSpPr>
              <a:cxnSpLocks/>
            </p:cNvCxnSpPr>
            <p:nvPr/>
          </p:nvCxnSpPr>
          <p:spPr>
            <a:xfrm>
              <a:off x="5689952" y="4293096"/>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pic>
          <p:nvPicPr>
            <p:cNvPr id="4140" name="Graphic 4139" descr="DNA with solid fill">
              <a:extLst>
                <a:ext uri="{FF2B5EF4-FFF2-40B4-BE49-F238E27FC236}">
                  <a16:creationId xmlns:a16="http://schemas.microsoft.com/office/drawing/2014/main" id="{1E06F664-A9C8-DD8E-7675-C76F9FDF6F0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59272" y="1441468"/>
              <a:ext cx="242536" cy="242536"/>
            </a:xfrm>
            <a:prstGeom prst="rect">
              <a:avLst/>
            </a:prstGeom>
            <a:effectLst>
              <a:outerShdw blurRad="50800" dist="38100" dir="2700000" algn="tl" rotWithShape="0">
                <a:prstClr val="black">
                  <a:alpha val="40000"/>
                </a:prstClr>
              </a:outerShdw>
            </a:effectLst>
          </p:spPr>
        </p:pic>
        <p:pic>
          <p:nvPicPr>
            <p:cNvPr id="4141" name="Graphic 4140" descr="DNA with solid fill">
              <a:extLst>
                <a:ext uri="{FF2B5EF4-FFF2-40B4-BE49-F238E27FC236}">
                  <a16:creationId xmlns:a16="http://schemas.microsoft.com/office/drawing/2014/main" id="{90A20106-B8D7-9E9D-1345-4586943C676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59272" y="1746086"/>
              <a:ext cx="242536" cy="242536"/>
            </a:xfrm>
            <a:prstGeom prst="rect">
              <a:avLst/>
            </a:prstGeom>
            <a:effectLst>
              <a:outerShdw blurRad="50800" dist="38100" dir="2700000" algn="tl" rotWithShape="0">
                <a:prstClr val="black">
                  <a:alpha val="40000"/>
                </a:prstClr>
              </a:outerShdw>
            </a:effectLst>
          </p:spPr>
        </p:pic>
        <p:pic>
          <p:nvPicPr>
            <p:cNvPr id="4142" name="Graphic 4141" descr="DNA with solid fill">
              <a:extLst>
                <a:ext uri="{FF2B5EF4-FFF2-40B4-BE49-F238E27FC236}">
                  <a16:creationId xmlns:a16="http://schemas.microsoft.com/office/drawing/2014/main" id="{DE310FE0-D33F-508A-722E-1122386F31A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56110" y="2077316"/>
              <a:ext cx="242536" cy="242536"/>
            </a:xfrm>
            <a:prstGeom prst="rect">
              <a:avLst/>
            </a:prstGeom>
            <a:effectLst>
              <a:outerShdw blurRad="50800" dist="38100" dir="2700000" algn="tl" rotWithShape="0">
                <a:prstClr val="black">
                  <a:alpha val="40000"/>
                </a:prstClr>
              </a:outerShdw>
            </a:effectLst>
          </p:spPr>
        </p:pic>
        <p:pic>
          <p:nvPicPr>
            <p:cNvPr id="4143" name="Graphic 4142" descr="DNA with solid fill">
              <a:extLst>
                <a:ext uri="{FF2B5EF4-FFF2-40B4-BE49-F238E27FC236}">
                  <a16:creationId xmlns:a16="http://schemas.microsoft.com/office/drawing/2014/main" id="{E0EE2F84-606C-6592-6CEF-A8833631F41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56110" y="2377873"/>
              <a:ext cx="242536" cy="242536"/>
            </a:xfrm>
            <a:prstGeom prst="rect">
              <a:avLst/>
            </a:prstGeom>
            <a:effectLst>
              <a:outerShdw blurRad="50800" dist="38100" dir="2700000" algn="tl" rotWithShape="0">
                <a:prstClr val="black">
                  <a:alpha val="40000"/>
                </a:prstClr>
              </a:outerShdw>
            </a:effectLst>
          </p:spPr>
        </p:pic>
        <p:pic>
          <p:nvPicPr>
            <p:cNvPr id="4144" name="Graphic 4143" descr="DNA with solid fill">
              <a:extLst>
                <a:ext uri="{FF2B5EF4-FFF2-40B4-BE49-F238E27FC236}">
                  <a16:creationId xmlns:a16="http://schemas.microsoft.com/office/drawing/2014/main" id="{BEE1AFF8-EA81-E3CF-2D7F-947B334C489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59334" y="2650250"/>
              <a:ext cx="242536" cy="242536"/>
            </a:xfrm>
            <a:prstGeom prst="rect">
              <a:avLst/>
            </a:prstGeom>
            <a:effectLst>
              <a:outerShdw blurRad="50800" dist="38100" dir="2700000" algn="tl" rotWithShape="0">
                <a:prstClr val="black">
                  <a:alpha val="40000"/>
                </a:prstClr>
              </a:outerShdw>
            </a:effectLst>
          </p:spPr>
        </p:pic>
        <p:pic>
          <p:nvPicPr>
            <p:cNvPr id="4145" name="Graphic 4144" descr="DNA with solid fill">
              <a:extLst>
                <a:ext uri="{FF2B5EF4-FFF2-40B4-BE49-F238E27FC236}">
                  <a16:creationId xmlns:a16="http://schemas.microsoft.com/office/drawing/2014/main" id="{5C5102E1-0406-2C91-8576-001ABC217FB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56110" y="2960433"/>
              <a:ext cx="242536" cy="242536"/>
            </a:xfrm>
            <a:prstGeom prst="rect">
              <a:avLst/>
            </a:prstGeom>
            <a:effectLst>
              <a:outerShdw blurRad="50800" dist="38100" dir="2700000" algn="tl" rotWithShape="0">
                <a:prstClr val="black">
                  <a:alpha val="40000"/>
                </a:prstClr>
              </a:outerShdw>
            </a:effectLst>
          </p:spPr>
        </p:pic>
        <p:pic>
          <p:nvPicPr>
            <p:cNvPr id="4146" name="Graphic 4145" descr="DNA with solid fill">
              <a:extLst>
                <a:ext uri="{FF2B5EF4-FFF2-40B4-BE49-F238E27FC236}">
                  <a16:creationId xmlns:a16="http://schemas.microsoft.com/office/drawing/2014/main" id="{333B5DF7-9029-ABB9-B2E9-26EB8E59F8B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56110" y="3260318"/>
              <a:ext cx="242536" cy="242536"/>
            </a:xfrm>
            <a:prstGeom prst="rect">
              <a:avLst/>
            </a:prstGeom>
            <a:effectLst>
              <a:outerShdw blurRad="50800" dist="38100" dir="2700000" algn="tl" rotWithShape="0">
                <a:prstClr val="black">
                  <a:alpha val="40000"/>
                </a:prstClr>
              </a:outerShdw>
            </a:effectLst>
          </p:spPr>
        </p:pic>
        <p:pic>
          <p:nvPicPr>
            <p:cNvPr id="4147" name="Graphic 4146" descr="DNA with solid fill">
              <a:extLst>
                <a:ext uri="{FF2B5EF4-FFF2-40B4-BE49-F238E27FC236}">
                  <a16:creationId xmlns:a16="http://schemas.microsoft.com/office/drawing/2014/main" id="{C3803FC9-57EF-3120-3AED-4540B462575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50038" y="3560610"/>
              <a:ext cx="242536" cy="242536"/>
            </a:xfrm>
            <a:prstGeom prst="rect">
              <a:avLst/>
            </a:prstGeom>
            <a:effectLst>
              <a:outerShdw blurRad="50800" dist="38100" dir="2700000" algn="tl" rotWithShape="0">
                <a:prstClr val="black">
                  <a:alpha val="40000"/>
                </a:prstClr>
              </a:outerShdw>
            </a:effectLst>
          </p:spPr>
        </p:pic>
        <p:pic>
          <p:nvPicPr>
            <p:cNvPr id="4148" name="Graphic 4147" descr="DNA with solid fill">
              <a:extLst>
                <a:ext uri="{FF2B5EF4-FFF2-40B4-BE49-F238E27FC236}">
                  <a16:creationId xmlns:a16="http://schemas.microsoft.com/office/drawing/2014/main" id="{D6475D14-8927-044E-9795-8A8872E07CB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50038" y="3894618"/>
              <a:ext cx="242536" cy="242536"/>
            </a:xfrm>
            <a:prstGeom prst="rect">
              <a:avLst/>
            </a:prstGeom>
            <a:effectLst>
              <a:outerShdw blurRad="50800" dist="38100" dir="2700000" algn="tl" rotWithShape="0">
                <a:prstClr val="black">
                  <a:alpha val="40000"/>
                </a:prstClr>
              </a:outerShdw>
            </a:effectLst>
          </p:spPr>
        </p:pic>
        <p:pic>
          <p:nvPicPr>
            <p:cNvPr id="4149" name="Graphic 4148" descr="DNA with solid fill">
              <a:extLst>
                <a:ext uri="{FF2B5EF4-FFF2-40B4-BE49-F238E27FC236}">
                  <a16:creationId xmlns:a16="http://schemas.microsoft.com/office/drawing/2014/main" id="{8B62A61D-1427-778C-BFC2-77BE32B7094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50038" y="4170678"/>
              <a:ext cx="242536" cy="242536"/>
            </a:xfrm>
            <a:prstGeom prst="rect">
              <a:avLst/>
            </a:prstGeom>
            <a:effectLst>
              <a:outerShdw blurRad="50800" dist="38100" dir="2700000" algn="tl" rotWithShape="0">
                <a:prstClr val="black">
                  <a:alpha val="40000"/>
                </a:prstClr>
              </a:outerShdw>
            </a:effectLst>
          </p:spPr>
        </p:pic>
      </p:grpSp>
      <p:sp>
        <p:nvSpPr>
          <p:cNvPr id="3" name="Date Placeholder 2">
            <a:extLst>
              <a:ext uri="{FF2B5EF4-FFF2-40B4-BE49-F238E27FC236}">
                <a16:creationId xmlns:a16="http://schemas.microsoft.com/office/drawing/2014/main" id="{53574E1B-435A-F7BE-8DDC-6A5292F1F8FD}"/>
              </a:ext>
            </a:extLst>
          </p:cNvPr>
          <p:cNvSpPr>
            <a:spLocks noGrp="1"/>
          </p:cNvSpPr>
          <p:nvPr>
            <p:ph type="dt" sz="half" idx="10"/>
          </p:nvPr>
        </p:nvSpPr>
        <p:spPr/>
        <p:txBody>
          <a:bodyPr/>
          <a:lstStyle/>
          <a:p>
            <a:fld id="{CDC2CBA5-F345-459C-89EE-94F37B100915}"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8EF9504D-E2C8-1541-AAB4-10E762896797}"/>
              </a:ext>
            </a:extLst>
          </p:cNvPr>
          <p:cNvSpPr>
            <a:spLocks noGrp="1"/>
          </p:cNvSpPr>
          <p:nvPr>
            <p:ph type="sldNum" sz="quarter" idx="12"/>
          </p:nvPr>
        </p:nvSpPr>
        <p:spPr/>
        <p:txBody>
          <a:bodyPr/>
          <a:lstStyle/>
          <a:p>
            <a:fld id="{442AD375-037F-43D0-B059-5172DA06796A}" type="slidenum">
              <a:rPr lang="en-GB" noProof="0" smtClean="0"/>
              <a:pPr/>
              <a:t>13</a:t>
            </a:fld>
            <a:endParaRPr lang="en-GB" noProof="0" dirty="0"/>
          </a:p>
        </p:txBody>
      </p:sp>
    </p:spTree>
    <p:extLst>
      <p:ext uri="{BB962C8B-B14F-4D97-AF65-F5344CB8AC3E}">
        <p14:creationId xmlns:p14="http://schemas.microsoft.com/office/powerpoint/2010/main" val="1698919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5854B-685A-BF48-39A4-2B073EA84C03}"/>
            </a:ext>
          </a:extLst>
        </p:cNvPr>
        <p:cNvGrpSpPr/>
        <p:nvPr/>
      </p:nvGrpSpPr>
      <p:grpSpPr>
        <a:xfrm>
          <a:off x="0" y="0"/>
          <a:ext cx="0" cy="0"/>
          <a:chOff x="0" y="0"/>
          <a:chExt cx="0" cy="0"/>
        </a:xfrm>
      </p:grpSpPr>
      <p:sp>
        <p:nvSpPr>
          <p:cNvPr id="8" name="Inhaltsplatzhalter 7">
            <a:extLst>
              <a:ext uri="{FF2B5EF4-FFF2-40B4-BE49-F238E27FC236}">
                <a16:creationId xmlns:a16="http://schemas.microsoft.com/office/drawing/2014/main" id="{9A0E703A-7459-FFC9-381B-773C054AB0FD}"/>
              </a:ext>
            </a:extLst>
          </p:cNvPr>
          <p:cNvSpPr>
            <a:spLocks noGrp="1"/>
          </p:cNvSpPr>
          <p:nvPr>
            <p:ph idx="1"/>
          </p:nvPr>
        </p:nvSpPr>
        <p:spPr/>
        <p:txBody>
          <a:bodyPr/>
          <a:lstStyle/>
          <a:p>
            <a:r>
              <a:rPr lang="de-DE" sz="9600" dirty="0"/>
              <a:t>2. Solution</a:t>
            </a:r>
          </a:p>
        </p:txBody>
      </p:sp>
      <p:sp>
        <p:nvSpPr>
          <p:cNvPr id="4" name="Datumsplatzhalter 3">
            <a:extLst>
              <a:ext uri="{FF2B5EF4-FFF2-40B4-BE49-F238E27FC236}">
                <a16:creationId xmlns:a16="http://schemas.microsoft.com/office/drawing/2014/main" id="{59D3745D-96F9-31F2-DF68-0D55DFBE7B52}"/>
              </a:ext>
            </a:extLst>
          </p:cNvPr>
          <p:cNvSpPr>
            <a:spLocks noGrp="1"/>
          </p:cNvSpPr>
          <p:nvPr>
            <p:ph type="dt" sz="half" idx="10"/>
          </p:nvPr>
        </p:nvSpPr>
        <p:spPr/>
        <p:txBody>
          <a:bodyPr/>
          <a:lstStyle/>
          <a:p>
            <a:fld id="{66170972-5CD0-440A-A0D2-6BEC67643F37}" type="datetime1">
              <a:rPr lang="en-GB" noProof="0" smtClean="0"/>
              <a:t>16/09/2026</a:t>
            </a:fld>
            <a:endParaRPr lang="en-GB" noProof="0" dirty="0"/>
          </a:p>
        </p:txBody>
      </p:sp>
      <p:sp>
        <p:nvSpPr>
          <p:cNvPr id="6" name="Foliennummernplatzhalter 5">
            <a:extLst>
              <a:ext uri="{FF2B5EF4-FFF2-40B4-BE49-F238E27FC236}">
                <a16:creationId xmlns:a16="http://schemas.microsoft.com/office/drawing/2014/main" id="{CCB1414F-1CBA-8F5B-C361-340338B7246F}"/>
              </a:ext>
            </a:extLst>
          </p:cNvPr>
          <p:cNvSpPr>
            <a:spLocks noGrp="1"/>
          </p:cNvSpPr>
          <p:nvPr>
            <p:ph type="sldNum" sz="quarter" idx="12"/>
          </p:nvPr>
        </p:nvSpPr>
        <p:spPr/>
        <p:txBody>
          <a:bodyPr/>
          <a:lstStyle/>
          <a:p>
            <a:fld id="{442AD375-037F-43D0-B059-5172DA06796A}" type="slidenum">
              <a:rPr lang="en-GB" noProof="0" smtClean="0"/>
              <a:pPr/>
              <a:t>14</a:t>
            </a:fld>
            <a:endParaRPr lang="en-GB" noProof="0" dirty="0"/>
          </a:p>
        </p:txBody>
      </p:sp>
    </p:spTree>
    <p:extLst>
      <p:ext uri="{BB962C8B-B14F-4D97-AF65-F5344CB8AC3E}">
        <p14:creationId xmlns:p14="http://schemas.microsoft.com/office/powerpoint/2010/main" val="2072155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noProof="0" dirty="0">
                <a:solidFill>
                  <a:srgbClr val="0B0B0B"/>
                </a:solidFill>
                <a:latin typeface="Arial"/>
              </a:rPr>
              <a:t>Solution</a:t>
            </a:r>
          </a:p>
        </p:txBody>
      </p:sp>
      <p:sp>
        <p:nvSpPr>
          <p:cNvPr id="3" name="Rounded Rectangle 2"/>
          <p:cNvSpPr/>
          <p:nvPr/>
        </p:nvSpPr>
        <p:spPr>
          <a:xfrm>
            <a:off x="27432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TextBox 3"/>
          <p:cNvSpPr txBox="1"/>
          <p:nvPr/>
        </p:nvSpPr>
        <p:spPr>
          <a:xfrm>
            <a:off x="640080" y="192024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2A78D6"/>
                </a:solidFill>
                <a:latin typeface="Arial"/>
              </a:rPr>
              <a:t>Accessible</a:t>
            </a:r>
            <a:endParaRPr lang="en-US" sz="3600" b="1" i="0" noProof="0" dirty="0">
              <a:solidFill>
                <a:srgbClr val="2A78D6"/>
              </a:solidFill>
              <a:latin typeface="Arial"/>
            </a:endParaRPr>
          </a:p>
        </p:txBody>
      </p:sp>
      <p:sp>
        <p:nvSpPr>
          <p:cNvPr id="5" name="TextBox 4"/>
          <p:cNvSpPr txBox="1"/>
          <p:nvPr/>
        </p:nvSpPr>
        <p:spPr>
          <a:xfrm>
            <a:off x="640080" y="2926080"/>
            <a:ext cx="3108960" cy="687881"/>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Computer access </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Software</a:t>
            </a:r>
          </a:p>
        </p:txBody>
      </p:sp>
      <p:sp>
        <p:nvSpPr>
          <p:cNvPr id="12" name="TextBox 11"/>
          <p:cNvSpPr txBox="1"/>
          <p:nvPr/>
        </p:nvSpPr>
        <p:spPr>
          <a:xfrm>
            <a:off x="425196" y="822960"/>
            <a:ext cx="11338560" cy="392095"/>
          </a:xfrm>
          <a:prstGeom prst="rect">
            <a:avLst/>
          </a:prstGeom>
          <a:noFill/>
        </p:spPr>
        <p:txBody>
          <a:bodyPr wrap="square" lIns="0" tIns="0" rIns="0" bIns="0" anchor="t">
            <a:spAutoFit/>
          </a:bodyPr>
          <a:lstStyle/>
          <a:p>
            <a:pPr algn="ctr">
              <a:spcAft>
                <a:spcPts val="800"/>
              </a:spcAft>
            </a:pPr>
            <a:r>
              <a:rPr lang="en-US" sz="2600" b="1" i="0" noProof="0" dirty="0">
                <a:solidFill>
                  <a:srgbClr val="0B0B0B"/>
                </a:solidFill>
                <a:latin typeface="Arial"/>
              </a:rPr>
              <a:t>Demographic Simulations</a:t>
            </a:r>
          </a:p>
        </p:txBody>
      </p:sp>
      <p:sp>
        <p:nvSpPr>
          <p:cNvPr id="6" name="Date Placeholder 5">
            <a:extLst>
              <a:ext uri="{FF2B5EF4-FFF2-40B4-BE49-F238E27FC236}">
                <a16:creationId xmlns:a16="http://schemas.microsoft.com/office/drawing/2014/main" id="{3C9DB4D5-7A1E-8130-0134-BD3E6A08E866}"/>
              </a:ext>
            </a:extLst>
          </p:cNvPr>
          <p:cNvSpPr>
            <a:spLocks noGrp="1"/>
          </p:cNvSpPr>
          <p:nvPr>
            <p:ph type="dt" sz="half" idx="10"/>
          </p:nvPr>
        </p:nvSpPr>
        <p:spPr/>
        <p:txBody>
          <a:bodyPr/>
          <a:lstStyle/>
          <a:p>
            <a:fld id="{F05D475C-9680-4A9E-AAF8-3F74D8BA42CC}" type="datetime1">
              <a:rPr lang="en-GB" noProof="0" smtClean="0"/>
              <a:t>16/09/2026</a:t>
            </a:fld>
            <a:endParaRPr lang="en-GB" noProof="0" dirty="0"/>
          </a:p>
        </p:txBody>
      </p:sp>
      <p:sp>
        <p:nvSpPr>
          <p:cNvPr id="8" name="Slide Number Placeholder 7">
            <a:extLst>
              <a:ext uri="{FF2B5EF4-FFF2-40B4-BE49-F238E27FC236}">
                <a16:creationId xmlns:a16="http://schemas.microsoft.com/office/drawing/2014/main" id="{0661406F-F652-3812-55BE-A609E5F7078D}"/>
              </a:ext>
            </a:extLst>
          </p:cNvPr>
          <p:cNvSpPr>
            <a:spLocks noGrp="1"/>
          </p:cNvSpPr>
          <p:nvPr>
            <p:ph type="sldNum" sz="quarter" idx="12"/>
          </p:nvPr>
        </p:nvSpPr>
        <p:spPr/>
        <p:txBody>
          <a:bodyPr/>
          <a:lstStyle/>
          <a:p>
            <a:fld id="{442AD375-037F-43D0-B059-5172DA06796A}" type="slidenum">
              <a:rPr lang="en-GB" noProof="0" smtClean="0"/>
              <a:pPr/>
              <a:t>15</a:t>
            </a:fld>
            <a:endParaRPr lang="en-GB"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4FF51-7CF6-4DEE-0F7F-F638CA8A8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901B0-096C-8837-52FD-19DD8E296EFF}"/>
              </a:ext>
            </a:extLst>
          </p:cNvPr>
          <p:cNvSpPr>
            <a:spLocks noGrp="1"/>
          </p:cNvSpPr>
          <p:nvPr>
            <p:ph type="title"/>
          </p:nvPr>
        </p:nvSpPr>
        <p:spPr/>
        <p:txBody>
          <a:bodyPr/>
          <a:lstStyle/>
          <a:p>
            <a:r>
              <a:rPr lang="en-US" sz="2400" b="1" noProof="0" dirty="0">
                <a:solidFill>
                  <a:srgbClr val="0B0B0B"/>
                </a:solidFill>
                <a:latin typeface="Arial"/>
              </a:rPr>
              <a:t>Solution</a:t>
            </a:r>
          </a:p>
        </p:txBody>
      </p:sp>
      <p:sp>
        <p:nvSpPr>
          <p:cNvPr id="3" name="Rounded Rectangle 2">
            <a:extLst>
              <a:ext uri="{FF2B5EF4-FFF2-40B4-BE49-F238E27FC236}">
                <a16:creationId xmlns:a16="http://schemas.microsoft.com/office/drawing/2014/main" id="{A70B8D41-1615-0C2D-9406-B320368E7FB0}"/>
              </a:ext>
            </a:extLst>
          </p:cNvPr>
          <p:cNvSpPr/>
          <p:nvPr/>
        </p:nvSpPr>
        <p:spPr>
          <a:xfrm>
            <a:off x="27432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TextBox 3">
            <a:extLst>
              <a:ext uri="{FF2B5EF4-FFF2-40B4-BE49-F238E27FC236}">
                <a16:creationId xmlns:a16="http://schemas.microsoft.com/office/drawing/2014/main" id="{051D9FF7-9FF5-5311-8954-F87474B58554}"/>
              </a:ext>
            </a:extLst>
          </p:cNvPr>
          <p:cNvSpPr txBox="1"/>
          <p:nvPr/>
        </p:nvSpPr>
        <p:spPr>
          <a:xfrm>
            <a:off x="640080" y="192024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2A78D6"/>
                </a:solidFill>
                <a:latin typeface="Arial"/>
              </a:rPr>
              <a:t>Accessible</a:t>
            </a:r>
            <a:endParaRPr lang="en-US" sz="3600" b="1" i="0" noProof="0" dirty="0">
              <a:solidFill>
                <a:srgbClr val="2A78D6"/>
              </a:solidFill>
              <a:latin typeface="Arial"/>
            </a:endParaRPr>
          </a:p>
        </p:txBody>
      </p:sp>
      <p:sp>
        <p:nvSpPr>
          <p:cNvPr id="5" name="TextBox 4">
            <a:extLst>
              <a:ext uri="{FF2B5EF4-FFF2-40B4-BE49-F238E27FC236}">
                <a16:creationId xmlns:a16="http://schemas.microsoft.com/office/drawing/2014/main" id="{38711D1C-34E5-BE62-7280-646246206284}"/>
              </a:ext>
            </a:extLst>
          </p:cNvPr>
          <p:cNvSpPr txBox="1"/>
          <p:nvPr/>
        </p:nvSpPr>
        <p:spPr>
          <a:xfrm>
            <a:off x="640080" y="2926080"/>
            <a:ext cx="3108960" cy="687881"/>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Computer access </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Software</a:t>
            </a:r>
          </a:p>
        </p:txBody>
      </p:sp>
      <p:sp>
        <p:nvSpPr>
          <p:cNvPr id="6" name="Rounded Rectangle 5">
            <a:extLst>
              <a:ext uri="{FF2B5EF4-FFF2-40B4-BE49-F238E27FC236}">
                <a16:creationId xmlns:a16="http://schemas.microsoft.com/office/drawing/2014/main" id="{D4E0AED1-9621-5B4A-CC8D-A83A8A51A326}"/>
              </a:ext>
            </a:extLst>
          </p:cNvPr>
          <p:cNvSpPr/>
          <p:nvPr/>
        </p:nvSpPr>
        <p:spPr>
          <a:xfrm>
            <a:off x="420624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8" name="TextBox 7">
            <a:extLst>
              <a:ext uri="{FF2B5EF4-FFF2-40B4-BE49-F238E27FC236}">
                <a16:creationId xmlns:a16="http://schemas.microsoft.com/office/drawing/2014/main" id="{24D44C9B-44FF-19C6-83FE-61B7AB55002C}"/>
              </a:ext>
            </a:extLst>
          </p:cNvPr>
          <p:cNvSpPr txBox="1"/>
          <p:nvPr/>
        </p:nvSpPr>
        <p:spPr>
          <a:xfrm>
            <a:off x="4572000" y="2926080"/>
            <a:ext cx="3108960" cy="687881"/>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Easy to learn</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Minutes to run</a:t>
            </a:r>
          </a:p>
        </p:txBody>
      </p:sp>
      <p:sp>
        <p:nvSpPr>
          <p:cNvPr id="12" name="TextBox 11">
            <a:extLst>
              <a:ext uri="{FF2B5EF4-FFF2-40B4-BE49-F238E27FC236}">
                <a16:creationId xmlns:a16="http://schemas.microsoft.com/office/drawing/2014/main" id="{7FBD7A75-A60D-5CAD-F344-A6EAE3642FAC}"/>
              </a:ext>
            </a:extLst>
          </p:cNvPr>
          <p:cNvSpPr txBox="1"/>
          <p:nvPr/>
        </p:nvSpPr>
        <p:spPr>
          <a:xfrm>
            <a:off x="425196" y="822960"/>
            <a:ext cx="11338560" cy="392095"/>
          </a:xfrm>
          <a:prstGeom prst="rect">
            <a:avLst/>
          </a:prstGeom>
          <a:noFill/>
        </p:spPr>
        <p:txBody>
          <a:bodyPr wrap="square" lIns="0" tIns="0" rIns="0" bIns="0" anchor="t">
            <a:spAutoFit/>
          </a:bodyPr>
          <a:lstStyle/>
          <a:p>
            <a:pPr algn="ctr">
              <a:spcAft>
                <a:spcPts val="800"/>
              </a:spcAft>
            </a:pPr>
            <a:r>
              <a:rPr lang="en-US" sz="2600" b="1" i="0" noProof="0" dirty="0">
                <a:solidFill>
                  <a:srgbClr val="0B0B0B"/>
                </a:solidFill>
                <a:latin typeface="Arial"/>
              </a:rPr>
              <a:t>Demographic Simulations</a:t>
            </a:r>
          </a:p>
        </p:txBody>
      </p:sp>
      <p:sp>
        <p:nvSpPr>
          <p:cNvPr id="16" name="TextBox 15">
            <a:extLst>
              <a:ext uri="{FF2B5EF4-FFF2-40B4-BE49-F238E27FC236}">
                <a16:creationId xmlns:a16="http://schemas.microsoft.com/office/drawing/2014/main" id="{2C4EB7DD-6C69-3C91-2E1F-888DB028DAB7}"/>
              </a:ext>
            </a:extLst>
          </p:cNvPr>
          <p:cNvSpPr txBox="1"/>
          <p:nvPr/>
        </p:nvSpPr>
        <p:spPr>
          <a:xfrm>
            <a:off x="4539996" y="192024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2A78D6"/>
                </a:solidFill>
                <a:latin typeface="Arial"/>
              </a:rPr>
              <a:t>Fast</a:t>
            </a:r>
            <a:endParaRPr lang="en-US" sz="3600" b="1" i="0" noProof="0" dirty="0">
              <a:solidFill>
                <a:srgbClr val="2A78D6"/>
              </a:solidFill>
              <a:latin typeface="Arial"/>
            </a:endParaRPr>
          </a:p>
        </p:txBody>
      </p:sp>
      <p:sp>
        <p:nvSpPr>
          <p:cNvPr id="7" name="Date Placeholder 6">
            <a:extLst>
              <a:ext uri="{FF2B5EF4-FFF2-40B4-BE49-F238E27FC236}">
                <a16:creationId xmlns:a16="http://schemas.microsoft.com/office/drawing/2014/main" id="{2603F17C-1056-ECCC-92DC-E670730FC293}"/>
              </a:ext>
            </a:extLst>
          </p:cNvPr>
          <p:cNvSpPr>
            <a:spLocks noGrp="1"/>
          </p:cNvSpPr>
          <p:nvPr>
            <p:ph type="dt" sz="half" idx="10"/>
          </p:nvPr>
        </p:nvSpPr>
        <p:spPr/>
        <p:txBody>
          <a:bodyPr/>
          <a:lstStyle/>
          <a:p>
            <a:fld id="{40F3720B-402E-45B7-A4B4-256643707BE5}" type="datetime1">
              <a:rPr lang="en-GB" noProof="0" smtClean="0"/>
              <a:t>16/09/2026</a:t>
            </a:fld>
            <a:endParaRPr lang="en-GB" noProof="0" dirty="0"/>
          </a:p>
        </p:txBody>
      </p:sp>
      <p:sp>
        <p:nvSpPr>
          <p:cNvPr id="10" name="Slide Number Placeholder 9">
            <a:extLst>
              <a:ext uri="{FF2B5EF4-FFF2-40B4-BE49-F238E27FC236}">
                <a16:creationId xmlns:a16="http://schemas.microsoft.com/office/drawing/2014/main" id="{7E8D3874-DFB6-7156-1C0A-D6A44106B464}"/>
              </a:ext>
            </a:extLst>
          </p:cNvPr>
          <p:cNvSpPr>
            <a:spLocks noGrp="1"/>
          </p:cNvSpPr>
          <p:nvPr>
            <p:ph type="sldNum" sz="quarter" idx="12"/>
          </p:nvPr>
        </p:nvSpPr>
        <p:spPr/>
        <p:txBody>
          <a:bodyPr/>
          <a:lstStyle/>
          <a:p>
            <a:fld id="{442AD375-037F-43D0-B059-5172DA06796A}" type="slidenum">
              <a:rPr lang="en-GB" noProof="0" smtClean="0"/>
              <a:pPr/>
              <a:t>16</a:t>
            </a:fld>
            <a:endParaRPr lang="en-GB" noProof="0" dirty="0"/>
          </a:p>
        </p:txBody>
      </p:sp>
    </p:spTree>
    <p:extLst>
      <p:ext uri="{BB962C8B-B14F-4D97-AF65-F5344CB8AC3E}">
        <p14:creationId xmlns:p14="http://schemas.microsoft.com/office/powerpoint/2010/main" val="347193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D8C9B-F566-25D3-DD0F-74AC113A6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8E4668-A365-07FA-407B-8C5A1077EBB8}"/>
              </a:ext>
            </a:extLst>
          </p:cNvPr>
          <p:cNvSpPr>
            <a:spLocks noGrp="1"/>
          </p:cNvSpPr>
          <p:nvPr>
            <p:ph type="title"/>
          </p:nvPr>
        </p:nvSpPr>
        <p:spPr/>
        <p:txBody>
          <a:bodyPr/>
          <a:lstStyle/>
          <a:p>
            <a:r>
              <a:rPr lang="en-US" sz="2400" b="1" noProof="0" dirty="0">
                <a:solidFill>
                  <a:srgbClr val="0B0B0B"/>
                </a:solidFill>
                <a:latin typeface="Arial"/>
              </a:rPr>
              <a:t>Solution</a:t>
            </a:r>
          </a:p>
        </p:txBody>
      </p:sp>
      <p:sp>
        <p:nvSpPr>
          <p:cNvPr id="3" name="Rounded Rectangle 2">
            <a:extLst>
              <a:ext uri="{FF2B5EF4-FFF2-40B4-BE49-F238E27FC236}">
                <a16:creationId xmlns:a16="http://schemas.microsoft.com/office/drawing/2014/main" id="{6AE71EB2-4AF7-A204-518B-18DEDCA74725}"/>
              </a:ext>
            </a:extLst>
          </p:cNvPr>
          <p:cNvSpPr/>
          <p:nvPr/>
        </p:nvSpPr>
        <p:spPr>
          <a:xfrm>
            <a:off x="27432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TextBox 3">
            <a:extLst>
              <a:ext uri="{FF2B5EF4-FFF2-40B4-BE49-F238E27FC236}">
                <a16:creationId xmlns:a16="http://schemas.microsoft.com/office/drawing/2014/main" id="{96720783-C6CD-0F12-DDDD-448DBF3A08DD}"/>
              </a:ext>
            </a:extLst>
          </p:cNvPr>
          <p:cNvSpPr txBox="1"/>
          <p:nvPr/>
        </p:nvSpPr>
        <p:spPr>
          <a:xfrm>
            <a:off x="640080" y="192024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2A78D6"/>
                </a:solidFill>
                <a:latin typeface="Arial"/>
              </a:rPr>
              <a:t>Accessible</a:t>
            </a:r>
            <a:endParaRPr lang="en-US" sz="3600" b="1" i="0" noProof="0" dirty="0">
              <a:solidFill>
                <a:srgbClr val="2A78D6"/>
              </a:solidFill>
              <a:latin typeface="Arial"/>
            </a:endParaRPr>
          </a:p>
        </p:txBody>
      </p:sp>
      <p:sp>
        <p:nvSpPr>
          <p:cNvPr id="5" name="TextBox 4">
            <a:extLst>
              <a:ext uri="{FF2B5EF4-FFF2-40B4-BE49-F238E27FC236}">
                <a16:creationId xmlns:a16="http://schemas.microsoft.com/office/drawing/2014/main" id="{C27954D9-A4AB-41F4-7824-8A9A63D23190}"/>
              </a:ext>
            </a:extLst>
          </p:cNvPr>
          <p:cNvSpPr txBox="1"/>
          <p:nvPr/>
        </p:nvSpPr>
        <p:spPr>
          <a:xfrm>
            <a:off x="640080" y="2926080"/>
            <a:ext cx="3108960" cy="687881"/>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Computer access </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Software</a:t>
            </a:r>
          </a:p>
        </p:txBody>
      </p:sp>
      <p:sp>
        <p:nvSpPr>
          <p:cNvPr id="6" name="Rounded Rectangle 5">
            <a:extLst>
              <a:ext uri="{FF2B5EF4-FFF2-40B4-BE49-F238E27FC236}">
                <a16:creationId xmlns:a16="http://schemas.microsoft.com/office/drawing/2014/main" id="{FE4F50F4-E64E-6DAC-2CDF-2CE7266482C0}"/>
              </a:ext>
            </a:extLst>
          </p:cNvPr>
          <p:cNvSpPr/>
          <p:nvPr/>
        </p:nvSpPr>
        <p:spPr>
          <a:xfrm>
            <a:off x="420624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8" name="TextBox 7">
            <a:extLst>
              <a:ext uri="{FF2B5EF4-FFF2-40B4-BE49-F238E27FC236}">
                <a16:creationId xmlns:a16="http://schemas.microsoft.com/office/drawing/2014/main" id="{7118B81B-650F-63F4-AF90-4551C20A4AC1}"/>
              </a:ext>
            </a:extLst>
          </p:cNvPr>
          <p:cNvSpPr txBox="1"/>
          <p:nvPr/>
        </p:nvSpPr>
        <p:spPr>
          <a:xfrm>
            <a:off x="4572000" y="2926080"/>
            <a:ext cx="3108960" cy="687881"/>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Easy to learn</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Minutes to run</a:t>
            </a:r>
          </a:p>
        </p:txBody>
      </p:sp>
      <p:sp>
        <p:nvSpPr>
          <p:cNvPr id="9" name="Rounded Rectangle 8">
            <a:extLst>
              <a:ext uri="{FF2B5EF4-FFF2-40B4-BE49-F238E27FC236}">
                <a16:creationId xmlns:a16="http://schemas.microsoft.com/office/drawing/2014/main" id="{D096264B-8F87-637F-FC91-83845086BF53}"/>
              </a:ext>
            </a:extLst>
          </p:cNvPr>
          <p:cNvSpPr/>
          <p:nvPr/>
        </p:nvSpPr>
        <p:spPr>
          <a:xfrm>
            <a:off x="813816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1" name="TextBox 10">
            <a:extLst>
              <a:ext uri="{FF2B5EF4-FFF2-40B4-BE49-F238E27FC236}">
                <a16:creationId xmlns:a16="http://schemas.microsoft.com/office/drawing/2014/main" id="{FDF203F1-E9DE-7505-C519-E45B37B4C7DA}"/>
              </a:ext>
            </a:extLst>
          </p:cNvPr>
          <p:cNvSpPr txBox="1"/>
          <p:nvPr/>
        </p:nvSpPr>
        <p:spPr>
          <a:xfrm>
            <a:off x="8503920" y="2926080"/>
            <a:ext cx="3108960" cy="1098249"/>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Open-source code</a:t>
            </a:r>
          </a:p>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Free to use and learn</a:t>
            </a:r>
          </a:p>
          <a:p>
            <a:pPr marL="285750" indent="-285750" algn="l">
              <a:lnSpc>
                <a:spcPct val="125000"/>
              </a:lnSpc>
              <a:spcAft>
                <a:spcPts val="800"/>
              </a:spcAft>
              <a:buFont typeface="Arial" panose="020B0604020202020204" pitchFamily="34" charset="0"/>
              <a:buChar char="•"/>
            </a:pPr>
            <a:endParaRPr lang="en-US" sz="1600" b="0" i="0" noProof="0" dirty="0">
              <a:solidFill>
                <a:srgbClr val="52514E"/>
              </a:solidFill>
              <a:latin typeface="Arial"/>
            </a:endParaRPr>
          </a:p>
        </p:txBody>
      </p:sp>
      <p:sp>
        <p:nvSpPr>
          <p:cNvPr id="12" name="TextBox 11">
            <a:extLst>
              <a:ext uri="{FF2B5EF4-FFF2-40B4-BE49-F238E27FC236}">
                <a16:creationId xmlns:a16="http://schemas.microsoft.com/office/drawing/2014/main" id="{CE21B0F3-F851-CD04-A934-5E20A28FDB22}"/>
              </a:ext>
            </a:extLst>
          </p:cNvPr>
          <p:cNvSpPr txBox="1"/>
          <p:nvPr/>
        </p:nvSpPr>
        <p:spPr>
          <a:xfrm>
            <a:off x="425196" y="822960"/>
            <a:ext cx="11338560" cy="392095"/>
          </a:xfrm>
          <a:prstGeom prst="rect">
            <a:avLst/>
          </a:prstGeom>
          <a:noFill/>
        </p:spPr>
        <p:txBody>
          <a:bodyPr wrap="square" lIns="0" tIns="0" rIns="0" bIns="0" anchor="t">
            <a:spAutoFit/>
          </a:bodyPr>
          <a:lstStyle/>
          <a:p>
            <a:pPr algn="ctr">
              <a:spcAft>
                <a:spcPts val="800"/>
              </a:spcAft>
            </a:pPr>
            <a:r>
              <a:rPr lang="en-US" sz="2600" b="1" i="0" noProof="0" dirty="0">
                <a:solidFill>
                  <a:srgbClr val="0B0B0B"/>
                </a:solidFill>
                <a:latin typeface="Arial"/>
              </a:rPr>
              <a:t>Demographic Simulations</a:t>
            </a:r>
          </a:p>
        </p:txBody>
      </p:sp>
      <p:sp>
        <p:nvSpPr>
          <p:cNvPr id="16" name="TextBox 15">
            <a:extLst>
              <a:ext uri="{FF2B5EF4-FFF2-40B4-BE49-F238E27FC236}">
                <a16:creationId xmlns:a16="http://schemas.microsoft.com/office/drawing/2014/main" id="{1E7DF979-8C1B-0A1C-7246-5388C4751502}"/>
              </a:ext>
            </a:extLst>
          </p:cNvPr>
          <p:cNvSpPr txBox="1"/>
          <p:nvPr/>
        </p:nvSpPr>
        <p:spPr>
          <a:xfrm>
            <a:off x="4539996" y="192024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2A78D6"/>
                </a:solidFill>
                <a:latin typeface="Arial"/>
              </a:rPr>
              <a:t>Fast</a:t>
            </a:r>
            <a:endParaRPr lang="en-US" sz="3600" b="1" i="0" noProof="0" dirty="0">
              <a:solidFill>
                <a:srgbClr val="2A78D6"/>
              </a:solidFill>
              <a:latin typeface="Arial"/>
            </a:endParaRPr>
          </a:p>
        </p:txBody>
      </p:sp>
      <p:sp>
        <p:nvSpPr>
          <p:cNvPr id="18" name="TextBox 17">
            <a:extLst>
              <a:ext uri="{FF2B5EF4-FFF2-40B4-BE49-F238E27FC236}">
                <a16:creationId xmlns:a16="http://schemas.microsoft.com/office/drawing/2014/main" id="{6F71D8C7-0FFE-2382-42A6-70C7C14FE754}"/>
              </a:ext>
            </a:extLst>
          </p:cNvPr>
          <p:cNvSpPr txBox="1"/>
          <p:nvPr/>
        </p:nvSpPr>
        <p:spPr>
          <a:xfrm>
            <a:off x="8442960" y="1919375"/>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2A78D6"/>
                </a:solidFill>
                <a:latin typeface="Arial"/>
              </a:rPr>
              <a:t>Free</a:t>
            </a:r>
            <a:endParaRPr lang="en-US" sz="3600" b="1" i="0" noProof="0" dirty="0">
              <a:solidFill>
                <a:srgbClr val="2A78D6"/>
              </a:solidFill>
              <a:latin typeface="Arial"/>
            </a:endParaRPr>
          </a:p>
        </p:txBody>
      </p:sp>
      <p:sp>
        <p:nvSpPr>
          <p:cNvPr id="7" name="Date Placeholder 6">
            <a:extLst>
              <a:ext uri="{FF2B5EF4-FFF2-40B4-BE49-F238E27FC236}">
                <a16:creationId xmlns:a16="http://schemas.microsoft.com/office/drawing/2014/main" id="{64175E1B-176F-87E0-CDE1-333909229DD0}"/>
              </a:ext>
            </a:extLst>
          </p:cNvPr>
          <p:cNvSpPr>
            <a:spLocks noGrp="1"/>
          </p:cNvSpPr>
          <p:nvPr>
            <p:ph type="dt" sz="half" idx="10"/>
          </p:nvPr>
        </p:nvSpPr>
        <p:spPr/>
        <p:txBody>
          <a:bodyPr/>
          <a:lstStyle/>
          <a:p>
            <a:fld id="{C08CB14B-5513-4025-9392-6EC7E0B2547C}" type="datetime1">
              <a:rPr lang="en-GB" noProof="0" smtClean="0"/>
              <a:t>16/09/2026</a:t>
            </a:fld>
            <a:endParaRPr lang="en-GB" noProof="0" dirty="0"/>
          </a:p>
        </p:txBody>
      </p:sp>
      <p:sp>
        <p:nvSpPr>
          <p:cNvPr id="13" name="Slide Number Placeholder 12">
            <a:extLst>
              <a:ext uri="{FF2B5EF4-FFF2-40B4-BE49-F238E27FC236}">
                <a16:creationId xmlns:a16="http://schemas.microsoft.com/office/drawing/2014/main" id="{D898A659-39AA-FAAB-4C73-585749256560}"/>
              </a:ext>
            </a:extLst>
          </p:cNvPr>
          <p:cNvSpPr>
            <a:spLocks noGrp="1"/>
          </p:cNvSpPr>
          <p:nvPr>
            <p:ph type="sldNum" sz="quarter" idx="12"/>
          </p:nvPr>
        </p:nvSpPr>
        <p:spPr/>
        <p:txBody>
          <a:bodyPr/>
          <a:lstStyle/>
          <a:p>
            <a:fld id="{442AD375-037F-43D0-B059-5172DA06796A}" type="slidenum">
              <a:rPr lang="en-GB" noProof="0" smtClean="0"/>
              <a:pPr/>
              <a:t>17</a:t>
            </a:fld>
            <a:endParaRPr lang="en-GB" noProof="0" dirty="0"/>
          </a:p>
        </p:txBody>
      </p:sp>
    </p:spTree>
    <p:extLst>
      <p:ext uri="{BB962C8B-B14F-4D97-AF65-F5344CB8AC3E}">
        <p14:creationId xmlns:p14="http://schemas.microsoft.com/office/powerpoint/2010/main" val="694766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38C9D-8AF1-B1DC-99AA-2C423C21A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F1D81C-D97D-E61A-40F8-47CB8D141305}"/>
              </a:ext>
            </a:extLst>
          </p:cNvPr>
          <p:cNvSpPr>
            <a:spLocks noGrp="1"/>
          </p:cNvSpPr>
          <p:nvPr>
            <p:ph type="title"/>
          </p:nvPr>
        </p:nvSpPr>
        <p:spPr/>
        <p:txBody>
          <a:bodyPr/>
          <a:lstStyle/>
          <a:p>
            <a:r>
              <a:rPr lang="en-US" sz="2400" b="1" noProof="0" dirty="0">
                <a:solidFill>
                  <a:srgbClr val="0B0B0B"/>
                </a:solidFill>
                <a:latin typeface="Arial"/>
              </a:rPr>
              <a:t>Solution</a:t>
            </a:r>
          </a:p>
        </p:txBody>
      </p:sp>
      <p:sp>
        <p:nvSpPr>
          <p:cNvPr id="3" name="Rounded Rectangle 2">
            <a:extLst>
              <a:ext uri="{FF2B5EF4-FFF2-40B4-BE49-F238E27FC236}">
                <a16:creationId xmlns:a16="http://schemas.microsoft.com/office/drawing/2014/main" id="{1B9992D0-FB14-4F53-03A8-ED403E27ADFD}"/>
              </a:ext>
            </a:extLst>
          </p:cNvPr>
          <p:cNvSpPr/>
          <p:nvPr/>
        </p:nvSpPr>
        <p:spPr>
          <a:xfrm>
            <a:off x="27432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TextBox 3">
            <a:extLst>
              <a:ext uri="{FF2B5EF4-FFF2-40B4-BE49-F238E27FC236}">
                <a16:creationId xmlns:a16="http://schemas.microsoft.com/office/drawing/2014/main" id="{BE58769E-736F-7628-0A5C-F51D6E30BA96}"/>
              </a:ext>
            </a:extLst>
          </p:cNvPr>
          <p:cNvSpPr txBox="1"/>
          <p:nvPr/>
        </p:nvSpPr>
        <p:spPr>
          <a:xfrm>
            <a:off x="640080" y="192024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2A78D6"/>
                </a:solidFill>
                <a:latin typeface="Arial"/>
              </a:rPr>
              <a:t>Accessible</a:t>
            </a:r>
            <a:endParaRPr lang="en-US" sz="3600" b="1" i="0" noProof="0" dirty="0">
              <a:solidFill>
                <a:srgbClr val="2A78D6"/>
              </a:solidFill>
              <a:latin typeface="Arial"/>
            </a:endParaRPr>
          </a:p>
        </p:txBody>
      </p:sp>
      <p:sp>
        <p:nvSpPr>
          <p:cNvPr id="5" name="TextBox 4">
            <a:extLst>
              <a:ext uri="{FF2B5EF4-FFF2-40B4-BE49-F238E27FC236}">
                <a16:creationId xmlns:a16="http://schemas.microsoft.com/office/drawing/2014/main" id="{62611E8A-08A0-84C9-D079-7127A0D2BAAD}"/>
              </a:ext>
            </a:extLst>
          </p:cNvPr>
          <p:cNvSpPr txBox="1"/>
          <p:nvPr/>
        </p:nvSpPr>
        <p:spPr>
          <a:xfrm>
            <a:off x="640080" y="2926080"/>
            <a:ext cx="3108960" cy="687881"/>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Computer access </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Software</a:t>
            </a:r>
          </a:p>
        </p:txBody>
      </p:sp>
      <p:sp>
        <p:nvSpPr>
          <p:cNvPr id="6" name="Rounded Rectangle 5">
            <a:extLst>
              <a:ext uri="{FF2B5EF4-FFF2-40B4-BE49-F238E27FC236}">
                <a16:creationId xmlns:a16="http://schemas.microsoft.com/office/drawing/2014/main" id="{3CC21BF6-162E-C867-0C14-94C0109472C0}"/>
              </a:ext>
            </a:extLst>
          </p:cNvPr>
          <p:cNvSpPr/>
          <p:nvPr/>
        </p:nvSpPr>
        <p:spPr>
          <a:xfrm>
            <a:off x="420624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8" name="TextBox 7">
            <a:extLst>
              <a:ext uri="{FF2B5EF4-FFF2-40B4-BE49-F238E27FC236}">
                <a16:creationId xmlns:a16="http://schemas.microsoft.com/office/drawing/2014/main" id="{B4CD3F62-AEE5-E138-5A5E-42867C074703}"/>
              </a:ext>
            </a:extLst>
          </p:cNvPr>
          <p:cNvSpPr txBox="1"/>
          <p:nvPr/>
        </p:nvSpPr>
        <p:spPr>
          <a:xfrm>
            <a:off x="4572000" y="2926080"/>
            <a:ext cx="3108960" cy="687881"/>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Easy to learn</a:t>
            </a:r>
          </a:p>
          <a:p>
            <a:pPr marL="285750" indent="-285750" algn="l">
              <a:lnSpc>
                <a:spcPct val="125000"/>
              </a:lnSpc>
              <a:spcAft>
                <a:spcPts val="800"/>
              </a:spcAft>
              <a:buFont typeface="Arial" panose="020B0604020202020204" pitchFamily="34" charset="0"/>
              <a:buChar char="•"/>
            </a:pPr>
            <a:r>
              <a:rPr lang="en-US" sz="1600" b="0" i="0" noProof="0" dirty="0">
                <a:solidFill>
                  <a:srgbClr val="52514E"/>
                </a:solidFill>
                <a:latin typeface="Arial"/>
              </a:rPr>
              <a:t>Minutes to run</a:t>
            </a:r>
          </a:p>
        </p:txBody>
      </p:sp>
      <p:sp>
        <p:nvSpPr>
          <p:cNvPr id="9" name="Rounded Rectangle 8">
            <a:extLst>
              <a:ext uri="{FF2B5EF4-FFF2-40B4-BE49-F238E27FC236}">
                <a16:creationId xmlns:a16="http://schemas.microsoft.com/office/drawing/2014/main" id="{B5ABAB26-19F8-A11C-80B9-9A47AA6C8F21}"/>
              </a:ext>
            </a:extLst>
          </p:cNvPr>
          <p:cNvSpPr/>
          <p:nvPr/>
        </p:nvSpPr>
        <p:spPr>
          <a:xfrm>
            <a:off x="8138160" y="1554480"/>
            <a:ext cx="3776472" cy="2834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1" name="TextBox 10">
            <a:extLst>
              <a:ext uri="{FF2B5EF4-FFF2-40B4-BE49-F238E27FC236}">
                <a16:creationId xmlns:a16="http://schemas.microsoft.com/office/drawing/2014/main" id="{956F05BA-5ABE-D6DF-ECB3-24D314B04DBD}"/>
              </a:ext>
            </a:extLst>
          </p:cNvPr>
          <p:cNvSpPr txBox="1"/>
          <p:nvPr/>
        </p:nvSpPr>
        <p:spPr>
          <a:xfrm>
            <a:off x="8503920" y="2926080"/>
            <a:ext cx="3108960" cy="1406026"/>
          </a:xfrm>
          <a:prstGeom prst="rect">
            <a:avLst/>
          </a:prstGeom>
          <a:noFill/>
        </p:spPr>
        <p:txBody>
          <a:bodyPr wrap="square" lIns="0" tIns="0" rIns="0" bIns="0" anchor="t">
            <a:spAutoFit/>
          </a:bodyPr>
          <a:lstStyle/>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Ask a question without using funding</a:t>
            </a:r>
          </a:p>
          <a:p>
            <a:pPr marL="285750" indent="-285750" algn="l">
              <a:lnSpc>
                <a:spcPct val="125000"/>
              </a:lnSpc>
              <a:spcAft>
                <a:spcPts val="800"/>
              </a:spcAft>
              <a:buFont typeface="Arial" panose="020B0604020202020204" pitchFamily="34" charset="0"/>
              <a:buChar char="•"/>
            </a:pPr>
            <a:r>
              <a:rPr lang="en-US" noProof="0" dirty="0">
                <a:solidFill>
                  <a:srgbClr val="52514E"/>
                </a:solidFill>
                <a:latin typeface="Arial"/>
              </a:rPr>
              <a:t>Free to use and learn</a:t>
            </a:r>
          </a:p>
          <a:p>
            <a:pPr marL="285750" indent="-285750" algn="l">
              <a:lnSpc>
                <a:spcPct val="125000"/>
              </a:lnSpc>
              <a:spcAft>
                <a:spcPts val="800"/>
              </a:spcAft>
              <a:buFont typeface="Arial" panose="020B0604020202020204" pitchFamily="34" charset="0"/>
              <a:buChar char="•"/>
            </a:pPr>
            <a:endParaRPr lang="en-US" sz="1600" b="0" i="0" noProof="0" dirty="0">
              <a:solidFill>
                <a:srgbClr val="52514E"/>
              </a:solidFill>
              <a:latin typeface="Arial"/>
            </a:endParaRPr>
          </a:p>
        </p:txBody>
      </p:sp>
      <p:sp>
        <p:nvSpPr>
          <p:cNvPr id="12" name="TextBox 11">
            <a:extLst>
              <a:ext uri="{FF2B5EF4-FFF2-40B4-BE49-F238E27FC236}">
                <a16:creationId xmlns:a16="http://schemas.microsoft.com/office/drawing/2014/main" id="{112ACAF2-07F6-BE6A-FF2F-6C8F374E9049}"/>
              </a:ext>
            </a:extLst>
          </p:cNvPr>
          <p:cNvSpPr txBox="1"/>
          <p:nvPr/>
        </p:nvSpPr>
        <p:spPr>
          <a:xfrm>
            <a:off x="425196" y="822960"/>
            <a:ext cx="11338560" cy="392095"/>
          </a:xfrm>
          <a:prstGeom prst="rect">
            <a:avLst/>
          </a:prstGeom>
          <a:noFill/>
        </p:spPr>
        <p:txBody>
          <a:bodyPr wrap="square" lIns="0" tIns="0" rIns="0" bIns="0" anchor="t">
            <a:spAutoFit/>
          </a:bodyPr>
          <a:lstStyle/>
          <a:p>
            <a:pPr algn="ctr">
              <a:spcAft>
                <a:spcPts val="800"/>
              </a:spcAft>
            </a:pPr>
            <a:r>
              <a:rPr lang="en-US" sz="2600" b="1" i="0" noProof="0" dirty="0">
                <a:solidFill>
                  <a:srgbClr val="0B0B0B"/>
                </a:solidFill>
                <a:latin typeface="Arial"/>
              </a:rPr>
              <a:t>Demographic Simulations</a:t>
            </a:r>
          </a:p>
        </p:txBody>
      </p:sp>
      <p:sp>
        <p:nvSpPr>
          <p:cNvPr id="16" name="TextBox 15">
            <a:extLst>
              <a:ext uri="{FF2B5EF4-FFF2-40B4-BE49-F238E27FC236}">
                <a16:creationId xmlns:a16="http://schemas.microsoft.com/office/drawing/2014/main" id="{9CFAFAA6-DC35-F67B-EBB1-CF405B2CAAC4}"/>
              </a:ext>
            </a:extLst>
          </p:cNvPr>
          <p:cNvSpPr txBox="1"/>
          <p:nvPr/>
        </p:nvSpPr>
        <p:spPr>
          <a:xfrm>
            <a:off x="4539996" y="1920240"/>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2A78D6"/>
                </a:solidFill>
                <a:latin typeface="Arial"/>
              </a:rPr>
              <a:t>Fast</a:t>
            </a:r>
            <a:endParaRPr lang="en-US" sz="3600" b="1" i="0" noProof="0" dirty="0">
              <a:solidFill>
                <a:srgbClr val="2A78D6"/>
              </a:solidFill>
              <a:latin typeface="Arial"/>
            </a:endParaRPr>
          </a:p>
        </p:txBody>
      </p:sp>
      <p:sp>
        <p:nvSpPr>
          <p:cNvPr id="18" name="TextBox 17">
            <a:extLst>
              <a:ext uri="{FF2B5EF4-FFF2-40B4-BE49-F238E27FC236}">
                <a16:creationId xmlns:a16="http://schemas.microsoft.com/office/drawing/2014/main" id="{B1E94EEB-04FE-797D-74E6-D7CFF70D65AF}"/>
              </a:ext>
            </a:extLst>
          </p:cNvPr>
          <p:cNvSpPr txBox="1"/>
          <p:nvPr/>
        </p:nvSpPr>
        <p:spPr>
          <a:xfrm>
            <a:off x="8442960" y="1919375"/>
            <a:ext cx="3108960" cy="542906"/>
          </a:xfrm>
          <a:prstGeom prst="rect">
            <a:avLst/>
          </a:prstGeom>
          <a:noFill/>
        </p:spPr>
        <p:txBody>
          <a:bodyPr wrap="square" lIns="0" tIns="0" rIns="0" bIns="0" anchor="t">
            <a:spAutoFit/>
          </a:bodyPr>
          <a:lstStyle/>
          <a:p>
            <a:pPr algn="l">
              <a:spcAft>
                <a:spcPts val="800"/>
              </a:spcAft>
            </a:pPr>
            <a:r>
              <a:rPr lang="en-US" sz="3600" b="1" noProof="0" dirty="0">
                <a:solidFill>
                  <a:srgbClr val="2A78D6"/>
                </a:solidFill>
                <a:latin typeface="Arial"/>
              </a:rPr>
              <a:t>Free</a:t>
            </a:r>
            <a:endParaRPr lang="en-US" sz="3600" b="1" i="0" noProof="0" dirty="0">
              <a:solidFill>
                <a:srgbClr val="2A78D6"/>
              </a:solidFill>
              <a:latin typeface="Arial"/>
            </a:endParaRPr>
          </a:p>
        </p:txBody>
      </p:sp>
      <p:sp>
        <p:nvSpPr>
          <p:cNvPr id="20" name="TextBox 19">
            <a:extLst>
              <a:ext uri="{FF2B5EF4-FFF2-40B4-BE49-F238E27FC236}">
                <a16:creationId xmlns:a16="http://schemas.microsoft.com/office/drawing/2014/main" id="{17BC618A-0B66-1C98-35CD-3C0543B71823}"/>
              </a:ext>
            </a:extLst>
          </p:cNvPr>
          <p:cNvSpPr txBox="1"/>
          <p:nvPr/>
        </p:nvSpPr>
        <p:spPr>
          <a:xfrm>
            <a:off x="408328" y="4763964"/>
            <a:ext cx="11338560" cy="392095"/>
          </a:xfrm>
          <a:prstGeom prst="rect">
            <a:avLst/>
          </a:prstGeom>
          <a:noFill/>
        </p:spPr>
        <p:txBody>
          <a:bodyPr wrap="square" lIns="0" tIns="0" rIns="0" bIns="0" anchor="t">
            <a:spAutoFit/>
          </a:bodyPr>
          <a:lstStyle/>
          <a:p>
            <a:pPr>
              <a:spcAft>
                <a:spcPts val="800"/>
              </a:spcAft>
            </a:pPr>
            <a:r>
              <a:rPr lang="en-US" sz="2600" b="1" noProof="0" dirty="0">
                <a:solidFill>
                  <a:srgbClr val="0B0B0B"/>
                </a:solidFill>
                <a:latin typeface="Arial"/>
              </a:rPr>
              <a:t>Con: only as good as your parameters</a:t>
            </a:r>
            <a:endParaRPr lang="en-US" sz="2600" b="1" i="0" noProof="0" dirty="0">
              <a:solidFill>
                <a:srgbClr val="0B0B0B"/>
              </a:solidFill>
              <a:latin typeface="Arial"/>
            </a:endParaRPr>
          </a:p>
        </p:txBody>
      </p:sp>
      <p:sp>
        <p:nvSpPr>
          <p:cNvPr id="7" name="Date Placeholder 6">
            <a:extLst>
              <a:ext uri="{FF2B5EF4-FFF2-40B4-BE49-F238E27FC236}">
                <a16:creationId xmlns:a16="http://schemas.microsoft.com/office/drawing/2014/main" id="{ECFBB064-66AC-9ECE-BDB4-F093BBE9DC6F}"/>
              </a:ext>
            </a:extLst>
          </p:cNvPr>
          <p:cNvSpPr>
            <a:spLocks noGrp="1"/>
          </p:cNvSpPr>
          <p:nvPr>
            <p:ph type="dt" sz="half" idx="10"/>
          </p:nvPr>
        </p:nvSpPr>
        <p:spPr/>
        <p:txBody>
          <a:bodyPr/>
          <a:lstStyle/>
          <a:p>
            <a:fld id="{5C592B6E-6A93-47A3-9AC7-F7B133EF9AA7}" type="datetime1">
              <a:rPr lang="en-GB" noProof="0" smtClean="0"/>
              <a:t>16/09/2026</a:t>
            </a:fld>
            <a:endParaRPr lang="en-GB" noProof="0" dirty="0"/>
          </a:p>
        </p:txBody>
      </p:sp>
      <p:sp>
        <p:nvSpPr>
          <p:cNvPr id="13" name="Slide Number Placeholder 12">
            <a:extLst>
              <a:ext uri="{FF2B5EF4-FFF2-40B4-BE49-F238E27FC236}">
                <a16:creationId xmlns:a16="http://schemas.microsoft.com/office/drawing/2014/main" id="{E3818B7B-2174-9FC7-59EC-1E26B79D32A7}"/>
              </a:ext>
            </a:extLst>
          </p:cNvPr>
          <p:cNvSpPr>
            <a:spLocks noGrp="1"/>
          </p:cNvSpPr>
          <p:nvPr>
            <p:ph type="sldNum" sz="quarter" idx="12"/>
          </p:nvPr>
        </p:nvSpPr>
        <p:spPr/>
        <p:txBody>
          <a:bodyPr/>
          <a:lstStyle/>
          <a:p>
            <a:fld id="{442AD375-037F-43D0-B059-5172DA06796A}" type="slidenum">
              <a:rPr lang="en-GB" noProof="0" smtClean="0"/>
              <a:pPr/>
              <a:t>18</a:t>
            </a:fld>
            <a:endParaRPr lang="en-GB" noProof="0" dirty="0"/>
          </a:p>
        </p:txBody>
      </p:sp>
    </p:spTree>
    <p:extLst>
      <p:ext uri="{BB962C8B-B14F-4D97-AF65-F5344CB8AC3E}">
        <p14:creationId xmlns:p14="http://schemas.microsoft.com/office/powerpoint/2010/main" val="2528328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53951-F6C1-B43F-56A2-7013E9808B04}"/>
            </a:ext>
          </a:extLst>
        </p:cNvPr>
        <p:cNvGrpSpPr/>
        <p:nvPr/>
      </p:nvGrpSpPr>
      <p:grpSpPr>
        <a:xfrm>
          <a:off x="0" y="0"/>
          <a:ext cx="0" cy="0"/>
          <a:chOff x="0" y="0"/>
          <a:chExt cx="0" cy="0"/>
        </a:xfrm>
      </p:grpSpPr>
      <p:sp>
        <p:nvSpPr>
          <p:cNvPr id="3953" name="Title 3952">
            <a:extLst>
              <a:ext uri="{FF2B5EF4-FFF2-40B4-BE49-F238E27FC236}">
                <a16:creationId xmlns:a16="http://schemas.microsoft.com/office/drawing/2014/main" id="{C4BE2571-D564-A418-AEF8-A88C7E86BFB3}"/>
              </a:ext>
            </a:extLst>
          </p:cNvPr>
          <p:cNvSpPr>
            <a:spLocks noGrp="1"/>
          </p:cNvSpPr>
          <p:nvPr>
            <p:ph type="title"/>
          </p:nvPr>
        </p:nvSpPr>
        <p:spPr>
          <a:xfrm>
            <a:off x="270669" y="236627"/>
            <a:ext cx="11650662" cy="625944"/>
          </a:xfrm>
        </p:spPr>
        <p:txBody>
          <a:bodyPr/>
          <a:lstStyle/>
          <a:p>
            <a:r>
              <a:rPr lang="en-US" dirty="0"/>
              <a:t>Solution</a:t>
            </a:r>
            <a:endParaRPr lang="en-US" noProof="0" dirty="0"/>
          </a:p>
        </p:txBody>
      </p:sp>
      <p:sp>
        <p:nvSpPr>
          <p:cNvPr id="2" name="Date Placeholder 1">
            <a:extLst>
              <a:ext uri="{FF2B5EF4-FFF2-40B4-BE49-F238E27FC236}">
                <a16:creationId xmlns:a16="http://schemas.microsoft.com/office/drawing/2014/main" id="{619A8E58-880E-404C-CCA8-A969E0E0EF9D}"/>
              </a:ext>
            </a:extLst>
          </p:cNvPr>
          <p:cNvSpPr>
            <a:spLocks noGrp="1"/>
          </p:cNvSpPr>
          <p:nvPr>
            <p:ph type="dt" sz="half" idx="10"/>
          </p:nvPr>
        </p:nvSpPr>
        <p:spPr/>
        <p:txBody>
          <a:bodyPr/>
          <a:lstStyle/>
          <a:p>
            <a:fld id="{E1194ADA-29E1-4201-BF39-EF3C805CDE4F}" type="datetime1">
              <a:rPr lang="en-GB" noProof="0" smtClean="0"/>
              <a:t>16/09/2026</a:t>
            </a:fld>
            <a:endParaRPr lang="en-GB" noProof="0" dirty="0"/>
          </a:p>
        </p:txBody>
      </p:sp>
      <p:sp>
        <p:nvSpPr>
          <p:cNvPr id="4" name="Slide Number Placeholder 3">
            <a:extLst>
              <a:ext uri="{FF2B5EF4-FFF2-40B4-BE49-F238E27FC236}">
                <a16:creationId xmlns:a16="http://schemas.microsoft.com/office/drawing/2014/main" id="{D590213B-446A-9AD0-373B-83F1EA0C5ACF}"/>
              </a:ext>
            </a:extLst>
          </p:cNvPr>
          <p:cNvSpPr>
            <a:spLocks noGrp="1"/>
          </p:cNvSpPr>
          <p:nvPr>
            <p:ph type="sldNum" sz="quarter" idx="12"/>
          </p:nvPr>
        </p:nvSpPr>
        <p:spPr/>
        <p:txBody>
          <a:bodyPr/>
          <a:lstStyle/>
          <a:p>
            <a:fld id="{442AD375-037F-43D0-B059-5172DA06796A}" type="slidenum">
              <a:rPr lang="en-GB" noProof="0" smtClean="0"/>
              <a:pPr/>
              <a:t>19</a:t>
            </a:fld>
            <a:endParaRPr lang="en-GB" noProof="0" dirty="0"/>
          </a:p>
        </p:txBody>
      </p:sp>
    </p:spTree>
    <p:extLst>
      <p:ext uri="{BB962C8B-B14F-4D97-AF65-F5344CB8AC3E}">
        <p14:creationId xmlns:p14="http://schemas.microsoft.com/office/powerpoint/2010/main" val="1836996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87415-D580-C7E4-DDB2-326688AD02B2}"/>
            </a:ext>
          </a:extLst>
        </p:cNvPr>
        <p:cNvGrpSpPr/>
        <p:nvPr/>
      </p:nvGrpSpPr>
      <p:grpSpPr>
        <a:xfrm>
          <a:off x="0" y="0"/>
          <a:ext cx="0" cy="0"/>
          <a:chOff x="0" y="0"/>
          <a:chExt cx="0" cy="0"/>
        </a:xfrm>
      </p:grpSpPr>
      <p:sp>
        <p:nvSpPr>
          <p:cNvPr id="3941" name="TextBox 3940">
            <a:extLst>
              <a:ext uri="{FF2B5EF4-FFF2-40B4-BE49-F238E27FC236}">
                <a16:creationId xmlns:a16="http://schemas.microsoft.com/office/drawing/2014/main" id="{8BF17B01-CAA6-C9CA-D99C-7CA68FAED500}"/>
              </a:ext>
            </a:extLst>
          </p:cNvPr>
          <p:cNvSpPr txBox="1"/>
          <p:nvPr/>
        </p:nvSpPr>
        <p:spPr>
          <a:xfrm>
            <a:off x="479376" y="4722171"/>
            <a:ext cx="3672408" cy="422295"/>
          </a:xfrm>
          <a:prstGeom prst="rect">
            <a:avLst/>
          </a:prstGeom>
          <a:noFill/>
        </p:spPr>
        <p:txBody>
          <a:bodyPr wrap="square" lIns="0" tIns="0" rIns="0" bIns="0" rtlCol="0">
            <a:spAutoFit/>
          </a:bodyPr>
          <a:lstStyle/>
          <a:p>
            <a:r>
              <a:rPr lang="en-US" sz="2800" b="1" noProof="0" dirty="0">
                <a:latin typeface="Aptos" panose="020B0004020202020204" pitchFamily="34" charset="0"/>
              </a:rPr>
              <a:t>Record all individuals </a:t>
            </a:r>
          </a:p>
        </p:txBody>
      </p:sp>
      <p:sp>
        <p:nvSpPr>
          <p:cNvPr id="4008" name="Rectangle: Rounded Corners 4007">
            <a:extLst>
              <a:ext uri="{FF2B5EF4-FFF2-40B4-BE49-F238E27FC236}">
                <a16:creationId xmlns:a16="http://schemas.microsoft.com/office/drawing/2014/main" id="{233051E6-CCB9-7E2B-CD10-5D65B7515887}"/>
              </a:ext>
            </a:extLst>
          </p:cNvPr>
          <p:cNvSpPr/>
          <p:nvPr/>
        </p:nvSpPr>
        <p:spPr>
          <a:xfrm>
            <a:off x="191344" y="1268760"/>
            <a:ext cx="4176464"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951" name="Group 3950">
            <a:extLst>
              <a:ext uri="{FF2B5EF4-FFF2-40B4-BE49-F238E27FC236}">
                <a16:creationId xmlns:a16="http://schemas.microsoft.com/office/drawing/2014/main" id="{62040ECA-B87F-62C1-0FD2-C15EC98E71E8}"/>
              </a:ext>
            </a:extLst>
          </p:cNvPr>
          <p:cNvGrpSpPr/>
          <p:nvPr/>
        </p:nvGrpSpPr>
        <p:grpSpPr>
          <a:xfrm>
            <a:off x="335360" y="1484784"/>
            <a:ext cx="3888432" cy="2880320"/>
            <a:chOff x="335360" y="1484784"/>
            <a:chExt cx="3888432" cy="2880320"/>
          </a:xfrm>
          <a:effectLst>
            <a:outerShdw blurRad="50800" dist="38100" dir="2700000" algn="tl" rotWithShape="0">
              <a:prstClr val="black">
                <a:alpha val="40000"/>
              </a:prstClr>
            </a:outerShdw>
          </a:effectLst>
        </p:grpSpPr>
        <p:pic>
          <p:nvPicPr>
            <p:cNvPr id="83" name="Graphic 82" descr="Deciduous tree with solid fill">
              <a:extLst>
                <a:ext uri="{FF2B5EF4-FFF2-40B4-BE49-F238E27FC236}">
                  <a16:creationId xmlns:a16="http://schemas.microsoft.com/office/drawing/2014/main" id="{DDDB83C7-107B-ABB2-C071-DA3AB362D8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0986" y="2454941"/>
              <a:ext cx="209457" cy="196410"/>
            </a:xfrm>
            <a:prstGeom prst="rect">
              <a:avLst/>
            </a:prstGeom>
          </p:spPr>
        </p:pic>
        <p:pic>
          <p:nvPicPr>
            <p:cNvPr id="91" name="Graphic 90" descr="Deciduous tree with solid fill">
              <a:extLst>
                <a:ext uri="{FF2B5EF4-FFF2-40B4-BE49-F238E27FC236}">
                  <a16:creationId xmlns:a16="http://schemas.microsoft.com/office/drawing/2014/main" id="{C29CB469-B9AF-3D89-925C-65374BFB0B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360" y="2550800"/>
              <a:ext cx="209457" cy="196410"/>
            </a:xfrm>
            <a:prstGeom prst="rect">
              <a:avLst/>
            </a:prstGeom>
          </p:spPr>
        </p:pic>
        <p:pic>
          <p:nvPicPr>
            <p:cNvPr id="93" name="Graphic 92" descr="Deciduous tree with solid fill">
              <a:extLst>
                <a:ext uri="{FF2B5EF4-FFF2-40B4-BE49-F238E27FC236}">
                  <a16:creationId xmlns:a16="http://schemas.microsoft.com/office/drawing/2014/main" id="{D591EC50-C808-BFD0-4D4D-1CE1637178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563" y="2366903"/>
              <a:ext cx="209457" cy="196410"/>
            </a:xfrm>
            <a:prstGeom prst="rect">
              <a:avLst/>
            </a:prstGeom>
          </p:spPr>
        </p:pic>
        <p:pic>
          <p:nvPicPr>
            <p:cNvPr id="103" name="Graphic 102" descr="Deciduous tree with solid fill">
              <a:extLst>
                <a:ext uri="{FF2B5EF4-FFF2-40B4-BE49-F238E27FC236}">
                  <a16:creationId xmlns:a16="http://schemas.microsoft.com/office/drawing/2014/main" id="{671CCE6C-E9E6-E820-3A2C-C718510390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4" y="2674291"/>
              <a:ext cx="209457" cy="196410"/>
            </a:xfrm>
            <a:prstGeom prst="rect">
              <a:avLst/>
            </a:prstGeom>
          </p:spPr>
        </p:pic>
        <p:pic>
          <p:nvPicPr>
            <p:cNvPr id="105" name="Graphic 104" descr="Deciduous tree with solid fill">
              <a:extLst>
                <a:ext uri="{FF2B5EF4-FFF2-40B4-BE49-F238E27FC236}">
                  <a16:creationId xmlns:a16="http://schemas.microsoft.com/office/drawing/2014/main" id="{6C4C2BD5-2BAC-F24B-6181-DF98A5D2F8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107" name="Graphic 106" descr="Deciduous tree with solid fill">
              <a:extLst>
                <a:ext uri="{FF2B5EF4-FFF2-40B4-BE49-F238E27FC236}">
                  <a16:creationId xmlns:a16="http://schemas.microsoft.com/office/drawing/2014/main" id="{AAA48945-F69D-D1B7-F5C0-FB3A1C0906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109" name="Graphic 108" descr="Deciduous tree with solid fill">
              <a:extLst>
                <a:ext uri="{FF2B5EF4-FFF2-40B4-BE49-F238E27FC236}">
                  <a16:creationId xmlns:a16="http://schemas.microsoft.com/office/drawing/2014/main" id="{6080B1C5-051F-9368-F726-5DF159E392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111" name="Graphic 110" descr="Deciduous tree with solid fill">
              <a:extLst>
                <a:ext uri="{FF2B5EF4-FFF2-40B4-BE49-F238E27FC236}">
                  <a16:creationId xmlns:a16="http://schemas.microsoft.com/office/drawing/2014/main" id="{39EA49D9-37DD-0435-B813-513E7BE5FC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113" name="Graphic 112" descr="Deciduous tree with solid fill">
              <a:extLst>
                <a:ext uri="{FF2B5EF4-FFF2-40B4-BE49-F238E27FC236}">
                  <a16:creationId xmlns:a16="http://schemas.microsoft.com/office/drawing/2014/main" id="{7015F9B2-9259-5AC3-45FB-A509F0461C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115" name="Graphic 114" descr="Deciduous tree with solid fill">
              <a:extLst>
                <a:ext uri="{FF2B5EF4-FFF2-40B4-BE49-F238E27FC236}">
                  <a16:creationId xmlns:a16="http://schemas.microsoft.com/office/drawing/2014/main" id="{08C14FB7-5284-948C-14E4-2113837553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117" name="Graphic 116" descr="Deciduous tree with solid fill">
              <a:extLst>
                <a:ext uri="{FF2B5EF4-FFF2-40B4-BE49-F238E27FC236}">
                  <a16:creationId xmlns:a16="http://schemas.microsoft.com/office/drawing/2014/main" id="{3AC7752A-F9C1-718D-EC34-A0A0D4BB21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119" name="Graphic 118" descr="Deciduous tree with solid fill">
              <a:extLst>
                <a:ext uri="{FF2B5EF4-FFF2-40B4-BE49-F238E27FC236}">
                  <a16:creationId xmlns:a16="http://schemas.microsoft.com/office/drawing/2014/main" id="{C246D51C-D67A-7BBB-B800-32F5B85292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121" name="Graphic 120" descr="Deciduous tree with solid fill">
              <a:extLst>
                <a:ext uri="{FF2B5EF4-FFF2-40B4-BE49-F238E27FC236}">
                  <a16:creationId xmlns:a16="http://schemas.microsoft.com/office/drawing/2014/main" id="{F537E685-097A-B40D-472D-D81C9C11B8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23" name="Graphic 122" descr="Deciduous tree with solid fill">
              <a:extLst>
                <a:ext uri="{FF2B5EF4-FFF2-40B4-BE49-F238E27FC236}">
                  <a16:creationId xmlns:a16="http://schemas.microsoft.com/office/drawing/2014/main" id="{099BE747-85B0-4ACA-ED5C-B1C26D2318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25" name="Graphic 124" descr="Deciduous tree with solid fill">
              <a:extLst>
                <a:ext uri="{FF2B5EF4-FFF2-40B4-BE49-F238E27FC236}">
                  <a16:creationId xmlns:a16="http://schemas.microsoft.com/office/drawing/2014/main" id="{01F57340-3A90-63E8-3DE7-4CB09E7464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29" name="Graphic 128" descr="Deciduous tree with solid fill">
              <a:extLst>
                <a:ext uri="{FF2B5EF4-FFF2-40B4-BE49-F238E27FC236}">
                  <a16:creationId xmlns:a16="http://schemas.microsoft.com/office/drawing/2014/main" id="{F0C7B165-6B26-2099-EA2E-7F7A751540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0" y="2578432"/>
              <a:ext cx="209457" cy="196410"/>
            </a:xfrm>
            <a:prstGeom prst="rect">
              <a:avLst/>
            </a:prstGeom>
          </p:spPr>
        </p:pic>
        <p:pic>
          <p:nvPicPr>
            <p:cNvPr id="131" name="Graphic 130" descr="Deciduous tree with solid fill">
              <a:extLst>
                <a:ext uri="{FF2B5EF4-FFF2-40B4-BE49-F238E27FC236}">
                  <a16:creationId xmlns:a16="http://schemas.microsoft.com/office/drawing/2014/main" id="{6F37682F-EEC5-15F1-3EBE-33D1C0631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133" name="Graphic 132" descr="Deciduous tree with solid fill">
              <a:extLst>
                <a:ext uri="{FF2B5EF4-FFF2-40B4-BE49-F238E27FC236}">
                  <a16:creationId xmlns:a16="http://schemas.microsoft.com/office/drawing/2014/main" id="{2AB64A2C-A937-EDB3-BE80-FAB9ED72B7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135" name="Graphic 134" descr="Deciduous tree with solid fill">
              <a:extLst>
                <a:ext uri="{FF2B5EF4-FFF2-40B4-BE49-F238E27FC236}">
                  <a16:creationId xmlns:a16="http://schemas.microsoft.com/office/drawing/2014/main" id="{E5D5E46D-BF66-F04D-6E42-648BF97033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137" name="Graphic 136" descr="Deciduous tree with solid fill">
              <a:extLst>
                <a:ext uri="{FF2B5EF4-FFF2-40B4-BE49-F238E27FC236}">
                  <a16:creationId xmlns:a16="http://schemas.microsoft.com/office/drawing/2014/main" id="{82DF39E2-177D-688F-7EBC-BB8D73DADF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139" name="Graphic 138" descr="Deciduous tree with solid fill">
              <a:extLst>
                <a:ext uri="{FF2B5EF4-FFF2-40B4-BE49-F238E27FC236}">
                  <a16:creationId xmlns:a16="http://schemas.microsoft.com/office/drawing/2014/main" id="{DE4E0D63-78BD-9D16-19B3-04E559E4CD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141" name="Graphic 140" descr="Deciduous tree with solid fill">
              <a:extLst>
                <a:ext uri="{FF2B5EF4-FFF2-40B4-BE49-F238E27FC236}">
                  <a16:creationId xmlns:a16="http://schemas.microsoft.com/office/drawing/2014/main" id="{4AF8D66D-DEFE-AEAF-3CB3-7FC47A78F9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143" name="Graphic 142" descr="Deciduous tree with solid fill">
              <a:extLst>
                <a:ext uri="{FF2B5EF4-FFF2-40B4-BE49-F238E27FC236}">
                  <a16:creationId xmlns:a16="http://schemas.microsoft.com/office/drawing/2014/main" id="{CFE556BE-1369-8051-637D-0FEFD10C29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145" name="Graphic 144" descr="Deciduous tree with solid fill">
              <a:extLst>
                <a:ext uri="{FF2B5EF4-FFF2-40B4-BE49-F238E27FC236}">
                  <a16:creationId xmlns:a16="http://schemas.microsoft.com/office/drawing/2014/main" id="{E80CB7E4-F031-6F5A-844D-E883F3877D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147" name="Graphic 146" descr="Deciduous tree with solid fill">
              <a:extLst>
                <a:ext uri="{FF2B5EF4-FFF2-40B4-BE49-F238E27FC236}">
                  <a16:creationId xmlns:a16="http://schemas.microsoft.com/office/drawing/2014/main" id="{D0F76207-68BF-22BA-304F-C8E34ABBD9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49" name="Graphic 148" descr="Deciduous tree with solid fill">
              <a:extLst>
                <a:ext uri="{FF2B5EF4-FFF2-40B4-BE49-F238E27FC236}">
                  <a16:creationId xmlns:a16="http://schemas.microsoft.com/office/drawing/2014/main" id="{255D5095-CB31-BECC-77A3-6766CD7A68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51" name="Graphic 150" descr="Deciduous tree with solid fill">
              <a:extLst>
                <a:ext uri="{FF2B5EF4-FFF2-40B4-BE49-F238E27FC236}">
                  <a16:creationId xmlns:a16="http://schemas.microsoft.com/office/drawing/2014/main" id="{64C5EE4A-41D3-5F52-6442-92D876377E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55" name="Graphic 154" descr="Deciduous tree with solid fill">
              <a:extLst>
                <a:ext uri="{FF2B5EF4-FFF2-40B4-BE49-F238E27FC236}">
                  <a16:creationId xmlns:a16="http://schemas.microsoft.com/office/drawing/2014/main" id="{44EABAE5-5E16-743B-633C-3EC3D9C737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57" y="2490393"/>
              <a:ext cx="209457" cy="196410"/>
            </a:xfrm>
            <a:prstGeom prst="rect">
              <a:avLst/>
            </a:prstGeom>
          </p:spPr>
        </p:pic>
        <p:pic>
          <p:nvPicPr>
            <p:cNvPr id="157" name="Graphic 156" descr="Deciduous tree with solid fill">
              <a:extLst>
                <a:ext uri="{FF2B5EF4-FFF2-40B4-BE49-F238E27FC236}">
                  <a16:creationId xmlns:a16="http://schemas.microsoft.com/office/drawing/2014/main" id="{83367B12-AF93-F9C6-A82F-9241D5594A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159" name="Graphic 158" descr="Deciduous tree with solid fill">
              <a:extLst>
                <a:ext uri="{FF2B5EF4-FFF2-40B4-BE49-F238E27FC236}">
                  <a16:creationId xmlns:a16="http://schemas.microsoft.com/office/drawing/2014/main" id="{0A19E9AF-A75A-3F44-8F19-C4DDCA0308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161" name="Graphic 160" descr="Deciduous tree with solid fill">
              <a:extLst>
                <a:ext uri="{FF2B5EF4-FFF2-40B4-BE49-F238E27FC236}">
                  <a16:creationId xmlns:a16="http://schemas.microsoft.com/office/drawing/2014/main" id="{FD9B553A-72CB-E10E-F715-2DFF0589C6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163" name="Graphic 162" descr="Deciduous tree with solid fill">
              <a:extLst>
                <a:ext uri="{FF2B5EF4-FFF2-40B4-BE49-F238E27FC236}">
                  <a16:creationId xmlns:a16="http://schemas.microsoft.com/office/drawing/2014/main" id="{3279E55C-BF44-4B06-1522-D25E61A52F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165" name="Graphic 164" descr="Deciduous tree with solid fill">
              <a:extLst>
                <a:ext uri="{FF2B5EF4-FFF2-40B4-BE49-F238E27FC236}">
                  <a16:creationId xmlns:a16="http://schemas.microsoft.com/office/drawing/2014/main" id="{10841D6A-7ADC-AA36-FA8C-F7D55B673B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167" name="Graphic 166" descr="Deciduous tree with solid fill">
              <a:extLst>
                <a:ext uri="{FF2B5EF4-FFF2-40B4-BE49-F238E27FC236}">
                  <a16:creationId xmlns:a16="http://schemas.microsoft.com/office/drawing/2014/main" id="{62F95DAE-A4CB-6AF1-E613-5FBB31204B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169" name="Graphic 168" descr="Deciduous tree with solid fill">
              <a:extLst>
                <a:ext uri="{FF2B5EF4-FFF2-40B4-BE49-F238E27FC236}">
                  <a16:creationId xmlns:a16="http://schemas.microsoft.com/office/drawing/2014/main" id="{6C49A97E-9401-108B-7316-9713513A09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171" name="Graphic 170" descr="Deciduous tree with solid fill">
              <a:extLst>
                <a:ext uri="{FF2B5EF4-FFF2-40B4-BE49-F238E27FC236}">
                  <a16:creationId xmlns:a16="http://schemas.microsoft.com/office/drawing/2014/main" id="{2177C072-5D27-8769-54A1-F7620CF75B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73" name="Graphic 172" descr="Deciduous tree with solid fill">
              <a:extLst>
                <a:ext uri="{FF2B5EF4-FFF2-40B4-BE49-F238E27FC236}">
                  <a16:creationId xmlns:a16="http://schemas.microsoft.com/office/drawing/2014/main" id="{0BB0CCF9-40CE-E48A-B366-70F492DCDF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75" name="Graphic 174" descr="Deciduous tree with solid fill">
              <a:extLst>
                <a:ext uri="{FF2B5EF4-FFF2-40B4-BE49-F238E27FC236}">
                  <a16:creationId xmlns:a16="http://schemas.microsoft.com/office/drawing/2014/main" id="{44CB0FAA-C415-40F6-618D-18814C546F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77" name="Graphic 176" descr="Deciduous tree with solid fill">
              <a:extLst>
                <a:ext uri="{FF2B5EF4-FFF2-40B4-BE49-F238E27FC236}">
                  <a16:creationId xmlns:a16="http://schemas.microsoft.com/office/drawing/2014/main" id="{D8FB06E7-2CE6-CA65-C4A6-A2F0E753FC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353" name="Graphic 352" descr="Deciduous tree with solid fill">
              <a:extLst>
                <a:ext uri="{FF2B5EF4-FFF2-40B4-BE49-F238E27FC236}">
                  <a16:creationId xmlns:a16="http://schemas.microsoft.com/office/drawing/2014/main" id="{5D7254ED-0808-38D4-8A12-FD67F43B23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0" y="2578432"/>
              <a:ext cx="209457" cy="196410"/>
            </a:xfrm>
            <a:prstGeom prst="rect">
              <a:avLst/>
            </a:prstGeom>
          </p:spPr>
        </p:pic>
        <p:pic>
          <p:nvPicPr>
            <p:cNvPr id="355" name="Graphic 354" descr="Deciduous tree with solid fill">
              <a:extLst>
                <a:ext uri="{FF2B5EF4-FFF2-40B4-BE49-F238E27FC236}">
                  <a16:creationId xmlns:a16="http://schemas.microsoft.com/office/drawing/2014/main" id="{23FCD34C-11A2-E864-D588-6615952948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4" y="2674291"/>
              <a:ext cx="209457" cy="196410"/>
            </a:xfrm>
            <a:prstGeom prst="rect">
              <a:avLst/>
            </a:prstGeom>
          </p:spPr>
        </p:pic>
        <p:pic>
          <p:nvPicPr>
            <p:cNvPr id="357" name="Graphic 356" descr="Deciduous tree with solid fill">
              <a:extLst>
                <a:ext uri="{FF2B5EF4-FFF2-40B4-BE49-F238E27FC236}">
                  <a16:creationId xmlns:a16="http://schemas.microsoft.com/office/drawing/2014/main" id="{1CDC288C-3A70-EE67-A942-7C0BDFE96D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57" y="2490393"/>
              <a:ext cx="209457" cy="196410"/>
            </a:xfrm>
            <a:prstGeom prst="rect">
              <a:avLst/>
            </a:prstGeom>
          </p:spPr>
        </p:pic>
        <p:pic>
          <p:nvPicPr>
            <p:cNvPr id="361" name="Graphic 360" descr="Deciduous tree with solid fill">
              <a:extLst>
                <a:ext uri="{FF2B5EF4-FFF2-40B4-BE49-F238E27FC236}">
                  <a16:creationId xmlns:a16="http://schemas.microsoft.com/office/drawing/2014/main" id="{40371B62-602F-4A11-DF1D-A1123122D8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363" name="Graphic 362" descr="Deciduous tree with solid fill">
              <a:extLst>
                <a:ext uri="{FF2B5EF4-FFF2-40B4-BE49-F238E27FC236}">
                  <a16:creationId xmlns:a16="http://schemas.microsoft.com/office/drawing/2014/main" id="{15D530E1-51BC-8E04-EBB2-2B5AF879F3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365" name="Graphic 364" descr="Deciduous tree with solid fill">
              <a:extLst>
                <a:ext uri="{FF2B5EF4-FFF2-40B4-BE49-F238E27FC236}">
                  <a16:creationId xmlns:a16="http://schemas.microsoft.com/office/drawing/2014/main" id="{14E6024F-BF09-621D-0779-E86D9CC365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367" name="Graphic 366" descr="Deciduous tree with solid fill">
              <a:extLst>
                <a:ext uri="{FF2B5EF4-FFF2-40B4-BE49-F238E27FC236}">
                  <a16:creationId xmlns:a16="http://schemas.microsoft.com/office/drawing/2014/main" id="{46DFF159-BC8B-7598-8F63-79061E8DE5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369" name="Graphic 368" descr="Deciduous tree with solid fill">
              <a:extLst>
                <a:ext uri="{FF2B5EF4-FFF2-40B4-BE49-F238E27FC236}">
                  <a16:creationId xmlns:a16="http://schemas.microsoft.com/office/drawing/2014/main" id="{6466F8D0-57C1-9702-C93C-DA600B656D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371" name="Graphic 370" descr="Deciduous tree with solid fill">
              <a:extLst>
                <a:ext uri="{FF2B5EF4-FFF2-40B4-BE49-F238E27FC236}">
                  <a16:creationId xmlns:a16="http://schemas.microsoft.com/office/drawing/2014/main" id="{C309F16D-30A4-6465-866A-E37C7626BF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373" name="Graphic 372" descr="Deciduous tree with solid fill">
              <a:extLst>
                <a:ext uri="{FF2B5EF4-FFF2-40B4-BE49-F238E27FC236}">
                  <a16:creationId xmlns:a16="http://schemas.microsoft.com/office/drawing/2014/main" id="{FE3E3DC7-C50F-31AF-3BC9-366B3E2013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375" name="Graphic 374" descr="Deciduous tree with solid fill">
              <a:extLst>
                <a:ext uri="{FF2B5EF4-FFF2-40B4-BE49-F238E27FC236}">
                  <a16:creationId xmlns:a16="http://schemas.microsoft.com/office/drawing/2014/main" id="{BAB9B298-1EC7-4E8E-6209-7D5DCB03D6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377" name="Graphic 376" descr="Deciduous tree with solid fill">
              <a:extLst>
                <a:ext uri="{FF2B5EF4-FFF2-40B4-BE49-F238E27FC236}">
                  <a16:creationId xmlns:a16="http://schemas.microsoft.com/office/drawing/2014/main" id="{7A3C749F-0618-DAB3-7748-73401E4B93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379" name="Graphic 378" descr="Deciduous tree with solid fill">
              <a:extLst>
                <a:ext uri="{FF2B5EF4-FFF2-40B4-BE49-F238E27FC236}">
                  <a16:creationId xmlns:a16="http://schemas.microsoft.com/office/drawing/2014/main" id="{88FA10B0-27A0-6C7A-A72C-AAA410F5AC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381" name="Graphic 380" descr="Deciduous tree with solid fill">
              <a:extLst>
                <a:ext uri="{FF2B5EF4-FFF2-40B4-BE49-F238E27FC236}">
                  <a16:creationId xmlns:a16="http://schemas.microsoft.com/office/drawing/2014/main" id="{0EF3652C-1C4E-9444-EE03-278C1BC642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387" name="Graphic 386" descr="Deciduous tree with solid fill">
              <a:extLst>
                <a:ext uri="{FF2B5EF4-FFF2-40B4-BE49-F238E27FC236}">
                  <a16:creationId xmlns:a16="http://schemas.microsoft.com/office/drawing/2014/main" id="{9E1B19E1-666A-2D80-E9ED-18D38C6B3B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389" name="Graphic 388" descr="Deciduous tree with solid fill">
              <a:extLst>
                <a:ext uri="{FF2B5EF4-FFF2-40B4-BE49-F238E27FC236}">
                  <a16:creationId xmlns:a16="http://schemas.microsoft.com/office/drawing/2014/main" id="{CDDD7400-1E2A-118F-1BD1-63CD9D56D9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391" name="Graphic 390" descr="Deciduous tree with solid fill">
              <a:extLst>
                <a:ext uri="{FF2B5EF4-FFF2-40B4-BE49-F238E27FC236}">
                  <a16:creationId xmlns:a16="http://schemas.microsoft.com/office/drawing/2014/main" id="{F088D2B7-6020-F61C-603F-BF2E5D9147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393" name="Graphic 392" descr="Deciduous tree with solid fill">
              <a:extLst>
                <a:ext uri="{FF2B5EF4-FFF2-40B4-BE49-F238E27FC236}">
                  <a16:creationId xmlns:a16="http://schemas.microsoft.com/office/drawing/2014/main" id="{0293B47D-89A3-9E83-4061-AD47F79CD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395" name="Graphic 394" descr="Deciduous tree with solid fill">
              <a:extLst>
                <a:ext uri="{FF2B5EF4-FFF2-40B4-BE49-F238E27FC236}">
                  <a16:creationId xmlns:a16="http://schemas.microsoft.com/office/drawing/2014/main" id="{3EAC16A7-E1C4-E381-21EC-0301999CD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397" name="Graphic 396" descr="Deciduous tree with solid fill">
              <a:extLst>
                <a:ext uri="{FF2B5EF4-FFF2-40B4-BE49-F238E27FC236}">
                  <a16:creationId xmlns:a16="http://schemas.microsoft.com/office/drawing/2014/main" id="{F6A79138-5E61-F418-8BCE-9B72358E2B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399" name="Graphic 398" descr="Deciduous tree with solid fill">
              <a:extLst>
                <a:ext uri="{FF2B5EF4-FFF2-40B4-BE49-F238E27FC236}">
                  <a16:creationId xmlns:a16="http://schemas.microsoft.com/office/drawing/2014/main" id="{1183539A-7593-6411-4D3A-10AAB7E750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401" name="Graphic 400" descr="Deciduous tree with solid fill">
              <a:extLst>
                <a:ext uri="{FF2B5EF4-FFF2-40B4-BE49-F238E27FC236}">
                  <a16:creationId xmlns:a16="http://schemas.microsoft.com/office/drawing/2014/main" id="{E34D0A49-39A0-A449-E75A-73EB3036E8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403" name="Graphic 402" descr="Deciduous tree with solid fill">
              <a:extLst>
                <a:ext uri="{FF2B5EF4-FFF2-40B4-BE49-F238E27FC236}">
                  <a16:creationId xmlns:a16="http://schemas.microsoft.com/office/drawing/2014/main" id="{449757B6-A6D6-C32F-0BFD-3B37F3ED89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405" name="Graphic 404" descr="Deciduous tree with solid fill">
              <a:extLst>
                <a:ext uri="{FF2B5EF4-FFF2-40B4-BE49-F238E27FC236}">
                  <a16:creationId xmlns:a16="http://schemas.microsoft.com/office/drawing/2014/main" id="{2EDA7EB8-AB0F-BA1E-99D3-969C11BCE0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407" name="Graphic 406" descr="Deciduous tree with solid fill">
              <a:extLst>
                <a:ext uri="{FF2B5EF4-FFF2-40B4-BE49-F238E27FC236}">
                  <a16:creationId xmlns:a16="http://schemas.microsoft.com/office/drawing/2014/main" id="{A5D04E33-F269-3529-C3E8-65F62F1BB1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413" name="Graphic 412" descr="Deciduous tree with solid fill">
              <a:extLst>
                <a:ext uri="{FF2B5EF4-FFF2-40B4-BE49-F238E27FC236}">
                  <a16:creationId xmlns:a16="http://schemas.microsoft.com/office/drawing/2014/main" id="{1A8F6B04-9C6F-4B05-756C-B6B96A70B7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415" name="Graphic 414" descr="Deciduous tree with solid fill">
              <a:extLst>
                <a:ext uri="{FF2B5EF4-FFF2-40B4-BE49-F238E27FC236}">
                  <a16:creationId xmlns:a16="http://schemas.microsoft.com/office/drawing/2014/main" id="{9A142DD8-E76A-132D-5D0D-56DF2F2372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417" name="Graphic 416" descr="Deciduous tree with solid fill">
              <a:extLst>
                <a:ext uri="{FF2B5EF4-FFF2-40B4-BE49-F238E27FC236}">
                  <a16:creationId xmlns:a16="http://schemas.microsoft.com/office/drawing/2014/main" id="{C93DDF27-0FF4-A4AA-CD81-741B7FF7BE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419" name="Graphic 418" descr="Deciduous tree with solid fill">
              <a:extLst>
                <a:ext uri="{FF2B5EF4-FFF2-40B4-BE49-F238E27FC236}">
                  <a16:creationId xmlns:a16="http://schemas.microsoft.com/office/drawing/2014/main" id="{77C8880B-0203-ACD0-FD12-BF5E3B37CB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421" name="Graphic 420" descr="Deciduous tree with solid fill">
              <a:extLst>
                <a:ext uri="{FF2B5EF4-FFF2-40B4-BE49-F238E27FC236}">
                  <a16:creationId xmlns:a16="http://schemas.microsoft.com/office/drawing/2014/main" id="{8C1C36EB-B4CB-E238-F2E8-0C21ADB6B7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423" name="Graphic 422" descr="Deciduous tree with solid fill">
              <a:extLst>
                <a:ext uri="{FF2B5EF4-FFF2-40B4-BE49-F238E27FC236}">
                  <a16:creationId xmlns:a16="http://schemas.microsoft.com/office/drawing/2014/main" id="{9450B883-2994-E115-E8A3-622DF41418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425" name="Graphic 424" descr="Deciduous tree with solid fill">
              <a:extLst>
                <a:ext uri="{FF2B5EF4-FFF2-40B4-BE49-F238E27FC236}">
                  <a16:creationId xmlns:a16="http://schemas.microsoft.com/office/drawing/2014/main" id="{5700FE5D-11B6-79FD-9D68-015BF26A82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427" name="Graphic 426" descr="Deciduous tree with solid fill">
              <a:extLst>
                <a:ext uri="{FF2B5EF4-FFF2-40B4-BE49-F238E27FC236}">
                  <a16:creationId xmlns:a16="http://schemas.microsoft.com/office/drawing/2014/main" id="{5E62D103-69F5-13CD-94F1-64393333D6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429" name="Graphic 428" descr="Deciduous tree with solid fill">
              <a:extLst>
                <a:ext uri="{FF2B5EF4-FFF2-40B4-BE49-F238E27FC236}">
                  <a16:creationId xmlns:a16="http://schemas.microsoft.com/office/drawing/2014/main" id="{CA3ABE1E-A093-BB03-739B-FB1339B51B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431" name="Graphic 430" descr="Deciduous tree with solid fill">
              <a:extLst>
                <a:ext uri="{FF2B5EF4-FFF2-40B4-BE49-F238E27FC236}">
                  <a16:creationId xmlns:a16="http://schemas.microsoft.com/office/drawing/2014/main" id="{E88A5418-42D5-48DC-011F-3BE95C992A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433" name="Graphic 432" descr="Deciduous tree with solid fill">
              <a:extLst>
                <a:ext uri="{FF2B5EF4-FFF2-40B4-BE49-F238E27FC236}">
                  <a16:creationId xmlns:a16="http://schemas.microsoft.com/office/drawing/2014/main" id="{6F070D19-F580-47C7-FEF4-185A52CA2D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439" name="Graphic 438" descr="Deciduous tree with solid fill">
              <a:extLst>
                <a:ext uri="{FF2B5EF4-FFF2-40B4-BE49-F238E27FC236}">
                  <a16:creationId xmlns:a16="http://schemas.microsoft.com/office/drawing/2014/main" id="{AFB9DA1A-78D7-24BE-F35F-99E0FEFAB4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441" name="Graphic 440" descr="Deciduous tree with solid fill">
              <a:extLst>
                <a:ext uri="{FF2B5EF4-FFF2-40B4-BE49-F238E27FC236}">
                  <a16:creationId xmlns:a16="http://schemas.microsoft.com/office/drawing/2014/main" id="{9605324B-B538-297C-7443-F74472CD92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443" name="Graphic 442" descr="Deciduous tree with solid fill">
              <a:extLst>
                <a:ext uri="{FF2B5EF4-FFF2-40B4-BE49-F238E27FC236}">
                  <a16:creationId xmlns:a16="http://schemas.microsoft.com/office/drawing/2014/main" id="{2337D48F-20E6-910D-D72A-4B228F7852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447" name="Graphic 446" descr="Deciduous tree with solid fill">
              <a:extLst>
                <a:ext uri="{FF2B5EF4-FFF2-40B4-BE49-F238E27FC236}">
                  <a16:creationId xmlns:a16="http://schemas.microsoft.com/office/drawing/2014/main" id="{1C30F2CA-B994-9BB1-9895-AE5EE64D51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449" name="Graphic 448" descr="Deciduous tree with solid fill">
              <a:extLst>
                <a:ext uri="{FF2B5EF4-FFF2-40B4-BE49-F238E27FC236}">
                  <a16:creationId xmlns:a16="http://schemas.microsoft.com/office/drawing/2014/main" id="{914FA412-9494-F144-B6F1-3613C58BFD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451" name="Graphic 450" descr="Deciduous tree with solid fill">
              <a:extLst>
                <a:ext uri="{FF2B5EF4-FFF2-40B4-BE49-F238E27FC236}">
                  <a16:creationId xmlns:a16="http://schemas.microsoft.com/office/drawing/2014/main" id="{374B4F6E-85D6-8224-F568-C26EAB850C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453" name="Graphic 452" descr="Deciduous tree with solid fill">
              <a:extLst>
                <a:ext uri="{FF2B5EF4-FFF2-40B4-BE49-F238E27FC236}">
                  <a16:creationId xmlns:a16="http://schemas.microsoft.com/office/drawing/2014/main" id="{6F937925-C3D1-0CA6-21E2-41CF10886B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455" name="Graphic 454" descr="Deciduous tree with solid fill">
              <a:extLst>
                <a:ext uri="{FF2B5EF4-FFF2-40B4-BE49-F238E27FC236}">
                  <a16:creationId xmlns:a16="http://schemas.microsoft.com/office/drawing/2014/main" id="{138E3926-CC13-B20D-DFB7-D00DBF49AD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457" name="Graphic 456" descr="Deciduous tree with solid fill">
              <a:extLst>
                <a:ext uri="{FF2B5EF4-FFF2-40B4-BE49-F238E27FC236}">
                  <a16:creationId xmlns:a16="http://schemas.microsoft.com/office/drawing/2014/main" id="{73A9E9C5-C919-6169-FBA6-729884B31B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459" name="Graphic 458" descr="Deciduous tree with solid fill">
              <a:extLst>
                <a:ext uri="{FF2B5EF4-FFF2-40B4-BE49-F238E27FC236}">
                  <a16:creationId xmlns:a16="http://schemas.microsoft.com/office/drawing/2014/main" id="{88E40403-05D5-871E-E71A-CE8C6F3BF1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461" name="Graphic 460" descr="Deciduous tree with solid fill">
              <a:extLst>
                <a:ext uri="{FF2B5EF4-FFF2-40B4-BE49-F238E27FC236}">
                  <a16:creationId xmlns:a16="http://schemas.microsoft.com/office/drawing/2014/main" id="{C1790D29-6C12-9882-249E-6B84C6CD80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463" name="Graphic 462" descr="Deciduous tree with solid fill">
              <a:extLst>
                <a:ext uri="{FF2B5EF4-FFF2-40B4-BE49-F238E27FC236}">
                  <a16:creationId xmlns:a16="http://schemas.microsoft.com/office/drawing/2014/main" id="{A58F2762-73C6-BD1E-CC45-9146FBF0DB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465" name="Graphic 464" descr="Deciduous tree with solid fill">
              <a:extLst>
                <a:ext uri="{FF2B5EF4-FFF2-40B4-BE49-F238E27FC236}">
                  <a16:creationId xmlns:a16="http://schemas.microsoft.com/office/drawing/2014/main" id="{888668D2-C12D-601D-62AD-27BF161DBE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473" name="Graphic 472" descr="Deciduous tree with solid fill">
              <a:extLst>
                <a:ext uri="{FF2B5EF4-FFF2-40B4-BE49-F238E27FC236}">
                  <a16:creationId xmlns:a16="http://schemas.microsoft.com/office/drawing/2014/main" id="{673E0833-0D2D-73C3-4192-4BAC44B440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475" name="Graphic 474" descr="Deciduous tree with solid fill">
              <a:extLst>
                <a:ext uri="{FF2B5EF4-FFF2-40B4-BE49-F238E27FC236}">
                  <a16:creationId xmlns:a16="http://schemas.microsoft.com/office/drawing/2014/main" id="{9B8BA301-A6E5-EFEA-ADD5-FF790EBFE9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477" name="Graphic 476" descr="Deciduous tree with solid fill">
              <a:extLst>
                <a:ext uri="{FF2B5EF4-FFF2-40B4-BE49-F238E27FC236}">
                  <a16:creationId xmlns:a16="http://schemas.microsoft.com/office/drawing/2014/main" id="{7569659F-C66E-948E-2E95-00729E49B6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479" name="Graphic 478" descr="Deciduous tree with solid fill">
              <a:extLst>
                <a:ext uri="{FF2B5EF4-FFF2-40B4-BE49-F238E27FC236}">
                  <a16:creationId xmlns:a16="http://schemas.microsoft.com/office/drawing/2014/main" id="{C5136E1A-A5EB-0809-FFBA-4821912B18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481" name="Graphic 480" descr="Deciduous tree with solid fill">
              <a:extLst>
                <a:ext uri="{FF2B5EF4-FFF2-40B4-BE49-F238E27FC236}">
                  <a16:creationId xmlns:a16="http://schemas.microsoft.com/office/drawing/2014/main" id="{0614D670-C2D6-B3CE-EC1C-B170319ACC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483" name="Graphic 482" descr="Deciduous tree with solid fill">
              <a:extLst>
                <a:ext uri="{FF2B5EF4-FFF2-40B4-BE49-F238E27FC236}">
                  <a16:creationId xmlns:a16="http://schemas.microsoft.com/office/drawing/2014/main" id="{3B494DE9-4C1B-1782-794D-97B62D1B49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485" name="Graphic 484" descr="Deciduous tree with solid fill">
              <a:extLst>
                <a:ext uri="{FF2B5EF4-FFF2-40B4-BE49-F238E27FC236}">
                  <a16:creationId xmlns:a16="http://schemas.microsoft.com/office/drawing/2014/main" id="{DC25A3DA-A083-F3DB-BA54-D3349C9CA4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487" name="Graphic 486" descr="Deciduous tree with solid fill">
              <a:extLst>
                <a:ext uri="{FF2B5EF4-FFF2-40B4-BE49-F238E27FC236}">
                  <a16:creationId xmlns:a16="http://schemas.microsoft.com/office/drawing/2014/main" id="{639B4C4A-78C0-EF55-ED3D-CD95F52468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489" name="Graphic 488" descr="Deciduous tree with solid fill">
              <a:extLst>
                <a:ext uri="{FF2B5EF4-FFF2-40B4-BE49-F238E27FC236}">
                  <a16:creationId xmlns:a16="http://schemas.microsoft.com/office/drawing/2014/main" id="{44A5AB6A-A233-8CAA-CA84-F9A053FFEA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491" name="Graphic 490" descr="Deciduous tree with solid fill">
              <a:extLst>
                <a:ext uri="{FF2B5EF4-FFF2-40B4-BE49-F238E27FC236}">
                  <a16:creationId xmlns:a16="http://schemas.microsoft.com/office/drawing/2014/main" id="{37FA1803-D019-23C1-5603-325A469F2D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499" name="Graphic 498" descr="Deciduous tree with solid fill">
              <a:extLst>
                <a:ext uri="{FF2B5EF4-FFF2-40B4-BE49-F238E27FC236}">
                  <a16:creationId xmlns:a16="http://schemas.microsoft.com/office/drawing/2014/main" id="{148F948C-7C46-BDF2-21C5-65E04DD2FB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501" name="Graphic 500" descr="Deciduous tree with solid fill">
              <a:extLst>
                <a:ext uri="{FF2B5EF4-FFF2-40B4-BE49-F238E27FC236}">
                  <a16:creationId xmlns:a16="http://schemas.microsoft.com/office/drawing/2014/main" id="{5E7FD7BA-47B2-2436-0484-4FC856382B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503" name="Graphic 502" descr="Deciduous tree with solid fill">
              <a:extLst>
                <a:ext uri="{FF2B5EF4-FFF2-40B4-BE49-F238E27FC236}">
                  <a16:creationId xmlns:a16="http://schemas.microsoft.com/office/drawing/2014/main" id="{504B5463-778E-B06C-B137-025E190257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505" name="Graphic 504" descr="Deciduous tree with solid fill">
              <a:extLst>
                <a:ext uri="{FF2B5EF4-FFF2-40B4-BE49-F238E27FC236}">
                  <a16:creationId xmlns:a16="http://schemas.microsoft.com/office/drawing/2014/main" id="{216093DB-9953-61F6-D0F6-B93880A33C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507" name="Graphic 506" descr="Deciduous tree with solid fill">
              <a:extLst>
                <a:ext uri="{FF2B5EF4-FFF2-40B4-BE49-F238E27FC236}">
                  <a16:creationId xmlns:a16="http://schemas.microsoft.com/office/drawing/2014/main" id="{324BCA0F-25BC-0EBA-2B39-9292AAA7DF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509" name="Graphic 508" descr="Deciduous tree with solid fill">
              <a:extLst>
                <a:ext uri="{FF2B5EF4-FFF2-40B4-BE49-F238E27FC236}">
                  <a16:creationId xmlns:a16="http://schemas.microsoft.com/office/drawing/2014/main" id="{6B6CDA81-3522-FADE-5DBB-5B19AF89A2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511" name="Graphic 510" descr="Deciduous tree with solid fill">
              <a:extLst>
                <a:ext uri="{FF2B5EF4-FFF2-40B4-BE49-F238E27FC236}">
                  <a16:creationId xmlns:a16="http://schemas.microsoft.com/office/drawing/2014/main" id="{2E10F550-8311-14B2-DF54-D25E883D15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513" name="Graphic 512" descr="Deciduous tree with solid fill">
              <a:extLst>
                <a:ext uri="{FF2B5EF4-FFF2-40B4-BE49-F238E27FC236}">
                  <a16:creationId xmlns:a16="http://schemas.microsoft.com/office/drawing/2014/main" id="{BF010449-EACA-6124-4DF2-89010EDF32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515" name="Graphic 514" descr="Deciduous tree with solid fill">
              <a:extLst>
                <a:ext uri="{FF2B5EF4-FFF2-40B4-BE49-F238E27FC236}">
                  <a16:creationId xmlns:a16="http://schemas.microsoft.com/office/drawing/2014/main" id="{9638A5DA-65C5-B29E-D0AB-0ABE014E97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517" name="Graphic 516" descr="Deciduous tree with solid fill">
              <a:extLst>
                <a:ext uri="{FF2B5EF4-FFF2-40B4-BE49-F238E27FC236}">
                  <a16:creationId xmlns:a16="http://schemas.microsoft.com/office/drawing/2014/main" id="{0056EB59-BEB3-1C2D-44D9-9B3595DAA0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525" name="Graphic 524" descr="Deciduous tree with solid fill">
              <a:extLst>
                <a:ext uri="{FF2B5EF4-FFF2-40B4-BE49-F238E27FC236}">
                  <a16:creationId xmlns:a16="http://schemas.microsoft.com/office/drawing/2014/main" id="{B9EE06B4-9A77-2348-3BF5-91F2950E24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527" name="Graphic 526" descr="Deciduous tree with solid fill">
              <a:extLst>
                <a:ext uri="{FF2B5EF4-FFF2-40B4-BE49-F238E27FC236}">
                  <a16:creationId xmlns:a16="http://schemas.microsoft.com/office/drawing/2014/main" id="{8DC623FA-BC70-C9B7-6591-3C8C73CB55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529" name="Graphic 528" descr="Deciduous tree with solid fill">
              <a:extLst>
                <a:ext uri="{FF2B5EF4-FFF2-40B4-BE49-F238E27FC236}">
                  <a16:creationId xmlns:a16="http://schemas.microsoft.com/office/drawing/2014/main" id="{1F07C113-202F-D656-A389-8090E98815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533" name="Graphic 532" descr="Deciduous tree with solid fill">
              <a:extLst>
                <a:ext uri="{FF2B5EF4-FFF2-40B4-BE49-F238E27FC236}">
                  <a16:creationId xmlns:a16="http://schemas.microsoft.com/office/drawing/2014/main" id="{0E4AC948-AFF3-C1D3-D667-7CABF0A90D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535" name="Graphic 534" descr="Deciduous tree with solid fill">
              <a:extLst>
                <a:ext uri="{FF2B5EF4-FFF2-40B4-BE49-F238E27FC236}">
                  <a16:creationId xmlns:a16="http://schemas.microsoft.com/office/drawing/2014/main" id="{28978D79-611B-5DDE-F67B-1666C5D0FA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537" name="Graphic 536" descr="Deciduous tree with solid fill">
              <a:extLst>
                <a:ext uri="{FF2B5EF4-FFF2-40B4-BE49-F238E27FC236}">
                  <a16:creationId xmlns:a16="http://schemas.microsoft.com/office/drawing/2014/main" id="{994731D8-4B71-E2BD-7BA6-7EF5C1DE91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539" name="Graphic 538" descr="Deciduous tree with solid fill">
              <a:extLst>
                <a:ext uri="{FF2B5EF4-FFF2-40B4-BE49-F238E27FC236}">
                  <a16:creationId xmlns:a16="http://schemas.microsoft.com/office/drawing/2014/main" id="{8ADBDBFE-BB51-2660-A7CE-F8365268D9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541" name="Graphic 540" descr="Deciduous tree with solid fill">
              <a:extLst>
                <a:ext uri="{FF2B5EF4-FFF2-40B4-BE49-F238E27FC236}">
                  <a16:creationId xmlns:a16="http://schemas.microsoft.com/office/drawing/2014/main" id="{60E0424B-BAAD-6DDD-85E4-29C8BD7118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543" name="Graphic 542" descr="Deciduous tree with solid fill">
              <a:extLst>
                <a:ext uri="{FF2B5EF4-FFF2-40B4-BE49-F238E27FC236}">
                  <a16:creationId xmlns:a16="http://schemas.microsoft.com/office/drawing/2014/main" id="{5B0B48C7-9E16-6C33-22AD-0ABD8E1A3F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545" name="Graphic 544" descr="Deciduous tree with solid fill">
              <a:extLst>
                <a:ext uri="{FF2B5EF4-FFF2-40B4-BE49-F238E27FC236}">
                  <a16:creationId xmlns:a16="http://schemas.microsoft.com/office/drawing/2014/main" id="{28E0B9F9-9693-A506-4928-6652F09FE6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547" name="Graphic 546" descr="Deciduous tree with solid fill">
              <a:extLst>
                <a:ext uri="{FF2B5EF4-FFF2-40B4-BE49-F238E27FC236}">
                  <a16:creationId xmlns:a16="http://schemas.microsoft.com/office/drawing/2014/main" id="{65C7D26D-38EA-8DD4-83A2-39C206FB8E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549" name="Graphic 548" descr="Deciduous tree with solid fill">
              <a:extLst>
                <a:ext uri="{FF2B5EF4-FFF2-40B4-BE49-F238E27FC236}">
                  <a16:creationId xmlns:a16="http://schemas.microsoft.com/office/drawing/2014/main" id="{FAC15349-C74F-F744-060E-49FC1917B7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559" name="Graphic 558" descr="Deciduous tree with solid fill">
              <a:extLst>
                <a:ext uri="{FF2B5EF4-FFF2-40B4-BE49-F238E27FC236}">
                  <a16:creationId xmlns:a16="http://schemas.microsoft.com/office/drawing/2014/main" id="{78B9F82B-2177-F607-49F4-7E08272F84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561" name="Graphic 560" descr="Deciduous tree with solid fill">
              <a:extLst>
                <a:ext uri="{FF2B5EF4-FFF2-40B4-BE49-F238E27FC236}">
                  <a16:creationId xmlns:a16="http://schemas.microsoft.com/office/drawing/2014/main" id="{2A5283E1-4EE1-6A03-CEF2-BECA118B00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563" name="Graphic 562" descr="Deciduous tree with solid fill">
              <a:extLst>
                <a:ext uri="{FF2B5EF4-FFF2-40B4-BE49-F238E27FC236}">
                  <a16:creationId xmlns:a16="http://schemas.microsoft.com/office/drawing/2014/main" id="{D90EAECA-0DB3-B874-0916-E79D380D33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565" name="Graphic 564" descr="Deciduous tree with solid fill">
              <a:extLst>
                <a:ext uri="{FF2B5EF4-FFF2-40B4-BE49-F238E27FC236}">
                  <a16:creationId xmlns:a16="http://schemas.microsoft.com/office/drawing/2014/main" id="{E6B80489-CD37-3718-094D-CBAC56C2ED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567" name="Graphic 566" descr="Deciduous tree with solid fill">
              <a:extLst>
                <a:ext uri="{FF2B5EF4-FFF2-40B4-BE49-F238E27FC236}">
                  <a16:creationId xmlns:a16="http://schemas.microsoft.com/office/drawing/2014/main" id="{0330205C-6337-5643-BE77-4961EC1C67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569" name="Graphic 568" descr="Deciduous tree with solid fill">
              <a:extLst>
                <a:ext uri="{FF2B5EF4-FFF2-40B4-BE49-F238E27FC236}">
                  <a16:creationId xmlns:a16="http://schemas.microsoft.com/office/drawing/2014/main" id="{1BB5857F-36F5-EF8A-9231-772C40861A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571" name="Graphic 570" descr="Deciduous tree with solid fill">
              <a:extLst>
                <a:ext uri="{FF2B5EF4-FFF2-40B4-BE49-F238E27FC236}">
                  <a16:creationId xmlns:a16="http://schemas.microsoft.com/office/drawing/2014/main" id="{0F9A2A31-5FDC-008E-86DE-31165DE9DA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573" name="Graphic 572" descr="Deciduous tree with solid fill">
              <a:extLst>
                <a:ext uri="{FF2B5EF4-FFF2-40B4-BE49-F238E27FC236}">
                  <a16:creationId xmlns:a16="http://schemas.microsoft.com/office/drawing/2014/main" id="{82513CF7-83A2-2AD0-3E92-FC0BAC6952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575" name="Graphic 574" descr="Deciduous tree with solid fill">
              <a:extLst>
                <a:ext uri="{FF2B5EF4-FFF2-40B4-BE49-F238E27FC236}">
                  <a16:creationId xmlns:a16="http://schemas.microsoft.com/office/drawing/2014/main" id="{5FECC824-9AA8-E161-1C2C-ACE0F82EB1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585" name="Graphic 584" descr="Deciduous tree with solid fill">
              <a:extLst>
                <a:ext uri="{FF2B5EF4-FFF2-40B4-BE49-F238E27FC236}">
                  <a16:creationId xmlns:a16="http://schemas.microsoft.com/office/drawing/2014/main" id="{9104A477-904E-7BA7-481C-D44DF03195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587" name="Graphic 586" descr="Deciduous tree with solid fill">
              <a:extLst>
                <a:ext uri="{FF2B5EF4-FFF2-40B4-BE49-F238E27FC236}">
                  <a16:creationId xmlns:a16="http://schemas.microsoft.com/office/drawing/2014/main" id="{6DD489D7-78A6-67AF-18D5-24E25E6C41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589" name="Graphic 588" descr="Deciduous tree with solid fill">
              <a:extLst>
                <a:ext uri="{FF2B5EF4-FFF2-40B4-BE49-F238E27FC236}">
                  <a16:creationId xmlns:a16="http://schemas.microsoft.com/office/drawing/2014/main" id="{D113EFA0-191A-D3D0-90AB-52C7D0AFDE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591" name="Graphic 590" descr="Deciduous tree with solid fill">
              <a:extLst>
                <a:ext uri="{FF2B5EF4-FFF2-40B4-BE49-F238E27FC236}">
                  <a16:creationId xmlns:a16="http://schemas.microsoft.com/office/drawing/2014/main" id="{2D54629D-9D4D-F037-993D-6CDB43FB59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593" name="Graphic 592" descr="Deciduous tree with solid fill">
              <a:extLst>
                <a:ext uri="{FF2B5EF4-FFF2-40B4-BE49-F238E27FC236}">
                  <a16:creationId xmlns:a16="http://schemas.microsoft.com/office/drawing/2014/main" id="{E55BDA6F-ACDD-B843-5250-94AEA77242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595" name="Graphic 594" descr="Deciduous tree with solid fill">
              <a:extLst>
                <a:ext uri="{FF2B5EF4-FFF2-40B4-BE49-F238E27FC236}">
                  <a16:creationId xmlns:a16="http://schemas.microsoft.com/office/drawing/2014/main" id="{441BE98D-3B2F-0AAD-251A-89262F80B3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597" name="Graphic 596" descr="Deciduous tree with solid fill">
              <a:extLst>
                <a:ext uri="{FF2B5EF4-FFF2-40B4-BE49-F238E27FC236}">
                  <a16:creationId xmlns:a16="http://schemas.microsoft.com/office/drawing/2014/main" id="{7D0BBA43-A8BD-BD8B-6AAF-1FCF6707D0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599" name="Graphic 598" descr="Deciduous tree with solid fill">
              <a:extLst>
                <a:ext uri="{FF2B5EF4-FFF2-40B4-BE49-F238E27FC236}">
                  <a16:creationId xmlns:a16="http://schemas.microsoft.com/office/drawing/2014/main" id="{43C82102-89BA-81C5-9229-71E3BCA997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601" name="Graphic 600" descr="Deciduous tree with solid fill">
              <a:extLst>
                <a:ext uri="{FF2B5EF4-FFF2-40B4-BE49-F238E27FC236}">
                  <a16:creationId xmlns:a16="http://schemas.microsoft.com/office/drawing/2014/main" id="{4FFDD50A-EF87-68C1-D913-7D7AC0BCDD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611" name="Graphic 610" descr="Deciduous tree with solid fill">
              <a:extLst>
                <a:ext uri="{FF2B5EF4-FFF2-40B4-BE49-F238E27FC236}">
                  <a16:creationId xmlns:a16="http://schemas.microsoft.com/office/drawing/2014/main" id="{53E52F19-1CE9-968E-BF38-F79AF6FC4F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613" name="Graphic 612" descr="Deciduous tree with solid fill">
              <a:extLst>
                <a:ext uri="{FF2B5EF4-FFF2-40B4-BE49-F238E27FC236}">
                  <a16:creationId xmlns:a16="http://schemas.microsoft.com/office/drawing/2014/main" id="{C1227345-4778-45D6-D04C-907FD42480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615" name="Graphic 614" descr="Deciduous tree with solid fill">
              <a:extLst>
                <a:ext uri="{FF2B5EF4-FFF2-40B4-BE49-F238E27FC236}">
                  <a16:creationId xmlns:a16="http://schemas.microsoft.com/office/drawing/2014/main" id="{F9AFA522-2825-6E93-F432-A2286622F9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619" name="Graphic 618" descr="Deciduous tree with solid fill">
              <a:extLst>
                <a:ext uri="{FF2B5EF4-FFF2-40B4-BE49-F238E27FC236}">
                  <a16:creationId xmlns:a16="http://schemas.microsoft.com/office/drawing/2014/main" id="{6B1061BC-1A63-8942-1B31-77D545925C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621" name="Graphic 620" descr="Deciduous tree with solid fill">
              <a:extLst>
                <a:ext uri="{FF2B5EF4-FFF2-40B4-BE49-F238E27FC236}">
                  <a16:creationId xmlns:a16="http://schemas.microsoft.com/office/drawing/2014/main" id="{A492C783-84F8-FFB4-CD5B-4C63049203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623" name="Graphic 622" descr="Deciduous tree with solid fill">
              <a:extLst>
                <a:ext uri="{FF2B5EF4-FFF2-40B4-BE49-F238E27FC236}">
                  <a16:creationId xmlns:a16="http://schemas.microsoft.com/office/drawing/2014/main" id="{E7ED5610-9BB7-7279-D0DD-944DE0F13E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625" name="Graphic 624" descr="Deciduous tree with solid fill">
              <a:extLst>
                <a:ext uri="{FF2B5EF4-FFF2-40B4-BE49-F238E27FC236}">
                  <a16:creationId xmlns:a16="http://schemas.microsoft.com/office/drawing/2014/main" id="{1C6D8EA5-6CCB-5BAE-D71D-B88335BF3C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627" name="Graphic 626" descr="Deciduous tree with solid fill">
              <a:extLst>
                <a:ext uri="{FF2B5EF4-FFF2-40B4-BE49-F238E27FC236}">
                  <a16:creationId xmlns:a16="http://schemas.microsoft.com/office/drawing/2014/main" id="{B0E5E023-0FF7-7B35-1CD2-BCBBE583F0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629" name="Graphic 628" descr="Deciduous tree with solid fill">
              <a:extLst>
                <a:ext uri="{FF2B5EF4-FFF2-40B4-BE49-F238E27FC236}">
                  <a16:creationId xmlns:a16="http://schemas.microsoft.com/office/drawing/2014/main" id="{A04101AD-FFA6-9F6D-B6A6-29B8227A8F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631" name="Graphic 630" descr="Deciduous tree with solid fill">
              <a:extLst>
                <a:ext uri="{FF2B5EF4-FFF2-40B4-BE49-F238E27FC236}">
                  <a16:creationId xmlns:a16="http://schemas.microsoft.com/office/drawing/2014/main" id="{55B79888-632E-454A-F8EA-753B7B6DFE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633" name="Graphic 632" descr="Deciduous tree with solid fill">
              <a:extLst>
                <a:ext uri="{FF2B5EF4-FFF2-40B4-BE49-F238E27FC236}">
                  <a16:creationId xmlns:a16="http://schemas.microsoft.com/office/drawing/2014/main" id="{971F1AC8-C04E-60B7-37BF-527B597CA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645" name="Graphic 644" descr="Deciduous tree with solid fill">
              <a:extLst>
                <a:ext uri="{FF2B5EF4-FFF2-40B4-BE49-F238E27FC236}">
                  <a16:creationId xmlns:a16="http://schemas.microsoft.com/office/drawing/2014/main" id="{2CCCD20D-F5B9-7D44-D467-49DC9053A9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647" name="Graphic 646" descr="Deciduous tree with solid fill">
              <a:extLst>
                <a:ext uri="{FF2B5EF4-FFF2-40B4-BE49-F238E27FC236}">
                  <a16:creationId xmlns:a16="http://schemas.microsoft.com/office/drawing/2014/main" id="{DC8A6A92-FFCF-A9D9-5A59-0910C58250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649" name="Graphic 648" descr="Deciduous tree with solid fill">
              <a:extLst>
                <a:ext uri="{FF2B5EF4-FFF2-40B4-BE49-F238E27FC236}">
                  <a16:creationId xmlns:a16="http://schemas.microsoft.com/office/drawing/2014/main" id="{69C3E972-5EDD-0A88-B2D2-89EB2510A9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651" name="Graphic 650" descr="Deciduous tree with solid fill">
              <a:extLst>
                <a:ext uri="{FF2B5EF4-FFF2-40B4-BE49-F238E27FC236}">
                  <a16:creationId xmlns:a16="http://schemas.microsoft.com/office/drawing/2014/main" id="{4A457244-3FCE-2279-FF7C-1CED520EA8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653" name="Graphic 652" descr="Deciduous tree with solid fill">
              <a:extLst>
                <a:ext uri="{FF2B5EF4-FFF2-40B4-BE49-F238E27FC236}">
                  <a16:creationId xmlns:a16="http://schemas.microsoft.com/office/drawing/2014/main" id="{0B827EE0-FF5E-CF7E-D12E-0D9D954568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655" name="Graphic 654" descr="Deciduous tree with solid fill">
              <a:extLst>
                <a:ext uri="{FF2B5EF4-FFF2-40B4-BE49-F238E27FC236}">
                  <a16:creationId xmlns:a16="http://schemas.microsoft.com/office/drawing/2014/main" id="{0E3A3FC2-5D7A-2347-25C9-CAF81C8774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657" name="Graphic 656" descr="Deciduous tree with solid fill">
              <a:extLst>
                <a:ext uri="{FF2B5EF4-FFF2-40B4-BE49-F238E27FC236}">
                  <a16:creationId xmlns:a16="http://schemas.microsoft.com/office/drawing/2014/main" id="{82C5A7ED-17B9-D9E5-60A7-402B8A284B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659" name="Graphic 658" descr="Deciduous tree with solid fill">
              <a:extLst>
                <a:ext uri="{FF2B5EF4-FFF2-40B4-BE49-F238E27FC236}">
                  <a16:creationId xmlns:a16="http://schemas.microsoft.com/office/drawing/2014/main" id="{A2A5BBF1-864B-21F5-AE98-E472EBB388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671" name="Graphic 670" descr="Deciduous tree with solid fill">
              <a:extLst>
                <a:ext uri="{FF2B5EF4-FFF2-40B4-BE49-F238E27FC236}">
                  <a16:creationId xmlns:a16="http://schemas.microsoft.com/office/drawing/2014/main" id="{CB7C7BC1-FE37-1F56-4DDB-C91FFDD546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673" name="Graphic 672" descr="Deciduous tree with solid fill">
              <a:extLst>
                <a:ext uri="{FF2B5EF4-FFF2-40B4-BE49-F238E27FC236}">
                  <a16:creationId xmlns:a16="http://schemas.microsoft.com/office/drawing/2014/main" id="{ABD7861F-3DBE-88B0-C3BE-DA85E62DD7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675" name="Graphic 674" descr="Deciduous tree with solid fill">
              <a:extLst>
                <a:ext uri="{FF2B5EF4-FFF2-40B4-BE49-F238E27FC236}">
                  <a16:creationId xmlns:a16="http://schemas.microsoft.com/office/drawing/2014/main" id="{FE9C686D-0DD3-BBA6-3E94-14E8929FA0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677" name="Graphic 676" descr="Deciduous tree with solid fill">
              <a:extLst>
                <a:ext uri="{FF2B5EF4-FFF2-40B4-BE49-F238E27FC236}">
                  <a16:creationId xmlns:a16="http://schemas.microsoft.com/office/drawing/2014/main" id="{D2BC7B1F-7B99-1864-CAC1-BDD815F70E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679" name="Graphic 678" descr="Deciduous tree with solid fill">
              <a:extLst>
                <a:ext uri="{FF2B5EF4-FFF2-40B4-BE49-F238E27FC236}">
                  <a16:creationId xmlns:a16="http://schemas.microsoft.com/office/drawing/2014/main" id="{4AEAC769-F41F-81F1-269A-38368B19EC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681" name="Graphic 680" descr="Deciduous tree with solid fill">
              <a:extLst>
                <a:ext uri="{FF2B5EF4-FFF2-40B4-BE49-F238E27FC236}">
                  <a16:creationId xmlns:a16="http://schemas.microsoft.com/office/drawing/2014/main" id="{5B62FE41-0B7C-BA18-F0A1-5F252BBF92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683" name="Graphic 682" descr="Deciduous tree with solid fill">
              <a:extLst>
                <a:ext uri="{FF2B5EF4-FFF2-40B4-BE49-F238E27FC236}">
                  <a16:creationId xmlns:a16="http://schemas.microsoft.com/office/drawing/2014/main" id="{5AC2EA50-B73D-57F7-72A9-1BF4903D08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685" name="Graphic 684" descr="Deciduous tree with solid fill">
              <a:extLst>
                <a:ext uri="{FF2B5EF4-FFF2-40B4-BE49-F238E27FC236}">
                  <a16:creationId xmlns:a16="http://schemas.microsoft.com/office/drawing/2014/main" id="{BF9DD015-A6AA-F366-D400-2BB9652BA4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697" name="Graphic 696" descr="Deciduous tree with solid fill">
              <a:extLst>
                <a:ext uri="{FF2B5EF4-FFF2-40B4-BE49-F238E27FC236}">
                  <a16:creationId xmlns:a16="http://schemas.microsoft.com/office/drawing/2014/main" id="{6CAA5795-A3E4-3134-9AB6-0693440CA3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699" name="Graphic 698" descr="Deciduous tree with solid fill">
              <a:extLst>
                <a:ext uri="{FF2B5EF4-FFF2-40B4-BE49-F238E27FC236}">
                  <a16:creationId xmlns:a16="http://schemas.microsoft.com/office/drawing/2014/main" id="{B493B743-E7A3-FC22-E9CD-BE3D29C2E9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701" name="Graphic 700" descr="Deciduous tree with solid fill">
              <a:extLst>
                <a:ext uri="{FF2B5EF4-FFF2-40B4-BE49-F238E27FC236}">
                  <a16:creationId xmlns:a16="http://schemas.microsoft.com/office/drawing/2014/main" id="{52EA4A11-255E-3B70-7A5A-94EB125DC5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705" name="Graphic 704" descr="Deciduous tree with solid fill">
              <a:extLst>
                <a:ext uri="{FF2B5EF4-FFF2-40B4-BE49-F238E27FC236}">
                  <a16:creationId xmlns:a16="http://schemas.microsoft.com/office/drawing/2014/main" id="{36B37DFE-E580-2F1A-5529-93D2BA6558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707" name="Graphic 706" descr="Deciduous tree with solid fill">
              <a:extLst>
                <a:ext uri="{FF2B5EF4-FFF2-40B4-BE49-F238E27FC236}">
                  <a16:creationId xmlns:a16="http://schemas.microsoft.com/office/drawing/2014/main" id="{8514679F-C5B0-C771-2840-CD03CF9BF0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709" name="Graphic 708" descr="Deciduous tree with solid fill">
              <a:extLst>
                <a:ext uri="{FF2B5EF4-FFF2-40B4-BE49-F238E27FC236}">
                  <a16:creationId xmlns:a16="http://schemas.microsoft.com/office/drawing/2014/main" id="{82ADEFD3-C593-4A47-CFC2-814D276806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711" name="Graphic 710" descr="Deciduous tree with solid fill">
              <a:extLst>
                <a:ext uri="{FF2B5EF4-FFF2-40B4-BE49-F238E27FC236}">
                  <a16:creationId xmlns:a16="http://schemas.microsoft.com/office/drawing/2014/main" id="{50C019B6-821C-54A1-FD41-5372D40BFF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713" name="Graphic 712" descr="Deciduous tree with solid fill">
              <a:extLst>
                <a:ext uri="{FF2B5EF4-FFF2-40B4-BE49-F238E27FC236}">
                  <a16:creationId xmlns:a16="http://schemas.microsoft.com/office/drawing/2014/main" id="{7D7AD3AE-EFFE-644D-B5FC-158A520007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715" name="Graphic 714" descr="Deciduous tree with solid fill">
              <a:extLst>
                <a:ext uri="{FF2B5EF4-FFF2-40B4-BE49-F238E27FC236}">
                  <a16:creationId xmlns:a16="http://schemas.microsoft.com/office/drawing/2014/main" id="{24F7C479-1882-FF25-750E-B91F29BE6D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717" name="Graphic 716" descr="Deciduous tree with solid fill">
              <a:extLst>
                <a:ext uri="{FF2B5EF4-FFF2-40B4-BE49-F238E27FC236}">
                  <a16:creationId xmlns:a16="http://schemas.microsoft.com/office/drawing/2014/main" id="{1E9379C6-0609-86E8-3FC8-2A2E2077A8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731" name="Graphic 730" descr="Deciduous tree with solid fill">
              <a:extLst>
                <a:ext uri="{FF2B5EF4-FFF2-40B4-BE49-F238E27FC236}">
                  <a16:creationId xmlns:a16="http://schemas.microsoft.com/office/drawing/2014/main" id="{C86EE5BA-4016-9C23-AAB6-781F66EA32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733" name="Graphic 732" descr="Deciduous tree with solid fill">
              <a:extLst>
                <a:ext uri="{FF2B5EF4-FFF2-40B4-BE49-F238E27FC236}">
                  <a16:creationId xmlns:a16="http://schemas.microsoft.com/office/drawing/2014/main" id="{D4D95E1F-074C-FD22-8AB3-17D1F138E8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735" name="Graphic 734" descr="Deciduous tree with solid fill">
              <a:extLst>
                <a:ext uri="{FF2B5EF4-FFF2-40B4-BE49-F238E27FC236}">
                  <a16:creationId xmlns:a16="http://schemas.microsoft.com/office/drawing/2014/main" id="{E7927689-B11D-9D2E-157D-71A7D751E0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737" name="Graphic 736" descr="Deciduous tree with solid fill">
              <a:extLst>
                <a:ext uri="{FF2B5EF4-FFF2-40B4-BE49-F238E27FC236}">
                  <a16:creationId xmlns:a16="http://schemas.microsoft.com/office/drawing/2014/main" id="{4739E528-D6AA-9E78-B9CF-E69D2237FF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739" name="Graphic 738" descr="Deciduous tree with solid fill">
              <a:extLst>
                <a:ext uri="{FF2B5EF4-FFF2-40B4-BE49-F238E27FC236}">
                  <a16:creationId xmlns:a16="http://schemas.microsoft.com/office/drawing/2014/main" id="{2C27D76E-979C-ED74-485B-7215DBA1DF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741" name="Graphic 740" descr="Deciduous tree with solid fill">
              <a:extLst>
                <a:ext uri="{FF2B5EF4-FFF2-40B4-BE49-F238E27FC236}">
                  <a16:creationId xmlns:a16="http://schemas.microsoft.com/office/drawing/2014/main" id="{5D3DB1C4-48EA-5C00-3AF5-A47027D51B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743" name="Graphic 742" descr="Deciduous tree with solid fill">
              <a:extLst>
                <a:ext uri="{FF2B5EF4-FFF2-40B4-BE49-F238E27FC236}">
                  <a16:creationId xmlns:a16="http://schemas.microsoft.com/office/drawing/2014/main" id="{52D443CB-A698-7D4D-6EB2-73D9ABB006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757" name="Graphic 756" descr="Deciduous tree with solid fill">
              <a:extLst>
                <a:ext uri="{FF2B5EF4-FFF2-40B4-BE49-F238E27FC236}">
                  <a16:creationId xmlns:a16="http://schemas.microsoft.com/office/drawing/2014/main" id="{8B82F15B-D1A3-4203-B38E-4337FD8055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759" name="Graphic 758" descr="Deciduous tree with solid fill">
              <a:extLst>
                <a:ext uri="{FF2B5EF4-FFF2-40B4-BE49-F238E27FC236}">
                  <a16:creationId xmlns:a16="http://schemas.microsoft.com/office/drawing/2014/main" id="{CA9BA5A0-D738-AEEB-479F-48EE76F583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761" name="Graphic 760" descr="Deciduous tree with solid fill">
              <a:extLst>
                <a:ext uri="{FF2B5EF4-FFF2-40B4-BE49-F238E27FC236}">
                  <a16:creationId xmlns:a16="http://schemas.microsoft.com/office/drawing/2014/main" id="{9429ABBF-A85C-D3C8-3B17-234B998581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763" name="Graphic 762" descr="Deciduous tree with solid fill">
              <a:extLst>
                <a:ext uri="{FF2B5EF4-FFF2-40B4-BE49-F238E27FC236}">
                  <a16:creationId xmlns:a16="http://schemas.microsoft.com/office/drawing/2014/main" id="{0E203B8B-3BC0-4E36-3062-D9EAFBBD6D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765" name="Graphic 764" descr="Deciduous tree with solid fill">
              <a:extLst>
                <a:ext uri="{FF2B5EF4-FFF2-40B4-BE49-F238E27FC236}">
                  <a16:creationId xmlns:a16="http://schemas.microsoft.com/office/drawing/2014/main" id="{6ED32B66-9088-ECE0-CAFC-44D355B972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767" name="Graphic 766" descr="Deciduous tree with solid fill">
              <a:extLst>
                <a:ext uri="{FF2B5EF4-FFF2-40B4-BE49-F238E27FC236}">
                  <a16:creationId xmlns:a16="http://schemas.microsoft.com/office/drawing/2014/main" id="{98D55847-E6D4-8CBF-AA83-A53F07BD74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769" name="Graphic 768" descr="Deciduous tree with solid fill">
              <a:extLst>
                <a:ext uri="{FF2B5EF4-FFF2-40B4-BE49-F238E27FC236}">
                  <a16:creationId xmlns:a16="http://schemas.microsoft.com/office/drawing/2014/main" id="{010FB37B-1065-5131-0C4D-99727D8413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783" name="Graphic 782" descr="Deciduous tree with solid fill">
              <a:extLst>
                <a:ext uri="{FF2B5EF4-FFF2-40B4-BE49-F238E27FC236}">
                  <a16:creationId xmlns:a16="http://schemas.microsoft.com/office/drawing/2014/main" id="{24E45B5C-27B3-E31E-B26F-B2B47C47A6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785" name="Graphic 784" descr="Deciduous tree with solid fill">
              <a:extLst>
                <a:ext uri="{FF2B5EF4-FFF2-40B4-BE49-F238E27FC236}">
                  <a16:creationId xmlns:a16="http://schemas.microsoft.com/office/drawing/2014/main" id="{D82FDB0B-AEBE-190A-37FE-0A596D5E14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787" name="Graphic 786" descr="Deciduous tree with solid fill">
              <a:extLst>
                <a:ext uri="{FF2B5EF4-FFF2-40B4-BE49-F238E27FC236}">
                  <a16:creationId xmlns:a16="http://schemas.microsoft.com/office/drawing/2014/main" id="{9E76A870-53D3-6261-E78C-29D6046C4E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791" name="Graphic 790" descr="Deciduous tree with solid fill">
              <a:extLst>
                <a:ext uri="{FF2B5EF4-FFF2-40B4-BE49-F238E27FC236}">
                  <a16:creationId xmlns:a16="http://schemas.microsoft.com/office/drawing/2014/main" id="{9972EE8E-C3E3-EB64-789F-A01083C9B6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793" name="Graphic 792" descr="Deciduous tree with solid fill">
              <a:extLst>
                <a:ext uri="{FF2B5EF4-FFF2-40B4-BE49-F238E27FC236}">
                  <a16:creationId xmlns:a16="http://schemas.microsoft.com/office/drawing/2014/main" id="{091AF166-167C-FC5B-0083-65FD049CCD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795" name="Graphic 794" descr="Deciduous tree with solid fill">
              <a:extLst>
                <a:ext uri="{FF2B5EF4-FFF2-40B4-BE49-F238E27FC236}">
                  <a16:creationId xmlns:a16="http://schemas.microsoft.com/office/drawing/2014/main" id="{87CA0E8C-7C48-7C35-D557-D73C2EB62A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797" name="Graphic 796" descr="Deciduous tree with solid fill">
              <a:extLst>
                <a:ext uri="{FF2B5EF4-FFF2-40B4-BE49-F238E27FC236}">
                  <a16:creationId xmlns:a16="http://schemas.microsoft.com/office/drawing/2014/main" id="{2ECD72C2-7267-BB1C-59F4-2959F52FAF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799" name="Graphic 798" descr="Deciduous tree with solid fill">
              <a:extLst>
                <a:ext uri="{FF2B5EF4-FFF2-40B4-BE49-F238E27FC236}">
                  <a16:creationId xmlns:a16="http://schemas.microsoft.com/office/drawing/2014/main" id="{AE415F4E-D797-4F6F-DEDD-3D31A2AB52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801" name="Graphic 800" descr="Deciduous tree with solid fill">
              <a:extLst>
                <a:ext uri="{FF2B5EF4-FFF2-40B4-BE49-F238E27FC236}">
                  <a16:creationId xmlns:a16="http://schemas.microsoft.com/office/drawing/2014/main" id="{DE732F9A-13E2-9C7C-9E02-3C670BBFB2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817" name="Graphic 816" descr="Deciduous tree with solid fill">
              <a:extLst>
                <a:ext uri="{FF2B5EF4-FFF2-40B4-BE49-F238E27FC236}">
                  <a16:creationId xmlns:a16="http://schemas.microsoft.com/office/drawing/2014/main" id="{A0FC2B2F-98E0-602A-A3A9-B312334354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819" name="Graphic 818" descr="Deciduous tree with solid fill">
              <a:extLst>
                <a:ext uri="{FF2B5EF4-FFF2-40B4-BE49-F238E27FC236}">
                  <a16:creationId xmlns:a16="http://schemas.microsoft.com/office/drawing/2014/main" id="{BFE3F3C0-5F88-90E6-49B0-2FA136EB92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821" name="Graphic 820" descr="Deciduous tree with solid fill">
              <a:extLst>
                <a:ext uri="{FF2B5EF4-FFF2-40B4-BE49-F238E27FC236}">
                  <a16:creationId xmlns:a16="http://schemas.microsoft.com/office/drawing/2014/main" id="{1198B426-1C99-BD18-F0C4-EDDE97942F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823" name="Graphic 822" descr="Deciduous tree with solid fill">
              <a:extLst>
                <a:ext uri="{FF2B5EF4-FFF2-40B4-BE49-F238E27FC236}">
                  <a16:creationId xmlns:a16="http://schemas.microsoft.com/office/drawing/2014/main" id="{B772986E-F470-082B-D22E-36F85AC82A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825" name="Graphic 824" descr="Deciduous tree with solid fill">
              <a:extLst>
                <a:ext uri="{FF2B5EF4-FFF2-40B4-BE49-F238E27FC236}">
                  <a16:creationId xmlns:a16="http://schemas.microsoft.com/office/drawing/2014/main" id="{8BBD0D96-BCC4-38EE-40FA-0068D62491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827" name="Graphic 826" descr="Deciduous tree with solid fill">
              <a:extLst>
                <a:ext uri="{FF2B5EF4-FFF2-40B4-BE49-F238E27FC236}">
                  <a16:creationId xmlns:a16="http://schemas.microsoft.com/office/drawing/2014/main" id="{45B0A696-2EE7-B26B-E89C-152FC5C007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843" name="Graphic 842" descr="Deciduous tree with solid fill">
              <a:extLst>
                <a:ext uri="{FF2B5EF4-FFF2-40B4-BE49-F238E27FC236}">
                  <a16:creationId xmlns:a16="http://schemas.microsoft.com/office/drawing/2014/main" id="{E0B8F643-F102-148F-DB57-199B02BFFF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845" name="Graphic 844" descr="Deciduous tree with solid fill">
              <a:extLst>
                <a:ext uri="{FF2B5EF4-FFF2-40B4-BE49-F238E27FC236}">
                  <a16:creationId xmlns:a16="http://schemas.microsoft.com/office/drawing/2014/main" id="{3F920998-101E-790E-D7ED-E7896538E0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847" name="Graphic 846" descr="Deciduous tree with solid fill">
              <a:extLst>
                <a:ext uri="{FF2B5EF4-FFF2-40B4-BE49-F238E27FC236}">
                  <a16:creationId xmlns:a16="http://schemas.microsoft.com/office/drawing/2014/main" id="{2051D815-75FF-05EA-2D31-E5B5545397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849" name="Graphic 848" descr="Deciduous tree with solid fill">
              <a:extLst>
                <a:ext uri="{FF2B5EF4-FFF2-40B4-BE49-F238E27FC236}">
                  <a16:creationId xmlns:a16="http://schemas.microsoft.com/office/drawing/2014/main" id="{C4E9992D-6A41-F923-D9B0-10DA096E77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851" name="Graphic 850" descr="Deciduous tree with solid fill">
              <a:extLst>
                <a:ext uri="{FF2B5EF4-FFF2-40B4-BE49-F238E27FC236}">
                  <a16:creationId xmlns:a16="http://schemas.microsoft.com/office/drawing/2014/main" id="{AA5FB9BC-BE9C-E11B-6347-3D14DED245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853" name="Graphic 852" descr="Deciduous tree with solid fill">
              <a:extLst>
                <a:ext uri="{FF2B5EF4-FFF2-40B4-BE49-F238E27FC236}">
                  <a16:creationId xmlns:a16="http://schemas.microsoft.com/office/drawing/2014/main" id="{65EDA6E6-B4CB-93D8-C0D0-305F5C3319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869" name="Graphic 868" descr="Deciduous tree with solid fill">
              <a:extLst>
                <a:ext uri="{FF2B5EF4-FFF2-40B4-BE49-F238E27FC236}">
                  <a16:creationId xmlns:a16="http://schemas.microsoft.com/office/drawing/2014/main" id="{0D24D317-3B28-A010-7F5A-2525BED819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871" name="Graphic 870" descr="Deciduous tree with solid fill">
              <a:extLst>
                <a:ext uri="{FF2B5EF4-FFF2-40B4-BE49-F238E27FC236}">
                  <a16:creationId xmlns:a16="http://schemas.microsoft.com/office/drawing/2014/main" id="{324EC83F-2E28-28A0-8244-13FB2FB651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873" name="Graphic 872" descr="Deciduous tree with solid fill">
              <a:extLst>
                <a:ext uri="{FF2B5EF4-FFF2-40B4-BE49-F238E27FC236}">
                  <a16:creationId xmlns:a16="http://schemas.microsoft.com/office/drawing/2014/main" id="{37299682-EF66-EC4C-CC42-ED3D221285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877" name="Graphic 876" descr="Deciduous tree with solid fill">
              <a:extLst>
                <a:ext uri="{FF2B5EF4-FFF2-40B4-BE49-F238E27FC236}">
                  <a16:creationId xmlns:a16="http://schemas.microsoft.com/office/drawing/2014/main" id="{1561485E-0466-534B-2CB2-0E929F23AD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879" name="Graphic 878" descr="Deciduous tree with solid fill">
              <a:extLst>
                <a:ext uri="{FF2B5EF4-FFF2-40B4-BE49-F238E27FC236}">
                  <a16:creationId xmlns:a16="http://schemas.microsoft.com/office/drawing/2014/main" id="{2AC4D293-CB18-B7B5-F6D9-3451A255C0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881" name="Graphic 880" descr="Deciduous tree with solid fill">
              <a:extLst>
                <a:ext uri="{FF2B5EF4-FFF2-40B4-BE49-F238E27FC236}">
                  <a16:creationId xmlns:a16="http://schemas.microsoft.com/office/drawing/2014/main" id="{625EB240-9661-4477-CCA3-2D716B75B1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883" name="Graphic 882" descr="Deciduous tree with solid fill">
              <a:extLst>
                <a:ext uri="{FF2B5EF4-FFF2-40B4-BE49-F238E27FC236}">
                  <a16:creationId xmlns:a16="http://schemas.microsoft.com/office/drawing/2014/main" id="{17F2C09C-75D8-5F8D-700D-7EF30F83FB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885" name="Graphic 884" descr="Deciduous tree with solid fill">
              <a:extLst>
                <a:ext uri="{FF2B5EF4-FFF2-40B4-BE49-F238E27FC236}">
                  <a16:creationId xmlns:a16="http://schemas.microsoft.com/office/drawing/2014/main" id="{FCE89E76-4871-BA5E-7267-90928E1763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903" name="Graphic 902" descr="Deciduous tree with solid fill">
              <a:extLst>
                <a:ext uri="{FF2B5EF4-FFF2-40B4-BE49-F238E27FC236}">
                  <a16:creationId xmlns:a16="http://schemas.microsoft.com/office/drawing/2014/main" id="{85F43534-421D-3BEF-42AA-7839A85C07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905" name="Graphic 904" descr="Deciduous tree with solid fill">
              <a:extLst>
                <a:ext uri="{FF2B5EF4-FFF2-40B4-BE49-F238E27FC236}">
                  <a16:creationId xmlns:a16="http://schemas.microsoft.com/office/drawing/2014/main" id="{A1F5C66D-70C5-7637-365C-AE3A44D5CE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907" name="Graphic 906" descr="Deciduous tree with solid fill">
              <a:extLst>
                <a:ext uri="{FF2B5EF4-FFF2-40B4-BE49-F238E27FC236}">
                  <a16:creationId xmlns:a16="http://schemas.microsoft.com/office/drawing/2014/main" id="{D858F125-8692-A988-F744-57DFEA3018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909" name="Graphic 908" descr="Deciduous tree with solid fill">
              <a:extLst>
                <a:ext uri="{FF2B5EF4-FFF2-40B4-BE49-F238E27FC236}">
                  <a16:creationId xmlns:a16="http://schemas.microsoft.com/office/drawing/2014/main" id="{A82DBF73-2F8B-9459-63C6-E92E729F56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911" name="Graphic 910" descr="Deciduous tree with solid fill">
              <a:extLst>
                <a:ext uri="{FF2B5EF4-FFF2-40B4-BE49-F238E27FC236}">
                  <a16:creationId xmlns:a16="http://schemas.microsoft.com/office/drawing/2014/main" id="{CE67E086-BD94-5C29-0607-85D53A1674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929" name="Graphic 928" descr="Deciduous tree with solid fill">
              <a:extLst>
                <a:ext uri="{FF2B5EF4-FFF2-40B4-BE49-F238E27FC236}">
                  <a16:creationId xmlns:a16="http://schemas.microsoft.com/office/drawing/2014/main" id="{A44302B7-7519-499D-7AA9-B7EA493F62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931" name="Graphic 930" descr="Deciduous tree with solid fill">
              <a:extLst>
                <a:ext uri="{FF2B5EF4-FFF2-40B4-BE49-F238E27FC236}">
                  <a16:creationId xmlns:a16="http://schemas.microsoft.com/office/drawing/2014/main" id="{A0378942-0559-FB4C-A0AE-A711C7E264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933" name="Graphic 932" descr="Deciduous tree with solid fill">
              <a:extLst>
                <a:ext uri="{FF2B5EF4-FFF2-40B4-BE49-F238E27FC236}">
                  <a16:creationId xmlns:a16="http://schemas.microsoft.com/office/drawing/2014/main" id="{6BBA05D4-492B-1115-FC2F-5E67FFBA0A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935" name="Graphic 934" descr="Deciduous tree with solid fill">
              <a:extLst>
                <a:ext uri="{FF2B5EF4-FFF2-40B4-BE49-F238E27FC236}">
                  <a16:creationId xmlns:a16="http://schemas.microsoft.com/office/drawing/2014/main" id="{CA35FFD6-4D48-FA42-2499-E2D5E715BF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937" name="Graphic 936" descr="Deciduous tree with solid fill">
              <a:extLst>
                <a:ext uri="{FF2B5EF4-FFF2-40B4-BE49-F238E27FC236}">
                  <a16:creationId xmlns:a16="http://schemas.microsoft.com/office/drawing/2014/main" id="{5AD2DB84-EA2E-110B-B707-CDF4AE1381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955" name="Graphic 954" descr="Deciduous tree with solid fill">
              <a:extLst>
                <a:ext uri="{FF2B5EF4-FFF2-40B4-BE49-F238E27FC236}">
                  <a16:creationId xmlns:a16="http://schemas.microsoft.com/office/drawing/2014/main" id="{81D11708-D5C8-EFEB-5CCD-5A0FA8B5A3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957" name="Graphic 956" descr="Deciduous tree with solid fill">
              <a:extLst>
                <a:ext uri="{FF2B5EF4-FFF2-40B4-BE49-F238E27FC236}">
                  <a16:creationId xmlns:a16="http://schemas.microsoft.com/office/drawing/2014/main" id="{B65D344D-E0AB-13C8-0C39-465E1709CC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959" name="Graphic 958" descr="Deciduous tree with solid fill">
              <a:extLst>
                <a:ext uri="{FF2B5EF4-FFF2-40B4-BE49-F238E27FC236}">
                  <a16:creationId xmlns:a16="http://schemas.microsoft.com/office/drawing/2014/main" id="{F9267A22-005B-4100-4117-4AD0077A0D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963" name="Graphic 962" descr="Deciduous tree with solid fill">
              <a:extLst>
                <a:ext uri="{FF2B5EF4-FFF2-40B4-BE49-F238E27FC236}">
                  <a16:creationId xmlns:a16="http://schemas.microsoft.com/office/drawing/2014/main" id="{C75A1D54-0C5D-6832-7811-06A6D4B7BB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965" name="Graphic 964" descr="Deciduous tree with solid fill">
              <a:extLst>
                <a:ext uri="{FF2B5EF4-FFF2-40B4-BE49-F238E27FC236}">
                  <a16:creationId xmlns:a16="http://schemas.microsoft.com/office/drawing/2014/main" id="{D4EA7BFD-85B2-9C12-F39B-22324F8B69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967" name="Graphic 966" descr="Deciduous tree with solid fill">
              <a:extLst>
                <a:ext uri="{FF2B5EF4-FFF2-40B4-BE49-F238E27FC236}">
                  <a16:creationId xmlns:a16="http://schemas.microsoft.com/office/drawing/2014/main" id="{845BDD94-0681-C128-C764-498006FF15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969" name="Graphic 968" descr="Deciduous tree with solid fill">
              <a:extLst>
                <a:ext uri="{FF2B5EF4-FFF2-40B4-BE49-F238E27FC236}">
                  <a16:creationId xmlns:a16="http://schemas.microsoft.com/office/drawing/2014/main" id="{09CAD3FC-D4E9-A176-65BE-E9005E1778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989" name="Graphic 988" descr="Deciduous tree with solid fill">
              <a:extLst>
                <a:ext uri="{FF2B5EF4-FFF2-40B4-BE49-F238E27FC236}">
                  <a16:creationId xmlns:a16="http://schemas.microsoft.com/office/drawing/2014/main" id="{C38D17AC-4761-65A8-F0A7-CF32C4BCD7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991" name="Graphic 990" descr="Deciduous tree with solid fill">
              <a:extLst>
                <a:ext uri="{FF2B5EF4-FFF2-40B4-BE49-F238E27FC236}">
                  <a16:creationId xmlns:a16="http://schemas.microsoft.com/office/drawing/2014/main" id="{3D28EFEA-1585-B830-60EA-072A1103D3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993" name="Graphic 992" descr="Deciduous tree with solid fill">
              <a:extLst>
                <a:ext uri="{FF2B5EF4-FFF2-40B4-BE49-F238E27FC236}">
                  <a16:creationId xmlns:a16="http://schemas.microsoft.com/office/drawing/2014/main" id="{384B3E62-FA16-F013-A6AE-09F3A10E5E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995" name="Graphic 994" descr="Deciduous tree with solid fill">
              <a:extLst>
                <a:ext uri="{FF2B5EF4-FFF2-40B4-BE49-F238E27FC236}">
                  <a16:creationId xmlns:a16="http://schemas.microsoft.com/office/drawing/2014/main" id="{97C6B60E-2CA0-E127-CC35-D717A3F182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015" name="Graphic 1014" descr="Deciduous tree with solid fill">
              <a:extLst>
                <a:ext uri="{FF2B5EF4-FFF2-40B4-BE49-F238E27FC236}">
                  <a16:creationId xmlns:a16="http://schemas.microsoft.com/office/drawing/2014/main" id="{D1B88E23-8B50-0596-0154-FD982C458A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017" name="Graphic 1016" descr="Deciduous tree with solid fill">
              <a:extLst>
                <a:ext uri="{FF2B5EF4-FFF2-40B4-BE49-F238E27FC236}">
                  <a16:creationId xmlns:a16="http://schemas.microsoft.com/office/drawing/2014/main" id="{DDBCB6A5-A9CA-A89C-AEB7-3D2CE393D5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019" name="Graphic 1018" descr="Deciduous tree with solid fill">
              <a:extLst>
                <a:ext uri="{FF2B5EF4-FFF2-40B4-BE49-F238E27FC236}">
                  <a16:creationId xmlns:a16="http://schemas.microsoft.com/office/drawing/2014/main" id="{202D1731-F094-3FD8-7C5D-E2176F3B43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021" name="Graphic 1020" descr="Deciduous tree with solid fill">
              <a:extLst>
                <a:ext uri="{FF2B5EF4-FFF2-40B4-BE49-F238E27FC236}">
                  <a16:creationId xmlns:a16="http://schemas.microsoft.com/office/drawing/2014/main" id="{CEB006FF-58FC-95F2-80AC-78698D2ED3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041" name="Graphic 1040" descr="Deciduous tree with solid fill">
              <a:extLst>
                <a:ext uri="{FF2B5EF4-FFF2-40B4-BE49-F238E27FC236}">
                  <a16:creationId xmlns:a16="http://schemas.microsoft.com/office/drawing/2014/main" id="{1689EE04-49A8-28F8-7752-8B9C232979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1043" name="Graphic 1042" descr="Deciduous tree with solid fill">
              <a:extLst>
                <a:ext uri="{FF2B5EF4-FFF2-40B4-BE49-F238E27FC236}">
                  <a16:creationId xmlns:a16="http://schemas.microsoft.com/office/drawing/2014/main" id="{ACCCCDDC-3031-7246-1AFE-4A120C8D61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1045" name="Graphic 1044" descr="Deciduous tree with solid fill">
              <a:extLst>
                <a:ext uri="{FF2B5EF4-FFF2-40B4-BE49-F238E27FC236}">
                  <a16:creationId xmlns:a16="http://schemas.microsoft.com/office/drawing/2014/main" id="{CFDB08E0-ADB9-87AE-4877-0A2F817F24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049" name="Graphic 1048" descr="Deciduous tree with solid fill">
              <a:extLst>
                <a:ext uri="{FF2B5EF4-FFF2-40B4-BE49-F238E27FC236}">
                  <a16:creationId xmlns:a16="http://schemas.microsoft.com/office/drawing/2014/main" id="{667FA074-B17A-9A57-D586-3DC3C63767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051" name="Graphic 1050" descr="Deciduous tree with solid fill">
              <a:extLst>
                <a:ext uri="{FF2B5EF4-FFF2-40B4-BE49-F238E27FC236}">
                  <a16:creationId xmlns:a16="http://schemas.microsoft.com/office/drawing/2014/main" id="{6043E40B-6695-3DE4-577A-22DBB1F34A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053" name="Graphic 1052" descr="Deciduous tree with solid fill">
              <a:extLst>
                <a:ext uri="{FF2B5EF4-FFF2-40B4-BE49-F238E27FC236}">
                  <a16:creationId xmlns:a16="http://schemas.microsoft.com/office/drawing/2014/main" id="{DBEA73E2-CBCA-2A75-7B0A-B8A7F28D52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075" name="Graphic 1074" descr="Deciduous tree with solid fill">
              <a:extLst>
                <a:ext uri="{FF2B5EF4-FFF2-40B4-BE49-F238E27FC236}">
                  <a16:creationId xmlns:a16="http://schemas.microsoft.com/office/drawing/2014/main" id="{0DA4EE99-9F24-318B-19DF-4F21154D44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077" name="Graphic 1076" descr="Deciduous tree with solid fill">
              <a:extLst>
                <a:ext uri="{FF2B5EF4-FFF2-40B4-BE49-F238E27FC236}">
                  <a16:creationId xmlns:a16="http://schemas.microsoft.com/office/drawing/2014/main" id="{A6619661-07A6-38D8-0FC1-0532BD1F20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079" name="Graphic 1078" descr="Deciduous tree with solid fill">
              <a:extLst>
                <a:ext uri="{FF2B5EF4-FFF2-40B4-BE49-F238E27FC236}">
                  <a16:creationId xmlns:a16="http://schemas.microsoft.com/office/drawing/2014/main" id="{59E2859E-7D80-B883-1CBE-55D93317C8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101" name="Graphic 1100" descr="Deciduous tree with solid fill">
              <a:extLst>
                <a:ext uri="{FF2B5EF4-FFF2-40B4-BE49-F238E27FC236}">
                  <a16:creationId xmlns:a16="http://schemas.microsoft.com/office/drawing/2014/main" id="{841A5398-BBD0-F388-A011-527A6F7EA2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103" name="Graphic 1102" descr="Deciduous tree with solid fill">
              <a:extLst>
                <a:ext uri="{FF2B5EF4-FFF2-40B4-BE49-F238E27FC236}">
                  <a16:creationId xmlns:a16="http://schemas.microsoft.com/office/drawing/2014/main" id="{CC191CA8-1581-1A4F-0D9C-ED6B688A74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105" name="Graphic 1104" descr="Deciduous tree with solid fill">
              <a:extLst>
                <a:ext uri="{FF2B5EF4-FFF2-40B4-BE49-F238E27FC236}">
                  <a16:creationId xmlns:a16="http://schemas.microsoft.com/office/drawing/2014/main" id="{5F3D831D-4DFC-E1B3-86F9-DD44EE6436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127" name="Graphic 1126" descr="Deciduous tree with solid fill">
              <a:extLst>
                <a:ext uri="{FF2B5EF4-FFF2-40B4-BE49-F238E27FC236}">
                  <a16:creationId xmlns:a16="http://schemas.microsoft.com/office/drawing/2014/main" id="{1D8CD4E4-4207-54D8-E565-667AA886A4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129" name="Graphic 1128" descr="Deciduous tree with solid fill">
              <a:extLst>
                <a:ext uri="{FF2B5EF4-FFF2-40B4-BE49-F238E27FC236}">
                  <a16:creationId xmlns:a16="http://schemas.microsoft.com/office/drawing/2014/main" id="{66DEC23D-1AA9-C864-1C0F-4A5715E6B8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131" name="Graphic 1130" descr="Deciduous tree with solid fill">
              <a:extLst>
                <a:ext uri="{FF2B5EF4-FFF2-40B4-BE49-F238E27FC236}">
                  <a16:creationId xmlns:a16="http://schemas.microsoft.com/office/drawing/2014/main" id="{58C647AD-4C77-21A0-AFF9-247E900E0A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135" name="Graphic 1134" descr="Deciduous tree with solid fill">
              <a:extLst>
                <a:ext uri="{FF2B5EF4-FFF2-40B4-BE49-F238E27FC236}">
                  <a16:creationId xmlns:a16="http://schemas.microsoft.com/office/drawing/2014/main" id="{EF41F214-A9FC-3611-CD03-00D9C9B97F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137" name="Graphic 1136" descr="Deciduous tree with solid fill">
              <a:extLst>
                <a:ext uri="{FF2B5EF4-FFF2-40B4-BE49-F238E27FC236}">
                  <a16:creationId xmlns:a16="http://schemas.microsoft.com/office/drawing/2014/main" id="{1D7AA1AE-6E27-47C4-2A04-4822AFE58A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161" name="Graphic 1160" descr="Deciduous tree with solid fill">
              <a:extLst>
                <a:ext uri="{FF2B5EF4-FFF2-40B4-BE49-F238E27FC236}">
                  <a16:creationId xmlns:a16="http://schemas.microsoft.com/office/drawing/2014/main" id="{1C1317C8-D9BC-EF1E-A669-35B39DBF79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163" name="Graphic 1162" descr="Deciduous tree with solid fill">
              <a:extLst>
                <a:ext uri="{FF2B5EF4-FFF2-40B4-BE49-F238E27FC236}">
                  <a16:creationId xmlns:a16="http://schemas.microsoft.com/office/drawing/2014/main" id="{FAF433D8-54F1-1F7C-2493-B2B4D9FF15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187" name="Graphic 1186" descr="Deciduous tree with solid fill">
              <a:extLst>
                <a:ext uri="{FF2B5EF4-FFF2-40B4-BE49-F238E27FC236}">
                  <a16:creationId xmlns:a16="http://schemas.microsoft.com/office/drawing/2014/main" id="{2A646CA8-AB1B-EFBD-31F0-92973CFE42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189" name="Graphic 1188" descr="Deciduous tree with solid fill">
              <a:extLst>
                <a:ext uri="{FF2B5EF4-FFF2-40B4-BE49-F238E27FC236}">
                  <a16:creationId xmlns:a16="http://schemas.microsoft.com/office/drawing/2014/main" id="{6C5EE633-62BB-607D-8517-8DE51FA8E1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213" name="Graphic 1212" descr="Deciduous tree with solid fill">
              <a:extLst>
                <a:ext uri="{FF2B5EF4-FFF2-40B4-BE49-F238E27FC236}">
                  <a16:creationId xmlns:a16="http://schemas.microsoft.com/office/drawing/2014/main" id="{BA8C5F6E-F4D7-E06F-4C77-20031B79D2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215" name="Graphic 1214" descr="Deciduous tree with solid fill">
              <a:extLst>
                <a:ext uri="{FF2B5EF4-FFF2-40B4-BE49-F238E27FC236}">
                  <a16:creationId xmlns:a16="http://schemas.microsoft.com/office/drawing/2014/main" id="{9629D0A5-D74A-D67C-4612-08871D58E5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217" name="Graphic 1216" descr="Deciduous tree with solid fill">
              <a:extLst>
                <a:ext uri="{FF2B5EF4-FFF2-40B4-BE49-F238E27FC236}">
                  <a16:creationId xmlns:a16="http://schemas.microsoft.com/office/drawing/2014/main" id="{96CE439F-8B97-59A6-8151-015137CCCA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221" name="Graphic 1220" descr="Deciduous tree with solid fill">
              <a:extLst>
                <a:ext uri="{FF2B5EF4-FFF2-40B4-BE49-F238E27FC236}">
                  <a16:creationId xmlns:a16="http://schemas.microsoft.com/office/drawing/2014/main" id="{140697EC-6213-6024-94AF-4552AC81FD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247" name="Graphic 1246" descr="Deciduous tree with solid fill">
              <a:extLst>
                <a:ext uri="{FF2B5EF4-FFF2-40B4-BE49-F238E27FC236}">
                  <a16:creationId xmlns:a16="http://schemas.microsoft.com/office/drawing/2014/main" id="{A08812E8-3C06-36FA-2AAE-2CF0CDAB3E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273" name="Graphic 1272" descr="Deciduous tree with solid fill">
              <a:extLst>
                <a:ext uri="{FF2B5EF4-FFF2-40B4-BE49-F238E27FC236}">
                  <a16:creationId xmlns:a16="http://schemas.microsoft.com/office/drawing/2014/main" id="{0DDB0B8C-844F-BA35-C6F4-F238B9C862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299" name="Graphic 1298" descr="Deciduous tree with solid fill">
              <a:extLst>
                <a:ext uri="{FF2B5EF4-FFF2-40B4-BE49-F238E27FC236}">
                  <a16:creationId xmlns:a16="http://schemas.microsoft.com/office/drawing/2014/main" id="{813DB2D8-D687-A6FC-5C2B-00E2ED8E4C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301" name="Graphic 1300" descr="Deciduous tree with solid fill">
              <a:extLst>
                <a:ext uri="{FF2B5EF4-FFF2-40B4-BE49-F238E27FC236}">
                  <a16:creationId xmlns:a16="http://schemas.microsoft.com/office/drawing/2014/main" id="{0162F8FA-015A-70C4-DCC9-D50E7E4CD7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303" name="Graphic 1302" descr="Deciduous tree with solid fill">
              <a:extLst>
                <a:ext uri="{FF2B5EF4-FFF2-40B4-BE49-F238E27FC236}">
                  <a16:creationId xmlns:a16="http://schemas.microsoft.com/office/drawing/2014/main" id="{ADEA03CD-D02B-989A-25EF-C31DC751E4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471" name="Graphic 1470" descr="Deciduous tree with solid fill">
              <a:extLst>
                <a:ext uri="{FF2B5EF4-FFF2-40B4-BE49-F238E27FC236}">
                  <a16:creationId xmlns:a16="http://schemas.microsoft.com/office/drawing/2014/main" id="{F11CF291-D1D2-8B89-387F-F01B067556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815" y="2160326"/>
              <a:ext cx="209457" cy="196410"/>
            </a:xfrm>
            <a:prstGeom prst="rect">
              <a:avLst/>
            </a:prstGeom>
          </p:spPr>
        </p:pic>
        <p:pic>
          <p:nvPicPr>
            <p:cNvPr id="1473" name="Graphic 1472" descr="Deciduous tree with solid fill">
              <a:extLst>
                <a:ext uri="{FF2B5EF4-FFF2-40B4-BE49-F238E27FC236}">
                  <a16:creationId xmlns:a16="http://schemas.microsoft.com/office/drawing/2014/main" id="{033478E8-3B43-6EE4-B4C7-6C0D6244AE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7189" y="2256185"/>
              <a:ext cx="209457" cy="196410"/>
            </a:xfrm>
            <a:prstGeom prst="rect">
              <a:avLst/>
            </a:prstGeom>
          </p:spPr>
        </p:pic>
        <p:pic>
          <p:nvPicPr>
            <p:cNvPr id="1475" name="Graphic 1474" descr="Deciduous tree with solid fill">
              <a:extLst>
                <a:ext uri="{FF2B5EF4-FFF2-40B4-BE49-F238E27FC236}">
                  <a16:creationId xmlns:a16="http://schemas.microsoft.com/office/drawing/2014/main" id="{7ECA511E-E6DB-274B-75BD-EB516FB1F7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3391" y="2072287"/>
              <a:ext cx="209457" cy="196410"/>
            </a:xfrm>
            <a:prstGeom prst="rect">
              <a:avLst/>
            </a:prstGeom>
          </p:spPr>
        </p:pic>
        <p:pic>
          <p:nvPicPr>
            <p:cNvPr id="1477" name="Graphic 1476" descr="Deciduous tree with solid fill">
              <a:extLst>
                <a:ext uri="{FF2B5EF4-FFF2-40B4-BE49-F238E27FC236}">
                  <a16:creationId xmlns:a16="http://schemas.microsoft.com/office/drawing/2014/main" id="{1D29749E-BE00-3413-A002-798D8A5101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54914" y="4168694"/>
              <a:ext cx="209457" cy="196410"/>
            </a:xfrm>
            <a:prstGeom prst="rect">
              <a:avLst/>
            </a:prstGeom>
          </p:spPr>
        </p:pic>
        <p:pic>
          <p:nvPicPr>
            <p:cNvPr id="1479" name="Graphic 1478" descr="Deciduous tree with solid fill">
              <a:extLst>
                <a:ext uri="{FF2B5EF4-FFF2-40B4-BE49-F238E27FC236}">
                  <a16:creationId xmlns:a16="http://schemas.microsoft.com/office/drawing/2014/main" id="{DB080CF9-0412-6FAA-9410-8D2F5B453F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8883" y="2379676"/>
              <a:ext cx="209457" cy="196410"/>
            </a:xfrm>
            <a:prstGeom prst="rect">
              <a:avLst/>
            </a:prstGeom>
          </p:spPr>
        </p:pic>
        <p:pic>
          <p:nvPicPr>
            <p:cNvPr id="1481" name="Graphic 1480" descr="Deciduous tree with solid fill">
              <a:extLst>
                <a:ext uri="{FF2B5EF4-FFF2-40B4-BE49-F238E27FC236}">
                  <a16:creationId xmlns:a16="http://schemas.microsoft.com/office/drawing/2014/main" id="{1FDFFA28-2708-C073-B884-1E8777FDF6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577" y="2503167"/>
              <a:ext cx="209457" cy="196410"/>
            </a:xfrm>
            <a:prstGeom prst="rect">
              <a:avLst/>
            </a:prstGeom>
          </p:spPr>
        </p:pic>
        <p:pic>
          <p:nvPicPr>
            <p:cNvPr id="1483" name="Graphic 1482" descr="Deciduous tree with solid fill">
              <a:extLst>
                <a:ext uri="{FF2B5EF4-FFF2-40B4-BE49-F238E27FC236}">
                  <a16:creationId xmlns:a16="http://schemas.microsoft.com/office/drawing/2014/main" id="{BF90EA29-9389-F75F-047F-7A661D3580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3" y="2626658"/>
              <a:ext cx="209457" cy="196410"/>
            </a:xfrm>
            <a:prstGeom prst="rect">
              <a:avLst/>
            </a:prstGeom>
          </p:spPr>
        </p:pic>
        <p:pic>
          <p:nvPicPr>
            <p:cNvPr id="1485" name="Graphic 1484" descr="Deciduous tree with solid fill">
              <a:extLst>
                <a:ext uri="{FF2B5EF4-FFF2-40B4-BE49-F238E27FC236}">
                  <a16:creationId xmlns:a16="http://schemas.microsoft.com/office/drawing/2014/main" id="{E39403C1-591B-CD22-5FF2-403F7F5C9C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3967" y="2750149"/>
              <a:ext cx="209457" cy="196410"/>
            </a:xfrm>
            <a:prstGeom prst="rect">
              <a:avLst/>
            </a:prstGeom>
          </p:spPr>
        </p:pic>
        <p:pic>
          <p:nvPicPr>
            <p:cNvPr id="1487" name="Graphic 1486" descr="Deciduous tree with solid fill">
              <a:extLst>
                <a:ext uri="{FF2B5EF4-FFF2-40B4-BE49-F238E27FC236}">
                  <a16:creationId xmlns:a16="http://schemas.microsoft.com/office/drawing/2014/main" id="{B00C4056-16B9-42E6-CA48-F0FEB248EB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661" y="2873640"/>
              <a:ext cx="209457" cy="196410"/>
            </a:xfrm>
            <a:prstGeom prst="rect">
              <a:avLst/>
            </a:prstGeom>
          </p:spPr>
        </p:pic>
        <p:pic>
          <p:nvPicPr>
            <p:cNvPr id="1489" name="Graphic 1488" descr="Deciduous tree with solid fill">
              <a:extLst>
                <a:ext uri="{FF2B5EF4-FFF2-40B4-BE49-F238E27FC236}">
                  <a16:creationId xmlns:a16="http://schemas.microsoft.com/office/drawing/2014/main" id="{C2870B39-8E2F-8BEA-F19A-7A18E6EA1B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356" y="2997130"/>
              <a:ext cx="209457" cy="196410"/>
            </a:xfrm>
            <a:prstGeom prst="rect">
              <a:avLst/>
            </a:prstGeom>
          </p:spPr>
        </p:pic>
        <p:pic>
          <p:nvPicPr>
            <p:cNvPr id="1491" name="Graphic 1490" descr="Deciduous tree with solid fill">
              <a:extLst>
                <a:ext uri="{FF2B5EF4-FFF2-40B4-BE49-F238E27FC236}">
                  <a16:creationId xmlns:a16="http://schemas.microsoft.com/office/drawing/2014/main" id="{D5E6F5AC-3C54-DBE7-5C4B-59A80159C8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050" y="3120622"/>
              <a:ext cx="209457" cy="196410"/>
            </a:xfrm>
            <a:prstGeom prst="rect">
              <a:avLst/>
            </a:prstGeom>
          </p:spPr>
        </p:pic>
        <p:pic>
          <p:nvPicPr>
            <p:cNvPr id="1493" name="Graphic 1492" descr="Deciduous tree with solid fill">
              <a:extLst>
                <a:ext uri="{FF2B5EF4-FFF2-40B4-BE49-F238E27FC236}">
                  <a16:creationId xmlns:a16="http://schemas.microsoft.com/office/drawing/2014/main" id="{732E6283-7410-22DD-F28C-1AB2E2BA54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0745" y="3244113"/>
              <a:ext cx="209457" cy="196410"/>
            </a:xfrm>
            <a:prstGeom prst="rect">
              <a:avLst/>
            </a:prstGeom>
          </p:spPr>
        </p:pic>
        <p:pic>
          <p:nvPicPr>
            <p:cNvPr id="1495" name="Graphic 1494" descr="Deciduous tree with solid fill">
              <a:extLst>
                <a:ext uri="{FF2B5EF4-FFF2-40B4-BE49-F238E27FC236}">
                  <a16:creationId xmlns:a16="http://schemas.microsoft.com/office/drawing/2014/main" id="{3BF44FAB-20DD-3F39-4C67-23B10626A9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440" y="3367604"/>
              <a:ext cx="209457" cy="196410"/>
            </a:xfrm>
            <a:prstGeom prst="rect">
              <a:avLst/>
            </a:prstGeom>
          </p:spPr>
        </p:pic>
        <p:pic>
          <p:nvPicPr>
            <p:cNvPr id="1497" name="Graphic 1496" descr="Deciduous tree with solid fill">
              <a:extLst>
                <a:ext uri="{FF2B5EF4-FFF2-40B4-BE49-F238E27FC236}">
                  <a16:creationId xmlns:a16="http://schemas.microsoft.com/office/drawing/2014/main" id="{6773DA0B-FDFB-D246-9C62-4EA526A813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134" y="3491095"/>
              <a:ext cx="209457" cy="196410"/>
            </a:xfrm>
            <a:prstGeom prst="rect">
              <a:avLst/>
            </a:prstGeom>
          </p:spPr>
        </p:pic>
        <p:pic>
          <p:nvPicPr>
            <p:cNvPr id="1499" name="Graphic 1498" descr="Deciduous tree with solid fill">
              <a:extLst>
                <a:ext uri="{FF2B5EF4-FFF2-40B4-BE49-F238E27FC236}">
                  <a16:creationId xmlns:a16="http://schemas.microsoft.com/office/drawing/2014/main" id="{89F2874D-3593-08DF-06F2-DFB4FF2D6D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5828" y="3614585"/>
              <a:ext cx="209457" cy="196410"/>
            </a:xfrm>
            <a:prstGeom prst="rect">
              <a:avLst/>
            </a:prstGeom>
          </p:spPr>
        </p:pic>
        <p:pic>
          <p:nvPicPr>
            <p:cNvPr id="1501" name="Graphic 1500" descr="Deciduous tree with solid fill">
              <a:extLst>
                <a:ext uri="{FF2B5EF4-FFF2-40B4-BE49-F238E27FC236}">
                  <a16:creationId xmlns:a16="http://schemas.microsoft.com/office/drawing/2014/main" id="{831487D5-B76A-B138-E931-375FEA958C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523" y="3738076"/>
              <a:ext cx="209457" cy="196410"/>
            </a:xfrm>
            <a:prstGeom prst="rect">
              <a:avLst/>
            </a:prstGeom>
          </p:spPr>
        </p:pic>
        <p:pic>
          <p:nvPicPr>
            <p:cNvPr id="1503" name="Graphic 1502" descr="Deciduous tree with solid fill">
              <a:extLst>
                <a:ext uri="{FF2B5EF4-FFF2-40B4-BE49-F238E27FC236}">
                  <a16:creationId xmlns:a16="http://schemas.microsoft.com/office/drawing/2014/main" id="{FAACA69A-1599-0B43-DED0-A165271022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217" y="3861567"/>
              <a:ext cx="209457" cy="196410"/>
            </a:xfrm>
            <a:prstGeom prst="rect">
              <a:avLst/>
            </a:prstGeom>
          </p:spPr>
        </p:pic>
        <p:pic>
          <p:nvPicPr>
            <p:cNvPr id="1505" name="Graphic 1504" descr="Deciduous tree with solid fill">
              <a:extLst>
                <a:ext uri="{FF2B5EF4-FFF2-40B4-BE49-F238E27FC236}">
                  <a16:creationId xmlns:a16="http://schemas.microsoft.com/office/drawing/2014/main" id="{03994D1E-248E-3AC3-D135-CB0C0471A9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4509" y="2283816"/>
              <a:ext cx="209457" cy="196410"/>
            </a:xfrm>
            <a:prstGeom prst="rect">
              <a:avLst/>
            </a:prstGeom>
          </p:spPr>
        </p:pic>
        <p:pic>
          <p:nvPicPr>
            <p:cNvPr id="1507" name="Graphic 1506" descr="Deciduous tree with solid fill">
              <a:extLst>
                <a:ext uri="{FF2B5EF4-FFF2-40B4-BE49-F238E27FC236}">
                  <a16:creationId xmlns:a16="http://schemas.microsoft.com/office/drawing/2014/main" id="{70B3FBB4-9493-E568-DE55-BA761ACC6A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6204" y="2407307"/>
              <a:ext cx="209457" cy="196410"/>
            </a:xfrm>
            <a:prstGeom prst="rect">
              <a:avLst/>
            </a:prstGeom>
          </p:spPr>
        </p:pic>
        <p:pic>
          <p:nvPicPr>
            <p:cNvPr id="1509" name="Graphic 1508" descr="Deciduous tree with solid fill">
              <a:extLst>
                <a:ext uri="{FF2B5EF4-FFF2-40B4-BE49-F238E27FC236}">
                  <a16:creationId xmlns:a16="http://schemas.microsoft.com/office/drawing/2014/main" id="{2ED6F7BA-85FA-D11F-6CA8-806A48A888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899" y="2530799"/>
              <a:ext cx="209457" cy="196410"/>
            </a:xfrm>
            <a:prstGeom prst="rect">
              <a:avLst/>
            </a:prstGeom>
          </p:spPr>
        </p:pic>
        <p:pic>
          <p:nvPicPr>
            <p:cNvPr id="1511" name="Graphic 1510" descr="Deciduous tree with solid fill">
              <a:extLst>
                <a:ext uri="{FF2B5EF4-FFF2-40B4-BE49-F238E27FC236}">
                  <a16:creationId xmlns:a16="http://schemas.microsoft.com/office/drawing/2014/main" id="{B0A7E6A0-C92A-7984-0002-737ADCA837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593" y="2654290"/>
              <a:ext cx="209457" cy="196410"/>
            </a:xfrm>
            <a:prstGeom prst="rect">
              <a:avLst/>
            </a:prstGeom>
          </p:spPr>
        </p:pic>
        <p:pic>
          <p:nvPicPr>
            <p:cNvPr id="1513" name="Graphic 1512" descr="Deciduous tree with solid fill">
              <a:extLst>
                <a:ext uri="{FF2B5EF4-FFF2-40B4-BE49-F238E27FC236}">
                  <a16:creationId xmlns:a16="http://schemas.microsoft.com/office/drawing/2014/main" id="{0306FC2E-EBB0-B2A4-F4B4-D47C575731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287" y="2777781"/>
              <a:ext cx="209457" cy="196410"/>
            </a:xfrm>
            <a:prstGeom prst="rect">
              <a:avLst/>
            </a:prstGeom>
          </p:spPr>
        </p:pic>
        <p:pic>
          <p:nvPicPr>
            <p:cNvPr id="1515" name="Graphic 1514" descr="Deciduous tree with solid fill">
              <a:extLst>
                <a:ext uri="{FF2B5EF4-FFF2-40B4-BE49-F238E27FC236}">
                  <a16:creationId xmlns:a16="http://schemas.microsoft.com/office/drawing/2014/main" id="{EE8DC437-00AC-D759-2333-D0B46735B5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2982" y="2901271"/>
              <a:ext cx="209457" cy="196410"/>
            </a:xfrm>
            <a:prstGeom prst="rect">
              <a:avLst/>
            </a:prstGeom>
          </p:spPr>
        </p:pic>
        <p:pic>
          <p:nvPicPr>
            <p:cNvPr id="1517" name="Graphic 1516" descr="Deciduous tree with solid fill">
              <a:extLst>
                <a:ext uri="{FF2B5EF4-FFF2-40B4-BE49-F238E27FC236}">
                  <a16:creationId xmlns:a16="http://schemas.microsoft.com/office/drawing/2014/main" id="{626560E1-782F-C0EE-A7E3-CE85993E91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677" y="3024762"/>
              <a:ext cx="209457" cy="196410"/>
            </a:xfrm>
            <a:prstGeom prst="rect">
              <a:avLst/>
            </a:prstGeom>
          </p:spPr>
        </p:pic>
        <p:pic>
          <p:nvPicPr>
            <p:cNvPr id="1519" name="Graphic 1518" descr="Deciduous tree with solid fill">
              <a:extLst>
                <a:ext uri="{FF2B5EF4-FFF2-40B4-BE49-F238E27FC236}">
                  <a16:creationId xmlns:a16="http://schemas.microsoft.com/office/drawing/2014/main" id="{3F1A8693-FC49-579F-3E20-D10787854D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371" y="3148253"/>
              <a:ext cx="209457" cy="196410"/>
            </a:xfrm>
            <a:prstGeom prst="rect">
              <a:avLst/>
            </a:prstGeom>
          </p:spPr>
        </p:pic>
        <p:pic>
          <p:nvPicPr>
            <p:cNvPr id="1521" name="Graphic 1520" descr="Deciduous tree with solid fill">
              <a:extLst>
                <a:ext uri="{FF2B5EF4-FFF2-40B4-BE49-F238E27FC236}">
                  <a16:creationId xmlns:a16="http://schemas.microsoft.com/office/drawing/2014/main" id="{04D5D8B5-E1B3-2528-B4C9-010B92EF9D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066" y="3271744"/>
              <a:ext cx="209457" cy="196410"/>
            </a:xfrm>
            <a:prstGeom prst="rect">
              <a:avLst/>
            </a:prstGeom>
          </p:spPr>
        </p:pic>
        <p:pic>
          <p:nvPicPr>
            <p:cNvPr id="1523" name="Graphic 1522" descr="Deciduous tree with solid fill">
              <a:extLst>
                <a:ext uri="{FF2B5EF4-FFF2-40B4-BE49-F238E27FC236}">
                  <a16:creationId xmlns:a16="http://schemas.microsoft.com/office/drawing/2014/main" id="{307B8945-7133-67C4-2AE1-5AE091E869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9760" y="3395235"/>
              <a:ext cx="209457" cy="196410"/>
            </a:xfrm>
            <a:prstGeom prst="rect">
              <a:avLst/>
            </a:prstGeom>
          </p:spPr>
        </p:pic>
        <p:pic>
          <p:nvPicPr>
            <p:cNvPr id="1525" name="Graphic 1524" descr="Deciduous tree with solid fill">
              <a:extLst>
                <a:ext uri="{FF2B5EF4-FFF2-40B4-BE49-F238E27FC236}">
                  <a16:creationId xmlns:a16="http://schemas.microsoft.com/office/drawing/2014/main" id="{663203FB-2B68-A0EC-5CB5-FAD5C05673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454" y="3518726"/>
              <a:ext cx="209457" cy="196410"/>
            </a:xfrm>
            <a:prstGeom prst="rect">
              <a:avLst/>
            </a:prstGeom>
          </p:spPr>
        </p:pic>
        <p:pic>
          <p:nvPicPr>
            <p:cNvPr id="1527" name="Graphic 1526" descr="Deciduous tree with solid fill">
              <a:extLst>
                <a:ext uri="{FF2B5EF4-FFF2-40B4-BE49-F238E27FC236}">
                  <a16:creationId xmlns:a16="http://schemas.microsoft.com/office/drawing/2014/main" id="{9F52E415-AF35-CB99-0D0E-3BB7431AD7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149" y="3642217"/>
              <a:ext cx="209457" cy="196410"/>
            </a:xfrm>
            <a:prstGeom prst="rect">
              <a:avLst/>
            </a:prstGeom>
          </p:spPr>
        </p:pic>
        <p:pic>
          <p:nvPicPr>
            <p:cNvPr id="1529" name="Graphic 1528" descr="Deciduous tree with solid fill">
              <a:extLst>
                <a:ext uri="{FF2B5EF4-FFF2-40B4-BE49-F238E27FC236}">
                  <a16:creationId xmlns:a16="http://schemas.microsoft.com/office/drawing/2014/main" id="{B9B76175-C6F9-DD2D-A032-EBB71FB204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4844" y="3765708"/>
              <a:ext cx="209457" cy="196410"/>
            </a:xfrm>
            <a:prstGeom prst="rect">
              <a:avLst/>
            </a:prstGeom>
          </p:spPr>
        </p:pic>
        <p:pic>
          <p:nvPicPr>
            <p:cNvPr id="1531" name="Graphic 1530" descr="Deciduous tree with solid fill">
              <a:extLst>
                <a:ext uri="{FF2B5EF4-FFF2-40B4-BE49-F238E27FC236}">
                  <a16:creationId xmlns:a16="http://schemas.microsoft.com/office/drawing/2014/main" id="{F5B3AE7D-BD6D-5FD7-9486-7FBFB7BC43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5086" y="2195778"/>
              <a:ext cx="209457" cy="196410"/>
            </a:xfrm>
            <a:prstGeom prst="rect">
              <a:avLst/>
            </a:prstGeom>
          </p:spPr>
        </p:pic>
        <p:pic>
          <p:nvPicPr>
            <p:cNvPr id="1533" name="Graphic 1532" descr="Deciduous tree with solid fill">
              <a:extLst>
                <a:ext uri="{FF2B5EF4-FFF2-40B4-BE49-F238E27FC236}">
                  <a16:creationId xmlns:a16="http://schemas.microsoft.com/office/drawing/2014/main" id="{7458D20E-498E-52B6-D909-DAD10D0C49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6780" y="2319269"/>
              <a:ext cx="209457" cy="196410"/>
            </a:xfrm>
            <a:prstGeom prst="rect">
              <a:avLst/>
            </a:prstGeom>
          </p:spPr>
        </p:pic>
        <p:pic>
          <p:nvPicPr>
            <p:cNvPr id="1535" name="Graphic 1534" descr="Deciduous tree with solid fill">
              <a:extLst>
                <a:ext uri="{FF2B5EF4-FFF2-40B4-BE49-F238E27FC236}">
                  <a16:creationId xmlns:a16="http://schemas.microsoft.com/office/drawing/2014/main" id="{17A53827-2E41-2D92-88A7-BF47A21AB9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8475" y="2442760"/>
              <a:ext cx="209457" cy="196410"/>
            </a:xfrm>
            <a:prstGeom prst="rect">
              <a:avLst/>
            </a:prstGeom>
          </p:spPr>
        </p:pic>
        <p:pic>
          <p:nvPicPr>
            <p:cNvPr id="1537" name="Graphic 1536" descr="Deciduous tree with solid fill">
              <a:extLst>
                <a:ext uri="{FF2B5EF4-FFF2-40B4-BE49-F238E27FC236}">
                  <a16:creationId xmlns:a16="http://schemas.microsoft.com/office/drawing/2014/main" id="{5BEE8041-A230-E0FC-F8A5-B2D6D46872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170" y="2566251"/>
              <a:ext cx="209457" cy="196410"/>
            </a:xfrm>
            <a:prstGeom prst="rect">
              <a:avLst/>
            </a:prstGeom>
          </p:spPr>
        </p:pic>
        <p:pic>
          <p:nvPicPr>
            <p:cNvPr id="1539" name="Graphic 1538" descr="Deciduous tree with solid fill">
              <a:extLst>
                <a:ext uri="{FF2B5EF4-FFF2-40B4-BE49-F238E27FC236}">
                  <a16:creationId xmlns:a16="http://schemas.microsoft.com/office/drawing/2014/main" id="{8B4F1347-CA43-6AC7-43A3-A815EEBD32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1864" y="2689742"/>
              <a:ext cx="209457" cy="196410"/>
            </a:xfrm>
            <a:prstGeom prst="rect">
              <a:avLst/>
            </a:prstGeom>
          </p:spPr>
        </p:pic>
        <p:pic>
          <p:nvPicPr>
            <p:cNvPr id="1541" name="Graphic 1540" descr="Deciduous tree with solid fill">
              <a:extLst>
                <a:ext uri="{FF2B5EF4-FFF2-40B4-BE49-F238E27FC236}">
                  <a16:creationId xmlns:a16="http://schemas.microsoft.com/office/drawing/2014/main" id="{1112A635-7E5F-E583-4CA5-ECC8CA186D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558" y="2813233"/>
              <a:ext cx="209457" cy="196410"/>
            </a:xfrm>
            <a:prstGeom prst="rect">
              <a:avLst/>
            </a:prstGeom>
          </p:spPr>
        </p:pic>
        <p:pic>
          <p:nvPicPr>
            <p:cNvPr id="1543" name="Graphic 1542" descr="Deciduous tree with solid fill">
              <a:extLst>
                <a:ext uri="{FF2B5EF4-FFF2-40B4-BE49-F238E27FC236}">
                  <a16:creationId xmlns:a16="http://schemas.microsoft.com/office/drawing/2014/main" id="{9A3A0C06-11AC-DE5A-C21E-CDE2CA397D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253" y="2936724"/>
              <a:ext cx="209457" cy="196410"/>
            </a:xfrm>
            <a:prstGeom prst="rect">
              <a:avLst/>
            </a:prstGeom>
          </p:spPr>
        </p:pic>
        <p:pic>
          <p:nvPicPr>
            <p:cNvPr id="1545" name="Graphic 1544" descr="Deciduous tree with solid fill">
              <a:extLst>
                <a:ext uri="{FF2B5EF4-FFF2-40B4-BE49-F238E27FC236}">
                  <a16:creationId xmlns:a16="http://schemas.microsoft.com/office/drawing/2014/main" id="{8713E157-2760-27D6-9392-FCC296B9FA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947" y="3060215"/>
              <a:ext cx="209457" cy="196410"/>
            </a:xfrm>
            <a:prstGeom prst="rect">
              <a:avLst/>
            </a:prstGeom>
          </p:spPr>
        </p:pic>
        <p:pic>
          <p:nvPicPr>
            <p:cNvPr id="1547" name="Graphic 1546" descr="Deciduous tree with solid fill">
              <a:extLst>
                <a:ext uri="{FF2B5EF4-FFF2-40B4-BE49-F238E27FC236}">
                  <a16:creationId xmlns:a16="http://schemas.microsoft.com/office/drawing/2014/main" id="{3536B6C1-CEE3-224D-0A61-FF2A2A3732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642" y="3183706"/>
              <a:ext cx="209457" cy="196410"/>
            </a:xfrm>
            <a:prstGeom prst="rect">
              <a:avLst/>
            </a:prstGeom>
          </p:spPr>
        </p:pic>
        <p:pic>
          <p:nvPicPr>
            <p:cNvPr id="1549" name="Graphic 1548" descr="Deciduous tree with solid fill">
              <a:extLst>
                <a:ext uri="{FF2B5EF4-FFF2-40B4-BE49-F238E27FC236}">
                  <a16:creationId xmlns:a16="http://schemas.microsoft.com/office/drawing/2014/main" id="{98E99079-47DC-BBD5-5163-FA9ACE0EEE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337" y="3307196"/>
              <a:ext cx="209457" cy="196410"/>
            </a:xfrm>
            <a:prstGeom prst="rect">
              <a:avLst/>
            </a:prstGeom>
          </p:spPr>
        </p:pic>
        <p:pic>
          <p:nvPicPr>
            <p:cNvPr id="1551" name="Graphic 1550" descr="Deciduous tree with solid fill">
              <a:extLst>
                <a:ext uri="{FF2B5EF4-FFF2-40B4-BE49-F238E27FC236}">
                  <a16:creationId xmlns:a16="http://schemas.microsoft.com/office/drawing/2014/main" id="{72DE2CDD-D1C8-F0C6-5ED1-9A64A265CE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031" y="3430687"/>
              <a:ext cx="209457" cy="196410"/>
            </a:xfrm>
            <a:prstGeom prst="rect">
              <a:avLst/>
            </a:prstGeom>
          </p:spPr>
        </p:pic>
        <p:pic>
          <p:nvPicPr>
            <p:cNvPr id="1553" name="Graphic 1552" descr="Deciduous tree with solid fill">
              <a:extLst>
                <a:ext uri="{FF2B5EF4-FFF2-40B4-BE49-F238E27FC236}">
                  <a16:creationId xmlns:a16="http://schemas.microsoft.com/office/drawing/2014/main" id="{E42CB764-21BF-0FB4-0F08-583B36BD8B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3726" y="3554178"/>
              <a:ext cx="209457" cy="196410"/>
            </a:xfrm>
            <a:prstGeom prst="rect">
              <a:avLst/>
            </a:prstGeom>
          </p:spPr>
        </p:pic>
        <p:pic>
          <p:nvPicPr>
            <p:cNvPr id="1555" name="Graphic 1554" descr="Deciduous tree with solid fill">
              <a:extLst>
                <a:ext uri="{FF2B5EF4-FFF2-40B4-BE49-F238E27FC236}">
                  <a16:creationId xmlns:a16="http://schemas.microsoft.com/office/drawing/2014/main" id="{91B2E29C-5AA6-2E1A-CAB2-4971C2E5F0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420" y="3677670"/>
              <a:ext cx="209457" cy="196410"/>
            </a:xfrm>
            <a:prstGeom prst="rect">
              <a:avLst/>
            </a:prstGeom>
          </p:spPr>
        </p:pic>
        <p:pic>
          <p:nvPicPr>
            <p:cNvPr id="3277" name="Graphic 3276" descr="Deciduous tree with solid fill">
              <a:extLst>
                <a:ext uri="{FF2B5EF4-FFF2-40B4-BE49-F238E27FC236}">
                  <a16:creationId xmlns:a16="http://schemas.microsoft.com/office/drawing/2014/main" id="{1E5655CF-3083-356D-4F60-1E524BDA8A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33015" y="4082967"/>
              <a:ext cx="209457" cy="196410"/>
            </a:xfrm>
            <a:prstGeom prst="rect">
              <a:avLst/>
            </a:prstGeom>
          </p:spPr>
        </p:pic>
        <p:pic>
          <p:nvPicPr>
            <p:cNvPr id="3279" name="Graphic 3278" descr="Deciduous tree with solid fill">
              <a:extLst>
                <a:ext uri="{FF2B5EF4-FFF2-40B4-BE49-F238E27FC236}">
                  <a16:creationId xmlns:a16="http://schemas.microsoft.com/office/drawing/2014/main" id="{AC783F04-176B-14C9-3F75-BD441EB8B2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901" y="1867438"/>
              <a:ext cx="209457" cy="196410"/>
            </a:xfrm>
            <a:prstGeom prst="rect">
              <a:avLst/>
            </a:prstGeom>
          </p:spPr>
        </p:pic>
        <p:pic>
          <p:nvPicPr>
            <p:cNvPr id="3281" name="Graphic 3280" descr="Deciduous tree with solid fill">
              <a:extLst>
                <a:ext uri="{FF2B5EF4-FFF2-40B4-BE49-F238E27FC236}">
                  <a16:creationId xmlns:a16="http://schemas.microsoft.com/office/drawing/2014/main" id="{190D7C9A-69C3-CB1C-6B3B-470E326672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4274" y="1963297"/>
              <a:ext cx="209457" cy="196410"/>
            </a:xfrm>
            <a:prstGeom prst="rect">
              <a:avLst/>
            </a:prstGeom>
          </p:spPr>
        </p:pic>
        <p:pic>
          <p:nvPicPr>
            <p:cNvPr id="3283" name="Graphic 3282" descr="Deciduous tree with solid fill">
              <a:extLst>
                <a:ext uri="{FF2B5EF4-FFF2-40B4-BE49-F238E27FC236}">
                  <a16:creationId xmlns:a16="http://schemas.microsoft.com/office/drawing/2014/main" id="{1E953D71-1628-01F7-4481-2B3AD4E286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477" y="1779399"/>
              <a:ext cx="209457" cy="196410"/>
            </a:xfrm>
            <a:prstGeom prst="rect">
              <a:avLst/>
            </a:prstGeom>
          </p:spPr>
        </p:pic>
        <p:pic>
          <p:nvPicPr>
            <p:cNvPr id="3285" name="Graphic 3284" descr="Deciduous tree with solid fill">
              <a:extLst>
                <a:ext uri="{FF2B5EF4-FFF2-40B4-BE49-F238E27FC236}">
                  <a16:creationId xmlns:a16="http://schemas.microsoft.com/office/drawing/2014/main" id="{CEAAD308-A7D0-D4BE-76DB-3E0EC84F7E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69" y="2086788"/>
              <a:ext cx="209457" cy="196410"/>
            </a:xfrm>
            <a:prstGeom prst="rect">
              <a:avLst/>
            </a:prstGeom>
          </p:spPr>
        </p:pic>
        <p:pic>
          <p:nvPicPr>
            <p:cNvPr id="3287" name="Graphic 3286" descr="Deciduous tree with solid fill">
              <a:extLst>
                <a:ext uri="{FF2B5EF4-FFF2-40B4-BE49-F238E27FC236}">
                  <a16:creationId xmlns:a16="http://schemas.microsoft.com/office/drawing/2014/main" id="{45F783C0-6ACA-5208-C7EF-77D8CFF827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289" name="Graphic 3288" descr="Deciduous tree with solid fill">
              <a:extLst>
                <a:ext uri="{FF2B5EF4-FFF2-40B4-BE49-F238E27FC236}">
                  <a16:creationId xmlns:a16="http://schemas.microsoft.com/office/drawing/2014/main" id="{BF42CBB4-9753-8A86-293B-22DBF2F5EF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291" name="Graphic 3290" descr="Deciduous tree with solid fill">
              <a:extLst>
                <a:ext uri="{FF2B5EF4-FFF2-40B4-BE49-F238E27FC236}">
                  <a16:creationId xmlns:a16="http://schemas.microsoft.com/office/drawing/2014/main" id="{1E3DC862-D05A-56F9-0A8C-8A05748C36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293" name="Graphic 3292" descr="Deciduous tree with solid fill">
              <a:extLst>
                <a:ext uri="{FF2B5EF4-FFF2-40B4-BE49-F238E27FC236}">
                  <a16:creationId xmlns:a16="http://schemas.microsoft.com/office/drawing/2014/main" id="{AA36D17F-B153-E6AB-069E-58B57B8555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295" name="Graphic 3294" descr="Deciduous tree with solid fill">
              <a:extLst>
                <a:ext uri="{FF2B5EF4-FFF2-40B4-BE49-F238E27FC236}">
                  <a16:creationId xmlns:a16="http://schemas.microsoft.com/office/drawing/2014/main" id="{43F9F562-5D8C-6F3C-CC5B-F60478EC34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297" name="Graphic 3296" descr="Deciduous tree with solid fill">
              <a:extLst>
                <a:ext uri="{FF2B5EF4-FFF2-40B4-BE49-F238E27FC236}">
                  <a16:creationId xmlns:a16="http://schemas.microsoft.com/office/drawing/2014/main" id="{8C53D8CD-1606-CCC8-1FDB-52BBD85822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299" name="Graphic 3298" descr="Deciduous tree with solid fill">
              <a:extLst>
                <a:ext uri="{FF2B5EF4-FFF2-40B4-BE49-F238E27FC236}">
                  <a16:creationId xmlns:a16="http://schemas.microsoft.com/office/drawing/2014/main" id="{4174C92A-76F7-332D-081B-47C93E5A7A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301" name="Graphic 3300" descr="Deciduous tree with solid fill">
              <a:extLst>
                <a:ext uri="{FF2B5EF4-FFF2-40B4-BE49-F238E27FC236}">
                  <a16:creationId xmlns:a16="http://schemas.microsoft.com/office/drawing/2014/main" id="{65E45FB0-66CE-3434-BB2D-9D71C04008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303" name="Graphic 3302" descr="Deciduous tree with solid fill">
              <a:extLst>
                <a:ext uri="{FF2B5EF4-FFF2-40B4-BE49-F238E27FC236}">
                  <a16:creationId xmlns:a16="http://schemas.microsoft.com/office/drawing/2014/main" id="{B1C643D8-CA35-82B0-65BD-C4A5A47B6D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305" name="Graphic 3304" descr="Deciduous tree with solid fill">
              <a:extLst>
                <a:ext uri="{FF2B5EF4-FFF2-40B4-BE49-F238E27FC236}">
                  <a16:creationId xmlns:a16="http://schemas.microsoft.com/office/drawing/2014/main" id="{A16A5E5E-DE89-316D-2538-504C2F4BB7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307" name="Graphic 3306" descr="Deciduous tree with solid fill">
              <a:extLst>
                <a:ext uri="{FF2B5EF4-FFF2-40B4-BE49-F238E27FC236}">
                  <a16:creationId xmlns:a16="http://schemas.microsoft.com/office/drawing/2014/main" id="{3027923B-0E5D-C47D-551C-4139D1E3D5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309" name="Graphic 3308" descr="Deciduous tree with solid fill">
              <a:extLst>
                <a:ext uri="{FF2B5EF4-FFF2-40B4-BE49-F238E27FC236}">
                  <a16:creationId xmlns:a16="http://schemas.microsoft.com/office/drawing/2014/main" id="{15AC4CB2-DA34-CE0C-C71D-A0BAF155F7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596" y="1990929"/>
              <a:ext cx="209457" cy="196410"/>
            </a:xfrm>
            <a:prstGeom prst="rect">
              <a:avLst/>
            </a:prstGeom>
          </p:spPr>
        </p:pic>
        <p:pic>
          <p:nvPicPr>
            <p:cNvPr id="3311" name="Graphic 3310" descr="Deciduous tree with solid fill">
              <a:extLst>
                <a:ext uri="{FF2B5EF4-FFF2-40B4-BE49-F238E27FC236}">
                  <a16:creationId xmlns:a16="http://schemas.microsoft.com/office/drawing/2014/main" id="{4FCEF7ED-D5F2-71E7-FB70-74A524318E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313" name="Graphic 3312" descr="Deciduous tree with solid fill">
              <a:extLst>
                <a:ext uri="{FF2B5EF4-FFF2-40B4-BE49-F238E27FC236}">
                  <a16:creationId xmlns:a16="http://schemas.microsoft.com/office/drawing/2014/main" id="{57180B90-03E6-DCF4-8483-95CB9ADC19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315" name="Graphic 3314" descr="Deciduous tree with solid fill">
              <a:extLst>
                <a:ext uri="{FF2B5EF4-FFF2-40B4-BE49-F238E27FC236}">
                  <a16:creationId xmlns:a16="http://schemas.microsoft.com/office/drawing/2014/main" id="{650014F1-7F43-816E-5A41-2B0F772FC3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317" name="Graphic 3316" descr="Deciduous tree with solid fill">
              <a:extLst>
                <a:ext uri="{FF2B5EF4-FFF2-40B4-BE49-F238E27FC236}">
                  <a16:creationId xmlns:a16="http://schemas.microsoft.com/office/drawing/2014/main" id="{F4FCCC9E-22A1-0506-5AF3-514FC3C294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319" name="Graphic 3318" descr="Deciduous tree with solid fill">
              <a:extLst>
                <a:ext uri="{FF2B5EF4-FFF2-40B4-BE49-F238E27FC236}">
                  <a16:creationId xmlns:a16="http://schemas.microsoft.com/office/drawing/2014/main" id="{BE538BDE-BA2E-348F-32F6-F4F32C23BA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321" name="Graphic 3320" descr="Deciduous tree with solid fill">
              <a:extLst>
                <a:ext uri="{FF2B5EF4-FFF2-40B4-BE49-F238E27FC236}">
                  <a16:creationId xmlns:a16="http://schemas.microsoft.com/office/drawing/2014/main" id="{BAC6F0CB-8167-19F8-DC4B-8D638DD84A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323" name="Graphic 3322" descr="Deciduous tree with solid fill">
              <a:extLst>
                <a:ext uri="{FF2B5EF4-FFF2-40B4-BE49-F238E27FC236}">
                  <a16:creationId xmlns:a16="http://schemas.microsoft.com/office/drawing/2014/main" id="{558DD12F-0BAB-D0A6-ADE6-C3F1CC97E7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325" name="Graphic 3324" descr="Deciduous tree with solid fill">
              <a:extLst>
                <a:ext uri="{FF2B5EF4-FFF2-40B4-BE49-F238E27FC236}">
                  <a16:creationId xmlns:a16="http://schemas.microsoft.com/office/drawing/2014/main" id="{2953D07E-754F-81A8-84FB-21323BF642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327" name="Graphic 3326" descr="Deciduous tree with solid fill">
              <a:extLst>
                <a:ext uri="{FF2B5EF4-FFF2-40B4-BE49-F238E27FC236}">
                  <a16:creationId xmlns:a16="http://schemas.microsoft.com/office/drawing/2014/main" id="{933B3EF3-B04B-88CC-563E-935A615635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329" name="Graphic 3328" descr="Deciduous tree with solid fill">
              <a:extLst>
                <a:ext uri="{FF2B5EF4-FFF2-40B4-BE49-F238E27FC236}">
                  <a16:creationId xmlns:a16="http://schemas.microsoft.com/office/drawing/2014/main" id="{383E43EF-0AB0-EE07-8BBB-5253FB9559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331" name="Graphic 3330" descr="Deciduous tree with solid fill">
              <a:extLst>
                <a:ext uri="{FF2B5EF4-FFF2-40B4-BE49-F238E27FC236}">
                  <a16:creationId xmlns:a16="http://schemas.microsoft.com/office/drawing/2014/main" id="{392898AE-D65C-7328-2A3A-0E0D5DEB5D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333" name="Graphic 3332" descr="Deciduous tree with solid fill">
              <a:extLst>
                <a:ext uri="{FF2B5EF4-FFF2-40B4-BE49-F238E27FC236}">
                  <a16:creationId xmlns:a16="http://schemas.microsoft.com/office/drawing/2014/main" id="{3B960CEC-5423-6295-9264-E6FA461172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1" y="1902890"/>
              <a:ext cx="209457" cy="196410"/>
            </a:xfrm>
            <a:prstGeom prst="rect">
              <a:avLst/>
            </a:prstGeom>
          </p:spPr>
        </p:pic>
        <p:pic>
          <p:nvPicPr>
            <p:cNvPr id="3335" name="Graphic 3334" descr="Deciduous tree with solid fill">
              <a:extLst>
                <a:ext uri="{FF2B5EF4-FFF2-40B4-BE49-F238E27FC236}">
                  <a16:creationId xmlns:a16="http://schemas.microsoft.com/office/drawing/2014/main" id="{52A3A367-15FA-9AB5-58EE-33AB9D09B9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337" name="Graphic 3336" descr="Deciduous tree with solid fill">
              <a:extLst>
                <a:ext uri="{FF2B5EF4-FFF2-40B4-BE49-F238E27FC236}">
                  <a16:creationId xmlns:a16="http://schemas.microsoft.com/office/drawing/2014/main" id="{EDAA23A1-2059-11F3-3021-B0AEE2C2BE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339" name="Graphic 3338" descr="Deciduous tree with solid fill">
              <a:extLst>
                <a:ext uri="{FF2B5EF4-FFF2-40B4-BE49-F238E27FC236}">
                  <a16:creationId xmlns:a16="http://schemas.microsoft.com/office/drawing/2014/main" id="{428FDEBC-048D-DD1F-20A9-A38BA3AA43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341" name="Graphic 3340" descr="Deciduous tree with solid fill">
              <a:extLst>
                <a:ext uri="{FF2B5EF4-FFF2-40B4-BE49-F238E27FC236}">
                  <a16:creationId xmlns:a16="http://schemas.microsoft.com/office/drawing/2014/main" id="{7CD3FDD0-7DEB-72D6-FBCC-FA147C66EC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343" name="Graphic 3342" descr="Deciduous tree with solid fill">
              <a:extLst>
                <a:ext uri="{FF2B5EF4-FFF2-40B4-BE49-F238E27FC236}">
                  <a16:creationId xmlns:a16="http://schemas.microsoft.com/office/drawing/2014/main" id="{11A301D7-C2E8-0CC2-2702-7EB484038E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345" name="Graphic 3344" descr="Deciduous tree with solid fill">
              <a:extLst>
                <a:ext uri="{FF2B5EF4-FFF2-40B4-BE49-F238E27FC236}">
                  <a16:creationId xmlns:a16="http://schemas.microsoft.com/office/drawing/2014/main" id="{A0881CBB-FC6C-AE3C-4D87-0BDB9CD1E4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347" name="Graphic 3346" descr="Deciduous tree with solid fill">
              <a:extLst>
                <a:ext uri="{FF2B5EF4-FFF2-40B4-BE49-F238E27FC236}">
                  <a16:creationId xmlns:a16="http://schemas.microsoft.com/office/drawing/2014/main" id="{C6A6D7FC-7033-1254-0B7D-8A4CCDF191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349" name="Graphic 3348" descr="Deciduous tree with solid fill">
              <a:extLst>
                <a:ext uri="{FF2B5EF4-FFF2-40B4-BE49-F238E27FC236}">
                  <a16:creationId xmlns:a16="http://schemas.microsoft.com/office/drawing/2014/main" id="{70CB61C3-25E7-6B5E-0EF7-CF3CEFC107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351" name="Graphic 3350" descr="Deciduous tree with solid fill">
              <a:extLst>
                <a:ext uri="{FF2B5EF4-FFF2-40B4-BE49-F238E27FC236}">
                  <a16:creationId xmlns:a16="http://schemas.microsoft.com/office/drawing/2014/main" id="{91B43491-05C9-CF7F-04C7-179CB12279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353" name="Graphic 3352" descr="Deciduous tree with solid fill">
              <a:extLst>
                <a:ext uri="{FF2B5EF4-FFF2-40B4-BE49-F238E27FC236}">
                  <a16:creationId xmlns:a16="http://schemas.microsoft.com/office/drawing/2014/main" id="{B13AD273-A2AE-BE60-D3AE-FE3E029C3C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355" name="Graphic 3354" descr="Deciduous tree with solid fill">
              <a:extLst>
                <a:ext uri="{FF2B5EF4-FFF2-40B4-BE49-F238E27FC236}">
                  <a16:creationId xmlns:a16="http://schemas.microsoft.com/office/drawing/2014/main" id="{59EB054F-3CA9-08C8-324C-3BBEA02556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359" name="Graphic 3358" descr="Deciduous tree with solid fill">
              <a:extLst>
                <a:ext uri="{FF2B5EF4-FFF2-40B4-BE49-F238E27FC236}">
                  <a16:creationId xmlns:a16="http://schemas.microsoft.com/office/drawing/2014/main" id="{D6F09BB4-7537-5EC1-B587-929A954697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596" y="1990929"/>
              <a:ext cx="209457" cy="196410"/>
            </a:xfrm>
            <a:prstGeom prst="rect">
              <a:avLst/>
            </a:prstGeom>
          </p:spPr>
        </p:pic>
        <p:pic>
          <p:nvPicPr>
            <p:cNvPr id="3361" name="Graphic 3360" descr="Deciduous tree with solid fill">
              <a:extLst>
                <a:ext uri="{FF2B5EF4-FFF2-40B4-BE49-F238E27FC236}">
                  <a16:creationId xmlns:a16="http://schemas.microsoft.com/office/drawing/2014/main" id="{C29DE60E-3C32-BD35-D3A9-3682AB032C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69" y="2086788"/>
              <a:ext cx="209457" cy="196410"/>
            </a:xfrm>
            <a:prstGeom prst="rect">
              <a:avLst/>
            </a:prstGeom>
          </p:spPr>
        </p:pic>
        <p:pic>
          <p:nvPicPr>
            <p:cNvPr id="3363" name="Graphic 3362" descr="Deciduous tree with solid fill">
              <a:extLst>
                <a:ext uri="{FF2B5EF4-FFF2-40B4-BE49-F238E27FC236}">
                  <a16:creationId xmlns:a16="http://schemas.microsoft.com/office/drawing/2014/main" id="{BF6FA891-B0A4-F022-F44A-0C2163BA99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1" y="1902890"/>
              <a:ext cx="209457" cy="196410"/>
            </a:xfrm>
            <a:prstGeom prst="rect">
              <a:avLst/>
            </a:prstGeom>
          </p:spPr>
        </p:pic>
        <p:pic>
          <p:nvPicPr>
            <p:cNvPr id="3365" name="Graphic 3364" descr="Deciduous tree with solid fill">
              <a:extLst>
                <a:ext uri="{FF2B5EF4-FFF2-40B4-BE49-F238E27FC236}">
                  <a16:creationId xmlns:a16="http://schemas.microsoft.com/office/drawing/2014/main" id="{C3186AC1-9EF6-592D-3419-5872CBABF0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367" name="Graphic 3366" descr="Deciduous tree with solid fill">
              <a:extLst>
                <a:ext uri="{FF2B5EF4-FFF2-40B4-BE49-F238E27FC236}">
                  <a16:creationId xmlns:a16="http://schemas.microsoft.com/office/drawing/2014/main" id="{1643F7D5-714D-720D-A697-EE1C70DA04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369" name="Graphic 3368" descr="Deciduous tree with solid fill">
              <a:extLst>
                <a:ext uri="{FF2B5EF4-FFF2-40B4-BE49-F238E27FC236}">
                  <a16:creationId xmlns:a16="http://schemas.microsoft.com/office/drawing/2014/main" id="{3E6D1854-11FD-2E27-DAFF-6860B3DE6F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371" name="Graphic 3370" descr="Deciduous tree with solid fill">
              <a:extLst>
                <a:ext uri="{FF2B5EF4-FFF2-40B4-BE49-F238E27FC236}">
                  <a16:creationId xmlns:a16="http://schemas.microsoft.com/office/drawing/2014/main" id="{7021F1C6-20D8-1CF1-E04E-841A311B00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373" name="Graphic 3372" descr="Deciduous tree with solid fill">
              <a:extLst>
                <a:ext uri="{FF2B5EF4-FFF2-40B4-BE49-F238E27FC236}">
                  <a16:creationId xmlns:a16="http://schemas.microsoft.com/office/drawing/2014/main" id="{FD891611-9E5E-7731-9D96-3FA74AE6B3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375" name="Graphic 3374" descr="Deciduous tree with solid fill">
              <a:extLst>
                <a:ext uri="{FF2B5EF4-FFF2-40B4-BE49-F238E27FC236}">
                  <a16:creationId xmlns:a16="http://schemas.microsoft.com/office/drawing/2014/main" id="{F0166C71-2500-B87F-E294-05A5A1AEC8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377" name="Graphic 3376" descr="Deciduous tree with solid fill">
              <a:extLst>
                <a:ext uri="{FF2B5EF4-FFF2-40B4-BE49-F238E27FC236}">
                  <a16:creationId xmlns:a16="http://schemas.microsoft.com/office/drawing/2014/main" id="{52745E6F-8C5C-EDBD-E0C3-713E76ED04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379" name="Graphic 3378" descr="Deciduous tree with solid fill">
              <a:extLst>
                <a:ext uri="{FF2B5EF4-FFF2-40B4-BE49-F238E27FC236}">
                  <a16:creationId xmlns:a16="http://schemas.microsoft.com/office/drawing/2014/main" id="{53F3F185-6145-E1BF-5BCE-7AC83C8917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381" name="Graphic 3380" descr="Deciduous tree with solid fill">
              <a:extLst>
                <a:ext uri="{FF2B5EF4-FFF2-40B4-BE49-F238E27FC236}">
                  <a16:creationId xmlns:a16="http://schemas.microsoft.com/office/drawing/2014/main" id="{26B99C6F-F5EF-C46D-B5DE-58F8E7FD29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383" name="Graphic 3382" descr="Deciduous tree with solid fill">
              <a:extLst>
                <a:ext uri="{FF2B5EF4-FFF2-40B4-BE49-F238E27FC236}">
                  <a16:creationId xmlns:a16="http://schemas.microsoft.com/office/drawing/2014/main" id="{8AD5F852-8B6D-C76A-2FAA-BEA2E55A82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385" name="Graphic 3384" descr="Deciduous tree with solid fill">
              <a:extLst>
                <a:ext uri="{FF2B5EF4-FFF2-40B4-BE49-F238E27FC236}">
                  <a16:creationId xmlns:a16="http://schemas.microsoft.com/office/drawing/2014/main" id="{2AC3CAD1-A2F6-F0BB-1AD9-659DB9E4FC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387" name="Graphic 3386" descr="Deciduous tree with solid fill">
              <a:extLst>
                <a:ext uri="{FF2B5EF4-FFF2-40B4-BE49-F238E27FC236}">
                  <a16:creationId xmlns:a16="http://schemas.microsoft.com/office/drawing/2014/main" id="{96D93EA9-E0CD-B29E-1AAC-1F975BEC1E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389" name="Graphic 3388" descr="Deciduous tree with solid fill">
              <a:extLst>
                <a:ext uri="{FF2B5EF4-FFF2-40B4-BE49-F238E27FC236}">
                  <a16:creationId xmlns:a16="http://schemas.microsoft.com/office/drawing/2014/main" id="{CEA60C1C-C5A4-E21B-6FE6-77DE990A98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391" name="Graphic 3390" descr="Deciduous tree with solid fill">
              <a:extLst>
                <a:ext uri="{FF2B5EF4-FFF2-40B4-BE49-F238E27FC236}">
                  <a16:creationId xmlns:a16="http://schemas.microsoft.com/office/drawing/2014/main" id="{A146FD03-A033-3005-B110-4DE04629F8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393" name="Graphic 3392" descr="Deciduous tree with solid fill">
              <a:extLst>
                <a:ext uri="{FF2B5EF4-FFF2-40B4-BE49-F238E27FC236}">
                  <a16:creationId xmlns:a16="http://schemas.microsoft.com/office/drawing/2014/main" id="{681677CA-048A-C4E2-1441-2C926C50F0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395" name="Graphic 3394" descr="Deciduous tree with solid fill">
              <a:extLst>
                <a:ext uri="{FF2B5EF4-FFF2-40B4-BE49-F238E27FC236}">
                  <a16:creationId xmlns:a16="http://schemas.microsoft.com/office/drawing/2014/main" id="{6324F48B-DBAF-F3FB-EA47-2572174C66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397" name="Graphic 3396" descr="Deciduous tree with solid fill">
              <a:extLst>
                <a:ext uri="{FF2B5EF4-FFF2-40B4-BE49-F238E27FC236}">
                  <a16:creationId xmlns:a16="http://schemas.microsoft.com/office/drawing/2014/main" id="{5339D85A-0520-E265-B55B-0FD9B5CBE8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399" name="Graphic 3398" descr="Deciduous tree with solid fill">
              <a:extLst>
                <a:ext uri="{FF2B5EF4-FFF2-40B4-BE49-F238E27FC236}">
                  <a16:creationId xmlns:a16="http://schemas.microsoft.com/office/drawing/2014/main" id="{59CF2741-B2FE-E5AD-C23E-E3CD675AB2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401" name="Graphic 3400" descr="Deciduous tree with solid fill">
              <a:extLst>
                <a:ext uri="{FF2B5EF4-FFF2-40B4-BE49-F238E27FC236}">
                  <a16:creationId xmlns:a16="http://schemas.microsoft.com/office/drawing/2014/main" id="{3DC65A03-8924-FBA5-A7A1-13CB2917F8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403" name="Graphic 3402" descr="Deciduous tree with solid fill">
              <a:extLst>
                <a:ext uri="{FF2B5EF4-FFF2-40B4-BE49-F238E27FC236}">
                  <a16:creationId xmlns:a16="http://schemas.microsoft.com/office/drawing/2014/main" id="{97958A79-C3E2-7423-FDD1-C7823F1BCC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405" name="Graphic 3404" descr="Deciduous tree with solid fill">
              <a:extLst>
                <a:ext uri="{FF2B5EF4-FFF2-40B4-BE49-F238E27FC236}">
                  <a16:creationId xmlns:a16="http://schemas.microsoft.com/office/drawing/2014/main" id="{AECB2249-823F-B969-ABD1-B86DC6A5D2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407" name="Graphic 3406" descr="Deciduous tree with solid fill">
              <a:extLst>
                <a:ext uri="{FF2B5EF4-FFF2-40B4-BE49-F238E27FC236}">
                  <a16:creationId xmlns:a16="http://schemas.microsoft.com/office/drawing/2014/main" id="{A78B20EE-F8C1-8587-A0B2-01F943C7F9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409" name="Graphic 3408" descr="Deciduous tree with solid fill">
              <a:extLst>
                <a:ext uri="{FF2B5EF4-FFF2-40B4-BE49-F238E27FC236}">
                  <a16:creationId xmlns:a16="http://schemas.microsoft.com/office/drawing/2014/main" id="{7181B581-B685-9B41-5F12-7C4BD9A30F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411" name="Graphic 3410" descr="Deciduous tree with solid fill">
              <a:extLst>
                <a:ext uri="{FF2B5EF4-FFF2-40B4-BE49-F238E27FC236}">
                  <a16:creationId xmlns:a16="http://schemas.microsoft.com/office/drawing/2014/main" id="{BE555027-F6A3-A9F2-A549-7E0F5CCD8F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413" name="Graphic 3412" descr="Deciduous tree with solid fill">
              <a:extLst>
                <a:ext uri="{FF2B5EF4-FFF2-40B4-BE49-F238E27FC236}">
                  <a16:creationId xmlns:a16="http://schemas.microsoft.com/office/drawing/2014/main" id="{5CBBA507-EC3B-C74C-5EC2-165372FF69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415" name="Graphic 3414" descr="Deciduous tree with solid fill">
              <a:extLst>
                <a:ext uri="{FF2B5EF4-FFF2-40B4-BE49-F238E27FC236}">
                  <a16:creationId xmlns:a16="http://schemas.microsoft.com/office/drawing/2014/main" id="{6B6BB97D-26DF-5460-11DA-E0B44D84D1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417" name="Graphic 3416" descr="Deciduous tree with solid fill">
              <a:extLst>
                <a:ext uri="{FF2B5EF4-FFF2-40B4-BE49-F238E27FC236}">
                  <a16:creationId xmlns:a16="http://schemas.microsoft.com/office/drawing/2014/main" id="{ABAD88D5-993F-CA98-C6E3-17EDC1EF34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419" name="Graphic 3418" descr="Deciduous tree with solid fill">
              <a:extLst>
                <a:ext uri="{FF2B5EF4-FFF2-40B4-BE49-F238E27FC236}">
                  <a16:creationId xmlns:a16="http://schemas.microsoft.com/office/drawing/2014/main" id="{AFD69B8A-9CA7-3018-7E4A-216CBFB641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421" name="Graphic 3420" descr="Deciduous tree with solid fill">
              <a:extLst>
                <a:ext uri="{FF2B5EF4-FFF2-40B4-BE49-F238E27FC236}">
                  <a16:creationId xmlns:a16="http://schemas.microsoft.com/office/drawing/2014/main" id="{EAC3DF0C-7B87-C4D3-2F1C-626D5518DD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423" name="Graphic 3422" descr="Deciduous tree with solid fill">
              <a:extLst>
                <a:ext uri="{FF2B5EF4-FFF2-40B4-BE49-F238E27FC236}">
                  <a16:creationId xmlns:a16="http://schemas.microsoft.com/office/drawing/2014/main" id="{7B9BD223-13AF-403D-6C77-66B26D6E4F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425" name="Graphic 3424" descr="Deciduous tree with solid fill">
              <a:extLst>
                <a:ext uri="{FF2B5EF4-FFF2-40B4-BE49-F238E27FC236}">
                  <a16:creationId xmlns:a16="http://schemas.microsoft.com/office/drawing/2014/main" id="{D39BB0AF-D2B2-C4DD-76C8-8454687A51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427" name="Graphic 3426" descr="Deciduous tree with solid fill">
              <a:extLst>
                <a:ext uri="{FF2B5EF4-FFF2-40B4-BE49-F238E27FC236}">
                  <a16:creationId xmlns:a16="http://schemas.microsoft.com/office/drawing/2014/main" id="{FB39FB1B-C491-A162-D783-F79CFC5B11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429" name="Graphic 3428" descr="Deciduous tree with solid fill">
              <a:extLst>
                <a:ext uri="{FF2B5EF4-FFF2-40B4-BE49-F238E27FC236}">
                  <a16:creationId xmlns:a16="http://schemas.microsoft.com/office/drawing/2014/main" id="{56F88F96-06E2-6226-650C-587F234B53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433" name="Graphic 3432" descr="Deciduous tree with solid fill">
              <a:extLst>
                <a:ext uri="{FF2B5EF4-FFF2-40B4-BE49-F238E27FC236}">
                  <a16:creationId xmlns:a16="http://schemas.microsoft.com/office/drawing/2014/main" id="{B31C7576-1191-315A-C634-A81A73A7E3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435" name="Graphic 3434" descr="Deciduous tree with solid fill">
              <a:extLst>
                <a:ext uri="{FF2B5EF4-FFF2-40B4-BE49-F238E27FC236}">
                  <a16:creationId xmlns:a16="http://schemas.microsoft.com/office/drawing/2014/main" id="{CC69F6D5-44EE-D18C-AC23-1307A85E6D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437" name="Graphic 3436" descr="Deciduous tree with solid fill">
              <a:extLst>
                <a:ext uri="{FF2B5EF4-FFF2-40B4-BE49-F238E27FC236}">
                  <a16:creationId xmlns:a16="http://schemas.microsoft.com/office/drawing/2014/main" id="{F144A1DB-F61E-E6DF-3BEF-A63CFA4712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439" name="Graphic 3438" descr="Deciduous tree with solid fill">
              <a:extLst>
                <a:ext uri="{FF2B5EF4-FFF2-40B4-BE49-F238E27FC236}">
                  <a16:creationId xmlns:a16="http://schemas.microsoft.com/office/drawing/2014/main" id="{B7B60D2E-3451-76BD-314C-00D548CF32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441" name="Graphic 3440" descr="Deciduous tree with solid fill">
              <a:extLst>
                <a:ext uri="{FF2B5EF4-FFF2-40B4-BE49-F238E27FC236}">
                  <a16:creationId xmlns:a16="http://schemas.microsoft.com/office/drawing/2014/main" id="{3096C794-B5A2-D03A-CDB3-E6D907FF9D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443" name="Graphic 3442" descr="Deciduous tree with solid fill">
              <a:extLst>
                <a:ext uri="{FF2B5EF4-FFF2-40B4-BE49-F238E27FC236}">
                  <a16:creationId xmlns:a16="http://schemas.microsoft.com/office/drawing/2014/main" id="{4D7A05DC-5469-1E07-18BB-FC6FD5D2E0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445" name="Graphic 3444" descr="Deciduous tree with solid fill">
              <a:extLst>
                <a:ext uri="{FF2B5EF4-FFF2-40B4-BE49-F238E27FC236}">
                  <a16:creationId xmlns:a16="http://schemas.microsoft.com/office/drawing/2014/main" id="{208E21DB-D0E1-B267-01BE-72389DBF63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447" name="Graphic 3446" descr="Deciduous tree with solid fill">
              <a:extLst>
                <a:ext uri="{FF2B5EF4-FFF2-40B4-BE49-F238E27FC236}">
                  <a16:creationId xmlns:a16="http://schemas.microsoft.com/office/drawing/2014/main" id="{F3570F24-2BA1-8005-A57C-5C139C628B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449" name="Graphic 3448" descr="Deciduous tree with solid fill">
              <a:extLst>
                <a:ext uri="{FF2B5EF4-FFF2-40B4-BE49-F238E27FC236}">
                  <a16:creationId xmlns:a16="http://schemas.microsoft.com/office/drawing/2014/main" id="{E363FEDD-9645-297F-DC50-B0D03EA61B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451" name="Graphic 3450" descr="Deciduous tree with solid fill">
              <a:extLst>
                <a:ext uri="{FF2B5EF4-FFF2-40B4-BE49-F238E27FC236}">
                  <a16:creationId xmlns:a16="http://schemas.microsoft.com/office/drawing/2014/main" id="{F465BC61-3BB8-63CC-51F8-2464F5CF36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453" name="Graphic 3452" descr="Deciduous tree with solid fill">
              <a:extLst>
                <a:ext uri="{FF2B5EF4-FFF2-40B4-BE49-F238E27FC236}">
                  <a16:creationId xmlns:a16="http://schemas.microsoft.com/office/drawing/2014/main" id="{5E1297CC-CDFF-E8E0-8421-23635FE95F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455" name="Graphic 3454" descr="Deciduous tree with solid fill">
              <a:extLst>
                <a:ext uri="{FF2B5EF4-FFF2-40B4-BE49-F238E27FC236}">
                  <a16:creationId xmlns:a16="http://schemas.microsoft.com/office/drawing/2014/main" id="{3632BFCF-E127-5537-A48B-4897A7154B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457" name="Graphic 3456" descr="Deciduous tree with solid fill">
              <a:extLst>
                <a:ext uri="{FF2B5EF4-FFF2-40B4-BE49-F238E27FC236}">
                  <a16:creationId xmlns:a16="http://schemas.microsoft.com/office/drawing/2014/main" id="{30CBFADF-2E8A-46F7-A4FC-6A1733B80F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459" name="Graphic 3458" descr="Deciduous tree with solid fill">
              <a:extLst>
                <a:ext uri="{FF2B5EF4-FFF2-40B4-BE49-F238E27FC236}">
                  <a16:creationId xmlns:a16="http://schemas.microsoft.com/office/drawing/2014/main" id="{D7C410C0-D160-BFB8-E0B7-CD504B5A97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461" name="Graphic 3460" descr="Deciduous tree with solid fill">
              <a:extLst>
                <a:ext uri="{FF2B5EF4-FFF2-40B4-BE49-F238E27FC236}">
                  <a16:creationId xmlns:a16="http://schemas.microsoft.com/office/drawing/2014/main" id="{FBD86B58-A5F3-24AD-CE46-1BDDFF2225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463" name="Graphic 3462" descr="Deciduous tree with solid fill">
              <a:extLst>
                <a:ext uri="{FF2B5EF4-FFF2-40B4-BE49-F238E27FC236}">
                  <a16:creationId xmlns:a16="http://schemas.microsoft.com/office/drawing/2014/main" id="{24E29808-C229-CADD-5910-99D733C920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465" name="Graphic 3464" descr="Deciduous tree with solid fill">
              <a:extLst>
                <a:ext uri="{FF2B5EF4-FFF2-40B4-BE49-F238E27FC236}">
                  <a16:creationId xmlns:a16="http://schemas.microsoft.com/office/drawing/2014/main" id="{17712080-5DFF-B86A-BD8D-204AF45031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467" name="Graphic 3466" descr="Deciduous tree with solid fill">
              <a:extLst>
                <a:ext uri="{FF2B5EF4-FFF2-40B4-BE49-F238E27FC236}">
                  <a16:creationId xmlns:a16="http://schemas.microsoft.com/office/drawing/2014/main" id="{CCEDC835-41EB-9995-3F5E-8A589F6707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469" name="Graphic 3468" descr="Deciduous tree with solid fill">
              <a:extLst>
                <a:ext uri="{FF2B5EF4-FFF2-40B4-BE49-F238E27FC236}">
                  <a16:creationId xmlns:a16="http://schemas.microsoft.com/office/drawing/2014/main" id="{1C268B7B-7E80-5BA8-7FF4-B758FB3BA2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471" name="Graphic 3470" descr="Deciduous tree with solid fill">
              <a:extLst>
                <a:ext uri="{FF2B5EF4-FFF2-40B4-BE49-F238E27FC236}">
                  <a16:creationId xmlns:a16="http://schemas.microsoft.com/office/drawing/2014/main" id="{9848B8C2-4828-6A89-3F5F-D9B899A1C9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473" name="Graphic 3472" descr="Deciduous tree with solid fill">
              <a:extLst>
                <a:ext uri="{FF2B5EF4-FFF2-40B4-BE49-F238E27FC236}">
                  <a16:creationId xmlns:a16="http://schemas.microsoft.com/office/drawing/2014/main" id="{589CC717-88B4-B145-4F3D-36DFAB7C80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475" name="Graphic 3474" descr="Deciduous tree with solid fill">
              <a:extLst>
                <a:ext uri="{FF2B5EF4-FFF2-40B4-BE49-F238E27FC236}">
                  <a16:creationId xmlns:a16="http://schemas.microsoft.com/office/drawing/2014/main" id="{063CE174-B7EA-AD8C-7F57-270B7966DB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477" name="Graphic 3476" descr="Deciduous tree with solid fill">
              <a:extLst>
                <a:ext uri="{FF2B5EF4-FFF2-40B4-BE49-F238E27FC236}">
                  <a16:creationId xmlns:a16="http://schemas.microsoft.com/office/drawing/2014/main" id="{AA693B0F-8D30-32C2-B48A-EA41B1F3DC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479" name="Graphic 3478" descr="Deciduous tree with solid fill">
              <a:extLst>
                <a:ext uri="{FF2B5EF4-FFF2-40B4-BE49-F238E27FC236}">
                  <a16:creationId xmlns:a16="http://schemas.microsoft.com/office/drawing/2014/main" id="{B46CEF4D-11C9-C735-CA51-438601AC1C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481" name="Graphic 3480" descr="Deciduous tree with solid fill">
              <a:extLst>
                <a:ext uri="{FF2B5EF4-FFF2-40B4-BE49-F238E27FC236}">
                  <a16:creationId xmlns:a16="http://schemas.microsoft.com/office/drawing/2014/main" id="{657AEBC8-0A55-8E36-96BF-A1635BD137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483" name="Graphic 3482" descr="Deciduous tree with solid fill">
              <a:extLst>
                <a:ext uri="{FF2B5EF4-FFF2-40B4-BE49-F238E27FC236}">
                  <a16:creationId xmlns:a16="http://schemas.microsoft.com/office/drawing/2014/main" id="{7477C2FE-2CEA-0C7E-6C25-326957BC7B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485" name="Graphic 3484" descr="Deciduous tree with solid fill">
              <a:extLst>
                <a:ext uri="{FF2B5EF4-FFF2-40B4-BE49-F238E27FC236}">
                  <a16:creationId xmlns:a16="http://schemas.microsoft.com/office/drawing/2014/main" id="{36932218-9CB8-C8A0-0544-9BF69475FE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487" name="Graphic 3486" descr="Deciduous tree with solid fill">
              <a:extLst>
                <a:ext uri="{FF2B5EF4-FFF2-40B4-BE49-F238E27FC236}">
                  <a16:creationId xmlns:a16="http://schemas.microsoft.com/office/drawing/2014/main" id="{E0C3498C-1603-7548-E1B3-4F2C699023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489" name="Graphic 3488" descr="Deciduous tree with solid fill">
              <a:extLst>
                <a:ext uri="{FF2B5EF4-FFF2-40B4-BE49-F238E27FC236}">
                  <a16:creationId xmlns:a16="http://schemas.microsoft.com/office/drawing/2014/main" id="{17A4CDE9-FFCD-4B26-E02A-A24D632B56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491" name="Graphic 3490" descr="Deciduous tree with solid fill">
              <a:extLst>
                <a:ext uri="{FF2B5EF4-FFF2-40B4-BE49-F238E27FC236}">
                  <a16:creationId xmlns:a16="http://schemas.microsoft.com/office/drawing/2014/main" id="{F55D6CCB-DBE4-752F-D81D-B9F041DA4F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493" name="Graphic 3492" descr="Deciduous tree with solid fill">
              <a:extLst>
                <a:ext uri="{FF2B5EF4-FFF2-40B4-BE49-F238E27FC236}">
                  <a16:creationId xmlns:a16="http://schemas.microsoft.com/office/drawing/2014/main" id="{4D926C62-90BA-0B0D-1273-F7D7C33DDC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495" name="Graphic 3494" descr="Deciduous tree with solid fill">
              <a:extLst>
                <a:ext uri="{FF2B5EF4-FFF2-40B4-BE49-F238E27FC236}">
                  <a16:creationId xmlns:a16="http://schemas.microsoft.com/office/drawing/2014/main" id="{4B0D1C6B-406D-5DA7-C750-DC5999E19F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497" name="Graphic 3496" descr="Deciduous tree with solid fill">
              <a:extLst>
                <a:ext uri="{FF2B5EF4-FFF2-40B4-BE49-F238E27FC236}">
                  <a16:creationId xmlns:a16="http://schemas.microsoft.com/office/drawing/2014/main" id="{0BC0FC3B-0BAC-A916-0CA4-3265D435BA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501" name="Graphic 3500" descr="Deciduous tree with solid fill">
              <a:extLst>
                <a:ext uri="{FF2B5EF4-FFF2-40B4-BE49-F238E27FC236}">
                  <a16:creationId xmlns:a16="http://schemas.microsoft.com/office/drawing/2014/main" id="{8CCC7291-73B7-922E-2092-6B5D01C5C4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503" name="Graphic 3502" descr="Deciduous tree with solid fill">
              <a:extLst>
                <a:ext uri="{FF2B5EF4-FFF2-40B4-BE49-F238E27FC236}">
                  <a16:creationId xmlns:a16="http://schemas.microsoft.com/office/drawing/2014/main" id="{1543F345-C8D1-2F03-464C-3229EB20CF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505" name="Graphic 3504" descr="Deciduous tree with solid fill">
              <a:extLst>
                <a:ext uri="{FF2B5EF4-FFF2-40B4-BE49-F238E27FC236}">
                  <a16:creationId xmlns:a16="http://schemas.microsoft.com/office/drawing/2014/main" id="{F6BF491F-8D51-0909-53A1-2A42D0327C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507" name="Graphic 3506" descr="Deciduous tree with solid fill">
              <a:extLst>
                <a:ext uri="{FF2B5EF4-FFF2-40B4-BE49-F238E27FC236}">
                  <a16:creationId xmlns:a16="http://schemas.microsoft.com/office/drawing/2014/main" id="{D100DE34-A068-5F9C-7778-B17298D1D3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509" name="Graphic 3508" descr="Deciduous tree with solid fill">
              <a:extLst>
                <a:ext uri="{FF2B5EF4-FFF2-40B4-BE49-F238E27FC236}">
                  <a16:creationId xmlns:a16="http://schemas.microsoft.com/office/drawing/2014/main" id="{136E0AAA-2B5D-E077-7ABF-6DD3BDE0F3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511" name="Graphic 3510" descr="Deciduous tree with solid fill">
              <a:extLst>
                <a:ext uri="{FF2B5EF4-FFF2-40B4-BE49-F238E27FC236}">
                  <a16:creationId xmlns:a16="http://schemas.microsoft.com/office/drawing/2014/main" id="{5D23EAB9-C892-0A17-5446-B578928C70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513" name="Graphic 3512" descr="Deciduous tree with solid fill">
              <a:extLst>
                <a:ext uri="{FF2B5EF4-FFF2-40B4-BE49-F238E27FC236}">
                  <a16:creationId xmlns:a16="http://schemas.microsoft.com/office/drawing/2014/main" id="{68FBBE0A-E199-4BAE-73BB-9B0B74B9A7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515" name="Graphic 3514" descr="Deciduous tree with solid fill">
              <a:extLst>
                <a:ext uri="{FF2B5EF4-FFF2-40B4-BE49-F238E27FC236}">
                  <a16:creationId xmlns:a16="http://schemas.microsoft.com/office/drawing/2014/main" id="{2CE059CC-95D5-0D53-82D3-67CAD1EB3C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517" name="Graphic 3516" descr="Deciduous tree with solid fill">
              <a:extLst>
                <a:ext uri="{FF2B5EF4-FFF2-40B4-BE49-F238E27FC236}">
                  <a16:creationId xmlns:a16="http://schemas.microsoft.com/office/drawing/2014/main" id="{C753009B-EF17-1C24-B42E-6E6FF7BDC8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519" name="Graphic 3518" descr="Deciduous tree with solid fill">
              <a:extLst>
                <a:ext uri="{FF2B5EF4-FFF2-40B4-BE49-F238E27FC236}">
                  <a16:creationId xmlns:a16="http://schemas.microsoft.com/office/drawing/2014/main" id="{38CEB267-FC9E-A418-1176-9C3A68BCC0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521" name="Graphic 3520" descr="Deciduous tree with solid fill">
              <a:extLst>
                <a:ext uri="{FF2B5EF4-FFF2-40B4-BE49-F238E27FC236}">
                  <a16:creationId xmlns:a16="http://schemas.microsoft.com/office/drawing/2014/main" id="{D93FBBB7-3C0D-ECA7-A0AA-320A5F9828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523" name="Graphic 3522" descr="Deciduous tree with solid fill">
              <a:extLst>
                <a:ext uri="{FF2B5EF4-FFF2-40B4-BE49-F238E27FC236}">
                  <a16:creationId xmlns:a16="http://schemas.microsoft.com/office/drawing/2014/main" id="{AF96AEBF-6E23-353B-483A-2765F0D3E0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525" name="Graphic 3524" descr="Deciduous tree with solid fill">
              <a:extLst>
                <a:ext uri="{FF2B5EF4-FFF2-40B4-BE49-F238E27FC236}">
                  <a16:creationId xmlns:a16="http://schemas.microsoft.com/office/drawing/2014/main" id="{3888F07C-5469-8AA1-4D57-344C7B3CE0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527" name="Graphic 3526" descr="Deciduous tree with solid fill">
              <a:extLst>
                <a:ext uri="{FF2B5EF4-FFF2-40B4-BE49-F238E27FC236}">
                  <a16:creationId xmlns:a16="http://schemas.microsoft.com/office/drawing/2014/main" id="{C0CCF101-62EE-D7A1-0E5E-D3667E7F7D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529" name="Graphic 3528" descr="Deciduous tree with solid fill">
              <a:extLst>
                <a:ext uri="{FF2B5EF4-FFF2-40B4-BE49-F238E27FC236}">
                  <a16:creationId xmlns:a16="http://schemas.microsoft.com/office/drawing/2014/main" id="{175EC9FB-F887-305D-20FB-6E8E5A6691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531" name="Graphic 3530" descr="Deciduous tree with solid fill">
              <a:extLst>
                <a:ext uri="{FF2B5EF4-FFF2-40B4-BE49-F238E27FC236}">
                  <a16:creationId xmlns:a16="http://schemas.microsoft.com/office/drawing/2014/main" id="{3DD9CE90-F4CD-32B3-032D-1EF6CFEEED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533" name="Graphic 3532" descr="Deciduous tree with solid fill">
              <a:extLst>
                <a:ext uri="{FF2B5EF4-FFF2-40B4-BE49-F238E27FC236}">
                  <a16:creationId xmlns:a16="http://schemas.microsoft.com/office/drawing/2014/main" id="{AF3ACA19-B8E7-7792-631A-BB559947B8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535" name="Graphic 3534" descr="Deciduous tree with solid fill">
              <a:extLst>
                <a:ext uri="{FF2B5EF4-FFF2-40B4-BE49-F238E27FC236}">
                  <a16:creationId xmlns:a16="http://schemas.microsoft.com/office/drawing/2014/main" id="{DE92A846-0F34-62F9-2FDD-34F4BB32F4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537" name="Graphic 3536" descr="Deciduous tree with solid fill">
              <a:extLst>
                <a:ext uri="{FF2B5EF4-FFF2-40B4-BE49-F238E27FC236}">
                  <a16:creationId xmlns:a16="http://schemas.microsoft.com/office/drawing/2014/main" id="{EB75EEB7-77CC-2AF6-D2AD-3A2C788F86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539" name="Graphic 3538" descr="Deciduous tree with solid fill">
              <a:extLst>
                <a:ext uri="{FF2B5EF4-FFF2-40B4-BE49-F238E27FC236}">
                  <a16:creationId xmlns:a16="http://schemas.microsoft.com/office/drawing/2014/main" id="{76FF3378-6D13-1203-4580-5CB4C7B72C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541" name="Graphic 3540" descr="Deciduous tree with solid fill">
              <a:extLst>
                <a:ext uri="{FF2B5EF4-FFF2-40B4-BE49-F238E27FC236}">
                  <a16:creationId xmlns:a16="http://schemas.microsoft.com/office/drawing/2014/main" id="{5AB9C350-EF0A-D671-E392-A1CF91859E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543" name="Graphic 3542" descr="Deciduous tree with solid fill">
              <a:extLst>
                <a:ext uri="{FF2B5EF4-FFF2-40B4-BE49-F238E27FC236}">
                  <a16:creationId xmlns:a16="http://schemas.microsoft.com/office/drawing/2014/main" id="{E8C5D575-2FD6-5912-6370-75DB8FA8C3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545" name="Graphic 3544" descr="Deciduous tree with solid fill">
              <a:extLst>
                <a:ext uri="{FF2B5EF4-FFF2-40B4-BE49-F238E27FC236}">
                  <a16:creationId xmlns:a16="http://schemas.microsoft.com/office/drawing/2014/main" id="{5F7D4D56-5FB8-590B-67D7-E57A4FCC5C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547" name="Graphic 3546" descr="Deciduous tree with solid fill">
              <a:extLst>
                <a:ext uri="{FF2B5EF4-FFF2-40B4-BE49-F238E27FC236}">
                  <a16:creationId xmlns:a16="http://schemas.microsoft.com/office/drawing/2014/main" id="{4F63D432-5BA8-13B4-B6AD-DD97AF9760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549" name="Graphic 3548" descr="Deciduous tree with solid fill">
              <a:extLst>
                <a:ext uri="{FF2B5EF4-FFF2-40B4-BE49-F238E27FC236}">
                  <a16:creationId xmlns:a16="http://schemas.microsoft.com/office/drawing/2014/main" id="{419CB598-A122-8A67-0D6B-4F63B7826F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551" name="Graphic 3550" descr="Deciduous tree with solid fill">
              <a:extLst>
                <a:ext uri="{FF2B5EF4-FFF2-40B4-BE49-F238E27FC236}">
                  <a16:creationId xmlns:a16="http://schemas.microsoft.com/office/drawing/2014/main" id="{5A6693B8-72A6-2BC7-DAFD-509E204B64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553" name="Graphic 3552" descr="Deciduous tree with solid fill">
              <a:extLst>
                <a:ext uri="{FF2B5EF4-FFF2-40B4-BE49-F238E27FC236}">
                  <a16:creationId xmlns:a16="http://schemas.microsoft.com/office/drawing/2014/main" id="{34329F37-1877-AE7F-8627-505A5D612D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555" name="Graphic 3554" descr="Deciduous tree with solid fill">
              <a:extLst>
                <a:ext uri="{FF2B5EF4-FFF2-40B4-BE49-F238E27FC236}">
                  <a16:creationId xmlns:a16="http://schemas.microsoft.com/office/drawing/2014/main" id="{6C77DB74-1B56-73CB-A55F-1600831CF2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557" name="Graphic 3556" descr="Deciduous tree with solid fill">
              <a:extLst>
                <a:ext uri="{FF2B5EF4-FFF2-40B4-BE49-F238E27FC236}">
                  <a16:creationId xmlns:a16="http://schemas.microsoft.com/office/drawing/2014/main" id="{95E6B0D8-57F0-6C5C-04A6-5BEB5DFD78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559" name="Graphic 3558" descr="Deciduous tree with solid fill">
              <a:extLst>
                <a:ext uri="{FF2B5EF4-FFF2-40B4-BE49-F238E27FC236}">
                  <a16:creationId xmlns:a16="http://schemas.microsoft.com/office/drawing/2014/main" id="{5A87ADD8-716E-151A-7776-5D2BFA79B9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563" name="Graphic 3562" descr="Deciduous tree with solid fill">
              <a:extLst>
                <a:ext uri="{FF2B5EF4-FFF2-40B4-BE49-F238E27FC236}">
                  <a16:creationId xmlns:a16="http://schemas.microsoft.com/office/drawing/2014/main" id="{0819A787-01A9-EC7F-2DBF-CA9899CCD4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565" name="Graphic 3564" descr="Deciduous tree with solid fill">
              <a:extLst>
                <a:ext uri="{FF2B5EF4-FFF2-40B4-BE49-F238E27FC236}">
                  <a16:creationId xmlns:a16="http://schemas.microsoft.com/office/drawing/2014/main" id="{8E41979C-67E4-D6A6-731E-E1981018F2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567" name="Graphic 3566" descr="Deciduous tree with solid fill">
              <a:extLst>
                <a:ext uri="{FF2B5EF4-FFF2-40B4-BE49-F238E27FC236}">
                  <a16:creationId xmlns:a16="http://schemas.microsoft.com/office/drawing/2014/main" id="{FD6C3287-9B87-AAA4-66DF-769A5ECB95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569" name="Graphic 3568" descr="Deciduous tree with solid fill">
              <a:extLst>
                <a:ext uri="{FF2B5EF4-FFF2-40B4-BE49-F238E27FC236}">
                  <a16:creationId xmlns:a16="http://schemas.microsoft.com/office/drawing/2014/main" id="{DDF5832B-C484-F13E-D89A-4061DD817E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571" name="Graphic 3570" descr="Deciduous tree with solid fill">
              <a:extLst>
                <a:ext uri="{FF2B5EF4-FFF2-40B4-BE49-F238E27FC236}">
                  <a16:creationId xmlns:a16="http://schemas.microsoft.com/office/drawing/2014/main" id="{3FA05A61-63E5-84FD-B2E8-C5A4CD9E01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573" name="Graphic 3572" descr="Deciduous tree with solid fill">
              <a:extLst>
                <a:ext uri="{FF2B5EF4-FFF2-40B4-BE49-F238E27FC236}">
                  <a16:creationId xmlns:a16="http://schemas.microsoft.com/office/drawing/2014/main" id="{6734E1AA-C7F3-4056-4D15-0B5BEB55A1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575" name="Graphic 3574" descr="Deciduous tree with solid fill">
              <a:extLst>
                <a:ext uri="{FF2B5EF4-FFF2-40B4-BE49-F238E27FC236}">
                  <a16:creationId xmlns:a16="http://schemas.microsoft.com/office/drawing/2014/main" id="{97E2FAF9-452A-1B91-DF90-3C9CD690DE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577" name="Graphic 3576" descr="Deciduous tree with solid fill">
              <a:extLst>
                <a:ext uri="{FF2B5EF4-FFF2-40B4-BE49-F238E27FC236}">
                  <a16:creationId xmlns:a16="http://schemas.microsoft.com/office/drawing/2014/main" id="{519B5D6B-90EC-22AE-E948-7EFF7AA797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579" name="Graphic 3578" descr="Deciduous tree with solid fill">
              <a:extLst>
                <a:ext uri="{FF2B5EF4-FFF2-40B4-BE49-F238E27FC236}">
                  <a16:creationId xmlns:a16="http://schemas.microsoft.com/office/drawing/2014/main" id="{E0E3B2BA-D4E9-F38C-548C-675959FF7E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581" name="Graphic 3580" descr="Deciduous tree with solid fill">
              <a:extLst>
                <a:ext uri="{FF2B5EF4-FFF2-40B4-BE49-F238E27FC236}">
                  <a16:creationId xmlns:a16="http://schemas.microsoft.com/office/drawing/2014/main" id="{1A2D8A27-F12B-DDCB-65B1-7863715997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583" name="Graphic 3582" descr="Deciduous tree with solid fill">
              <a:extLst>
                <a:ext uri="{FF2B5EF4-FFF2-40B4-BE49-F238E27FC236}">
                  <a16:creationId xmlns:a16="http://schemas.microsoft.com/office/drawing/2014/main" id="{F1B98CA2-C9F4-ABDF-89CE-F412B3A4A8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585" name="Graphic 3584" descr="Deciduous tree with solid fill">
              <a:extLst>
                <a:ext uri="{FF2B5EF4-FFF2-40B4-BE49-F238E27FC236}">
                  <a16:creationId xmlns:a16="http://schemas.microsoft.com/office/drawing/2014/main" id="{6F248B3A-C9DB-10D7-5142-2F6DB490DA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587" name="Graphic 3586" descr="Deciduous tree with solid fill">
              <a:extLst>
                <a:ext uri="{FF2B5EF4-FFF2-40B4-BE49-F238E27FC236}">
                  <a16:creationId xmlns:a16="http://schemas.microsoft.com/office/drawing/2014/main" id="{E5B23169-281E-EB0F-6B94-2474DC742D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589" name="Graphic 3588" descr="Deciduous tree with solid fill">
              <a:extLst>
                <a:ext uri="{FF2B5EF4-FFF2-40B4-BE49-F238E27FC236}">
                  <a16:creationId xmlns:a16="http://schemas.microsoft.com/office/drawing/2014/main" id="{3D9B4CE7-9BBE-D036-73F9-C5AE7B7B9E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591" name="Graphic 3590" descr="Deciduous tree with solid fill">
              <a:extLst>
                <a:ext uri="{FF2B5EF4-FFF2-40B4-BE49-F238E27FC236}">
                  <a16:creationId xmlns:a16="http://schemas.microsoft.com/office/drawing/2014/main" id="{1DB6FB31-49DA-F8D2-20E3-8F68218409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593" name="Graphic 3592" descr="Deciduous tree with solid fill">
              <a:extLst>
                <a:ext uri="{FF2B5EF4-FFF2-40B4-BE49-F238E27FC236}">
                  <a16:creationId xmlns:a16="http://schemas.microsoft.com/office/drawing/2014/main" id="{473BFFDA-FF7C-253A-BCA5-2EAFB40BB5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595" name="Graphic 3594" descr="Deciduous tree with solid fill">
              <a:extLst>
                <a:ext uri="{FF2B5EF4-FFF2-40B4-BE49-F238E27FC236}">
                  <a16:creationId xmlns:a16="http://schemas.microsoft.com/office/drawing/2014/main" id="{F6B9302C-5E4E-1B8F-6F69-CEEA26B9DF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597" name="Graphic 3596" descr="Deciduous tree with solid fill">
              <a:extLst>
                <a:ext uri="{FF2B5EF4-FFF2-40B4-BE49-F238E27FC236}">
                  <a16:creationId xmlns:a16="http://schemas.microsoft.com/office/drawing/2014/main" id="{2A40C18A-4965-7FE7-E8B1-587B63DA15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599" name="Graphic 3598" descr="Deciduous tree with solid fill">
              <a:extLst>
                <a:ext uri="{FF2B5EF4-FFF2-40B4-BE49-F238E27FC236}">
                  <a16:creationId xmlns:a16="http://schemas.microsoft.com/office/drawing/2014/main" id="{BBB09532-1B87-743B-1135-574A56B8DD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01" name="Graphic 3600" descr="Deciduous tree with solid fill">
              <a:extLst>
                <a:ext uri="{FF2B5EF4-FFF2-40B4-BE49-F238E27FC236}">
                  <a16:creationId xmlns:a16="http://schemas.microsoft.com/office/drawing/2014/main" id="{9CB0BA4C-5DD3-BF5A-D849-0832F4CC50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603" name="Graphic 3602" descr="Deciduous tree with solid fill">
              <a:extLst>
                <a:ext uri="{FF2B5EF4-FFF2-40B4-BE49-F238E27FC236}">
                  <a16:creationId xmlns:a16="http://schemas.microsoft.com/office/drawing/2014/main" id="{43D444C5-A8CF-954E-663D-973BD39A72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05" name="Graphic 3604" descr="Deciduous tree with solid fill">
              <a:extLst>
                <a:ext uri="{FF2B5EF4-FFF2-40B4-BE49-F238E27FC236}">
                  <a16:creationId xmlns:a16="http://schemas.microsoft.com/office/drawing/2014/main" id="{F4AEEBE2-9C0F-5CD9-CECC-8F2370AA6E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607" name="Graphic 3606" descr="Deciduous tree with solid fill">
              <a:extLst>
                <a:ext uri="{FF2B5EF4-FFF2-40B4-BE49-F238E27FC236}">
                  <a16:creationId xmlns:a16="http://schemas.microsoft.com/office/drawing/2014/main" id="{39282AE7-6DD8-967C-0BC0-DD50065B71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609" name="Graphic 3608" descr="Deciduous tree with solid fill">
              <a:extLst>
                <a:ext uri="{FF2B5EF4-FFF2-40B4-BE49-F238E27FC236}">
                  <a16:creationId xmlns:a16="http://schemas.microsoft.com/office/drawing/2014/main" id="{58DEA8FF-872B-A7A5-C0D7-AD076640CA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611" name="Graphic 3610" descr="Deciduous tree with solid fill">
              <a:extLst>
                <a:ext uri="{FF2B5EF4-FFF2-40B4-BE49-F238E27FC236}">
                  <a16:creationId xmlns:a16="http://schemas.microsoft.com/office/drawing/2014/main" id="{7B6A4C16-D7AE-81A5-DA27-EBA3195274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613" name="Graphic 3612" descr="Deciduous tree with solid fill">
              <a:extLst>
                <a:ext uri="{FF2B5EF4-FFF2-40B4-BE49-F238E27FC236}">
                  <a16:creationId xmlns:a16="http://schemas.microsoft.com/office/drawing/2014/main" id="{D44DB362-CDF8-AF93-7E00-8A800E1619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615" name="Graphic 3614" descr="Deciduous tree with solid fill">
              <a:extLst>
                <a:ext uri="{FF2B5EF4-FFF2-40B4-BE49-F238E27FC236}">
                  <a16:creationId xmlns:a16="http://schemas.microsoft.com/office/drawing/2014/main" id="{60F3ADAF-B922-2508-BE66-13BFE9224D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619" name="Graphic 3618" descr="Deciduous tree with solid fill">
              <a:extLst>
                <a:ext uri="{FF2B5EF4-FFF2-40B4-BE49-F238E27FC236}">
                  <a16:creationId xmlns:a16="http://schemas.microsoft.com/office/drawing/2014/main" id="{EA6DE234-A431-F93B-4D06-8C7E371E48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621" name="Graphic 3620" descr="Deciduous tree with solid fill">
              <a:extLst>
                <a:ext uri="{FF2B5EF4-FFF2-40B4-BE49-F238E27FC236}">
                  <a16:creationId xmlns:a16="http://schemas.microsoft.com/office/drawing/2014/main" id="{A9AFCB7E-180A-B777-6624-C064D1ED5D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623" name="Graphic 3622" descr="Deciduous tree with solid fill">
              <a:extLst>
                <a:ext uri="{FF2B5EF4-FFF2-40B4-BE49-F238E27FC236}">
                  <a16:creationId xmlns:a16="http://schemas.microsoft.com/office/drawing/2014/main" id="{2A3D38DB-FB3A-5496-A847-54181FB83C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625" name="Graphic 3624" descr="Deciduous tree with solid fill">
              <a:extLst>
                <a:ext uri="{FF2B5EF4-FFF2-40B4-BE49-F238E27FC236}">
                  <a16:creationId xmlns:a16="http://schemas.microsoft.com/office/drawing/2014/main" id="{48CC7114-2672-A778-6D41-A5CA4E1A16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627" name="Graphic 3626" descr="Deciduous tree with solid fill">
              <a:extLst>
                <a:ext uri="{FF2B5EF4-FFF2-40B4-BE49-F238E27FC236}">
                  <a16:creationId xmlns:a16="http://schemas.microsoft.com/office/drawing/2014/main" id="{C30F7C6E-5AEC-970C-D61A-D6D1F331D3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629" name="Graphic 3628" descr="Deciduous tree with solid fill">
              <a:extLst>
                <a:ext uri="{FF2B5EF4-FFF2-40B4-BE49-F238E27FC236}">
                  <a16:creationId xmlns:a16="http://schemas.microsoft.com/office/drawing/2014/main" id="{D6068C7F-B226-935C-4639-E39B7B5A70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631" name="Graphic 3630" descr="Deciduous tree with solid fill">
              <a:extLst>
                <a:ext uri="{FF2B5EF4-FFF2-40B4-BE49-F238E27FC236}">
                  <a16:creationId xmlns:a16="http://schemas.microsoft.com/office/drawing/2014/main" id="{5301ECF8-A4B1-FBC3-44D4-5F0C789B89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633" name="Graphic 3632" descr="Deciduous tree with solid fill">
              <a:extLst>
                <a:ext uri="{FF2B5EF4-FFF2-40B4-BE49-F238E27FC236}">
                  <a16:creationId xmlns:a16="http://schemas.microsoft.com/office/drawing/2014/main" id="{4CDEDB15-FC37-4135-D997-8A7D8E291E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635" name="Graphic 3634" descr="Deciduous tree with solid fill">
              <a:extLst>
                <a:ext uri="{FF2B5EF4-FFF2-40B4-BE49-F238E27FC236}">
                  <a16:creationId xmlns:a16="http://schemas.microsoft.com/office/drawing/2014/main" id="{ECF0AA87-2C2F-68E2-681C-54CFAD5835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637" name="Graphic 3636" descr="Deciduous tree with solid fill">
              <a:extLst>
                <a:ext uri="{FF2B5EF4-FFF2-40B4-BE49-F238E27FC236}">
                  <a16:creationId xmlns:a16="http://schemas.microsoft.com/office/drawing/2014/main" id="{52EC16FD-8938-7B09-24AD-ADE80C66E8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639" name="Graphic 3638" descr="Deciduous tree with solid fill">
              <a:extLst>
                <a:ext uri="{FF2B5EF4-FFF2-40B4-BE49-F238E27FC236}">
                  <a16:creationId xmlns:a16="http://schemas.microsoft.com/office/drawing/2014/main" id="{5626579E-F915-594C-E0B5-F7E18F2073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641" name="Graphic 3640" descr="Deciduous tree with solid fill">
              <a:extLst>
                <a:ext uri="{FF2B5EF4-FFF2-40B4-BE49-F238E27FC236}">
                  <a16:creationId xmlns:a16="http://schemas.microsoft.com/office/drawing/2014/main" id="{626E3F3C-B669-797F-5EEB-EFEFD56B11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643" name="Graphic 3642" descr="Deciduous tree with solid fill">
              <a:extLst>
                <a:ext uri="{FF2B5EF4-FFF2-40B4-BE49-F238E27FC236}">
                  <a16:creationId xmlns:a16="http://schemas.microsoft.com/office/drawing/2014/main" id="{933F7F50-3DA8-F955-0DB0-28B6C37FA1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645" name="Graphic 3644" descr="Deciduous tree with solid fill">
              <a:extLst>
                <a:ext uri="{FF2B5EF4-FFF2-40B4-BE49-F238E27FC236}">
                  <a16:creationId xmlns:a16="http://schemas.microsoft.com/office/drawing/2014/main" id="{1D9F0DB9-082D-4877-0934-BE079AD912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647" name="Graphic 3646" descr="Deciduous tree with solid fill">
              <a:extLst>
                <a:ext uri="{FF2B5EF4-FFF2-40B4-BE49-F238E27FC236}">
                  <a16:creationId xmlns:a16="http://schemas.microsoft.com/office/drawing/2014/main" id="{FF798B49-1069-FDF4-2543-4CA80D73D9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649" name="Graphic 3648" descr="Deciduous tree with solid fill">
              <a:extLst>
                <a:ext uri="{FF2B5EF4-FFF2-40B4-BE49-F238E27FC236}">
                  <a16:creationId xmlns:a16="http://schemas.microsoft.com/office/drawing/2014/main" id="{837F562A-69BB-7D43-8E1E-C4EE726FC2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651" name="Graphic 3650" descr="Deciduous tree with solid fill">
              <a:extLst>
                <a:ext uri="{FF2B5EF4-FFF2-40B4-BE49-F238E27FC236}">
                  <a16:creationId xmlns:a16="http://schemas.microsoft.com/office/drawing/2014/main" id="{2FB2FFA6-E799-EE61-26C2-FEBE34D049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53" name="Graphic 3652" descr="Deciduous tree with solid fill">
              <a:extLst>
                <a:ext uri="{FF2B5EF4-FFF2-40B4-BE49-F238E27FC236}">
                  <a16:creationId xmlns:a16="http://schemas.microsoft.com/office/drawing/2014/main" id="{08D25502-4921-AE5B-DD7D-DA561DA969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55" name="Graphic 3654" descr="Deciduous tree with solid fill">
              <a:extLst>
                <a:ext uri="{FF2B5EF4-FFF2-40B4-BE49-F238E27FC236}">
                  <a16:creationId xmlns:a16="http://schemas.microsoft.com/office/drawing/2014/main" id="{97257447-14FF-8C32-6DF7-4E1BE6D0CB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657" name="Graphic 3656" descr="Deciduous tree with solid fill">
              <a:extLst>
                <a:ext uri="{FF2B5EF4-FFF2-40B4-BE49-F238E27FC236}">
                  <a16:creationId xmlns:a16="http://schemas.microsoft.com/office/drawing/2014/main" id="{ABDF3B50-BACF-0673-70DC-346D7038FE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659" name="Graphic 3658" descr="Deciduous tree with solid fill">
              <a:extLst>
                <a:ext uri="{FF2B5EF4-FFF2-40B4-BE49-F238E27FC236}">
                  <a16:creationId xmlns:a16="http://schemas.microsoft.com/office/drawing/2014/main" id="{5484FFB6-4A2A-4C47-EF1F-159EF62117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661" name="Graphic 3660" descr="Deciduous tree with solid fill">
              <a:extLst>
                <a:ext uri="{FF2B5EF4-FFF2-40B4-BE49-F238E27FC236}">
                  <a16:creationId xmlns:a16="http://schemas.microsoft.com/office/drawing/2014/main" id="{8891ED8B-4538-6C73-1E9A-892D223104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663" name="Graphic 3662" descr="Deciduous tree with solid fill">
              <a:extLst>
                <a:ext uri="{FF2B5EF4-FFF2-40B4-BE49-F238E27FC236}">
                  <a16:creationId xmlns:a16="http://schemas.microsoft.com/office/drawing/2014/main" id="{7FAB6242-7F93-85C1-DBC4-522E57E0F5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665" name="Graphic 3664" descr="Deciduous tree with solid fill">
              <a:extLst>
                <a:ext uri="{FF2B5EF4-FFF2-40B4-BE49-F238E27FC236}">
                  <a16:creationId xmlns:a16="http://schemas.microsoft.com/office/drawing/2014/main" id="{FCB690C9-56A3-E4D4-DBB8-2989814DCE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669" name="Graphic 3668" descr="Deciduous tree with solid fill">
              <a:extLst>
                <a:ext uri="{FF2B5EF4-FFF2-40B4-BE49-F238E27FC236}">
                  <a16:creationId xmlns:a16="http://schemas.microsoft.com/office/drawing/2014/main" id="{288C8D4B-2810-B544-6819-A31EEA7F68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671" name="Graphic 3670" descr="Deciduous tree with solid fill">
              <a:extLst>
                <a:ext uri="{FF2B5EF4-FFF2-40B4-BE49-F238E27FC236}">
                  <a16:creationId xmlns:a16="http://schemas.microsoft.com/office/drawing/2014/main" id="{EDB204FF-D381-5D10-2E72-263E3BA33F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673" name="Graphic 3672" descr="Deciduous tree with solid fill">
              <a:extLst>
                <a:ext uri="{FF2B5EF4-FFF2-40B4-BE49-F238E27FC236}">
                  <a16:creationId xmlns:a16="http://schemas.microsoft.com/office/drawing/2014/main" id="{38698CFF-AECF-3BC6-4EE1-BF52C81ADC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75" name="Graphic 3674" descr="Deciduous tree with solid fill">
              <a:extLst>
                <a:ext uri="{FF2B5EF4-FFF2-40B4-BE49-F238E27FC236}">
                  <a16:creationId xmlns:a16="http://schemas.microsoft.com/office/drawing/2014/main" id="{D5FC5E7E-BBA0-5BFF-3641-87400B46E9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677" name="Graphic 3676" descr="Deciduous tree with solid fill">
              <a:extLst>
                <a:ext uri="{FF2B5EF4-FFF2-40B4-BE49-F238E27FC236}">
                  <a16:creationId xmlns:a16="http://schemas.microsoft.com/office/drawing/2014/main" id="{D3F824E2-46FE-5AF6-CA9D-6B893BD7BC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679" name="Graphic 3678" descr="Deciduous tree with solid fill">
              <a:extLst>
                <a:ext uri="{FF2B5EF4-FFF2-40B4-BE49-F238E27FC236}">
                  <a16:creationId xmlns:a16="http://schemas.microsoft.com/office/drawing/2014/main" id="{75681B30-EC2E-D1F4-0E34-F83A748AAF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681" name="Graphic 3680" descr="Deciduous tree with solid fill">
              <a:extLst>
                <a:ext uri="{FF2B5EF4-FFF2-40B4-BE49-F238E27FC236}">
                  <a16:creationId xmlns:a16="http://schemas.microsoft.com/office/drawing/2014/main" id="{9ED9D2C4-C843-76EC-AD93-C65239F9D8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683" name="Graphic 3682" descr="Deciduous tree with solid fill">
              <a:extLst>
                <a:ext uri="{FF2B5EF4-FFF2-40B4-BE49-F238E27FC236}">
                  <a16:creationId xmlns:a16="http://schemas.microsoft.com/office/drawing/2014/main" id="{BD534C16-BEF2-68B5-B215-DF8C3AF259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685" name="Graphic 3684" descr="Deciduous tree with solid fill">
              <a:extLst>
                <a:ext uri="{FF2B5EF4-FFF2-40B4-BE49-F238E27FC236}">
                  <a16:creationId xmlns:a16="http://schemas.microsoft.com/office/drawing/2014/main" id="{7B723F7B-C787-C7BE-D4ED-20E047846D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687" name="Graphic 3686" descr="Deciduous tree with solid fill">
              <a:extLst>
                <a:ext uri="{FF2B5EF4-FFF2-40B4-BE49-F238E27FC236}">
                  <a16:creationId xmlns:a16="http://schemas.microsoft.com/office/drawing/2014/main" id="{5A62220B-48B0-AABE-D53E-CC7929794F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689" name="Graphic 3688" descr="Deciduous tree with solid fill">
              <a:extLst>
                <a:ext uri="{FF2B5EF4-FFF2-40B4-BE49-F238E27FC236}">
                  <a16:creationId xmlns:a16="http://schemas.microsoft.com/office/drawing/2014/main" id="{8D100F95-42BF-7491-69FC-C193E128DC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691" name="Graphic 3690" descr="Deciduous tree with solid fill">
              <a:extLst>
                <a:ext uri="{FF2B5EF4-FFF2-40B4-BE49-F238E27FC236}">
                  <a16:creationId xmlns:a16="http://schemas.microsoft.com/office/drawing/2014/main" id="{5FE68D09-2F1A-B18D-57D4-A8B44AD061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693" name="Graphic 3692" descr="Deciduous tree with solid fill">
              <a:extLst>
                <a:ext uri="{FF2B5EF4-FFF2-40B4-BE49-F238E27FC236}">
                  <a16:creationId xmlns:a16="http://schemas.microsoft.com/office/drawing/2014/main" id="{EEEA503E-E64A-0F57-E988-C5D3558738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695" name="Graphic 3694" descr="Deciduous tree with solid fill">
              <a:extLst>
                <a:ext uri="{FF2B5EF4-FFF2-40B4-BE49-F238E27FC236}">
                  <a16:creationId xmlns:a16="http://schemas.microsoft.com/office/drawing/2014/main" id="{C044D3D2-89D0-9745-4F00-653A4D5B37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697" name="Graphic 3696" descr="Deciduous tree with solid fill">
              <a:extLst>
                <a:ext uri="{FF2B5EF4-FFF2-40B4-BE49-F238E27FC236}">
                  <a16:creationId xmlns:a16="http://schemas.microsoft.com/office/drawing/2014/main" id="{B8637C95-66AD-E2E9-AE54-1DAAF8CEF6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99" name="Graphic 3698" descr="Deciduous tree with solid fill">
              <a:extLst>
                <a:ext uri="{FF2B5EF4-FFF2-40B4-BE49-F238E27FC236}">
                  <a16:creationId xmlns:a16="http://schemas.microsoft.com/office/drawing/2014/main" id="{AAFC45FE-F377-D414-69E8-D83070EFB6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701" name="Graphic 3700" descr="Deciduous tree with solid fill">
              <a:extLst>
                <a:ext uri="{FF2B5EF4-FFF2-40B4-BE49-F238E27FC236}">
                  <a16:creationId xmlns:a16="http://schemas.microsoft.com/office/drawing/2014/main" id="{519D4944-14EC-4076-2182-689D43AF74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03" name="Graphic 3702" descr="Deciduous tree with solid fill">
              <a:extLst>
                <a:ext uri="{FF2B5EF4-FFF2-40B4-BE49-F238E27FC236}">
                  <a16:creationId xmlns:a16="http://schemas.microsoft.com/office/drawing/2014/main" id="{B22B9BED-3E97-EDE2-E772-79D5C4C110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05" name="Graphic 3704" descr="Deciduous tree with solid fill">
              <a:extLst>
                <a:ext uri="{FF2B5EF4-FFF2-40B4-BE49-F238E27FC236}">
                  <a16:creationId xmlns:a16="http://schemas.microsoft.com/office/drawing/2014/main" id="{D3C962EF-0052-B416-971D-2161A547B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07" name="Graphic 3706" descr="Deciduous tree with solid fill">
              <a:extLst>
                <a:ext uri="{FF2B5EF4-FFF2-40B4-BE49-F238E27FC236}">
                  <a16:creationId xmlns:a16="http://schemas.microsoft.com/office/drawing/2014/main" id="{205F2271-923F-4AC9-2BFF-FB3A8BBD41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09" name="Graphic 3708" descr="Deciduous tree with solid fill">
              <a:extLst>
                <a:ext uri="{FF2B5EF4-FFF2-40B4-BE49-F238E27FC236}">
                  <a16:creationId xmlns:a16="http://schemas.microsoft.com/office/drawing/2014/main" id="{C10C8D82-9BD7-B793-3332-F723489917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13" name="Graphic 3712" descr="Deciduous tree with solid fill">
              <a:extLst>
                <a:ext uri="{FF2B5EF4-FFF2-40B4-BE49-F238E27FC236}">
                  <a16:creationId xmlns:a16="http://schemas.microsoft.com/office/drawing/2014/main" id="{0B03949C-9F13-7758-FF18-40610E62EC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715" name="Graphic 3714" descr="Deciduous tree with solid fill">
              <a:extLst>
                <a:ext uri="{FF2B5EF4-FFF2-40B4-BE49-F238E27FC236}">
                  <a16:creationId xmlns:a16="http://schemas.microsoft.com/office/drawing/2014/main" id="{612E3F01-166B-F51C-4405-6165683307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717" name="Graphic 3716" descr="Deciduous tree with solid fill">
              <a:extLst>
                <a:ext uri="{FF2B5EF4-FFF2-40B4-BE49-F238E27FC236}">
                  <a16:creationId xmlns:a16="http://schemas.microsoft.com/office/drawing/2014/main" id="{83BFACAD-E77C-13CB-4828-DC68AC0680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719" name="Graphic 3718" descr="Deciduous tree with solid fill">
              <a:extLst>
                <a:ext uri="{FF2B5EF4-FFF2-40B4-BE49-F238E27FC236}">
                  <a16:creationId xmlns:a16="http://schemas.microsoft.com/office/drawing/2014/main" id="{044D29EC-D470-F4C8-8BD0-A0BB0F3888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721" name="Graphic 3720" descr="Deciduous tree with solid fill">
              <a:extLst>
                <a:ext uri="{FF2B5EF4-FFF2-40B4-BE49-F238E27FC236}">
                  <a16:creationId xmlns:a16="http://schemas.microsoft.com/office/drawing/2014/main" id="{F2017715-617B-1239-5A11-FD03AF2200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23" name="Graphic 3722" descr="Deciduous tree with solid fill">
              <a:extLst>
                <a:ext uri="{FF2B5EF4-FFF2-40B4-BE49-F238E27FC236}">
                  <a16:creationId xmlns:a16="http://schemas.microsoft.com/office/drawing/2014/main" id="{D5E1E60C-01D0-EBA3-9F0B-D2666A724D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25" name="Graphic 3724" descr="Deciduous tree with solid fill">
              <a:extLst>
                <a:ext uri="{FF2B5EF4-FFF2-40B4-BE49-F238E27FC236}">
                  <a16:creationId xmlns:a16="http://schemas.microsoft.com/office/drawing/2014/main" id="{E142C950-EF61-3FD9-6C2A-F36E343B84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27" name="Graphic 3726" descr="Deciduous tree with solid fill">
              <a:extLst>
                <a:ext uri="{FF2B5EF4-FFF2-40B4-BE49-F238E27FC236}">
                  <a16:creationId xmlns:a16="http://schemas.microsoft.com/office/drawing/2014/main" id="{657DF013-1AC4-1B81-9D3C-E30266F445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29" name="Graphic 3728" descr="Deciduous tree with solid fill">
              <a:extLst>
                <a:ext uri="{FF2B5EF4-FFF2-40B4-BE49-F238E27FC236}">
                  <a16:creationId xmlns:a16="http://schemas.microsoft.com/office/drawing/2014/main" id="{33E0F85D-D53A-8438-54BF-262AFFA9DA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731" name="Graphic 3730" descr="Deciduous tree with solid fill">
              <a:extLst>
                <a:ext uri="{FF2B5EF4-FFF2-40B4-BE49-F238E27FC236}">
                  <a16:creationId xmlns:a16="http://schemas.microsoft.com/office/drawing/2014/main" id="{EB7AA5AE-D860-2AAD-D674-31A20503C6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33" name="Graphic 3732" descr="Deciduous tree with solid fill">
              <a:extLst>
                <a:ext uri="{FF2B5EF4-FFF2-40B4-BE49-F238E27FC236}">
                  <a16:creationId xmlns:a16="http://schemas.microsoft.com/office/drawing/2014/main" id="{48094D29-686C-B355-0CD3-B1B778ECB4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35" name="Graphic 3734" descr="Deciduous tree with solid fill">
              <a:extLst>
                <a:ext uri="{FF2B5EF4-FFF2-40B4-BE49-F238E27FC236}">
                  <a16:creationId xmlns:a16="http://schemas.microsoft.com/office/drawing/2014/main" id="{29BED941-89F8-759A-0A98-3F627ACFD4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37" name="Graphic 3736" descr="Deciduous tree with solid fill">
              <a:extLst>
                <a:ext uri="{FF2B5EF4-FFF2-40B4-BE49-F238E27FC236}">
                  <a16:creationId xmlns:a16="http://schemas.microsoft.com/office/drawing/2014/main" id="{80EB9B2B-9757-DADA-880E-ACD38A81F2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739" name="Graphic 3738" descr="Deciduous tree with solid fill">
              <a:extLst>
                <a:ext uri="{FF2B5EF4-FFF2-40B4-BE49-F238E27FC236}">
                  <a16:creationId xmlns:a16="http://schemas.microsoft.com/office/drawing/2014/main" id="{7FB6E804-EE7A-9386-91ED-8780343E75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41" name="Graphic 3740" descr="Deciduous tree with solid fill">
              <a:extLst>
                <a:ext uri="{FF2B5EF4-FFF2-40B4-BE49-F238E27FC236}">
                  <a16:creationId xmlns:a16="http://schemas.microsoft.com/office/drawing/2014/main" id="{13563F06-8B14-6388-C9B0-5EB568546E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43" name="Graphic 3742" descr="Deciduous tree with solid fill">
              <a:extLst>
                <a:ext uri="{FF2B5EF4-FFF2-40B4-BE49-F238E27FC236}">
                  <a16:creationId xmlns:a16="http://schemas.microsoft.com/office/drawing/2014/main" id="{BF0B035F-CBE6-4283-3FDB-B734282174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45" name="Graphic 3744" descr="Deciduous tree with solid fill">
              <a:extLst>
                <a:ext uri="{FF2B5EF4-FFF2-40B4-BE49-F238E27FC236}">
                  <a16:creationId xmlns:a16="http://schemas.microsoft.com/office/drawing/2014/main" id="{E7F35036-165B-699B-F424-4AF5AC4015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47" name="Graphic 3746" descr="Deciduous tree with solid fill">
              <a:extLst>
                <a:ext uri="{FF2B5EF4-FFF2-40B4-BE49-F238E27FC236}">
                  <a16:creationId xmlns:a16="http://schemas.microsoft.com/office/drawing/2014/main" id="{9587A160-083F-3C83-21A9-54290238BE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51" name="Graphic 3750" descr="Deciduous tree with solid fill">
              <a:extLst>
                <a:ext uri="{FF2B5EF4-FFF2-40B4-BE49-F238E27FC236}">
                  <a16:creationId xmlns:a16="http://schemas.microsoft.com/office/drawing/2014/main" id="{F2A74170-7971-04C8-C1BF-9E317B8F26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753" name="Graphic 3752" descr="Deciduous tree with solid fill">
              <a:extLst>
                <a:ext uri="{FF2B5EF4-FFF2-40B4-BE49-F238E27FC236}">
                  <a16:creationId xmlns:a16="http://schemas.microsoft.com/office/drawing/2014/main" id="{1734F1E3-1FAB-9777-8ECE-549BC19B54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755" name="Graphic 3754" descr="Deciduous tree with solid fill">
              <a:extLst>
                <a:ext uri="{FF2B5EF4-FFF2-40B4-BE49-F238E27FC236}">
                  <a16:creationId xmlns:a16="http://schemas.microsoft.com/office/drawing/2014/main" id="{41F23245-54D1-F027-E655-2FDD426D30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57" name="Graphic 3756" descr="Deciduous tree with solid fill">
              <a:extLst>
                <a:ext uri="{FF2B5EF4-FFF2-40B4-BE49-F238E27FC236}">
                  <a16:creationId xmlns:a16="http://schemas.microsoft.com/office/drawing/2014/main" id="{2071CB92-A583-0224-3ABE-BC7D8EFC79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59" name="Graphic 3758" descr="Deciduous tree with solid fill">
              <a:extLst>
                <a:ext uri="{FF2B5EF4-FFF2-40B4-BE49-F238E27FC236}">
                  <a16:creationId xmlns:a16="http://schemas.microsoft.com/office/drawing/2014/main" id="{D1301B5D-EC59-F530-7503-CB161D4CBB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61" name="Graphic 3760" descr="Deciduous tree with solid fill">
              <a:extLst>
                <a:ext uri="{FF2B5EF4-FFF2-40B4-BE49-F238E27FC236}">
                  <a16:creationId xmlns:a16="http://schemas.microsoft.com/office/drawing/2014/main" id="{0BC37530-882B-4788-4D41-89A0C01F15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63" name="Graphic 3762" descr="Deciduous tree with solid fill">
              <a:extLst>
                <a:ext uri="{FF2B5EF4-FFF2-40B4-BE49-F238E27FC236}">
                  <a16:creationId xmlns:a16="http://schemas.microsoft.com/office/drawing/2014/main" id="{545D5DDE-A1C6-F101-62F6-B5F72758FF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65" name="Graphic 3764" descr="Deciduous tree with solid fill">
              <a:extLst>
                <a:ext uri="{FF2B5EF4-FFF2-40B4-BE49-F238E27FC236}">
                  <a16:creationId xmlns:a16="http://schemas.microsoft.com/office/drawing/2014/main" id="{DFD9A3DD-B4C5-CEFF-EE94-9663128F59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67" name="Graphic 3766" descr="Deciduous tree with solid fill">
              <a:extLst>
                <a:ext uri="{FF2B5EF4-FFF2-40B4-BE49-F238E27FC236}">
                  <a16:creationId xmlns:a16="http://schemas.microsoft.com/office/drawing/2014/main" id="{63A1B8EF-545E-03DC-EA7A-28948CCAD1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69" name="Graphic 3768" descr="Deciduous tree with solid fill">
              <a:extLst>
                <a:ext uri="{FF2B5EF4-FFF2-40B4-BE49-F238E27FC236}">
                  <a16:creationId xmlns:a16="http://schemas.microsoft.com/office/drawing/2014/main" id="{FEE07810-02F1-F18B-BC55-2847520D89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71" name="Graphic 3770" descr="Deciduous tree with solid fill">
              <a:extLst>
                <a:ext uri="{FF2B5EF4-FFF2-40B4-BE49-F238E27FC236}">
                  <a16:creationId xmlns:a16="http://schemas.microsoft.com/office/drawing/2014/main" id="{80BE956A-BC94-6044-2618-2AE074505B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773" name="Graphic 3772" descr="Deciduous tree with solid fill">
              <a:extLst>
                <a:ext uri="{FF2B5EF4-FFF2-40B4-BE49-F238E27FC236}">
                  <a16:creationId xmlns:a16="http://schemas.microsoft.com/office/drawing/2014/main" id="{96FE52E0-501D-1DEA-2752-9AAD750B52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75" name="Graphic 3774" descr="Deciduous tree with solid fill">
              <a:extLst>
                <a:ext uri="{FF2B5EF4-FFF2-40B4-BE49-F238E27FC236}">
                  <a16:creationId xmlns:a16="http://schemas.microsoft.com/office/drawing/2014/main" id="{E781FB1C-5E7D-836B-D32A-A1971AA44C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77" name="Graphic 3776" descr="Deciduous tree with solid fill">
              <a:extLst>
                <a:ext uri="{FF2B5EF4-FFF2-40B4-BE49-F238E27FC236}">
                  <a16:creationId xmlns:a16="http://schemas.microsoft.com/office/drawing/2014/main" id="{88432A34-90D1-E628-2976-48E4731CD5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79" name="Graphic 3778" descr="Deciduous tree with solid fill">
              <a:extLst>
                <a:ext uri="{FF2B5EF4-FFF2-40B4-BE49-F238E27FC236}">
                  <a16:creationId xmlns:a16="http://schemas.microsoft.com/office/drawing/2014/main" id="{30CAD827-3A3E-FD74-8A5E-D2ADCE25AC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83" name="Graphic 3782" descr="Deciduous tree with solid fill">
              <a:extLst>
                <a:ext uri="{FF2B5EF4-FFF2-40B4-BE49-F238E27FC236}">
                  <a16:creationId xmlns:a16="http://schemas.microsoft.com/office/drawing/2014/main" id="{CCEAE05B-3353-51D6-901D-DBDE4633B4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85" name="Graphic 3784" descr="Deciduous tree with solid fill">
              <a:extLst>
                <a:ext uri="{FF2B5EF4-FFF2-40B4-BE49-F238E27FC236}">
                  <a16:creationId xmlns:a16="http://schemas.microsoft.com/office/drawing/2014/main" id="{EDB5E240-9BEB-33E9-C470-05D71BDFB4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87" name="Graphic 3786" descr="Deciduous tree with solid fill">
              <a:extLst>
                <a:ext uri="{FF2B5EF4-FFF2-40B4-BE49-F238E27FC236}">
                  <a16:creationId xmlns:a16="http://schemas.microsoft.com/office/drawing/2014/main" id="{FF0F2F4F-94F8-C143-A894-AE4BB2C30B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89" name="Graphic 3788" descr="Deciduous tree with solid fill">
              <a:extLst>
                <a:ext uri="{FF2B5EF4-FFF2-40B4-BE49-F238E27FC236}">
                  <a16:creationId xmlns:a16="http://schemas.microsoft.com/office/drawing/2014/main" id="{EFCEE289-9EA0-9ECF-C3FA-EC2C3C64ED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91" name="Graphic 3790" descr="Deciduous tree with solid fill">
              <a:extLst>
                <a:ext uri="{FF2B5EF4-FFF2-40B4-BE49-F238E27FC236}">
                  <a16:creationId xmlns:a16="http://schemas.microsoft.com/office/drawing/2014/main" id="{5A81C751-5E56-8278-6975-A1FF7BE390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93" name="Graphic 3792" descr="Deciduous tree with solid fill">
              <a:extLst>
                <a:ext uri="{FF2B5EF4-FFF2-40B4-BE49-F238E27FC236}">
                  <a16:creationId xmlns:a16="http://schemas.microsoft.com/office/drawing/2014/main" id="{BBD2F852-6927-B141-150B-5FC964A509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95" name="Graphic 3794" descr="Deciduous tree with solid fill">
              <a:extLst>
                <a:ext uri="{FF2B5EF4-FFF2-40B4-BE49-F238E27FC236}">
                  <a16:creationId xmlns:a16="http://schemas.microsoft.com/office/drawing/2014/main" id="{3D3466F8-0BBC-0FEC-D4F1-485BB9A239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97" name="Graphic 3796" descr="Deciduous tree with solid fill">
              <a:extLst>
                <a:ext uri="{FF2B5EF4-FFF2-40B4-BE49-F238E27FC236}">
                  <a16:creationId xmlns:a16="http://schemas.microsoft.com/office/drawing/2014/main" id="{C5301F9D-6BB1-AD81-73F6-9D4D3AA408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99" name="Graphic 3798" descr="Deciduous tree with solid fill">
              <a:extLst>
                <a:ext uri="{FF2B5EF4-FFF2-40B4-BE49-F238E27FC236}">
                  <a16:creationId xmlns:a16="http://schemas.microsoft.com/office/drawing/2014/main" id="{631EA0E9-EE2F-3428-168B-C7020BDE4D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01" name="Graphic 3800" descr="Deciduous tree with solid fill">
              <a:extLst>
                <a:ext uri="{FF2B5EF4-FFF2-40B4-BE49-F238E27FC236}">
                  <a16:creationId xmlns:a16="http://schemas.microsoft.com/office/drawing/2014/main" id="{A8BE1AE6-9D86-CE57-C0C1-FF850E3D1F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803" name="Graphic 3802" descr="Deciduous tree with solid fill">
              <a:extLst>
                <a:ext uri="{FF2B5EF4-FFF2-40B4-BE49-F238E27FC236}">
                  <a16:creationId xmlns:a16="http://schemas.microsoft.com/office/drawing/2014/main" id="{3830360F-B300-0FEA-4E7B-FE4085DF14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05" name="Graphic 3804" descr="Deciduous tree with solid fill">
              <a:extLst>
                <a:ext uri="{FF2B5EF4-FFF2-40B4-BE49-F238E27FC236}">
                  <a16:creationId xmlns:a16="http://schemas.microsoft.com/office/drawing/2014/main" id="{0223A89F-B03C-C4F1-BA9D-9372FC0730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09" name="Graphic 3808" descr="Deciduous tree with solid fill">
              <a:extLst>
                <a:ext uri="{FF2B5EF4-FFF2-40B4-BE49-F238E27FC236}">
                  <a16:creationId xmlns:a16="http://schemas.microsoft.com/office/drawing/2014/main" id="{7689DD1C-0346-A2A5-5154-EC07D74306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811" name="Graphic 3810" descr="Deciduous tree with solid fill">
              <a:extLst>
                <a:ext uri="{FF2B5EF4-FFF2-40B4-BE49-F238E27FC236}">
                  <a16:creationId xmlns:a16="http://schemas.microsoft.com/office/drawing/2014/main" id="{6FA8B8B5-350E-BDBD-7CE9-88AC86AE4A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813" name="Graphic 3812" descr="Deciduous tree with solid fill">
              <a:extLst>
                <a:ext uri="{FF2B5EF4-FFF2-40B4-BE49-F238E27FC236}">
                  <a16:creationId xmlns:a16="http://schemas.microsoft.com/office/drawing/2014/main" id="{5CBA96B0-2E72-D102-976A-94EC9A3FCE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815" name="Graphic 3814" descr="Deciduous tree with solid fill">
              <a:extLst>
                <a:ext uri="{FF2B5EF4-FFF2-40B4-BE49-F238E27FC236}">
                  <a16:creationId xmlns:a16="http://schemas.microsoft.com/office/drawing/2014/main" id="{034F70B1-DEE0-9FD2-B685-2B91DA895D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817" name="Graphic 3816" descr="Deciduous tree with solid fill">
              <a:extLst>
                <a:ext uri="{FF2B5EF4-FFF2-40B4-BE49-F238E27FC236}">
                  <a16:creationId xmlns:a16="http://schemas.microsoft.com/office/drawing/2014/main" id="{4F2B93C0-C9CF-C91A-ABB4-9AD03002E9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19" name="Graphic 3818" descr="Deciduous tree with solid fill">
              <a:extLst>
                <a:ext uri="{FF2B5EF4-FFF2-40B4-BE49-F238E27FC236}">
                  <a16:creationId xmlns:a16="http://schemas.microsoft.com/office/drawing/2014/main" id="{C191710F-68C5-D1A3-B8EB-75D9865E71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821" name="Graphic 3820" descr="Deciduous tree with solid fill">
              <a:extLst>
                <a:ext uri="{FF2B5EF4-FFF2-40B4-BE49-F238E27FC236}">
                  <a16:creationId xmlns:a16="http://schemas.microsoft.com/office/drawing/2014/main" id="{1C667316-AFCA-3837-DB28-3B6E4BED9D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23" name="Graphic 3822" descr="Deciduous tree with solid fill">
              <a:extLst>
                <a:ext uri="{FF2B5EF4-FFF2-40B4-BE49-F238E27FC236}">
                  <a16:creationId xmlns:a16="http://schemas.microsoft.com/office/drawing/2014/main" id="{052D45CB-1E32-F689-C435-AEB0CBFA72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25" name="Graphic 3824" descr="Deciduous tree with solid fill">
              <a:extLst>
                <a:ext uri="{FF2B5EF4-FFF2-40B4-BE49-F238E27FC236}">
                  <a16:creationId xmlns:a16="http://schemas.microsoft.com/office/drawing/2014/main" id="{567B0583-1B33-753A-4127-8DBE9E73F2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29" name="Graphic 3828" descr="Deciduous tree with solid fill">
              <a:extLst>
                <a:ext uri="{FF2B5EF4-FFF2-40B4-BE49-F238E27FC236}">
                  <a16:creationId xmlns:a16="http://schemas.microsoft.com/office/drawing/2014/main" id="{ED3DC6E1-CA3A-D5A8-BA4D-FF5DDD89BD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831" name="Graphic 3830" descr="Deciduous tree with solid fill">
              <a:extLst>
                <a:ext uri="{FF2B5EF4-FFF2-40B4-BE49-F238E27FC236}">
                  <a16:creationId xmlns:a16="http://schemas.microsoft.com/office/drawing/2014/main" id="{1C5F184F-9F1F-454E-F70F-0C0C7FDBB9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833" name="Graphic 3832" descr="Deciduous tree with solid fill">
              <a:extLst>
                <a:ext uri="{FF2B5EF4-FFF2-40B4-BE49-F238E27FC236}">
                  <a16:creationId xmlns:a16="http://schemas.microsoft.com/office/drawing/2014/main" id="{38B89CE4-FEF3-403A-806D-2D7043B979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35" name="Graphic 3834" descr="Deciduous tree with solid fill">
              <a:extLst>
                <a:ext uri="{FF2B5EF4-FFF2-40B4-BE49-F238E27FC236}">
                  <a16:creationId xmlns:a16="http://schemas.microsoft.com/office/drawing/2014/main" id="{37D1AFFF-7F3F-E37E-7C8D-4208C45532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37" name="Graphic 3836" descr="Deciduous tree with solid fill">
              <a:extLst>
                <a:ext uri="{FF2B5EF4-FFF2-40B4-BE49-F238E27FC236}">
                  <a16:creationId xmlns:a16="http://schemas.microsoft.com/office/drawing/2014/main" id="{5C28F931-7AF5-460A-2DDE-4E355D5D7B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39" name="Graphic 3838" descr="Deciduous tree with solid fill">
              <a:extLst>
                <a:ext uri="{FF2B5EF4-FFF2-40B4-BE49-F238E27FC236}">
                  <a16:creationId xmlns:a16="http://schemas.microsoft.com/office/drawing/2014/main" id="{92F707C1-D2BE-0F02-549B-84BFBFF42F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43" name="Graphic 3842" descr="Deciduous tree with solid fill">
              <a:extLst>
                <a:ext uri="{FF2B5EF4-FFF2-40B4-BE49-F238E27FC236}">
                  <a16:creationId xmlns:a16="http://schemas.microsoft.com/office/drawing/2014/main" id="{E6C2F260-E6E4-AD1B-6FB6-4B6E70FF7F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45" name="Graphic 3844" descr="Deciduous tree with solid fill">
              <a:extLst>
                <a:ext uri="{FF2B5EF4-FFF2-40B4-BE49-F238E27FC236}">
                  <a16:creationId xmlns:a16="http://schemas.microsoft.com/office/drawing/2014/main" id="{5C1E71BE-0C61-C7ED-B906-B738B222BD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47" name="Graphic 3846" descr="Deciduous tree with solid fill">
              <a:extLst>
                <a:ext uri="{FF2B5EF4-FFF2-40B4-BE49-F238E27FC236}">
                  <a16:creationId xmlns:a16="http://schemas.microsoft.com/office/drawing/2014/main" id="{06637EE6-61A8-86DE-AACA-EA722F6ED6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53" name="Graphic 3852" descr="Deciduous tree with solid fill">
              <a:extLst>
                <a:ext uri="{FF2B5EF4-FFF2-40B4-BE49-F238E27FC236}">
                  <a16:creationId xmlns:a16="http://schemas.microsoft.com/office/drawing/2014/main" id="{C7F1C145-1E5C-0AA9-385C-1C844247AD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31729" y="1572822"/>
              <a:ext cx="209457" cy="196410"/>
            </a:xfrm>
            <a:prstGeom prst="rect">
              <a:avLst/>
            </a:prstGeom>
          </p:spPr>
        </p:pic>
        <p:pic>
          <p:nvPicPr>
            <p:cNvPr id="3855" name="Graphic 3854" descr="Deciduous tree with solid fill">
              <a:extLst>
                <a:ext uri="{FF2B5EF4-FFF2-40B4-BE49-F238E27FC236}">
                  <a16:creationId xmlns:a16="http://schemas.microsoft.com/office/drawing/2014/main" id="{8B4FEE95-1C37-6FD1-54AB-9AD85BC8D6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6103" y="1668682"/>
              <a:ext cx="209457" cy="196410"/>
            </a:xfrm>
            <a:prstGeom prst="rect">
              <a:avLst/>
            </a:prstGeom>
          </p:spPr>
        </p:pic>
        <p:pic>
          <p:nvPicPr>
            <p:cNvPr id="3857" name="Graphic 3856" descr="Deciduous tree with solid fill">
              <a:extLst>
                <a:ext uri="{FF2B5EF4-FFF2-40B4-BE49-F238E27FC236}">
                  <a16:creationId xmlns:a16="http://schemas.microsoft.com/office/drawing/2014/main" id="{B53BADC7-50F9-C439-EBEC-B3A862F586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2306" y="1484784"/>
              <a:ext cx="209457" cy="196410"/>
            </a:xfrm>
            <a:prstGeom prst="rect">
              <a:avLst/>
            </a:prstGeom>
          </p:spPr>
        </p:pic>
        <p:pic>
          <p:nvPicPr>
            <p:cNvPr id="3859" name="Graphic 3858" descr="Deciduous tree with solid fill">
              <a:extLst>
                <a:ext uri="{FF2B5EF4-FFF2-40B4-BE49-F238E27FC236}">
                  <a16:creationId xmlns:a16="http://schemas.microsoft.com/office/drawing/2014/main" id="{370F6975-B019-BE40-5D09-3335D43146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23828" y="3581191"/>
              <a:ext cx="209457" cy="196410"/>
            </a:xfrm>
            <a:prstGeom prst="rect">
              <a:avLst/>
            </a:prstGeom>
          </p:spPr>
        </p:pic>
        <p:pic>
          <p:nvPicPr>
            <p:cNvPr id="3861" name="Graphic 3860" descr="Deciduous tree with solid fill">
              <a:extLst>
                <a:ext uri="{FF2B5EF4-FFF2-40B4-BE49-F238E27FC236}">
                  <a16:creationId xmlns:a16="http://schemas.microsoft.com/office/drawing/2014/main" id="{4772254D-AAEE-352E-DD6F-52EA67A6CC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77798" y="1792173"/>
              <a:ext cx="209457" cy="196410"/>
            </a:xfrm>
            <a:prstGeom prst="rect">
              <a:avLst/>
            </a:prstGeom>
          </p:spPr>
        </p:pic>
        <p:pic>
          <p:nvPicPr>
            <p:cNvPr id="3863" name="Graphic 3862" descr="Deciduous tree with solid fill">
              <a:extLst>
                <a:ext uri="{FF2B5EF4-FFF2-40B4-BE49-F238E27FC236}">
                  <a16:creationId xmlns:a16="http://schemas.microsoft.com/office/drawing/2014/main" id="{E9AFBC35-3908-85AA-6AF8-93138FB694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3" y="1915664"/>
              <a:ext cx="209457" cy="196410"/>
            </a:xfrm>
            <a:prstGeom prst="rect">
              <a:avLst/>
            </a:prstGeom>
          </p:spPr>
        </p:pic>
        <p:pic>
          <p:nvPicPr>
            <p:cNvPr id="3865" name="Graphic 3864" descr="Deciduous tree with solid fill">
              <a:extLst>
                <a:ext uri="{FF2B5EF4-FFF2-40B4-BE49-F238E27FC236}">
                  <a16:creationId xmlns:a16="http://schemas.microsoft.com/office/drawing/2014/main" id="{60677074-9584-05A3-2CF2-CE09006E69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41187" y="2039155"/>
              <a:ext cx="209457" cy="196410"/>
            </a:xfrm>
            <a:prstGeom prst="rect">
              <a:avLst/>
            </a:prstGeom>
          </p:spPr>
        </p:pic>
        <p:pic>
          <p:nvPicPr>
            <p:cNvPr id="3867" name="Graphic 3866" descr="Deciduous tree with solid fill">
              <a:extLst>
                <a:ext uri="{FF2B5EF4-FFF2-40B4-BE49-F238E27FC236}">
                  <a16:creationId xmlns:a16="http://schemas.microsoft.com/office/drawing/2014/main" id="{A8B63F4C-E49B-0238-F2D6-7EF62D5DB3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2881" y="2162645"/>
              <a:ext cx="209457" cy="196410"/>
            </a:xfrm>
            <a:prstGeom prst="rect">
              <a:avLst/>
            </a:prstGeom>
          </p:spPr>
        </p:pic>
        <p:pic>
          <p:nvPicPr>
            <p:cNvPr id="3869" name="Graphic 3868" descr="Deciduous tree with solid fill">
              <a:extLst>
                <a:ext uri="{FF2B5EF4-FFF2-40B4-BE49-F238E27FC236}">
                  <a16:creationId xmlns:a16="http://schemas.microsoft.com/office/drawing/2014/main" id="{C3EB2738-F429-206A-9ED5-F4BFC8DC69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04576" y="2286136"/>
              <a:ext cx="209457" cy="196410"/>
            </a:xfrm>
            <a:prstGeom prst="rect">
              <a:avLst/>
            </a:prstGeom>
          </p:spPr>
        </p:pic>
        <p:pic>
          <p:nvPicPr>
            <p:cNvPr id="3871" name="Graphic 3870" descr="Deciduous tree with solid fill">
              <a:extLst>
                <a:ext uri="{FF2B5EF4-FFF2-40B4-BE49-F238E27FC236}">
                  <a16:creationId xmlns:a16="http://schemas.microsoft.com/office/drawing/2014/main" id="{E738E113-F53B-4F99-017B-D821221249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6270" y="2409627"/>
              <a:ext cx="209457" cy="196410"/>
            </a:xfrm>
            <a:prstGeom prst="rect">
              <a:avLst/>
            </a:prstGeom>
          </p:spPr>
        </p:pic>
        <p:pic>
          <p:nvPicPr>
            <p:cNvPr id="3873" name="Graphic 3872" descr="Deciduous tree with solid fill">
              <a:extLst>
                <a:ext uri="{FF2B5EF4-FFF2-40B4-BE49-F238E27FC236}">
                  <a16:creationId xmlns:a16="http://schemas.microsoft.com/office/drawing/2014/main" id="{3923CF58-94B9-0FAE-56D0-9439EADA92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7965" y="2533118"/>
              <a:ext cx="209457" cy="196410"/>
            </a:xfrm>
            <a:prstGeom prst="rect">
              <a:avLst/>
            </a:prstGeom>
          </p:spPr>
        </p:pic>
        <p:pic>
          <p:nvPicPr>
            <p:cNvPr id="3875" name="Graphic 3874" descr="Deciduous tree with solid fill">
              <a:extLst>
                <a:ext uri="{FF2B5EF4-FFF2-40B4-BE49-F238E27FC236}">
                  <a16:creationId xmlns:a16="http://schemas.microsoft.com/office/drawing/2014/main" id="{8298F2AE-F5B2-8050-6A22-EA04655865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99660" y="2656610"/>
              <a:ext cx="209457" cy="196410"/>
            </a:xfrm>
            <a:prstGeom prst="rect">
              <a:avLst/>
            </a:prstGeom>
          </p:spPr>
        </p:pic>
        <p:pic>
          <p:nvPicPr>
            <p:cNvPr id="3877" name="Graphic 3876" descr="Deciduous tree with solid fill">
              <a:extLst>
                <a:ext uri="{FF2B5EF4-FFF2-40B4-BE49-F238E27FC236}">
                  <a16:creationId xmlns:a16="http://schemas.microsoft.com/office/drawing/2014/main" id="{B89FE0B5-5D52-E54A-66E7-BE9895A06F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54" y="2780100"/>
              <a:ext cx="209457" cy="196410"/>
            </a:xfrm>
            <a:prstGeom prst="rect">
              <a:avLst/>
            </a:prstGeom>
          </p:spPr>
        </p:pic>
        <p:pic>
          <p:nvPicPr>
            <p:cNvPr id="3879" name="Graphic 3878" descr="Deciduous tree with solid fill">
              <a:extLst>
                <a:ext uri="{FF2B5EF4-FFF2-40B4-BE49-F238E27FC236}">
                  <a16:creationId xmlns:a16="http://schemas.microsoft.com/office/drawing/2014/main" id="{C7120F52-1F3D-0D4A-AABF-3F16AD8678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63048" y="2903591"/>
              <a:ext cx="209457" cy="196410"/>
            </a:xfrm>
            <a:prstGeom prst="rect">
              <a:avLst/>
            </a:prstGeom>
          </p:spPr>
        </p:pic>
        <p:pic>
          <p:nvPicPr>
            <p:cNvPr id="3881" name="Graphic 3880" descr="Deciduous tree with solid fill">
              <a:extLst>
                <a:ext uri="{FF2B5EF4-FFF2-40B4-BE49-F238E27FC236}">
                  <a16:creationId xmlns:a16="http://schemas.microsoft.com/office/drawing/2014/main" id="{CA3984FB-AA60-DB20-D105-79A6BA783A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4743" y="3027082"/>
              <a:ext cx="209457" cy="196410"/>
            </a:xfrm>
            <a:prstGeom prst="rect">
              <a:avLst/>
            </a:prstGeom>
          </p:spPr>
        </p:pic>
        <p:pic>
          <p:nvPicPr>
            <p:cNvPr id="3883" name="Graphic 3882" descr="Deciduous tree with solid fill">
              <a:extLst>
                <a:ext uri="{FF2B5EF4-FFF2-40B4-BE49-F238E27FC236}">
                  <a16:creationId xmlns:a16="http://schemas.microsoft.com/office/drawing/2014/main" id="{DC2EBF7E-6755-A700-9921-DDB03B43A3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6438" y="3150573"/>
              <a:ext cx="209457" cy="196410"/>
            </a:xfrm>
            <a:prstGeom prst="rect">
              <a:avLst/>
            </a:prstGeom>
          </p:spPr>
        </p:pic>
        <p:pic>
          <p:nvPicPr>
            <p:cNvPr id="3885" name="Graphic 3884" descr="Deciduous tree with solid fill">
              <a:extLst>
                <a:ext uri="{FF2B5EF4-FFF2-40B4-BE49-F238E27FC236}">
                  <a16:creationId xmlns:a16="http://schemas.microsoft.com/office/drawing/2014/main" id="{E860CE68-551D-691F-BEBB-7447D9E80A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8132" y="3274064"/>
              <a:ext cx="209457" cy="196410"/>
            </a:xfrm>
            <a:prstGeom prst="rect">
              <a:avLst/>
            </a:prstGeom>
          </p:spPr>
        </p:pic>
        <p:pic>
          <p:nvPicPr>
            <p:cNvPr id="3887" name="Graphic 3886" descr="Deciduous tree with solid fill">
              <a:extLst>
                <a:ext uri="{FF2B5EF4-FFF2-40B4-BE49-F238E27FC236}">
                  <a16:creationId xmlns:a16="http://schemas.microsoft.com/office/drawing/2014/main" id="{A9BABB6E-C367-FD5A-3757-CD6B14214B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3424" y="1696313"/>
              <a:ext cx="209457" cy="196410"/>
            </a:xfrm>
            <a:prstGeom prst="rect">
              <a:avLst/>
            </a:prstGeom>
          </p:spPr>
        </p:pic>
        <p:pic>
          <p:nvPicPr>
            <p:cNvPr id="3889" name="Graphic 3888" descr="Deciduous tree with solid fill">
              <a:extLst>
                <a:ext uri="{FF2B5EF4-FFF2-40B4-BE49-F238E27FC236}">
                  <a16:creationId xmlns:a16="http://schemas.microsoft.com/office/drawing/2014/main" id="{A1F21234-5058-DC0C-9D34-C3EE2BA136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95119" y="1819804"/>
              <a:ext cx="209457" cy="196410"/>
            </a:xfrm>
            <a:prstGeom prst="rect">
              <a:avLst/>
            </a:prstGeom>
          </p:spPr>
        </p:pic>
        <p:pic>
          <p:nvPicPr>
            <p:cNvPr id="3891" name="Graphic 3890" descr="Deciduous tree with solid fill">
              <a:extLst>
                <a:ext uri="{FF2B5EF4-FFF2-40B4-BE49-F238E27FC236}">
                  <a16:creationId xmlns:a16="http://schemas.microsoft.com/office/drawing/2014/main" id="{EFD7D305-3E8F-587C-4B32-6EA0B1B3AA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6813" y="1943295"/>
              <a:ext cx="209457" cy="196410"/>
            </a:xfrm>
            <a:prstGeom prst="rect">
              <a:avLst/>
            </a:prstGeom>
          </p:spPr>
        </p:pic>
        <p:pic>
          <p:nvPicPr>
            <p:cNvPr id="3893" name="Graphic 3892" descr="Deciduous tree with solid fill">
              <a:extLst>
                <a:ext uri="{FF2B5EF4-FFF2-40B4-BE49-F238E27FC236}">
                  <a16:creationId xmlns:a16="http://schemas.microsoft.com/office/drawing/2014/main" id="{4495AF47-8E62-8083-6238-6B5B643BF1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8507" y="2066786"/>
              <a:ext cx="209457" cy="196410"/>
            </a:xfrm>
            <a:prstGeom prst="rect">
              <a:avLst/>
            </a:prstGeom>
          </p:spPr>
        </p:pic>
        <p:pic>
          <p:nvPicPr>
            <p:cNvPr id="3895" name="Graphic 3894" descr="Deciduous tree with solid fill">
              <a:extLst>
                <a:ext uri="{FF2B5EF4-FFF2-40B4-BE49-F238E27FC236}">
                  <a16:creationId xmlns:a16="http://schemas.microsoft.com/office/drawing/2014/main" id="{890D4059-B067-E3D3-58C2-579E83D8B0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90202" y="2190277"/>
              <a:ext cx="209457" cy="196410"/>
            </a:xfrm>
            <a:prstGeom prst="rect">
              <a:avLst/>
            </a:prstGeom>
          </p:spPr>
        </p:pic>
        <p:pic>
          <p:nvPicPr>
            <p:cNvPr id="3897" name="Graphic 3896" descr="Deciduous tree with solid fill">
              <a:extLst>
                <a:ext uri="{FF2B5EF4-FFF2-40B4-BE49-F238E27FC236}">
                  <a16:creationId xmlns:a16="http://schemas.microsoft.com/office/drawing/2014/main" id="{9B7DF67F-0896-FA82-7778-C3A2C15872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1897" y="2313768"/>
              <a:ext cx="209457" cy="196410"/>
            </a:xfrm>
            <a:prstGeom prst="rect">
              <a:avLst/>
            </a:prstGeom>
          </p:spPr>
        </p:pic>
        <p:pic>
          <p:nvPicPr>
            <p:cNvPr id="3899" name="Graphic 3898" descr="Deciduous tree with solid fill">
              <a:extLst>
                <a:ext uri="{FF2B5EF4-FFF2-40B4-BE49-F238E27FC236}">
                  <a16:creationId xmlns:a16="http://schemas.microsoft.com/office/drawing/2014/main" id="{09E98B1A-FF30-C05C-70CB-FACCAA5CEB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53591" y="2437259"/>
              <a:ext cx="209457" cy="196410"/>
            </a:xfrm>
            <a:prstGeom prst="rect">
              <a:avLst/>
            </a:prstGeom>
          </p:spPr>
        </p:pic>
        <p:pic>
          <p:nvPicPr>
            <p:cNvPr id="3901" name="Graphic 3900" descr="Deciduous tree with solid fill">
              <a:extLst>
                <a:ext uri="{FF2B5EF4-FFF2-40B4-BE49-F238E27FC236}">
                  <a16:creationId xmlns:a16="http://schemas.microsoft.com/office/drawing/2014/main" id="{AA3BB5FC-156D-8F95-27BA-34E8B6CA2A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85286" y="2560750"/>
              <a:ext cx="209457" cy="196410"/>
            </a:xfrm>
            <a:prstGeom prst="rect">
              <a:avLst/>
            </a:prstGeom>
          </p:spPr>
        </p:pic>
        <p:pic>
          <p:nvPicPr>
            <p:cNvPr id="3903" name="Graphic 3902" descr="Deciduous tree with solid fill">
              <a:extLst>
                <a:ext uri="{FF2B5EF4-FFF2-40B4-BE49-F238E27FC236}">
                  <a16:creationId xmlns:a16="http://schemas.microsoft.com/office/drawing/2014/main" id="{C84545C2-34FE-0B92-A2F2-C9224CEA33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16980" y="2684241"/>
              <a:ext cx="209457" cy="196410"/>
            </a:xfrm>
            <a:prstGeom prst="rect">
              <a:avLst/>
            </a:prstGeom>
          </p:spPr>
        </p:pic>
        <p:pic>
          <p:nvPicPr>
            <p:cNvPr id="3905" name="Graphic 3904" descr="Deciduous tree with solid fill">
              <a:extLst>
                <a:ext uri="{FF2B5EF4-FFF2-40B4-BE49-F238E27FC236}">
                  <a16:creationId xmlns:a16="http://schemas.microsoft.com/office/drawing/2014/main" id="{AE2D9516-FFB9-3E08-BAB8-95A0C3CA5E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8674" y="2807732"/>
              <a:ext cx="209457" cy="196410"/>
            </a:xfrm>
            <a:prstGeom prst="rect">
              <a:avLst/>
            </a:prstGeom>
          </p:spPr>
        </p:pic>
        <p:pic>
          <p:nvPicPr>
            <p:cNvPr id="3907" name="Graphic 3906" descr="Deciduous tree with solid fill">
              <a:extLst>
                <a:ext uri="{FF2B5EF4-FFF2-40B4-BE49-F238E27FC236}">
                  <a16:creationId xmlns:a16="http://schemas.microsoft.com/office/drawing/2014/main" id="{1C7DE8A8-AB3C-73C5-3DCF-A91848EBBC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80369" y="2931222"/>
              <a:ext cx="209457" cy="196410"/>
            </a:xfrm>
            <a:prstGeom prst="rect">
              <a:avLst/>
            </a:prstGeom>
          </p:spPr>
        </p:pic>
        <p:pic>
          <p:nvPicPr>
            <p:cNvPr id="3909" name="Graphic 3908" descr="Deciduous tree with solid fill">
              <a:extLst>
                <a:ext uri="{FF2B5EF4-FFF2-40B4-BE49-F238E27FC236}">
                  <a16:creationId xmlns:a16="http://schemas.microsoft.com/office/drawing/2014/main" id="{11625969-C19E-520E-7576-F9D819A6C6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12064" y="3054713"/>
              <a:ext cx="209457" cy="196410"/>
            </a:xfrm>
            <a:prstGeom prst="rect">
              <a:avLst/>
            </a:prstGeom>
          </p:spPr>
        </p:pic>
        <p:pic>
          <p:nvPicPr>
            <p:cNvPr id="3911" name="Graphic 3910" descr="Deciduous tree with solid fill">
              <a:extLst>
                <a:ext uri="{FF2B5EF4-FFF2-40B4-BE49-F238E27FC236}">
                  <a16:creationId xmlns:a16="http://schemas.microsoft.com/office/drawing/2014/main" id="{F0D9FBF5-7B12-302E-5F70-8C30CD44B3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3758" y="3178205"/>
              <a:ext cx="209457" cy="196410"/>
            </a:xfrm>
            <a:prstGeom prst="rect">
              <a:avLst/>
            </a:prstGeom>
          </p:spPr>
        </p:pic>
        <p:pic>
          <p:nvPicPr>
            <p:cNvPr id="3913" name="Graphic 3912" descr="Deciduous tree with solid fill">
              <a:extLst>
                <a:ext uri="{FF2B5EF4-FFF2-40B4-BE49-F238E27FC236}">
                  <a16:creationId xmlns:a16="http://schemas.microsoft.com/office/drawing/2014/main" id="{3776450D-6490-77A5-811B-5BC4CC8DF5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34000" y="1608275"/>
              <a:ext cx="209457" cy="196410"/>
            </a:xfrm>
            <a:prstGeom prst="rect">
              <a:avLst/>
            </a:prstGeom>
          </p:spPr>
        </p:pic>
        <p:pic>
          <p:nvPicPr>
            <p:cNvPr id="3915" name="Graphic 3914" descr="Deciduous tree with solid fill">
              <a:extLst>
                <a:ext uri="{FF2B5EF4-FFF2-40B4-BE49-F238E27FC236}">
                  <a16:creationId xmlns:a16="http://schemas.microsoft.com/office/drawing/2014/main" id="{EA05DDCA-C30F-53C4-CC3D-0E260E0450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5695" y="1731766"/>
              <a:ext cx="209457" cy="196410"/>
            </a:xfrm>
            <a:prstGeom prst="rect">
              <a:avLst/>
            </a:prstGeom>
          </p:spPr>
        </p:pic>
        <p:pic>
          <p:nvPicPr>
            <p:cNvPr id="3917" name="Graphic 3916" descr="Deciduous tree with solid fill">
              <a:extLst>
                <a:ext uri="{FF2B5EF4-FFF2-40B4-BE49-F238E27FC236}">
                  <a16:creationId xmlns:a16="http://schemas.microsoft.com/office/drawing/2014/main" id="{618B3CF0-051D-9E74-7A41-CF686D69FF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7390" y="1855257"/>
              <a:ext cx="209457" cy="196410"/>
            </a:xfrm>
            <a:prstGeom prst="rect">
              <a:avLst/>
            </a:prstGeom>
          </p:spPr>
        </p:pic>
        <p:pic>
          <p:nvPicPr>
            <p:cNvPr id="3919" name="Graphic 3918" descr="Deciduous tree with solid fill">
              <a:extLst>
                <a:ext uri="{FF2B5EF4-FFF2-40B4-BE49-F238E27FC236}">
                  <a16:creationId xmlns:a16="http://schemas.microsoft.com/office/drawing/2014/main" id="{2DB4F637-1AF7-6FA7-2AD1-7DE2C97EE7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9084" y="1978747"/>
              <a:ext cx="209457" cy="196410"/>
            </a:xfrm>
            <a:prstGeom prst="rect">
              <a:avLst/>
            </a:prstGeom>
          </p:spPr>
        </p:pic>
        <p:pic>
          <p:nvPicPr>
            <p:cNvPr id="3921" name="Graphic 3920" descr="Deciduous tree with solid fill">
              <a:extLst>
                <a:ext uri="{FF2B5EF4-FFF2-40B4-BE49-F238E27FC236}">
                  <a16:creationId xmlns:a16="http://schemas.microsoft.com/office/drawing/2014/main" id="{C076AD01-8480-D202-582E-27A2F7CD9F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60778" y="2102239"/>
              <a:ext cx="209457" cy="196410"/>
            </a:xfrm>
            <a:prstGeom prst="rect">
              <a:avLst/>
            </a:prstGeom>
          </p:spPr>
        </p:pic>
        <p:pic>
          <p:nvPicPr>
            <p:cNvPr id="3923" name="Graphic 3922" descr="Deciduous tree with solid fill">
              <a:extLst>
                <a:ext uri="{FF2B5EF4-FFF2-40B4-BE49-F238E27FC236}">
                  <a16:creationId xmlns:a16="http://schemas.microsoft.com/office/drawing/2014/main" id="{D6750D8A-5FA4-0A3E-3EF6-7D427C56C8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73" y="2225730"/>
              <a:ext cx="209457" cy="196410"/>
            </a:xfrm>
            <a:prstGeom prst="rect">
              <a:avLst/>
            </a:prstGeom>
          </p:spPr>
        </p:pic>
        <p:pic>
          <p:nvPicPr>
            <p:cNvPr id="3925" name="Graphic 3924" descr="Deciduous tree with solid fill">
              <a:extLst>
                <a:ext uri="{FF2B5EF4-FFF2-40B4-BE49-F238E27FC236}">
                  <a16:creationId xmlns:a16="http://schemas.microsoft.com/office/drawing/2014/main" id="{911F4EA9-3E27-09FB-B31A-51B02A5849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24167" y="2349221"/>
              <a:ext cx="209457" cy="196410"/>
            </a:xfrm>
            <a:prstGeom prst="rect">
              <a:avLst/>
            </a:prstGeom>
          </p:spPr>
        </p:pic>
        <p:pic>
          <p:nvPicPr>
            <p:cNvPr id="3927" name="Graphic 3926" descr="Deciduous tree with solid fill">
              <a:extLst>
                <a:ext uri="{FF2B5EF4-FFF2-40B4-BE49-F238E27FC236}">
                  <a16:creationId xmlns:a16="http://schemas.microsoft.com/office/drawing/2014/main" id="{FD19CF41-1143-070F-D1EA-BCB2ECEDBE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5862" y="2472712"/>
              <a:ext cx="209457" cy="196410"/>
            </a:xfrm>
            <a:prstGeom prst="rect">
              <a:avLst/>
            </a:prstGeom>
          </p:spPr>
        </p:pic>
        <p:pic>
          <p:nvPicPr>
            <p:cNvPr id="3929" name="Graphic 3928" descr="Deciduous tree with solid fill">
              <a:extLst>
                <a:ext uri="{FF2B5EF4-FFF2-40B4-BE49-F238E27FC236}">
                  <a16:creationId xmlns:a16="http://schemas.microsoft.com/office/drawing/2014/main" id="{B09CF859-1DD9-205F-D03C-B29C9A7B40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7557" y="2596202"/>
              <a:ext cx="209457" cy="196410"/>
            </a:xfrm>
            <a:prstGeom prst="rect">
              <a:avLst/>
            </a:prstGeom>
          </p:spPr>
        </p:pic>
        <p:pic>
          <p:nvPicPr>
            <p:cNvPr id="3931" name="Graphic 3930" descr="Deciduous tree with solid fill">
              <a:extLst>
                <a:ext uri="{FF2B5EF4-FFF2-40B4-BE49-F238E27FC236}">
                  <a16:creationId xmlns:a16="http://schemas.microsoft.com/office/drawing/2014/main" id="{CE0AB9C5-BEE8-BAD0-832D-7B2C96BCA5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9251" y="2719693"/>
              <a:ext cx="209457" cy="196410"/>
            </a:xfrm>
            <a:prstGeom prst="rect">
              <a:avLst/>
            </a:prstGeom>
          </p:spPr>
        </p:pic>
        <p:pic>
          <p:nvPicPr>
            <p:cNvPr id="3933" name="Graphic 3932" descr="Deciduous tree with solid fill">
              <a:extLst>
                <a:ext uri="{FF2B5EF4-FFF2-40B4-BE49-F238E27FC236}">
                  <a16:creationId xmlns:a16="http://schemas.microsoft.com/office/drawing/2014/main" id="{0A300BE0-F839-7555-62E3-86BD8356C0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0945" y="2843184"/>
              <a:ext cx="209457" cy="196410"/>
            </a:xfrm>
            <a:prstGeom prst="rect">
              <a:avLst/>
            </a:prstGeom>
          </p:spPr>
        </p:pic>
        <p:pic>
          <p:nvPicPr>
            <p:cNvPr id="3935" name="Graphic 3934" descr="Deciduous tree with solid fill">
              <a:extLst>
                <a:ext uri="{FF2B5EF4-FFF2-40B4-BE49-F238E27FC236}">
                  <a16:creationId xmlns:a16="http://schemas.microsoft.com/office/drawing/2014/main" id="{1F7C20CF-C740-67F2-EFE6-9995100AAD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2640" y="2966675"/>
              <a:ext cx="209457" cy="196410"/>
            </a:xfrm>
            <a:prstGeom prst="rect">
              <a:avLst/>
            </a:prstGeom>
          </p:spPr>
        </p:pic>
        <p:pic>
          <p:nvPicPr>
            <p:cNvPr id="3937" name="Graphic 3936" descr="Deciduous tree with solid fill">
              <a:extLst>
                <a:ext uri="{FF2B5EF4-FFF2-40B4-BE49-F238E27FC236}">
                  <a16:creationId xmlns:a16="http://schemas.microsoft.com/office/drawing/2014/main" id="{667767BA-C60B-CAF2-A7D6-2EEF72893B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14335" y="3090167"/>
              <a:ext cx="209457" cy="196410"/>
            </a:xfrm>
            <a:prstGeom prst="rect">
              <a:avLst/>
            </a:prstGeom>
          </p:spPr>
        </p:pic>
        <p:pic>
          <p:nvPicPr>
            <p:cNvPr id="3939" name="Graphic 3938" descr="Deciduous tree with solid fill">
              <a:extLst>
                <a:ext uri="{FF2B5EF4-FFF2-40B4-BE49-F238E27FC236}">
                  <a16:creationId xmlns:a16="http://schemas.microsoft.com/office/drawing/2014/main" id="{EA46DEBC-8EAC-C9F3-0945-74034522F0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01930" y="3495464"/>
              <a:ext cx="209457" cy="196410"/>
            </a:xfrm>
            <a:prstGeom prst="rect">
              <a:avLst/>
            </a:prstGeom>
          </p:spPr>
        </p:pic>
        <p:pic>
          <p:nvPicPr>
            <p:cNvPr id="3948" name="Graphic 3947" descr="Deciduous tree with solid fill">
              <a:extLst>
                <a:ext uri="{FF2B5EF4-FFF2-40B4-BE49-F238E27FC236}">
                  <a16:creationId xmlns:a16="http://schemas.microsoft.com/office/drawing/2014/main" id="{472E37DC-ECC8-8652-CCC7-8E0DA74BCA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93211" y="3413690"/>
              <a:ext cx="209457" cy="196410"/>
            </a:xfrm>
            <a:prstGeom prst="rect">
              <a:avLst/>
            </a:prstGeom>
          </p:spPr>
        </p:pic>
        <p:pic>
          <p:nvPicPr>
            <p:cNvPr id="3950" name="Graphic 3949" descr="Deciduous tree with solid fill">
              <a:extLst>
                <a:ext uri="{FF2B5EF4-FFF2-40B4-BE49-F238E27FC236}">
                  <a16:creationId xmlns:a16="http://schemas.microsoft.com/office/drawing/2014/main" id="{E6B0BA1B-F90D-7A7F-0C93-6712EE0834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24297" y="4001194"/>
              <a:ext cx="209457" cy="196410"/>
            </a:xfrm>
            <a:prstGeom prst="rect">
              <a:avLst/>
            </a:prstGeom>
          </p:spPr>
        </p:pic>
      </p:grpSp>
      <p:sp>
        <p:nvSpPr>
          <p:cNvPr id="3953" name="Title 3952">
            <a:extLst>
              <a:ext uri="{FF2B5EF4-FFF2-40B4-BE49-F238E27FC236}">
                <a16:creationId xmlns:a16="http://schemas.microsoft.com/office/drawing/2014/main" id="{530E70FD-8E5F-4AA7-57AF-FF2A43B50E87}"/>
              </a:ext>
            </a:extLst>
          </p:cNvPr>
          <p:cNvSpPr>
            <a:spLocks noGrp="1"/>
          </p:cNvSpPr>
          <p:nvPr>
            <p:ph type="title"/>
          </p:nvPr>
        </p:nvSpPr>
        <p:spPr>
          <a:xfrm>
            <a:off x="270669" y="236627"/>
            <a:ext cx="11650662" cy="625944"/>
          </a:xfrm>
        </p:spPr>
        <p:txBody>
          <a:bodyPr/>
          <a:lstStyle/>
          <a:p>
            <a:r>
              <a:rPr lang="en-US" dirty="0"/>
              <a:t>Solution</a:t>
            </a:r>
            <a:endParaRPr lang="en-US" noProof="0" dirty="0"/>
          </a:p>
        </p:txBody>
      </p:sp>
      <p:sp>
        <p:nvSpPr>
          <p:cNvPr id="2" name="Date Placeholder 1">
            <a:extLst>
              <a:ext uri="{FF2B5EF4-FFF2-40B4-BE49-F238E27FC236}">
                <a16:creationId xmlns:a16="http://schemas.microsoft.com/office/drawing/2014/main" id="{9069B442-1E4D-9761-D52C-316C3357AEEC}"/>
              </a:ext>
            </a:extLst>
          </p:cNvPr>
          <p:cNvSpPr>
            <a:spLocks noGrp="1"/>
          </p:cNvSpPr>
          <p:nvPr>
            <p:ph type="dt" sz="half" idx="10"/>
          </p:nvPr>
        </p:nvSpPr>
        <p:spPr/>
        <p:txBody>
          <a:bodyPr/>
          <a:lstStyle/>
          <a:p>
            <a:fld id="{EDA106C6-FA8D-4487-9001-BDFCF7A0BD58}" type="datetime1">
              <a:rPr lang="en-GB" noProof="0" smtClean="0"/>
              <a:t>16/09/2026</a:t>
            </a:fld>
            <a:endParaRPr lang="en-GB" noProof="0" dirty="0"/>
          </a:p>
        </p:txBody>
      </p:sp>
      <p:sp>
        <p:nvSpPr>
          <p:cNvPr id="4" name="Slide Number Placeholder 3">
            <a:extLst>
              <a:ext uri="{FF2B5EF4-FFF2-40B4-BE49-F238E27FC236}">
                <a16:creationId xmlns:a16="http://schemas.microsoft.com/office/drawing/2014/main" id="{368D9773-DB89-C37C-D64B-54076308CCC3}"/>
              </a:ext>
            </a:extLst>
          </p:cNvPr>
          <p:cNvSpPr>
            <a:spLocks noGrp="1"/>
          </p:cNvSpPr>
          <p:nvPr>
            <p:ph type="sldNum" sz="quarter" idx="12"/>
          </p:nvPr>
        </p:nvSpPr>
        <p:spPr/>
        <p:txBody>
          <a:bodyPr/>
          <a:lstStyle/>
          <a:p>
            <a:fld id="{442AD375-037F-43D0-B059-5172DA06796A}" type="slidenum">
              <a:rPr lang="en-GB" noProof="0" smtClean="0"/>
              <a:pPr/>
              <a:t>20</a:t>
            </a:fld>
            <a:endParaRPr lang="en-GB" noProof="0" dirty="0"/>
          </a:p>
        </p:txBody>
      </p:sp>
    </p:spTree>
    <p:extLst>
      <p:ext uri="{BB962C8B-B14F-4D97-AF65-F5344CB8AC3E}">
        <p14:creationId xmlns:p14="http://schemas.microsoft.com/office/powerpoint/2010/main" val="1824521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AD9FE-AB6D-F08F-9A93-E57613EB3236}"/>
            </a:ext>
          </a:extLst>
        </p:cNvPr>
        <p:cNvGrpSpPr/>
        <p:nvPr/>
      </p:nvGrpSpPr>
      <p:grpSpPr>
        <a:xfrm>
          <a:off x="0" y="0"/>
          <a:ext cx="0" cy="0"/>
          <a:chOff x="0" y="0"/>
          <a:chExt cx="0" cy="0"/>
        </a:xfrm>
      </p:grpSpPr>
      <p:sp>
        <p:nvSpPr>
          <p:cNvPr id="3941" name="TextBox 3940">
            <a:extLst>
              <a:ext uri="{FF2B5EF4-FFF2-40B4-BE49-F238E27FC236}">
                <a16:creationId xmlns:a16="http://schemas.microsoft.com/office/drawing/2014/main" id="{91914205-03EB-3CF3-FE04-24F303467A9D}"/>
              </a:ext>
            </a:extLst>
          </p:cNvPr>
          <p:cNvSpPr txBox="1"/>
          <p:nvPr/>
        </p:nvSpPr>
        <p:spPr>
          <a:xfrm>
            <a:off x="479376" y="4722171"/>
            <a:ext cx="3672408" cy="422295"/>
          </a:xfrm>
          <a:prstGeom prst="rect">
            <a:avLst/>
          </a:prstGeom>
          <a:noFill/>
        </p:spPr>
        <p:txBody>
          <a:bodyPr wrap="square" lIns="0" tIns="0" rIns="0" bIns="0" rtlCol="0">
            <a:spAutoFit/>
          </a:bodyPr>
          <a:lstStyle/>
          <a:p>
            <a:r>
              <a:rPr lang="en-US" sz="2800" b="1" noProof="0" dirty="0">
                <a:latin typeface="Aptos" panose="020B0004020202020204" pitchFamily="34" charset="0"/>
              </a:rPr>
              <a:t>Record all individuals </a:t>
            </a:r>
          </a:p>
        </p:txBody>
      </p:sp>
      <p:sp>
        <p:nvSpPr>
          <p:cNvPr id="4008" name="Rectangle: Rounded Corners 4007">
            <a:extLst>
              <a:ext uri="{FF2B5EF4-FFF2-40B4-BE49-F238E27FC236}">
                <a16:creationId xmlns:a16="http://schemas.microsoft.com/office/drawing/2014/main" id="{CE0855FD-B07B-2525-BCD1-D681A38B62A7}"/>
              </a:ext>
            </a:extLst>
          </p:cNvPr>
          <p:cNvSpPr/>
          <p:nvPr/>
        </p:nvSpPr>
        <p:spPr>
          <a:xfrm>
            <a:off x="191344" y="1268760"/>
            <a:ext cx="4176464"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951" name="Group 3950">
            <a:extLst>
              <a:ext uri="{FF2B5EF4-FFF2-40B4-BE49-F238E27FC236}">
                <a16:creationId xmlns:a16="http://schemas.microsoft.com/office/drawing/2014/main" id="{F0EB2329-474D-3E45-964A-3645768E268A}"/>
              </a:ext>
            </a:extLst>
          </p:cNvPr>
          <p:cNvGrpSpPr/>
          <p:nvPr/>
        </p:nvGrpSpPr>
        <p:grpSpPr>
          <a:xfrm>
            <a:off x="335360" y="1484784"/>
            <a:ext cx="3888432" cy="2880320"/>
            <a:chOff x="335360" y="1484784"/>
            <a:chExt cx="3888432" cy="2880320"/>
          </a:xfrm>
          <a:effectLst>
            <a:outerShdw blurRad="50800" dist="38100" dir="2700000" algn="tl" rotWithShape="0">
              <a:prstClr val="black">
                <a:alpha val="40000"/>
              </a:prstClr>
            </a:outerShdw>
          </a:effectLst>
        </p:grpSpPr>
        <p:pic>
          <p:nvPicPr>
            <p:cNvPr id="83" name="Graphic 82" descr="Deciduous tree with solid fill">
              <a:extLst>
                <a:ext uri="{FF2B5EF4-FFF2-40B4-BE49-F238E27FC236}">
                  <a16:creationId xmlns:a16="http://schemas.microsoft.com/office/drawing/2014/main" id="{7155DDC8-93D1-C9DE-CA45-9261D636EA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0986" y="2454941"/>
              <a:ext cx="209457" cy="196410"/>
            </a:xfrm>
            <a:prstGeom prst="rect">
              <a:avLst/>
            </a:prstGeom>
          </p:spPr>
        </p:pic>
        <p:pic>
          <p:nvPicPr>
            <p:cNvPr id="91" name="Graphic 90" descr="Deciduous tree with solid fill">
              <a:extLst>
                <a:ext uri="{FF2B5EF4-FFF2-40B4-BE49-F238E27FC236}">
                  <a16:creationId xmlns:a16="http://schemas.microsoft.com/office/drawing/2014/main" id="{0DCC271E-84CC-16E1-916F-467E2356AB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360" y="2550800"/>
              <a:ext cx="209457" cy="196410"/>
            </a:xfrm>
            <a:prstGeom prst="rect">
              <a:avLst/>
            </a:prstGeom>
          </p:spPr>
        </p:pic>
        <p:pic>
          <p:nvPicPr>
            <p:cNvPr id="93" name="Graphic 92" descr="Deciduous tree with solid fill">
              <a:extLst>
                <a:ext uri="{FF2B5EF4-FFF2-40B4-BE49-F238E27FC236}">
                  <a16:creationId xmlns:a16="http://schemas.microsoft.com/office/drawing/2014/main" id="{7AD38C34-8A7B-1791-C62E-BF979F3FA0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563" y="2366903"/>
              <a:ext cx="209457" cy="196410"/>
            </a:xfrm>
            <a:prstGeom prst="rect">
              <a:avLst/>
            </a:prstGeom>
          </p:spPr>
        </p:pic>
        <p:pic>
          <p:nvPicPr>
            <p:cNvPr id="103" name="Graphic 102" descr="Deciduous tree with solid fill">
              <a:extLst>
                <a:ext uri="{FF2B5EF4-FFF2-40B4-BE49-F238E27FC236}">
                  <a16:creationId xmlns:a16="http://schemas.microsoft.com/office/drawing/2014/main" id="{52CAE63F-F5E4-D1F3-4B3F-324DBC8F6A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4" y="2674291"/>
              <a:ext cx="209457" cy="196410"/>
            </a:xfrm>
            <a:prstGeom prst="rect">
              <a:avLst/>
            </a:prstGeom>
          </p:spPr>
        </p:pic>
        <p:pic>
          <p:nvPicPr>
            <p:cNvPr id="105" name="Graphic 104" descr="Deciduous tree with solid fill">
              <a:extLst>
                <a:ext uri="{FF2B5EF4-FFF2-40B4-BE49-F238E27FC236}">
                  <a16:creationId xmlns:a16="http://schemas.microsoft.com/office/drawing/2014/main" id="{594E1FAC-FAA4-42DE-2204-54961EA22E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107" name="Graphic 106" descr="Deciduous tree with solid fill">
              <a:extLst>
                <a:ext uri="{FF2B5EF4-FFF2-40B4-BE49-F238E27FC236}">
                  <a16:creationId xmlns:a16="http://schemas.microsoft.com/office/drawing/2014/main" id="{C700BC6A-2837-FB69-B4C9-C7D2E438BD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109" name="Graphic 108" descr="Deciduous tree with solid fill">
              <a:extLst>
                <a:ext uri="{FF2B5EF4-FFF2-40B4-BE49-F238E27FC236}">
                  <a16:creationId xmlns:a16="http://schemas.microsoft.com/office/drawing/2014/main" id="{F205D920-515D-F431-D41F-3C3AE53CAD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111" name="Graphic 110" descr="Deciduous tree with solid fill">
              <a:extLst>
                <a:ext uri="{FF2B5EF4-FFF2-40B4-BE49-F238E27FC236}">
                  <a16:creationId xmlns:a16="http://schemas.microsoft.com/office/drawing/2014/main" id="{894B7E28-1F65-7158-F03A-D0EE21F6C0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113" name="Graphic 112" descr="Deciduous tree with solid fill">
              <a:extLst>
                <a:ext uri="{FF2B5EF4-FFF2-40B4-BE49-F238E27FC236}">
                  <a16:creationId xmlns:a16="http://schemas.microsoft.com/office/drawing/2014/main" id="{AF3234E7-863F-BBE5-297B-B0770FC0D9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115" name="Graphic 114" descr="Deciduous tree with solid fill">
              <a:extLst>
                <a:ext uri="{FF2B5EF4-FFF2-40B4-BE49-F238E27FC236}">
                  <a16:creationId xmlns:a16="http://schemas.microsoft.com/office/drawing/2014/main" id="{8E5CE2A1-6275-02BD-A4E6-2C7D8AD74D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117" name="Graphic 116" descr="Deciduous tree with solid fill">
              <a:extLst>
                <a:ext uri="{FF2B5EF4-FFF2-40B4-BE49-F238E27FC236}">
                  <a16:creationId xmlns:a16="http://schemas.microsoft.com/office/drawing/2014/main" id="{F75FAB3E-3849-A4FA-EFB7-24105CE372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119" name="Graphic 118" descr="Deciduous tree with solid fill">
              <a:extLst>
                <a:ext uri="{FF2B5EF4-FFF2-40B4-BE49-F238E27FC236}">
                  <a16:creationId xmlns:a16="http://schemas.microsoft.com/office/drawing/2014/main" id="{980F1626-0069-46BE-5416-31E62BBDB0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121" name="Graphic 120" descr="Deciduous tree with solid fill">
              <a:extLst>
                <a:ext uri="{FF2B5EF4-FFF2-40B4-BE49-F238E27FC236}">
                  <a16:creationId xmlns:a16="http://schemas.microsoft.com/office/drawing/2014/main" id="{3E2273F6-489C-93BB-4AB8-99A5BCBE45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23" name="Graphic 122" descr="Deciduous tree with solid fill">
              <a:extLst>
                <a:ext uri="{FF2B5EF4-FFF2-40B4-BE49-F238E27FC236}">
                  <a16:creationId xmlns:a16="http://schemas.microsoft.com/office/drawing/2014/main" id="{AD10739D-A0F8-45EB-926F-7259BC220F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25" name="Graphic 124" descr="Deciduous tree with solid fill">
              <a:extLst>
                <a:ext uri="{FF2B5EF4-FFF2-40B4-BE49-F238E27FC236}">
                  <a16:creationId xmlns:a16="http://schemas.microsoft.com/office/drawing/2014/main" id="{5C4484A8-F703-FD3E-F6F8-6428B04684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29" name="Graphic 128" descr="Deciduous tree with solid fill">
              <a:extLst>
                <a:ext uri="{FF2B5EF4-FFF2-40B4-BE49-F238E27FC236}">
                  <a16:creationId xmlns:a16="http://schemas.microsoft.com/office/drawing/2014/main" id="{0B1AFFD8-F116-E63F-01AC-A96B442DAF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0" y="2578432"/>
              <a:ext cx="209457" cy="196410"/>
            </a:xfrm>
            <a:prstGeom prst="rect">
              <a:avLst/>
            </a:prstGeom>
          </p:spPr>
        </p:pic>
        <p:pic>
          <p:nvPicPr>
            <p:cNvPr id="131" name="Graphic 130" descr="Deciduous tree with solid fill">
              <a:extLst>
                <a:ext uri="{FF2B5EF4-FFF2-40B4-BE49-F238E27FC236}">
                  <a16:creationId xmlns:a16="http://schemas.microsoft.com/office/drawing/2014/main" id="{743212A0-CB4E-DEEA-D8FF-C6A850AFC5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133" name="Graphic 132" descr="Deciduous tree with solid fill">
              <a:extLst>
                <a:ext uri="{FF2B5EF4-FFF2-40B4-BE49-F238E27FC236}">
                  <a16:creationId xmlns:a16="http://schemas.microsoft.com/office/drawing/2014/main" id="{C4B332E2-7355-8FBD-75EA-6F31E04AA8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135" name="Graphic 134" descr="Deciduous tree with solid fill">
              <a:extLst>
                <a:ext uri="{FF2B5EF4-FFF2-40B4-BE49-F238E27FC236}">
                  <a16:creationId xmlns:a16="http://schemas.microsoft.com/office/drawing/2014/main" id="{8D48D1C1-3EDF-B042-A330-CC3AB7AFB2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137" name="Graphic 136" descr="Deciduous tree with solid fill">
              <a:extLst>
                <a:ext uri="{FF2B5EF4-FFF2-40B4-BE49-F238E27FC236}">
                  <a16:creationId xmlns:a16="http://schemas.microsoft.com/office/drawing/2014/main" id="{D6FEDEEF-338D-1CE6-1A8C-2172BF4DA9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139" name="Graphic 138" descr="Deciduous tree with solid fill">
              <a:extLst>
                <a:ext uri="{FF2B5EF4-FFF2-40B4-BE49-F238E27FC236}">
                  <a16:creationId xmlns:a16="http://schemas.microsoft.com/office/drawing/2014/main" id="{2F015566-7CFB-CF11-CE37-461A0689A7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141" name="Graphic 140" descr="Deciduous tree with solid fill">
              <a:extLst>
                <a:ext uri="{FF2B5EF4-FFF2-40B4-BE49-F238E27FC236}">
                  <a16:creationId xmlns:a16="http://schemas.microsoft.com/office/drawing/2014/main" id="{F72DBD7E-D2F7-5B55-97B2-A14F41AB6C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143" name="Graphic 142" descr="Deciduous tree with solid fill">
              <a:extLst>
                <a:ext uri="{FF2B5EF4-FFF2-40B4-BE49-F238E27FC236}">
                  <a16:creationId xmlns:a16="http://schemas.microsoft.com/office/drawing/2014/main" id="{6DFB62D4-60B0-C04A-9A00-91AFDB3433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145" name="Graphic 144" descr="Deciduous tree with solid fill">
              <a:extLst>
                <a:ext uri="{FF2B5EF4-FFF2-40B4-BE49-F238E27FC236}">
                  <a16:creationId xmlns:a16="http://schemas.microsoft.com/office/drawing/2014/main" id="{CE4C8BD1-5A99-E334-02DF-2F8691BDF8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147" name="Graphic 146" descr="Deciduous tree with solid fill">
              <a:extLst>
                <a:ext uri="{FF2B5EF4-FFF2-40B4-BE49-F238E27FC236}">
                  <a16:creationId xmlns:a16="http://schemas.microsoft.com/office/drawing/2014/main" id="{96724B8B-E0D8-482D-7098-3ADB2965D2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49" name="Graphic 148" descr="Deciduous tree with solid fill">
              <a:extLst>
                <a:ext uri="{FF2B5EF4-FFF2-40B4-BE49-F238E27FC236}">
                  <a16:creationId xmlns:a16="http://schemas.microsoft.com/office/drawing/2014/main" id="{361EA43D-8904-9167-0DC6-B69D40F97F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51" name="Graphic 150" descr="Deciduous tree with solid fill">
              <a:extLst>
                <a:ext uri="{FF2B5EF4-FFF2-40B4-BE49-F238E27FC236}">
                  <a16:creationId xmlns:a16="http://schemas.microsoft.com/office/drawing/2014/main" id="{EE851103-3DB4-42D5-0802-A18A571052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55" name="Graphic 154" descr="Deciduous tree with solid fill">
              <a:extLst>
                <a:ext uri="{FF2B5EF4-FFF2-40B4-BE49-F238E27FC236}">
                  <a16:creationId xmlns:a16="http://schemas.microsoft.com/office/drawing/2014/main" id="{654A1B79-AB7D-F169-3016-97899624A3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57" y="2490393"/>
              <a:ext cx="209457" cy="196410"/>
            </a:xfrm>
            <a:prstGeom prst="rect">
              <a:avLst/>
            </a:prstGeom>
          </p:spPr>
        </p:pic>
        <p:pic>
          <p:nvPicPr>
            <p:cNvPr id="157" name="Graphic 156" descr="Deciduous tree with solid fill">
              <a:extLst>
                <a:ext uri="{FF2B5EF4-FFF2-40B4-BE49-F238E27FC236}">
                  <a16:creationId xmlns:a16="http://schemas.microsoft.com/office/drawing/2014/main" id="{5D7B2E6B-5762-021C-F06A-792FE7A43B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159" name="Graphic 158" descr="Deciduous tree with solid fill">
              <a:extLst>
                <a:ext uri="{FF2B5EF4-FFF2-40B4-BE49-F238E27FC236}">
                  <a16:creationId xmlns:a16="http://schemas.microsoft.com/office/drawing/2014/main" id="{37BD6201-4432-9994-8C5D-50795DDA39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161" name="Graphic 160" descr="Deciduous tree with solid fill">
              <a:extLst>
                <a:ext uri="{FF2B5EF4-FFF2-40B4-BE49-F238E27FC236}">
                  <a16:creationId xmlns:a16="http://schemas.microsoft.com/office/drawing/2014/main" id="{14CF881D-9E2F-6FC4-E16E-F3BEEA9CE1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163" name="Graphic 162" descr="Deciduous tree with solid fill">
              <a:extLst>
                <a:ext uri="{FF2B5EF4-FFF2-40B4-BE49-F238E27FC236}">
                  <a16:creationId xmlns:a16="http://schemas.microsoft.com/office/drawing/2014/main" id="{80AFF9D8-F911-BA48-43CC-1973A22432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165" name="Graphic 164" descr="Deciduous tree with solid fill">
              <a:extLst>
                <a:ext uri="{FF2B5EF4-FFF2-40B4-BE49-F238E27FC236}">
                  <a16:creationId xmlns:a16="http://schemas.microsoft.com/office/drawing/2014/main" id="{EA3837CB-8E93-1C69-4D39-8CA13C36BE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167" name="Graphic 166" descr="Deciduous tree with solid fill">
              <a:extLst>
                <a:ext uri="{FF2B5EF4-FFF2-40B4-BE49-F238E27FC236}">
                  <a16:creationId xmlns:a16="http://schemas.microsoft.com/office/drawing/2014/main" id="{9551305D-8202-B9F9-7643-A493FAABB0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169" name="Graphic 168" descr="Deciduous tree with solid fill">
              <a:extLst>
                <a:ext uri="{FF2B5EF4-FFF2-40B4-BE49-F238E27FC236}">
                  <a16:creationId xmlns:a16="http://schemas.microsoft.com/office/drawing/2014/main" id="{C14436CE-9542-D4BE-563B-D69DB96580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171" name="Graphic 170" descr="Deciduous tree with solid fill">
              <a:extLst>
                <a:ext uri="{FF2B5EF4-FFF2-40B4-BE49-F238E27FC236}">
                  <a16:creationId xmlns:a16="http://schemas.microsoft.com/office/drawing/2014/main" id="{A64FD0F9-F05F-CE26-251C-F4954D3990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73" name="Graphic 172" descr="Deciduous tree with solid fill">
              <a:extLst>
                <a:ext uri="{FF2B5EF4-FFF2-40B4-BE49-F238E27FC236}">
                  <a16:creationId xmlns:a16="http://schemas.microsoft.com/office/drawing/2014/main" id="{88A7F689-C410-6850-DD49-2AF581645C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75" name="Graphic 174" descr="Deciduous tree with solid fill">
              <a:extLst>
                <a:ext uri="{FF2B5EF4-FFF2-40B4-BE49-F238E27FC236}">
                  <a16:creationId xmlns:a16="http://schemas.microsoft.com/office/drawing/2014/main" id="{5866EE2B-C5FA-9A14-A780-CDA887508F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77" name="Graphic 176" descr="Deciduous tree with solid fill">
              <a:extLst>
                <a:ext uri="{FF2B5EF4-FFF2-40B4-BE49-F238E27FC236}">
                  <a16:creationId xmlns:a16="http://schemas.microsoft.com/office/drawing/2014/main" id="{D5DD3469-3B7A-6E3D-BEFE-9B9EC604D2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353" name="Graphic 352" descr="Deciduous tree with solid fill">
              <a:extLst>
                <a:ext uri="{FF2B5EF4-FFF2-40B4-BE49-F238E27FC236}">
                  <a16:creationId xmlns:a16="http://schemas.microsoft.com/office/drawing/2014/main" id="{E801C2DC-2C96-248D-A896-9A97661030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0" y="2578432"/>
              <a:ext cx="209457" cy="196410"/>
            </a:xfrm>
            <a:prstGeom prst="rect">
              <a:avLst/>
            </a:prstGeom>
          </p:spPr>
        </p:pic>
        <p:pic>
          <p:nvPicPr>
            <p:cNvPr id="355" name="Graphic 354" descr="Deciduous tree with solid fill">
              <a:extLst>
                <a:ext uri="{FF2B5EF4-FFF2-40B4-BE49-F238E27FC236}">
                  <a16:creationId xmlns:a16="http://schemas.microsoft.com/office/drawing/2014/main" id="{CA152282-B639-8514-E9D4-DA7332B08B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4" y="2674291"/>
              <a:ext cx="209457" cy="196410"/>
            </a:xfrm>
            <a:prstGeom prst="rect">
              <a:avLst/>
            </a:prstGeom>
          </p:spPr>
        </p:pic>
        <p:pic>
          <p:nvPicPr>
            <p:cNvPr id="357" name="Graphic 356" descr="Deciduous tree with solid fill">
              <a:extLst>
                <a:ext uri="{FF2B5EF4-FFF2-40B4-BE49-F238E27FC236}">
                  <a16:creationId xmlns:a16="http://schemas.microsoft.com/office/drawing/2014/main" id="{45C33D23-DD89-8AE6-9553-2E1B1119E4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57" y="2490393"/>
              <a:ext cx="209457" cy="196410"/>
            </a:xfrm>
            <a:prstGeom prst="rect">
              <a:avLst/>
            </a:prstGeom>
          </p:spPr>
        </p:pic>
        <p:pic>
          <p:nvPicPr>
            <p:cNvPr id="361" name="Graphic 360" descr="Deciduous tree with solid fill">
              <a:extLst>
                <a:ext uri="{FF2B5EF4-FFF2-40B4-BE49-F238E27FC236}">
                  <a16:creationId xmlns:a16="http://schemas.microsoft.com/office/drawing/2014/main" id="{06B310F5-F82B-2844-71BA-008D62E42C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363" name="Graphic 362" descr="Deciduous tree with solid fill">
              <a:extLst>
                <a:ext uri="{FF2B5EF4-FFF2-40B4-BE49-F238E27FC236}">
                  <a16:creationId xmlns:a16="http://schemas.microsoft.com/office/drawing/2014/main" id="{A4F5D693-0757-02FF-8691-87E005376E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365" name="Graphic 364" descr="Deciduous tree with solid fill">
              <a:extLst>
                <a:ext uri="{FF2B5EF4-FFF2-40B4-BE49-F238E27FC236}">
                  <a16:creationId xmlns:a16="http://schemas.microsoft.com/office/drawing/2014/main" id="{52432568-3DE6-2F85-6C6C-CE74351FB5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367" name="Graphic 366" descr="Deciduous tree with solid fill">
              <a:extLst>
                <a:ext uri="{FF2B5EF4-FFF2-40B4-BE49-F238E27FC236}">
                  <a16:creationId xmlns:a16="http://schemas.microsoft.com/office/drawing/2014/main" id="{CCD72FB0-4137-A9D2-8F63-FEE04F0BC5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369" name="Graphic 368" descr="Deciduous tree with solid fill">
              <a:extLst>
                <a:ext uri="{FF2B5EF4-FFF2-40B4-BE49-F238E27FC236}">
                  <a16:creationId xmlns:a16="http://schemas.microsoft.com/office/drawing/2014/main" id="{C3DAC245-9B86-8A19-47A9-A7FF8E002D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371" name="Graphic 370" descr="Deciduous tree with solid fill">
              <a:extLst>
                <a:ext uri="{FF2B5EF4-FFF2-40B4-BE49-F238E27FC236}">
                  <a16:creationId xmlns:a16="http://schemas.microsoft.com/office/drawing/2014/main" id="{D076CB4D-B344-A195-BDDA-962F567B80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373" name="Graphic 372" descr="Deciduous tree with solid fill">
              <a:extLst>
                <a:ext uri="{FF2B5EF4-FFF2-40B4-BE49-F238E27FC236}">
                  <a16:creationId xmlns:a16="http://schemas.microsoft.com/office/drawing/2014/main" id="{C65B7D99-A20A-87DC-DC44-B58E4F3E85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375" name="Graphic 374" descr="Deciduous tree with solid fill">
              <a:extLst>
                <a:ext uri="{FF2B5EF4-FFF2-40B4-BE49-F238E27FC236}">
                  <a16:creationId xmlns:a16="http://schemas.microsoft.com/office/drawing/2014/main" id="{A0E73AE4-9FC5-FDB7-07C7-CD71DEE236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377" name="Graphic 376" descr="Deciduous tree with solid fill">
              <a:extLst>
                <a:ext uri="{FF2B5EF4-FFF2-40B4-BE49-F238E27FC236}">
                  <a16:creationId xmlns:a16="http://schemas.microsoft.com/office/drawing/2014/main" id="{1727C927-4EE3-CADB-E6BB-1301115037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379" name="Graphic 378" descr="Deciduous tree with solid fill">
              <a:extLst>
                <a:ext uri="{FF2B5EF4-FFF2-40B4-BE49-F238E27FC236}">
                  <a16:creationId xmlns:a16="http://schemas.microsoft.com/office/drawing/2014/main" id="{C4BE27EA-531E-185D-BF0E-B5702B0BD8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381" name="Graphic 380" descr="Deciduous tree with solid fill">
              <a:extLst>
                <a:ext uri="{FF2B5EF4-FFF2-40B4-BE49-F238E27FC236}">
                  <a16:creationId xmlns:a16="http://schemas.microsoft.com/office/drawing/2014/main" id="{0898BD38-319C-C09D-5739-FAF17ABB65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387" name="Graphic 386" descr="Deciduous tree with solid fill">
              <a:extLst>
                <a:ext uri="{FF2B5EF4-FFF2-40B4-BE49-F238E27FC236}">
                  <a16:creationId xmlns:a16="http://schemas.microsoft.com/office/drawing/2014/main" id="{EEE727B7-C49B-19F1-B1F4-5AADEE6652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389" name="Graphic 388" descr="Deciduous tree with solid fill">
              <a:extLst>
                <a:ext uri="{FF2B5EF4-FFF2-40B4-BE49-F238E27FC236}">
                  <a16:creationId xmlns:a16="http://schemas.microsoft.com/office/drawing/2014/main" id="{21B4B4C5-C458-B2C2-8B40-EE0FDA8E34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391" name="Graphic 390" descr="Deciduous tree with solid fill">
              <a:extLst>
                <a:ext uri="{FF2B5EF4-FFF2-40B4-BE49-F238E27FC236}">
                  <a16:creationId xmlns:a16="http://schemas.microsoft.com/office/drawing/2014/main" id="{2872B7A7-31D2-12DD-F3CB-85A460599B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393" name="Graphic 392" descr="Deciduous tree with solid fill">
              <a:extLst>
                <a:ext uri="{FF2B5EF4-FFF2-40B4-BE49-F238E27FC236}">
                  <a16:creationId xmlns:a16="http://schemas.microsoft.com/office/drawing/2014/main" id="{88B8559E-222B-1104-CE8C-233A36C047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395" name="Graphic 394" descr="Deciduous tree with solid fill">
              <a:extLst>
                <a:ext uri="{FF2B5EF4-FFF2-40B4-BE49-F238E27FC236}">
                  <a16:creationId xmlns:a16="http://schemas.microsoft.com/office/drawing/2014/main" id="{FC203D3D-F7CA-C9A6-C309-DD3E07C669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397" name="Graphic 396" descr="Deciduous tree with solid fill">
              <a:extLst>
                <a:ext uri="{FF2B5EF4-FFF2-40B4-BE49-F238E27FC236}">
                  <a16:creationId xmlns:a16="http://schemas.microsoft.com/office/drawing/2014/main" id="{643B5D53-1E3C-5C83-0C36-9AA2DB0EED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399" name="Graphic 398" descr="Deciduous tree with solid fill">
              <a:extLst>
                <a:ext uri="{FF2B5EF4-FFF2-40B4-BE49-F238E27FC236}">
                  <a16:creationId xmlns:a16="http://schemas.microsoft.com/office/drawing/2014/main" id="{66DC7B43-27DD-9B9B-944C-D56AA21401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401" name="Graphic 400" descr="Deciduous tree with solid fill">
              <a:extLst>
                <a:ext uri="{FF2B5EF4-FFF2-40B4-BE49-F238E27FC236}">
                  <a16:creationId xmlns:a16="http://schemas.microsoft.com/office/drawing/2014/main" id="{2A8F6D99-80AA-A125-DCFB-FB475363EC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403" name="Graphic 402" descr="Deciduous tree with solid fill">
              <a:extLst>
                <a:ext uri="{FF2B5EF4-FFF2-40B4-BE49-F238E27FC236}">
                  <a16:creationId xmlns:a16="http://schemas.microsoft.com/office/drawing/2014/main" id="{F2D99AE7-11FD-CB99-6168-47E3718497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405" name="Graphic 404" descr="Deciduous tree with solid fill">
              <a:extLst>
                <a:ext uri="{FF2B5EF4-FFF2-40B4-BE49-F238E27FC236}">
                  <a16:creationId xmlns:a16="http://schemas.microsoft.com/office/drawing/2014/main" id="{855C6940-981C-843C-2574-7BA8831D1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407" name="Graphic 406" descr="Deciduous tree with solid fill">
              <a:extLst>
                <a:ext uri="{FF2B5EF4-FFF2-40B4-BE49-F238E27FC236}">
                  <a16:creationId xmlns:a16="http://schemas.microsoft.com/office/drawing/2014/main" id="{4DFD8686-2471-1AF7-8098-0A8100525A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413" name="Graphic 412" descr="Deciduous tree with solid fill">
              <a:extLst>
                <a:ext uri="{FF2B5EF4-FFF2-40B4-BE49-F238E27FC236}">
                  <a16:creationId xmlns:a16="http://schemas.microsoft.com/office/drawing/2014/main" id="{A8CE4F21-1060-D7FF-0EF6-F4EAEAA67A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415" name="Graphic 414" descr="Deciduous tree with solid fill">
              <a:extLst>
                <a:ext uri="{FF2B5EF4-FFF2-40B4-BE49-F238E27FC236}">
                  <a16:creationId xmlns:a16="http://schemas.microsoft.com/office/drawing/2014/main" id="{D936EEF2-141A-D203-2CA2-76596EDCE6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417" name="Graphic 416" descr="Deciduous tree with solid fill">
              <a:extLst>
                <a:ext uri="{FF2B5EF4-FFF2-40B4-BE49-F238E27FC236}">
                  <a16:creationId xmlns:a16="http://schemas.microsoft.com/office/drawing/2014/main" id="{5443DF9B-0502-93D1-03F0-AEF9A9CB64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419" name="Graphic 418" descr="Deciduous tree with solid fill">
              <a:extLst>
                <a:ext uri="{FF2B5EF4-FFF2-40B4-BE49-F238E27FC236}">
                  <a16:creationId xmlns:a16="http://schemas.microsoft.com/office/drawing/2014/main" id="{7A0CB9BB-D995-EB8D-AFB4-A48CC20791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421" name="Graphic 420" descr="Deciduous tree with solid fill">
              <a:extLst>
                <a:ext uri="{FF2B5EF4-FFF2-40B4-BE49-F238E27FC236}">
                  <a16:creationId xmlns:a16="http://schemas.microsoft.com/office/drawing/2014/main" id="{50FA2B34-DB8D-327A-F3D7-069BBA68A5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423" name="Graphic 422" descr="Deciduous tree with solid fill">
              <a:extLst>
                <a:ext uri="{FF2B5EF4-FFF2-40B4-BE49-F238E27FC236}">
                  <a16:creationId xmlns:a16="http://schemas.microsoft.com/office/drawing/2014/main" id="{0D050FBB-98C3-5B41-8E49-18780976F9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425" name="Graphic 424" descr="Deciduous tree with solid fill">
              <a:extLst>
                <a:ext uri="{FF2B5EF4-FFF2-40B4-BE49-F238E27FC236}">
                  <a16:creationId xmlns:a16="http://schemas.microsoft.com/office/drawing/2014/main" id="{FEB748DB-3B3E-E5C1-81AB-2DA0C2DAAC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427" name="Graphic 426" descr="Deciduous tree with solid fill">
              <a:extLst>
                <a:ext uri="{FF2B5EF4-FFF2-40B4-BE49-F238E27FC236}">
                  <a16:creationId xmlns:a16="http://schemas.microsoft.com/office/drawing/2014/main" id="{B16FF831-6107-F1B3-9BC5-35EECD3CEC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429" name="Graphic 428" descr="Deciduous tree with solid fill">
              <a:extLst>
                <a:ext uri="{FF2B5EF4-FFF2-40B4-BE49-F238E27FC236}">
                  <a16:creationId xmlns:a16="http://schemas.microsoft.com/office/drawing/2014/main" id="{4E1CD7AA-AD1D-1518-5EBA-541487BA11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431" name="Graphic 430" descr="Deciduous tree with solid fill">
              <a:extLst>
                <a:ext uri="{FF2B5EF4-FFF2-40B4-BE49-F238E27FC236}">
                  <a16:creationId xmlns:a16="http://schemas.microsoft.com/office/drawing/2014/main" id="{3A9AE5DC-950A-1B8F-7EEB-D22F3C2B43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433" name="Graphic 432" descr="Deciduous tree with solid fill">
              <a:extLst>
                <a:ext uri="{FF2B5EF4-FFF2-40B4-BE49-F238E27FC236}">
                  <a16:creationId xmlns:a16="http://schemas.microsoft.com/office/drawing/2014/main" id="{0BC8D518-2527-61BD-E01D-BA23B3B866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439" name="Graphic 438" descr="Deciduous tree with solid fill">
              <a:extLst>
                <a:ext uri="{FF2B5EF4-FFF2-40B4-BE49-F238E27FC236}">
                  <a16:creationId xmlns:a16="http://schemas.microsoft.com/office/drawing/2014/main" id="{A8CC932E-4002-A42E-A062-6518F10B78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441" name="Graphic 440" descr="Deciduous tree with solid fill">
              <a:extLst>
                <a:ext uri="{FF2B5EF4-FFF2-40B4-BE49-F238E27FC236}">
                  <a16:creationId xmlns:a16="http://schemas.microsoft.com/office/drawing/2014/main" id="{F5E9ECFF-A510-7773-F6FB-402212CC05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443" name="Graphic 442" descr="Deciduous tree with solid fill">
              <a:extLst>
                <a:ext uri="{FF2B5EF4-FFF2-40B4-BE49-F238E27FC236}">
                  <a16:creationId xmlns:a16="http://schemas.microsoft.com/office/drawing/2014/main" id="{63C7CBF9-171F-E500-C7B0-CD6F47CE70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447" name="Graphic 446" descr="Deciduous tree with solid fill">
              <a:extLst>
                <a:ext uri="{FF2B5EF4-FFF2-40B4-BE49-F238E27FC236}">
                  <a16:creationId xmlns:a16="http://schemas.microsoft.com/office/drawing/2014/main" id="{C6DBE505-029B-157D-9451-5E90E2EC96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449" name="Graphic 448" descr="Deciduous tree with solid fill">
              <a:extLst>
                <a:ext uri="{FF2B5EF4-FFF2-40B4-BE49-F238E27FC236}">
                  <a16:creationId xmlns:a16="http://schemas.microsoft.com/office/drawing/2014/main" id="{B24FD497-1C51-3445-F733-B695502005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451" name="Graphic 450" descr="Deciduous tree with solid fill">
              <a:extLst>
                <a:ext uri="{FF2B5EF4-FFF2-40B4-BE49-F238E27FC236}">
                  <a16:creationId xmlns:a16="http://schemas.microsoft.com/office/drawing/2014/main" id="{DD4D78D0-4EDE-C227-4262-B358368906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453" name="Graphic 452" descr="Deciduous tree with solid fill">
              <a:extLst>
                <a:ext uri="{FF2B5EF4-FFF2-40B4-BE49-F238E27FC236}">
                  <a16:creationId xmlns:a16="http://schemas.microsoft.com/office/drawing/2014/main" id="{20A9F1A9-ADE8-EE50-FFCD-97CA81DF4F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455" name="Graphic 454" descr="Deciduous tree with solid fill">
              <a:extLst>
                <a:ext uri="{FF2B5EF4-FFF2-40B4-BE49-F238E27FC236}">
                  <a16:creationId xmlns:a16="http://schemas.microsoft.com/office/drawing/2014/main" id="{BAAFAF08-2453-555B-0224-95481339C9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457" name="Graphic 456" descr="Deciduous tree with solid fill">
              <a:extLst>
                <a:ext uri="{FF2B5EF4-FFF2-40B4-BE49-F238E27FC236}">
                  <a16:creationId xmlns:a16="http://schemas.microsoft.com/office/drawing/2014/main" id="{8273C8F9-63DD-F32D-3A57-12D2BC9CB0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459" name="Graphic 458" descr="Deciduous tree with solid fill">
              <a:extLst>
                <a:ext uri="{FF2B5EF4-FFF2-40B4-BE49-F238E27FC236}">
                  <a16:creationId xmlns:a16="http://schemas.microsoft.com/office/drawing/2014/main" id="{79046CB6-E678-3A46-8D4C-6309A383AD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461" name="Graphic 460" descr="Deciduous tree with solid fill">
              <a:extLst>
                <a:ext uri="{FF2B5EF4-FFF2-40B4-BE49-F238E27FC236}">
                  <a16:creationId xmlns:a16="http://schemas.microsoft.com/office/drawing/2014/main" id="{0E5E9698-8D7A-B740-6467-A2915EFD55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463" name="Graphic 462" descr="Deciduous tree with solid fill">
              <a:extLst>
                <a:ext uri="{FF2B5EF4-FFF2-40B4-BE49-F238E27FC236}">
                  <a16:creationId xmlns:a16="http://schemas.microsoft.com/office/drawing/2014/main" id="{4E01623E-D925-FB04-993E-1AC47ACBDD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465" name="Graphic 464" descr="Deciduous tree with solid fill">
              <a:extLst>
                <a:ext uri="{FF2B5EF4-FFF2-40B4-BE49-F238E27FC236}">
                  <a16:creationId xmlns:a16="http://schemas.microsoft.com/office/drawing/2014/main" id="{E5E58120-6451-0984-A6F9-F4A1BF38B2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473" name="Graphic 472" descr="Deciduous tree with solid fill">
              <a:extLst>
                <a:ext uri="{FF2B5EF4-FFF2-40B4-BE49-F238E27FC236}">
                  <a16:creationId xmlns:a16="http://schemas.microsoft.com/office/drawing/2014/main" id="{89840786-CA70-8775-25AB-6E27D54BF8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475" name="Graphic 474" descr="Deciduous tree with solid fill">
              <a:extLst>
                <a:ext uri="{FF2B5EF4-FFF2-40B4-BE49-F238E27FC236}">
                  <a16:creationId xmlns:a16="http://schemas.microsoft.com/office/drawing/2014/main" id="{0B78BB40-5A25-809B-6CDC-5D7D080E52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477" name="Graphic 476" descr="Deciduous tree with solid fill">
              <a:extLst>
                <a:ext uri="{FF2B5EF4-FFF2-40B4-BE49-F238E27FC236}">
                  <a16:creationId xmlns:a16="http://schemas.microsoft.com/office/drawing/2014/main" id="{2F004AE9-5C89-96EC-7534-AB756126D3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479" name="Graphic 478" descr="Deciduous tree with solid fill">
              <a:extLst>
                <a:ext uri="{FF2B5EF4-FFF2-40B4-BE49-F238E27FC236}">
                  <a16:creationId xmlns:a16="http://schemas.microsoft.com/office/drawing/2014/main" id="{E4E671F1-9005-E59D-DDCC-AACC91F8A9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481" name="Graphic 480" descr="Deciduous tree with solid fill">
              <a:extLst>
                <a:ext uri="{FF2B5EF4-FFF2-40B4-BE49-F238E27FC236}">
                  <a16:creationId xmlns:a16="http://schemas.microsoft.com/office/drawing/2014/main" id="{2C73F273-2536-3B25-7DFF-21FFB0249F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483" name="Graphic 482" descr="Deciduous tree with solid fill">
              <a:extLst>
                <a:ext uri="{FF2B5EF4-FFF2-40B4-BE49-F238E27FC236}">
                  <a16:creationId xmlns:a16="http://schemas.microsoft.com/office/drawing/2014/main" id="{BAF45A6A-60E3-8BB7-E96B-3A0F30F18E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485" name="Graphic 484" descr="Deciduous tree with solid fill">
              <a:extLst>
                <a:ext uri="{FF2B5EF4-FFF2-40B4-BE49-F238E27FC236}">
                  <a16:creationId xmlns:a16="http://schemas.microsoft.com/office/drawing/2014/main" id="{0D1084CB-0D60-7082-9840-A33FE87766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487" name="Graphic 486" descr="Deciduous tree with solid fill">
              <a:extLst>
                <a:ext uri="{FF2B5EF4-FFF2-40B4-BE49-F238E27FC236}">
                  <a16:creationId xmlns:a16="http://schemas.microsoft.com/office/drawing/2014/main" id="{79C3ADA4-5F32-F10D-535B-B9DF33EF9D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489" name="Graphic 488" descr="Deciduous tree with solid fill">
              <a:extLst>
                <a:ext uri="{FF2B5EF4-FFF2-40B4-BE49-F238E27FC236}">
                  <a16:creationId xmlns:a16="http://schemas.microsoft.com/office/drawing/2014/main" id="{CFA009E7-F399-62B0-6822-89FADA9331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491" name="Graphic 490" descr="Deciduous tree with solid fill">
              <a:extLst>
                <a:ext uri="{FF2B5EF4-FFF2-40B4-BE49-F238E27FC236}">
                  <a16:creationId xmlns:a16="http://schemas.microsoft.com/office/drawing/2014/main" id="{FBA7A8CD-D1C1-F41F-3BE0-C9371703D9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499" name="Graphic 498" descr="Deciduous tree with solid fill">
              <a:extLst>
                <a:ext uri="{FF2B5EF4-FFF2-40B4-BE49-F238E27FC236}">
                  <a16:creationId xmlns:a16="http://schemas.microsoft.com/office/drawing/2014/main" id="{41586765-A742-1D27-A2B8-3F355977E5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501" name="Graphic 500" descr="Deciduous tree with solid fill">
              <a:extLst>
                <a:ext uri="{FF2B5EF4-FFF2-40B4-BE49-F238E27FC236}">
                  <a16:creationId xmlns:a16="http://schemas.microsoft.com/office/drawing/2014/main" id="{AB4C37FA-AB66-F140-1DF5-431A665748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503" name="Graphic 502" descr="Deciduous tree with solid fill">
              <a:extLst>
                <a:ext uri="{FF2B5EF4-FFF2-40B4-BE49-F238E27FC236}">
                  <a16:creationId xmlns:a16="http://schemas.microsoft.com/office/drawing/2014/main" id="{D344F617-641D-EA89-B4D4-DBE0CE94D8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505" name="Graphic 504" descr="Deciduous tree with solid fill">
              <a:extLst>
                <a:ext uri="{FF2B5EF4-FFF2-40B4-BE49-F238E27FC236}">
                  <a16:creationId xmlns:a16="http://schemas.microsoft.com/office/drawing/2014/main" id="{5C26163B-2308-CAC3-C6ED-478A6A590C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507" name="Graphic 506" descr="Deciduous tree with solid fill">
              <a:extLst>
                <a:ext uri="{FF2B5EF4-FFF2-40B4-BE49-F238E27FC236}">
                  <a16:creationId xmlns:a16="http://schemas.microsoft.com/office/drawing/2014/main" id="{460A5613-6340-74B5-A825-1CE4EACB8C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509" name="Graphic 508" descr="Deciduous tree with solid fill">
              <a:extLst>
                <a:ext uri="{FF2B5EF4-FFF2-40B4-BE49-F238E27FC236}">
                  <a16:creationId xmlns:a16="http://schemas.microsoft.com/office/drawing/2014/main" id="{3AB941B1-6AD0-1A95-32AB-99F6868EDA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511" name="Graphic 510" descr="Deciduous tree with solid fill">
              <a:extLst>
                <a:ext uri="{FF2B5EF4-FFF2-40B4-BE49-F238E27FC236}">
                  <a16:creationId xmlns:a16="http://schemas.microsoft.com/office/drawing/2014/main" id="{800E9CBD-4974-7E99-B207-D69A81C1D2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513" name="Graphic 512" descr="Deciduous tree with solid fill">
              <a:extLst>
                <a:ext uri="{FF2B5EF4-FFF2-40B4-BE49-F238E27FC236}">
                  <a16:creationId xmlns:a16="http://schemas.microsoft.com/office/drawing/2014/main" id="{14170127-FFD5-1161-2125-9A9559F616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515" name="Graphic 514" descr="Deciduous tree with solid fill">
              <a:extLst>
                <a:ext uri="{FF2B5EF4-FFF2-40B4-BE49-F238E27FC236}">
                  <a16:creationId xmlns:a16="http://schemas.microsoft.com/office/drawing/2014/main" id="{B1BDBFC3-CD41-92B5-198C-FB859AB08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517" name="Graphic 516" descr="Deciduous tree with solid fill">
              <a:extLst>
                <a:ext uri="{FF2B5EF4-FFF2-40B4-BE49-F238E27FC236}">
                  <a16:creationId xmlns:a16="http://schemas.microsoft.com/office/drawing/2014/main" id="{44E54E50-9BE0-B072-042B-0537ABEC7C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525" name="Graphic 524" descr="Deciduous tree with solid fill">
              <a:extLst>
                <a:ext uri="{FF2B5EF4-FFF2-40B4-BE49-F238E27FC236}">
                  <a16:creationId xmlns:a16="http://schemas.microsoft.com/office/drawing/2014/main" id="{8919A0D3-6054-3B84-3028-5E54B0264A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527" name="Graphic 526" descr="Deciduous tree with solid fill">
              <a:extLst>
                <a:ext uri="{FF2B5EF4-FFF2-40B4-BE49-F238E27FC236}">
                  <a16:creationId xmlns:a16="http://schemas.microsoft.com/office/drawing/2014/main" id="{C409745F-5FC2-9E67-B7BA-7BD41A6FBC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529" name="Graphic 528" descr="Deciduous tree with solid fill">
              <a:extLst>
                <a:ext uri="{FF2B5EF4-FFF2-40B4-BE49-F238E27FC236}">
                  <a16:creationId xmlns:a16="http://schemas.microsoft.com/office/drawing/2014/main" id="{FFA8274F-53E0-D6A4-0AFA-5613E960CE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533" name="Graphic 532" descr="Deciduous tree with solid fill">
              <a:extLst>
                <a:ext uri="{FF2B5EF4-FFF2-40B4-BE49-F238E27FC236}">
                  <a16:creationId xmlns:a16="http://schemas.microsoft.com/office/drawing/2014/main" id="{D4016F97-645A-1DDF-D000-90173BE190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535" name="Graphic 534" descr="Deciduous tree with solid fill">
              <a:extLst>
                <a:ext uri="{FF2B5EF4-FFF2-40B4-BE49-F238E27FC236}">
                  <a16:creationId xmlns:a16="http://schemas.microsoft.com/office/drawing/2014/main" id="{2C5F3C65-66C3-F967-8719-BE24F66179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537" name="Graphic 536" descr="Deciduous tree with solid fill">
              <a:extLst>
                <a:ext uri="{FF2B5EF4-FFF2-40B4-BE49-F238E27FC236}">
                  <a16:creationId xmlns:a16="http://schemas.microsoft.com/office/drawing/2014/main" id="{D7773A58-E768-B740-364E-872E7DECDA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539" name="Graphic 538" descr="Deciduous tree with solid fill">
              <a:extLst>
                <a:ext uri="{FF2B5EF4-FFF2-40B4-BE49-F238E27FC236}">
                  <a16:creationId xmlns:a16="http://schemas.microsoft.com/office/drawing/2014/main" id="{83C25E69-C289-AC8E-D75B-D581B0F621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541" name="Graphic 540" descr="Deciduous tree with solid fill">
              <a:extLst>
                <a:ext uri="{FF2B5EF4-FFF2-40B4-BE49-F238E27FC236}">
                  <a16:creationId xmlns:a16="http://schemas.microsoft.com/office/drawing/2014/main" id="{903CAAF8-4D48-A8F5-C97C-2DBD09F25B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543" name="Graphic 542" descr="Deciduous tree with solid fill">
              <a:extLst>
                <a:ext uri="{FF2B5EF4-FFF2-40B4-BE49-F238E27FC236}">
                  <a16:creationId xmlns:a16="http://schemas.microsoft.com/office/drawing/2014/main" id="{0E5B24E1-F541-428B-E952-EA09DE49A2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545" name="Graphic 544" descr="Deciduous tree with solid fill">
              <a:extLst>
                <a:ext uri="{FF2B5EF4-FFF2-40B4-BE49-F238E27FC236}">
                  <a16:creationId xmlns:a16="http://schemas.microsoft.com/office/drawing/2014/main" id="{280DC875-B21D-DD6B-56C2-5CAC34804B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547" name="Graphic 546" descr="Deciduous tree with solid fill">
              <a:extLst>
                <a:ext uri="{FF2B5EF4-FFF2-40B4-BE49-F238E27FC236}">
                  <a16:creationId xmlns:a16="http://schemas.microsoft.com/office/drawing/2014/main" id="{4A22FC26-EECD-5DDB-4BA5-49E93A1B07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549" name="Graphic 548" descr="Deciduous tree with solid fill">
              <a:extLst>
                <a:ext uri="{FF2B5EF4-FFF2-40B4-BE49-F238E27FC236}">
                  <a16:creationId xmlns:a16="http://schemas.microsoft.com/office/drawing/2014/main" id="{A945727F-3A44-24E5-5E07-677E5F1BD9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559" name="Graphic 558" descr="Deciduous tree with solid fill">
              <a:extLst>
                <a:ext uri="{FF2B5EF4-FFF2-40B4-BE49-F238E27FC236}">
                  <a16:creationId xmlns:a16="http://schemas.microsoft.com/office/drawing/2014/main" id="{DA336F47-DF6E-FDA8-BA0C-94EEC4FC59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561" name="Graphic 560" descr="Deciduous tree with solid fill">
              <a:extLst>
                <a:ext uri="{FF2B5EF4-FFF2-40B4-BE49-F238E27FC236}">
                  <a16:creationId xmlns:a16="http://schemas.microsoft.com/office/drawing/2014/main" id="{8CBE1E91-4394-03A0-802D-3EFF6452D8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563" name="Graphic 562" descr="Deciduous tree with solid fill">
              <a:extLst>
                <a:ext uri="{FF2B5EF4-FFF2-40B4-BE49-F238E27FC236}">
                  <a16:creationId xmlns:a16="http://schemas.microsoft.com/office/drawing/2014/main" id="{6788F259-5A6B-696D-4AC0-B68F1D219B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565" name="Graphic 564" descr="Deciduous tree with solid fill">
              <a:extLst>
                <a:ext uri="{FF2B5EF4-FFF2-40B4-BE49-F238E27FC236}">
                  <a16:creationId xmlns:a16="http://schemas.microsoft.com/office/drawing/2014/main" id="{CD85708F-24F3-10CB-1C5A-5803D78C5F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567" name="Graphic 566" descr="Deciduous tree with solid fill">
              <a:extLst>
                <a:ext uri="{FF2B5EF4-FFF2-40B4-BE49-F238E27FC236}">
                  <a16:creationId xmlns:a16="http://schemas.microsoft.com/office/drawing/2014/main" id="{0B1E4270-218A-55BE-6508-15E1ED3BDE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569" name="Graphic 568" descr="Deciduous tree with solid fill">
              <a:extLst>
                <a:ext uri="{FF2B5EF4-FFF2-40B4-BE49-F238E27FC236}">
                  <a16:creationId xmlns:a16="http://schemas.microsoft.com/office/drawing/2014/main" id="{0754B99A-6837-0ED3-A4E5-2E4ED5D6CE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571" name="Graphic 570" descr="Deciduous tree with solid fill">
              <a:extLst>
                <a:ext uri="{FF2B5EF4-FFF2-40B4-BE49-F238E27FC236}">
                  <a16:creationId xmlns:a16="http://schemas.microsoft.com/office/drawing/2014/main" id="{BF7A4D28-1EF0-F882-17CC-1FAD89F8A5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573" name="Graphic 572" descr="Deciduous tree with solid fill">
              <a:extLst>
                <a:ext uri="{FF2B5EF4-FFF2-40B4-BE49-F238E27FC236}">
                  <a16:creationId xmlns:a16="http://schemas.microsoft.com/office/drawing/2014/main" id="{EACBE941-4671-36AA-59F4-309258BB72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575" name="Graphic 574" descr="Deciduous tree with solid fill">
              <a:extLst>
                <a:ext uri="{FF2B5EF4-FFF2-40B4-BE49-F238E27FC236}">
                  <a16:creationId xmlns:a16="http://schemas.microsoft.com/office/drawing/2014/main" id="{C2C298AD-F73D-BC23-B09A-19A47D6798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585" name="Graphic 584" descr="Deciduous tree with solid fill">
              <a:extLst>
                <a:ext uri="{FF2B5EF4-FFF2-40B4-BE49-F238E27FC236}">
                  <a16:creationId xmlns:a16="http://schemas.microsoft.com/office/drawing/2014/main" id="{06409F6C-4D4A-29F5-FA1C-FAC4547CF7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587" name="Graphic 586" descr="Deciduous tree with solid fill">
              <a:extLst>
                <a:ext uri="{FF2B5EF4-FFF2-40B4-BE49-F238E27FC236}">
                  <a16:creationId xmlns:a16="http://schemas.microsoft.com/office/drawing/2014/main" id="{047C94A5-A8A4-5BC1-ECAB-EA6DE8D457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589" name="Graphic 588" descr="Deciduous tree with solid fill">
              <a:extLst>
                <a:ext uri="{FF2B5EF4-FFF2-40B4-BE49-F238E27FC236}">
                  <a16:creationId xmlns:a16="http://schemas.microsoft.com/office/drawing/2014/main" id="{1A62B324-A691-9F5F-EBC6-B9CFA0FF7F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591" name="Graphic 590" descr="Deciduous tree with solid fill">
              <a:extLst>
                <a:ext uri="{FF2B5EF4-FFF2-40B4-BE49-F238E27FC236}">
                  <a16:creationId xmlns:a16="http://schemas.microsoft.com/office/drawing/2014/main" id="{5C9F37CE-8526-2F4C-5FBF-A7012F2793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593" name="Graphic 592" descr="Deciduous tree with solid fill">
              <a:extLst>
                <a:ext uri="{FF2B5EF4-FFF2-40B4-BE49-F238E27FC236}">
                  <a16:creationId xmlns:a16="http://schemas.microsoft.com/office/drawing/2014/main" id="{2EFFC8B6-00AA-96DD-C535-BEC06D7701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595" name="Graphic 594" descr="Deciduous tree with solid fill">
              <a:extLst>
                <a:ext uri="{FF2B5EF4-FFF2-40B4-BE49-F238E27FC236}">
                  <a16:creationId xmlns:a16="http://schemas.microsoft.com/office/drawing/2014/main" id="{6131DB36-29EE-AA69-4FC5-6811CC6802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597" name="Graphic 596" descr="Deciduous tree with solid fill">
              <a:extLst>
                <a:ext uri="{FF2B5EF4-FFF2-40B4-BE49-F238E27FC236}">
                  <a16:creationId xmlns:a16="http://schemas.microsoft.com/office/drawing/2014/main" id="{9B368399-E4B5-2254-ECFD-5B3728DE67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599" name="Graphic 598" descr="Deciduous tree with solid fill">
              <a:extLst>
                <a:ext uri="{FF2B5EF4-FFF2-40B4-BE49-F238E27FC236}">
                  <a16:creationId xmlns:a16="http://schemas.microsoft.com/office/drawing/2014/main" id="{E7B00999-8FF5-5D42-EC7E-2261979B2F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601" name="Graphic 600" descr="Deciduous tree with solid fill">
              <a:extLst>
                <a:ext uri="{FF2B5EF4-FFF2-40B4-BE49-F238E27FC236}">
                  <a16:creationId xmlns:a16="http://schemas.microsoft.com/office/drawing/2014/main" id="{D85EC3CC-4D5E-D1C9-FF2F-5F0DD9FE5B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611" name="Graphic 610" descr="Deciduous tree with solid fill">
              <a:extLst>
                <a:ext uri="{FF2B5EF4-FFF2-40B4-BE49-F238E27FC236}">
                  <a16:creationId xmlns:a16="http://schemas.microsoft.com/office/drawing/2014/main" id="{67293E8C-F28A-0666-38C7-5572C320F4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613" name="Graphic 612" descr="Deciduous tree with solid fill">
              <a:extLst>
                <a:ext uri="{FF2B5EF4-FFF2-40B4-BE49-F238E27FC236}">
                  <a16:creationId xmlns:a16="http://schemas.microsoft.com/office/drawing/2014/main" id="{DA85EDFB-5143-5DFD-0A07-61357C6CCC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615" name="Graphic 614" descr="Deciduous tree with solid fill">
              <a:extLst>
                <a:ext uri="{FF2B5EF4-FFF2-40B4-BE49-F238E27FC236}">
                  <a16:creationId xmlns:a16="http://schemas.microsoft.com/office/drawing/2014/main" id="{37EA248C-4FCC-8B4F-A5C5-9415F0ACBC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619" name="Graphic 618" descr="Deciduous tree with solid fill">
              <a:extLst>
                <a:ext uri="{FF2B5EF4-FFF2-40B4-BE49-F238E27FC236}">
                  <a16:creationId xmlns:a16="http://schemas.microsoft.com/office/drawing/2014/main" id="{03055C43-CF41-905F-8FF6-D0A7119C95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621" name="Graphic 620" descr="Deciduous tree with solid fill">
              <a:extLst>
                <a:ext uri="{FF2B5EF4-FFF2-40B4-BE49-F238E27FC236}">
                  <a16:creationId xmlns:a16="http://schemas.microsoft.com/office/drawing/2014/main" id="{B00718C7-D53D-CD06-6D36-9BE46EB211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623" name="Graphic 622" descr="Deciduous tree with solid fill">
              <a:extLst>
                <a:ext uri="{FF2B5EF4-FFF2-40B4-BE49-F238E27FC236}">
                  <a16:creationId xmlns:a16="http://schemas.microsoft.com/office/drawing/2014/main" id="{553771AD-E817-C76A-3939-105482179C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625" name="Graphic 624" descr="Deciduous tree with solid fill">
              <a:extLst>
                <a:ext uri="{FF2B5EF4-FFF2-40B4-BE49-F238E27FC236}">
                  <a16:creationId xmlns:a16="http://schemas.microsoft.com/office/drawing/2014/main" id="{773CCDB5-4A9A-0018-F156-6D8A4A1EF5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627" name="Graphic 626" descr="Deciduous tree with solid fill">
              <a:extLst>
                <a:ext uri="{FF2B5EF4-FFF2-40B4-BE49-F238E27FC236}">
                  <a16:creationId xmlns:a16="http://schemas.microsoft.com/office/drawing/2014/main" id="{9EB9B6D5-14AD-9CD3-DE6C-5BAC34EE66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629" name="Graphic 628" descr="Deciduous tree with solid fill">
              <a:extLst>
                <a:ext uri="{FF2B5EF4-FFF2-40B4-BE49-F238E27FC236}">
                  <a16:creationId xmlns:a16="http://schemas.microsoft.com/office/drawing/2014/main" id="{B459259E-FC82-A502-5525-9ABA2FEF6C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631" name="Graphic 630" descr="Deciduous tree with solid fill">
              <a:extLst>
                <a:ext uri="{FF2B5EF4-FFF2-40B4-BE49-F238E27FC236}">
                  <a16:creationId xmlns:a16="http://schemas.microsoft.com/office/drawing/2014/main" id="{47484CCE-EF9E-61D5-E00E-AD1134F12E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633" name="Graphic 632" descr="Deciduous tree with solid fill">
              <a:extLst>
                <a:ext uri="{FF2B5EF4-FFF2-40B4-BE49-F238E27FC236}">
                  <a16:creationId xmlns:a16="http://schemas.microsoft.com/office/drawing/2014/main" id="{884F51D5-71A4-EFC5-4A7A-EBED56BA57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645" name="Graphic 644" descr="Deciduous tree with solid fill">
              <a:extLst>
                <a:ext uri="{FF2B5EF4-FFF2-40B4-BE49-F238E27FC236}">
                  <a16:creationId xmlns:a16="http://schemas.microsoft.com/office/drawing/2014/main" id="{B5095981-B101-9A6B-08AA-BD092320E3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647" name="Graphic 646" descr="Deciduous tree with solid fill">
              <a:extLst>
                <a:ext uri="{FF2B5EF4-FFF2-40B4-BE49-F238E27FC236}">
                  <a16:creationId xmlns:a16="http://schemas.microsoft.com/office/drawing/2014/main" id="{6E47C062-DADE-93E8-7F95-D57CCA46A3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649" name="Graphic 648" descr="Deciduous tree with solid fill">
              <a:extLst>
                <a:ext uri="{FF2B5EF4-FFF2-40B4-BE49-F238E27FC236}">
                  <a16:creationId xmlns:a16="http://schemas.microsoft.com/office/drawing/2014/main" id="{CA36C49E-2503-1EDB-395C-C56998B35B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651" name="Graphic 650" descr="Deciduous tree with solid fill">
              <a:extLst>
                <a:ext uri="{FF2B5EF4-FFF2-40B4-BE49-F238E27FC236}">
                  <a16:creationId xmlns:a16="http://schemas.microsoft.com/office/drawing/2014/main" id="{82179201-9179-A1FD-4DCC-25FAE6F4F9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653" name="Graphic 652" descr="Deciduous tree with solid fill">
              <a:extLst>
                <a:ext uri="{FF2B5EF4-FFF2-40B4-BE49-F238E27FC236}">
                  <a16:creationId xmlns:a16="http://schemas.microsoft.com/office/drawing/2014/main" id="{C1D0F816-B132-84C2-7657-AB33BC9814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655" name="Graphic 654" descr="Deciduous tree with solid fill">
              <a:extLst>
                <a:ext uri="{FF2B5EF4-FFF2-40B4-BE49-F238E27FC236}">
                  <a16:creationId xmlns:a16="http://schemas.microsoft.com/office/drawing/2014/main" id="{0F636DBB-6B91-6AE9-7BF6-A7789C32CF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657" name="Graphic 656" descr="Deciduous tree with solid fill">
              <a:extLst>
                <a:ext uri="{FF2B5EF4-FFF2-40B4-BE49-F238E27FC236}">
                  <a16:creationId xmlns:a16="http://schemas.microsoft.com/office/drawing/2014/main" id="{63A690F8-684F-E4EF-EF30-641E6346E7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659" name="Graphic 658" descr="Deciduous tree with solid fill">
              <a:extLst>
                <a:ext uri="{FF2B5EF4-FFF2-40B4-BE49-F238E27FC236}">
                  <a16:creationId xmlns:a16="http://schemas.microsoft.com/office/drawing/2014/main" id="{7258D718-D1B5-31E5-BB71-7ACFAE719B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671" name="Graphic 670" descr="Deciduous tree with solid fill">
              <a:extLst>
                <a:ext uri="{FF2B5EF4-FFF2-40B4-BE49-F238E27FC236}">
                  <a16:creationId xmlns:a16="http://schemas.microsoft.com/office/drawing/2014/main" id="{EBE0EF39-411A-05BB-9079-29977ACEC2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673" name="Graphic 672" descr="Deciduous tree with solid fill">
              <a:extLst>
                <a:ext uri="{FF2B5EF4-FFF2-40B4-BE49-F238E27FC236}">
                  <a16:creationId xmlns:a16="http://schemas.microsoft.com/office/drawing/2014/main" id="{5D4EDC46-7AE9-5241-400E-A131861017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675" name="Graphic 674" descr="Deciduous tree with solid fill">
              <a:extLst>
                <a:ext uri="{FF2B5EF4-FFF2-40B4-BE49-F238E27FC236}">
                  <a16:creationId xmlns:a16="http://schemas.microsoft.com/office/drawing/2014/main" id="{994CA2D1-935F-34A7-7AC5-078B211D82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677" name="Graphic 676" descr="Deciduous tree with solid fill">
              <a:extLst>
                <a:ext uri="{FF2B5EF4-FFF2-40B4-BE49-F238E27FC236}">
                  <a16:creationId xmlns:a16="http://schemas.microsoft.com/office/drawing/2014/main" id="{BB574209-8375-A25F-410B-7E3B99D900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679" name="Graphic 678" descr="Deciduous tree with solid fill">
              <a:extLst>
                <a:ext uri="{FF2B5EF4-FFF2-40B4-BE49-F238E27FC236}">
                  <a16:creationId xmlns:a16="http://schemas.microsoft.com/office/drawing/2014/main" id="{8DB4801D-C84A-6F44-98B8-92FDA791D0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681" name="Graphic 680" descr="Deciduous tree with solid fill">
              <a:extLst>
                <a:ext uri="{FF2B5EF4-FFF2-40B4-BE49-F238E27FC236}">
                  <a16:creationId xmlns:a16="http://schemas.microsoft.com/office/drawing/2014/main" id="{C6F07EEE-A795-3FB3-D41C-8113B3B317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683" name="Graphic 682" descr="Deciduous tree with solid fill">
              <a:extLst>
                <a:ext uri="{FF2B5EF4-FFF2-40B4-BE49-F238E27FC236}">
                  <a16:creationId xmlns:a16="http://schemas.microsoft.com/office/drawing/2014/main" id="{C0F09067-EC7B-6529-298C-7FB891B4D8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685" name="Graphic 684" descr="Deciduous tree with solid fill">
              <a:extLst>
                <a:ext uri="{FF2B5EF4-FFF2-40B4-BE49-F238E27FC236}">
                  <a16:creationId xmlns:a16="http://schemas.microsoft.com/office/drawing/2014/main" id="{8302121E-9EF8-AE47-D6EE-CD72B0337B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697" name="Graphic 696" descr="Deciduous tree with solid fill">
              <a:extLst>
                <a:ext uri="{FF2B5EF4-FFF2-40B4-BE49-F238E27FC236}">
                  <a16:creationId xmlns:a16="http://schemas.microsoft.com/office/drawing/2014/main" id="{FEDD270D-4B63-1582-012B-08C89CEDB4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699" name="Graphic 698" descr="Deciduous tree with solid fill">
              <a:extLst>
                <a:ext uri="{FF2B5EF4-FFF2-40B4-BE49-F238E27FC236}">
                  <a16:creationId xmlns:a16="http://schemas.microsoft.com/office/drawing/2014/main" id="{87070038-91E6-D1B7-8A9F-1420C0E6DB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701" name="Graphic 700" descr="Deciduous tree with solid fill">
              <a:extLst>
                <a:ext uri="{FF2B5EF4-FFF2-40B4-BE49-F238E27FC236}">
                  <a16:creationId xmlns:a16="http://schemas.microsoft.com/office/drawing/2014/main" id="{817276EA-47D0-CC7B-9065-56BA6E839E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705" name="Graphic 704" descr="Deciduous tree with solid fill">
              <a:extLst>
                <a:ext uri="{FF2B5EF4-FFF2-40B4-BE49-F238E27FC236}">
                  <a16:creationId xmlns:a16="http://schemas.microsoft.com/office/drawing/2014/main" id="{9A8EF1E4-0BDB-6CB5-0111-619638A426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707" name="Graphic 706" descr="Deciduous tree with solid fill">
              <a:extLst>
                <a:ext uri="{FF2B5EF4-FFF2-40B4-BE49-F238E27FC236}">
                  <a16:creationId xmlns:a16="http://schemas.microsoft.com/office/drawing/2014/main" id="{E508C7F3-9ADB-29F6-468D-42EC2843D3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709" name="Graphic 708" descr="Deciduous tree with solid fill">
              <a:extLst>
                <a:ext uri="{FF2B5EF4-FFF2-40B4-BE49-F238E27FC236}">
                  <a16:creationId xmlns:a16="http://schemas.microsoft.com/office/drawing/2014/main" id="{94007225-2AB4-BAE2-5C91-AF7E7EB460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711" name="Graphic 710" descr="Deciduous tree with solid fill">
              <a:extLst>
                <a:ext uri="{FF2B5EF4-FFF2-40B4-BE49-F238E27FC236}">
                  <a16:creationId xmlns:a16="http://schemas.microsoft.com/office/drawing/2014/main" id="{8F27A04A-0F21-8A5A-7DBC-9FD429EEC6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713" name="Graphic 712" descr="Deciduous tree with solid fill">
              <a:extLst>
                <a:ext uri="{FF2B5EF4-FFF2-40B4-BE49-F238E27FC236}">
                  <a16:creationId xmlns:a16="http://schemas.microsoft.com/office/drawing/2014/main" id="{B862BE4A-913B-3847-426E-6FCFDA8AD0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715" name="Graphic 714" descr="Deciduous tree with solid fill">
              <a:extLst>
                <a:ext uri="{FF2B5EF4-FFF2-40B4-BE49-F238E27FC236}">
                  <a16:creationId xmlns:a16="http://schemas.microsoft.com/office/drawing/2014/main" id="{41BC1F2F-FDA3-4BA6-74E0-E5252EB6C1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717" name="Graphic 716" descr="Deciduous tree with solid fill">
              <a:extLst>
                <a:ext uri="{FF2B5EF4-FFF2-40B4-BE49-F238E27FC236}">
                  <a16:creationId xmlns:a16="http://schemas.microsoft.com/office/drawing/2014/main" id="{D1FAA409-01C9-04E4-B6EC-8E9CF119B7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731" name="Graphic 730" descr="Deciduous tree with solid fill">
              <a:extLst>
                <a:ext uri="{FF2B5EF4-FFF2-40B4-BE49-F238E27FC236}">
                  <a16:creationId xmlns:a16="http://schemas.microsoft.com/office/drawing/2014/main" id="{D29C1159-CF28-0942-89DB-2B89FB8212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733" name="Graphic 732" descr="Deciduous tree with solid fill">
              <a:extLst>
                <a:ext uri="{FF2B5EF4-FFF2-40B4-BE49-F238E27FC236}">
                  <a16:creationId xmlns:a16="http://schemas.microsoft.com/office/drawing/2014/main" id="{ACB4957D-57D3-A65F-B001-C21756ABF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735" name="Graphic 734" descr="Deciduous tree with solid fill">
              <a:extLst>
                <a:ext uri="{FF2B5EF4-FFF2-40B4-BE49-F238E27FC236}">
                  <a16:creationId xmlns:a16="http://schemas.microsoft.com/office/drawing/2014/main" id="{0AB5BEE5-208E-7A0D-777A-8C2615D8CB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737" name="Graphic 736" descr="Deciduous tree with solid fill">
              <a:extLst>
                <a:ext uri="{FF2B5EF4-FFF2-40B4-BE49-F238E27FC236}">
                  <a16:creationId xmlns:a16="http://schemas.microsoft.com/office/drawing/2014/main" id="{5CBA29E4-E959-4B65-87AB-A1BC8B5A82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739" name="Graphic 738" descr="Deciduous tree with solid fill">
              <a:extLst>
                <a:ext uri="{FF2B5EF4-FFF2-40B4-BE49-F238E27FC236}">
                  <a16:creationId xmlns:a16="http://schemas.microsoft.com/office/drawing/2014/main" id="{1BC90A0F-8730-9910-5F64-39F278F7F6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741" name="Graphic 740" descr="Deciduous tree with solid fill">
              <a:extLst>
                <a:ext uri="{FF2B5EF4-FFF2-40B4-BE49-F238E27FC236}">
                  <a16:creationId xmlns:a16="http://schemas.microsoft.com/office/drawing/2014/main" id="{DCA7253A-3BD4-31DA-A4E3-0A4DD1F8D5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743" name="Graphic 742" descr="Deciduous tree with solid fill">
              <a:extLst>
                <a:ext uri="{FF2B5EF4-FFF2-40B4-BE49-F238E27FC236}">
                  <a16:creationId xmlns:a16="http://schemas.microsoft.com/office/drawing/2014/main" id="{A67A9F5B-3DC3-8C8E-F3CD-A19DE84105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757" name="Graphic 756" descr="Deciduous tree with solid fill">
              <a:extLst>
                <a:ext uri="{FF2B5EF4-FFF2-40B4-BE49-F238E27FC236}">
                  <a16:creationId xmlns:a16="http://schemas.microsoft.com/office/drawing/2014/main" id="{6B0AE457-F5EC-955E-68E5-4F16BE2B81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759" name="Graphic 758" descr="Deciduous tree with solid fill">
              <a:extLst>
                <a:ext uri="{FF2B5EF4-FFF2-40B4-BE49-F238E27FC236}">
                  <a16:creationId xmlns:a16="http://schemas.microsoft.com/office/drawing/2014/main" id="{A190CAB1-712A-767D-1415-129EAC8ABB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761" name="Graphic 760" descr="Deciduous tree with solid fill">
              <a:extLst>
                <a:ext uri="{FF2B5EF4-FFF2-40B4-BE49-F238E27FC236}">
                  <a16:creationId xmlns:a16="http://schemas.microsoft.com/office/drawing/2014/main" id="{1E8283DB-767D-AE56-9520-778112DEEE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763" name="Graphic 762" descr="Deciduous tree with solid fill">
              <a:extLst>
                <a:ext uri="{FF2B5EF4-FFF2-40B4-BE49-F238E27FC236}">
                  <a16:creationId xmlns:a16="http://schemas.microsoft.com/office/drawing/2014/main" id="{BCA3A6CF-4743-2DBD-81BB-040F7A0E31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765" name="Graphic 764" descr="Deciduous tree with solid fill">
              <a:extLst>
                <a:ext uri="{FF2B5EF4-FFF2-40B4-BE49-F238E27FC236}">
                  <a16:creationId xmlns:a16="http://schemas.microsoft.com/office/drawing/2014/main" id="{6F9F86F5-C87B-8284-CAF8-EACA96B106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767" name="Graphic 766" descr="Deciduous tree with solid fill">
              <a:extLst>
                <a:ext uri="{FF2B5EF4-FFF2-40B4-BE49-F238E27FC236}">
                  <a16:creationId xmlns:a16="http://schemas.microsoft.com/office/drawing/2014/main" id="{7615DC92-C039-5108-1F0B-7589005763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769" name="Graphic 768" descr="Deciduous tree with solid fill">
              <a:extLst>
                <a:ext uri="{FF2B5EF4-FFF2-40B4-BE49-F238E27FC236}">
                  <a16:creationId xmlns:a16="http://schemas.microsoft.com/office/drawing/2014/main" id="{1869C18D-3FBE-2377-1E8C-23720D6CC7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783" name="Graphic 782" descr="Deciduous tree with solid fill">
              <a:extLst>
                <a:ext uri="{FF2B5EF4-FFF2-40B4-BE49-F238E27FC236}">
                  <a16:creationId xmlns:a16="http://schemas.microsoft.com/office/drawing/2014/main" id="{5E370EF3-A2FF-2BFB-7E17-24AF710CF1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785" name="Graphic 784" descr="Deciduous tree with solid fill">
              <a:extLst>
                <a:ext uri="{FF2B5EF4-FFF2-40B4-BE49-F238E27FC236}">
                  <a16:creationId xmlns:a16="http://schemas.microsoft.com/office/drawing/2014/main" id="{329689CB-6B2C-040F-E68B-1D029FF09C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787" name="Graphic 786" descr="Deciduous tree with solid fill">
              <a:extLst>
                <a:ext uri="{FF2B5EF4-FFF2-40B4-BE49-F238E27FC236}">
                  <a16:creationId xmlns:a16="http://schemas.microsoft.com/office/drawing/2014/main" id="{5F9C0B55-F5B5-C132-8B2C-CB19EE4F7A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791" name="Graphic 790" descr="Deciduous tree with solid fill">
              <a:extLst>
                <a:ext uri="{FF2B5EF4-FFF2-40B4-BE49-F238E27FC236}">
                  <a16:creationId xmlns:a16="http://schemas.microsoft.com/office/drawing/2014/main" id="{A0E90EBF-ABD1-D1EF-FF32-AA08980899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793" name="Graphic 792" descr="Deciduous tree with solid fill">
              <a:extLst>
                <a:ext uri="{FF2B5EF4-FFF2-40B4-BE49-F238E27FC236}">
                  <a16:creationId xmlns:a16="http://schemas.microsoft.com/office/drawing/2014/main" id="{7667721E-D89C-3841-0396-C6B05937DE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795" name="Graphic 794" descr="Deciduous tree with solid fill">
              <a:extLst>
                <a:ext uri="{FF2B5EF4-FFF2-40B4-BE49-F238E27FC236}">
                  <a16:creationId xmlns:a16="http://schemas.microsoft.com/office/drawing/2014/main" id="{AC2509CD-F632-8DDC-913F-7992FE79F3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797" name="Graphic 796" descr="Deciduous tree with solid fill">
              <a:extLst>
                <a:ext uri="{FF2B5EF4-FFF2-40B4-BE49-F238E27FC236}">
                  <a16:creationId xmlns:a16="http://schemas.microsoft.com/office/drawing/2014/main" id="{08DF8AB7-6271-05A5-AFD1-B8D7B51C70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799" name="Graphic 798" descr="Deciduous tree with solid fill">
              <a:extLst>
                <a:ext uri="{FF2B5EF4-FFF2-40B4-BE49-F238E27FC236}">
                  <a16:creationId xmlns:a16="http://schemas.microsoft.com/office/drawing/2014/main" id="{75876DAF-2CF7-1991-0BDE-67B7007810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801" name="Graphic 800" descr="Deciduous tree with solid fill">
              <a:extLst>
                <a:ext uri="{FF2B5EF4-FFF2-40B4-BE49-F238E27FC236}">
                  <a16:creationId xmlns:a16="http://schemas.microsoft.com/office/drawing/2014/main" id="{FB97DE80-234F-2BAC-B689-78D2A4C9E3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817" name="Graphic 816" descr="Deciduous tree with solid fill">
              <a:extLst>
                <a:ext uri="{FF2B5EF4-FFF2-40B4-BE49-F238E27FC236}">
                  <a16:creationId xmlns:a16="http://schemas.microsoft.com/office/drawing/2014/main" id="{410510FB-981E-E40C-1197-8C87C769E0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819" name="Graphic 818" descr="Deciduous tree with solid fill">
              <a:extLst>
                <a:ext uri="{FF2B5EF4-FFF2-40B4-BE49-F238E27FC236}">
                  <a16:creationId xmlns:a16="http://schemas.microsoft.com/office/drawing/2014/main" id="{4E1FD44D-2C46-42CE-BE4C-DC58CB2EB7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821" name="Graphic 820" descr="Deciduous tree with solid fill">
              <a:extLst>
                <a:ext uri="{FF2B5EF4-FFF2-40B4-BE49-F238E27FC236}">
                  <a16:creationId xmlns:a16="http://schemas.microsoft.com/office/drawing/2014/main" id="{8A1163A5-1865-0985-B912-7CFAA0905F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823" name="Graphic 822" descr="Deciduous tree with solid fill">
              <a:extLst>
                <a:ext uri="{FF2B5EF4-FFF2-40B4-BE49-F238E27FC236}">
                  <a16:creationId xmlns:a16="http://schemas.microsoft.com/office/drawing/2014/main" id="{0772A4B6-5A3D-A99E-7471-67564BA32A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825" name="Graphic 824" descr="Deciduous tree with solid fill">
              <a:extLst>
                <a:ext uri="{FF2B5EF4-FFF2-40B4-BE49-F238E27FC236}">
                  <a16:creationId xmlns:a16="http://schemas.microsoft.com/office/drawing/2014/main" id="{08C8A236-C33A-9B14-FA17-260B4BE2DD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827" name="Graphic 826" descr="Deciduous tree with solid fill">
              <a:extLst>
                <a:ext uri="{FF2B5EF4-FFF2-40B4-BE49-F238E27FC236}">
                  <a16:creationId xmlns:a16="http://schemas.microsoft.com/office/drawing/2014/main" id="{6760C95C-1505-A476-0A52-566674224F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843" name="Graphic 842" descr="Deciduous tree with solid fill">
              <a:extLst>
                <a:ext uri="{FF2B5EF4-FFF2-40B4-BE49-F238E27FC236}">
                  <a16:creationId xmlns:a16="http://schemas.microsoft.com/office/drawing/2014/main" id="{DFC80F56-D536-BF6C-3BCC-8D9B0B22FF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845" name="Graphic 844" descr="Deciduous tree with solid fill">
              <a:extLst>
                <a:ext uri="{FF2B5EF4-FFF2-40B4-BE49-F238E27FC236}">
                  <a16:creationId xmlns:a16="http://schemas.microsoft.com/office/drawing/2014/main" id="{4B62B4AE-29BF-E4FF-1092-293D4348FF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847" name="Graphic 846" descr="Deciduous tree with solid fill">
              <a:extLst>
                <a:ext uri="{FF2B5EF4-FFF2-40B4-BE49-F238E27FC236}">
                  <a16:creationId xmlns:a16="http://schemas.microsoft.com/office/drawing/2014/main" id="{7E76BAAD-0274-0735-9E12-22632343FE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849" name="Graphic 848" descr="Deciduous tree with solid fill">
              <a:extLst>
                <a:ext uri="{FF2B5EF4-FFF2-40B4-BE49-F238E27FC236}">
                  <a16:creationId xmlns:a16="http://schemas.microsoft.com/office/drawing/2014/main" id="{6F1E8C90-6E63-74D6-22A8-88610551D0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851" name="Graphic 850" descr="Deciduous tree with solid fill">
              <a:extLst>
                <a:ext uri="{FF2B5EF4-FFF2-40B4-BE49-F238E27FC236}">
                  <a16:creationId xmlns:a16="http://schemas.microsoft.com/office/drawing/2014/main" id="{D2242453-69E6-0B5E-8137-8347C29A6F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853" name="Graphic 852" descr="Deciduous tree with solid fill">
              <a:extLst>
                <a:ext uri="{FF2B5EF4-FFF2-40B4-BE49-F238E27FC236}">
                  <a16:creationId xmlns:a16="http://schemas.microsoft.com/office/drawing/2014/main" id="{EA7DB302-75A4-492F-FD0B-C898F4B335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869" name="Graphic 868" descr="Deciduous tree with solid fill">
              <a:extLst>
                <a:ext uri="{FF2B5EF4-FFF2-40B4-BE49-F238E27FC236}">
                  <a16:creationId xmlns:a16="http://schemas.microsoft.com/office/drawing/2014/main" id="{CACF86D8-AD2D-AA20-F15D-272D1EBE15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871" name="Graphic 870" descr="Deciduous tree with solid fill">
              <a:extLst>
                <a:ext uri="{FF2B5EF4-FFF2-40B4-BE49-F238E27FC236}">
                  <a16:creationId xmlns:a16="http://schemas.microsoft.com/office/drawing/2014/main" id="{DD86C336-80B2-3667-9CD2-1E5D4D697F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873" name="Graphic 872" descr="Deciduous tree with solid fill">
              <a:extLst>
                <a:ext uri="{FF2B5EF4-FFF2-40B4-BE49-F238E27FC236}">
                  <a16:creationId xmlns:a16="http://schemas.microsoft.com/office/drawing/2014/main" id="{E0702320-D628-F82B-FDAF-4E2830D8D9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877" name="Graphic 876" descr="Deciduous tree with solid fill">
              <a:extLst>
                <a:ext uri="{FF2B5EF4-FFF2-40B4-BE49-F238E27FC236}">
                  <a16:creationId xmlns:a16="http://schemas.microsoft.com/office/drawing/2014/main" id="{92259F4B-70C5-66E1-1FE8-511277977C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879" name="Graphic 878" descr="Deciduous tree with solid fill">
              <a:extLst>
                <a:ext uri="{FF2B5EF4-FFF2-40B4-BE49-F238E27FC236}">
                  <a16:creationId xmlns:a16="http://schemas.microsoft.com/office/drawing/2014/main" id="{03BC4C2B-2726-69A0-D0BC-52191B3393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881" name="Graphic 880" descr="Deciduous tree with solid fill">
              <a:extLst>
                <a:ext uri="{FF2B5EF4-FFF2-40B4-BE49-F238E27FC236}">
                  <a16:creationId xmlns:a16="http://schemas.microsoft.com/office/drawing/2014/main" id="{3492D4D8-3D18-07BA-8EEC-1EA23C772E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883" name="Graphic 882" descr="Deciduous tree with solid fill">
              <a:extLst>
                <a:ext uri="{FF2B5EF4-FFF2-40B4-BE49-F238E27FC236}">
                  <a16:creationId xmlns:a16="http://schemas.microsoft.com/office/drawing/2014/main" id="{BD4DF0C0-AF3D-0F10-0A4B-DF864343D8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885" name="Graphic 884" descr="Deciduous tree with solid fill">
              <a:extLst>
                <a:ext uri="{FF2B5EF4-FFF2-40B4-BE49-F238E27FC236}">
                  <a16:creationId xmlns:a16="http://schemas.microsoft.com/office/drawing/2014/main" id="{B357DBA3-BA18-AB0D-1E85-6E6482AFA5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903" name="Graphic 902" descr="Deciduous tree with solid fill">
              <a:extLst>
                <a:ext uri="{FF2B5EF4-FFF2-40B4-BE49-F238E27FC236}">
                  <a16:creationId xmlns:a16="http://schemas.microsoft.com/office/drawing/2014/main" id="{7C1F1CCD-862A-3EF8-F57C-FCAF68CEED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905" name="Graphic 904" descr="Deciduous tree with solid fill">
              <a:extLst>
                <a:ext uri="{FF2B5EF4-FFF2-40B4-BE49-F238E27FC236}">
                  <a16:creationId xmlns:a16="http://schemas.microsoft.com/office/drawing/2014/main" id="{1C10E1B7-BB40-1357-51EE-E0DEAD5679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907" name="Graphic 906" descr="Deciduous tree with solid fill">
              <a:extLst>
                <a:ext uri="{FF2B5EF4-FFF2-40B4-BE49-F238E27FC236}">
                  <a16:creationId xmlns:a16="http://schemas.microsoft.com/office/drawing/2014/main" id="{A1DE0F0F-2D3E-83EB-D598-151EB341E8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909" name="Graphic 908" descr="Deciduous tree with solid fill">
              <a:extLst>
                <a:ext uri="{FF2B5EF4-FFF2-40B4-BE49-F238E27FC236}">
                  <a16:creationId xmlns:a16="http://schemas.microsoft.com/office/drawing/2014/main" id="{EE9B6F4E-B070-9FFA-EF02-2E390EBB65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911" name="Graphic 910" descr="Deciduous tree with solid fill">
              <a:extLst>
                <a:ext uri="{FF2B5EF4-FFF2-40B4-BE49-F238E27FC236}">
                  <a16:creationId xmlns:a16="http://schemas.microsoft.com/office/drawing/2014/main" id="{E4BE44C3-E36A-1212-07BE-865B80471C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929" name="Graphic 928" descr="Deciduous tree with solid fill">
              <a:extLst>
                <a:ext uri="{FF2B5EF4-FFF2-40B4-BE49-F238E27FC236}">
                  <a16:creationId xmlns:a16="http://schemas.microsoft.com/office/drawing/2014/main" id="{2B719431-1312-BC93-CF96-EE4BA631DC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931" name="Graphic 930" descr="Deciduous tree with solid fill">
              <a:extLst>
                <a:ext uri="{FF2B5EF4-FFF2-40B4-BE49-F238E27FC236}">
                  <a16:creationId xmlns:a16="http://schemas.microsoft.com/office/drawing/2014/main" id="{AB660278-B7E8-BE49-28F4-3816AE5DD4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933" name="Graphic 932" descr="Deciduous tree with solid fill">
              <a:extLst>
                <a:ext uri="{FF2B5EF4-FFF2-40B4-BE49-F238E27FC236}">
                  <a16:creationId xmlns:a16="http://schemas.microsoft.com/office/drawing/2014/main" id="{412B5661-F130-9B0F-3D03-8F7869EA0D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935" name="Graphic 934" descr="Deciduous tree with solid fill">
              <a:extLst>
                <a:ext uri="{FF2B5EF4-FFF2-40B4-BE49-F238E27FC236}">
                  <a16:creationId xmlns:a16="http://schemas.microsoft.com/office/drawing/2014/main" id="{31EEEF58-7B1F-7CD7-A846-4E2FBF33C7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937" name="Graphic 936" descr="Deciduous tree with solid fill">
              <a:extLst>
                <a:ext uri="{FF2B5EF4-FFF2-40B4-BE49-F238E27FC236}">
                  <a16:creationId xmlns:a16="http://schemas.microsoft.com/office/drawing/2014/main" id="{9D08258E-D683-E1A2-3D20-13D4992AE8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955" name="Graphic 954" descr="Deciduous tree with solid fill">
              <a:extLst>
                <a:ext uri="{FF2B5EF4-FFF2-40B4-BE49-F238E27FC236}">
                  <a16:creationId xmlns:a16="http://schemas.microsoft.com/office/drawing/2014/main" id="{F202ED74-E24B-D208-4EDA-DE70F0851A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957" name="Graphic 956" descr="Deciduous tree with solid fill">
              <a:extLst>
                <a:ext uri="{FF2B5EF4-FFF2-40B4-BE49-F238E27FC236}">
                  <a16:creationId xmlns:a16="http://schemas.microsoft.com/office/drawing/2014/main" id="{841A3E41-8A6E-36BF-FA8F-EDEE404AC9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959" name="Graphic 958" descr="Deciduous tree with solid fill">
              <a:extLst>
                <a:ext uri="{FF2B5EF4-FFF2-40B4-BE49-F238E27FC236}">
                  <a16:creationId xmlns:a16="http://schemas.microsoft.com/office/drawing/2014/main" id="{73216CE1-1C4C-F32E-563D-E9705A33E0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963" name="Graphic 962" descr="Deciduous tree with solid fill">
              <a:extLst>
                <a:ext uri="{FF2B5EF4-FFF2-40B4-BE49-F238E27FC236}">
                  <a16:creationId xmlns:a16="http://schemas.microsoft.com/office/drawing/2014/main" id="{206296B0-CA32-B427-A41C-5E6C0662C1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965" name="Graphic 964" descr="Deciduous tree with solid fill">
              <a:extLst>
                <a:ext uri="{FF2B5EF4-FFF2-40B4-BE49-F238E27FC236}">
                  <a16:creationId xmlns:a16="http://schemas.microsoft.com/office/drawing/2014/main" id="{E5ED8EE7-483D-A818-1FDA-31EE30899E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967" name="Graphic 966" descr="Deciduous tree with solid fill">
              <a:extLst>
                <a:ext uri="{FF2B5EF4-FFF2-40B4-BE49-F238E27FC236}">
                  <a16:creationId xmlns:a16="http://schemas.microsoft.com/office/drawing/2014/main" id="{3CF6D0F5-2669-B409-7CAD-BEC23A4C96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969" name="Graphic 968" descr="Deciduous tree with solid fill">
              <a:extLst>
                <a:ext uri="{FF2B5EF4-FFF2-40B4-BE49-F238E27FC236}">
                  <a16:creationId xmlns:a16="http://schemas.microsoft.com/office/drawing/2014/main" id="{DD39701E-7E37-7A6A-9E14-F0C4466A6E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989" name="Graphic 988" descr="Deciduous tree with solid fill">
              <a:extLst>
                <a:ext uri="{FF2B5EF4-FFF2-40B4-BE49-F238E27FC236}">
                  <a16:creationId xmlns:a16="http://schemas.microsoft.com/office/drawing/2014/main" id="{CF1B6937-63FF-FD89-0054-9357192A14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991" name="Graphic 990" descr="Deciduous tree with solid fill">
              <a:extLst>
                <a:ext uri="{FF2B5EF4-FFF2-40B4-BE49-F238E27FC236}">
                  <a16:creationId xmlns:a16="http://schemas.microsoft.com/office/drawing/2014/main" id="{594872C0-1779-3936-1534-E36A8D96FC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993" name="Graphic 992" descr="Deciduous tree with solid fill">
              <a:extLst>
                <a:ext uri="{FF2B5EF4-FFF2-40B4-BE49-F238E27FC236}">
                  <a16:creationId xmlns:a16="http://schemas.microsoft.com/office/drawing/2014/main" id="{754EC37D-657F-CBFA-8395-216CF800A6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995" name="Graphic 994" descr="Deciduous tree with solid fill">
              <a:extLst>
                <a:ext uri="{FF2B5EF4-FFF2-40B4-BE49-F238E27FC236}">
                  <a16:creationId xmlns:a16="http://schemas.microsoft.com/office/drawing/2014/main" id="{FB6C4A55-2E33-09E6-5555-4985475CD5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015" name="Graphic 1014" descr="Deciduous tree with solid fill">
              <a:extLst>
                <a:ext uri="{FF2B5EF4-FFF2-40B4-BE49-F238E27FC236}">
                  <a16:creationId xmlns:a16="http://schemas.microsoft.com/office/drawing/2014/main" id="{26FAC68E-5EB6-E502-390C-BD4389B31A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017" name="Graphic 1016" descr="Deciduous tree with solid fill">
              <a:extLst>
                <a:ext uri="{FF2B5EF4-FFF2-40B4-BE49-F238E27FC236}">
                  <a16:creationId xmlns:a16="http://schemas.microsoft.com/office/drawing/2014/main" id="{F1DC89C0-FBF5-2A9A-7CC4-2574AE0470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019" name="Graphic 1018" descr="Deciduous tree with solid fill">
              <a:extLst>
                <a:ext uri="{FF2B5EF4-FFF2-40B4-BE49-F238E27FC236}">
                  <a16:creationId xmlns:a16="http://schemas.microsoft.com/office/drawing/2014/main" id="{0BA89D3D-DC63-C578-B91D-E6C53E0523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021" name="Graphic 1020" descr="Deciduous tree with solid fill">
              <a:extLst>
                <a:ext uri="{FF2B5EF4-FFF2-40B4-BE49-F238E27FC236}">
                  <a16:creationId xmlns:a16="http://schemas.microsoft.com/office/drawing/2014/main" id="{CCE48850-0A09-5E58-9F9B-7B62F07472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041" name="Graphic 1040" descr="Deciduous tree with solid fill">
              <a:extLst>
                <a:ext uri="{FF2B5EF4-FFF2-40B4-BE49-F238E27FC236}">
                  <a16:creationId xmlns:a16="http://schemas.microsoft.com/office/drawing/2014/main" id="{EF7F5858-9C06-6A3C-325F-5AA6FCDA7E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1043" name="Graphic 1042" descr="Deciduous tree with solid fill">
              <a:extLst>
                <a:ext uri="{FF2B5EF4-FFF2-40B4-BE49-F238E27FC236}">
                  <a16:creationId xmlns:a16="http://schemas.microsoft.com/office/drawing/2014/main" id="{F0F3CD1C-C15A-106E-3FB5-ED8D81EE86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1045" name="Graphic 1044" descr="Deciduous tree with solid fill">
              <a:extLst>
                <a:ext uri="{FF2B5EF4-FFF2-40B4-BE49-F238E27FC236}">
                  <a16:creationId xmlns:a16="http://schemas.microsoft.com/office/drawing/2014/main" id="{92732491-7B3D-52ED-3434-3B650F0E17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049" name="Graphic 1048" descr="Deciduous tree with solid fill">
              <a:extLst>
                <a:ext uri="{FF2B5EF4-FFF2-40B4-BE49-F238E27FC236}">
                  <a16:creationId xmlns:a16="http://schemas.microsoft.com/office/drawing/2014/main" id="{84EC757E-71D0-72F7-4B50-B7DA6B0D0C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051" name="Graphic 1050" descr="Deciduous tree with solid fill">
              <a:extLst>
                <a:ext uri="{FF2B5EF4-FFF2-40B4-BE49-F238E27FC236}">
                  <a16:creationId xmlns:a16="http://schemas.microsoft.com/office/drawing/2014/main" id="{3D63AAFC-F961-FA33-605B-1C744FED23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053" name="Graphic 1052" descr="Deciduous tree with solid fill">
              <a:extLst>
                <a:ext uri="{FF2B5EF4-FFF2-40B4-BE49-F238E27FC236}">
                  <a16:creationId xmlns:a16="http://schemas.microsoft.com/office/drawing/2014/main" id="{6007D607-9CA1-AA9F-1FAE-3D04B85DDC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075" name="Graphic 1074" descr="Deciduous tree with solid fill">
              <a:extLst>
                <a:ext uri="{FF2B5EF4-FFF2-40B4-BE49-F238E27FC236}">
                  <a16:creationId xmlns:a16="http://schemas.microsoft.com/office/drawing/2014/main" id="{2B72E088-B78D-4ED8-AE7C-7CE6FF7F77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077" name="Graphic 1076" descr="Deciduous tree with solid fill">
              <a:extLst>
                <a:ext uri="{FF2B5EF4-FFF2-40B4-BE49-F238E27FC236}">
                  <a16:creationId xmlns:a16="http://schemas.microsoft.com/office/drawing/2014/main" id="{A8F67ECD-AD6F-1175-A9AE-2AB13ADECA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079" name="Graphic 1078" descr="Deciduous tree with solid fill">
              <a:extLst>
                <a:ext uri="{FF2B5EF4-FFF2-40B4-BE49-F238E27FC236}">
                  <a16:creationId xmlns:a16="http://schemas.microsoft.com/office/drawing/2014/main" id="{464E05CC-AE3C-A44B-3603-1C460266E6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101" name="Graphic 1100" descr="Deciduous tree with solid fill">
              <a:extLst>
                <a:ext uri="{FF2B5EF4-FFF2-40B4-BE49-F238E27FC236}">
                  <a16:creationId xmlns:a16="http://schemas.microsoft.com/office/drawing/2014/main" id="{6F1F1BA1-F3A1-13F0-0AD3-50A95E27E6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103" name="Graphic 1102" descr="Deciduous tree with solid fill">
              <a:extLst>
                <a:ext uri="{FF2B5EF4-FFF2-40B4-BE49-F238E27FC236}">
                  <a16:creationId xmlns:a16="http://schemas.microsoft.com/office/drawing/2014/main" id="{88FA7BAD-152C-978E-E469-1AA49F9C8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105" name="Graphic 1104" descr="Deciduous tree with solid fill">
              <a:extLst>
                <a:ext uri="{FF2B5EF4-FFF2-40B4-BE49-F238E27FC236}">
                  <a16:creationId xmlns:a16="http://schemas.microsoft.com/office/drawing/2014/main" id="{16CC18EC-E1AB-3F32-2B0C-512E07E9A0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127" name="Graphic 1126" descr="Deciduous tree with solid fill">
              <a:extLst>
                <a:ext uri="{FF2B5EF4-FFF2-40B4-BE49-F238E27FC236}">
                  <a16:creationId xmlns:a16="http://schemas.microsoft.com/office/drawing/2014/main" id="{5028CB0C-D2D2-B438-9E71-84827630E6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129" name="Graphic 1128" descr="Deciduous tree with solid fill">
              <a:extLst>
                <a:ext uri="{FF2B5EF4-FFF2-40B4-BE49-F238E27FC236}">
                  <a16:creationId xmlns:a16="http://schemas.microsoft.com/office/drawing/2014/main" id="{961767F0-3B3E-140C-F451-480465D629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131" name="Graphic 1130" descr="Deciduous tree with solid fill">
              <a:extLst>
                <a:ext uri="{FF2B5EF4-FFF2-40B4-BE49-F238E27FC236}">
                  <a16:creationId xmlns:a16="http://schemas.microsoft.com/office/drawing/2014/main" id="{D6BA45F7-74F0-119F-6D5E-698405516B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135" name="Graphic 1134" descr="Deciduous tree with solid fill">
              <a:extLst>
                <a:ext uri="{FF2B5EF4-FFF2-40B4-BE49-F238E27FC236}">
                  <a16:creationId xmlns:a16="http://schemas.microsoft.com/office/drawing/2014/main" id="{AEC5E120-AAA1-E7E8-F643-3E40846636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137" name="Graphic 1136" descr="Deciduous tree with solid fill">
              <a:extLst>
                <a:ext uri="{FF2B5EF4-FFF2-40B4-BE49-F238E27FC236}">
                  <a16:creationId xmlns:a16="http://schemas.microsoft.com/office/drawing/2014/main" id="{C6D2253E-D7FF-75CD-2044-F3594A662E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161" name="Graphic 1160" descr="Deciduous tree with solid fill">
              <a:extLst>
                <a:ext uri="{FF2B5EF4-FFF2-40B4-BE49-F238E27FC236}">
                  <a16:creationId xmlns:a16="http://schemas.microsoft.com/office/drawing/2014/main" id="{7BEFD97D-F39C-F959-2EA3-F70C90FA80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163" name="Graphic 1162" descr="Deciduous tree with solid fill">
              <a:extLst>
                <a:ext uri="{FF2B5EF4-FFF2-40B4-BE49-F238E27FC236}">
                  <a16:creationId xmlns:a16="http://schemas.microsoft.com/office/drawing/2014/main" id="{9175887B-3491-BD0C-1163-5766026774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187" name="Graphic 1186" descr="Deciduous tree with solid fill">
              <a:extLst>
                <a:ext uri="{FF2B5EF4-FFF2-40B4-BE49-F238E27FC236}">
                  <a16:creationId xmlns:a16="http://schemas.microsoft.com/office/drawing/2014/main" id="{E31924DE-96DA-074F-DF23-D9D831C05D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189" name="Graphic 1188" descr="Deciduous tree with solid fill">
              <a:extLst>
                <a:ext uri="{FF2B5EF4-FFF2-40B4-BE49-F238E27FC236}">
                  <a16:creationId xmlns:a16="http://schemas.microsoft.com/office/drawing/2014/main" id="{7E5DF73B-D594-1772-4127-981962CA43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213" name="Graphic 1212" descr="Deciduous tree with solid fill">
              <a:extLst>
                <a:ext uri="{FF2B5EF4-FFF2-40B4-BE49-F238E27FC236}">
                  <a16:creationId xmlns:a16="http://schemas.microsoft.com/office/drawing/2014/main" id="{25BF63F1-30C0-A9F8-0AA8-D303B12BE7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215" name="Graphic 1214" descr="Deciduous tree with solid fill">
              <a:extLst>
                <a:ext uri="{FF2B5EF4-FFF2-40B4-BE49-F238E27FC236}">
                  <a16:creationId xmlns:a16="http://schemas.microsoft.com/office/drawing/2014/main" id="{6777C33A-B9FE-645D-0B67-3050EFBB0B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217" name="Graphic 1216" descr="Deciduous tree with solid fill">
              <a:extLst>
                <a:ext uri="{FF2B5EF4-FFF2-40B4-BE49-F238E27FC236}">
                  <a16:creationId xmlns:a16="http://schemas.microsoft.com/office/drawing/2014/main" id="{4F1CB0B2-0BEE-CE97-B81E-3767353FA5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221" name="Graphic 1220" descr="Deciduous tree with solid fill">
              <a:extLst>
                <a:ext uri="{FF2B5EF4-FFF2-40B4-BE49-F238E27FC236}">
                  <a16:creationId xmlns:a16="http://schemas.microsoft.com/office/drawing/2014/main" id="{15E0C3A8-F1F0-5898-21FB-CC68B7AAA5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247" name="Graphic 1246" descr="Deciduous tree with solid fill">
              <a:extLst>
                <a:ext uri="{FF2B5EF4-FFF2-40B4-BE49-F238E27FC236}">
                  <a16:creationId xmlns:a16="http://schemas.microsoft.com/office/drawing/2014/main" id="{7AC10610-60B7-0548-ED38-8F38CD775B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273" name="Graphic 1272" descr="Deciduous tree with solid fill">
              <a:extLst>
                <a:ext uri="{FF2B5EF4-FFF2-40B4-BE49-F238E27FC236}">
                  <a16:creationId xmlns:a16="http://schemas.microsoft.com/office/drawing/2014/main" id="{E003E1BA-FAE2-504C-EA7B-17E16F0BA3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299" name="Graphic 1298" descr="Deciduous tree with solid fill">
              <a:extLst>
                <a:ext uri="{FF2B5EF4-FFF2-40B4-BE49-F238E27FC236}">
                  <a16:creationId xmlns:a16="http://schemas.microsoft.com/office/drawing/2014/main" id="{2DF3818A-415E-45E7-C527-C029A40E5C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301" name="Graphic 1300" descr="Deciduous tree with solid fill">
              <a:extLst>
                <a:ext uri="{FF2B5EF4-FFF2-40B4-BE49-F238E27FC236}">
                  <a16:creationId xmlns:a16="http://schemas.microsoft.com/office/drawing/2014/main" id="{1A679C44-AF62-1445-FE9A-13AC26320D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303" name="Graphic 1302" descr="Deciduous tree with solid fill">
              <a:extLst>
                <a:ext uri="{FF2B5EF4-FFF2-40B4-BE49-F238E27FC236}">
                  <a16:creationId xmlns:a16="http://schemas.microsoft.com/office/drawing/2014/main" id="{BEFC858B-75E0-E970-3893-D16E8C1D7D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471" name="Graphic 1470" descr="Deciduous tree with solid fill">
              <a:extLst>
                <a:ext uri="{FF2B5EF4-FFF2-40B4-BE49-F238E27FC236}">
                  <a16:creationId xmlns:a16="http://schemas.microsoft.com/office/drawing/2014/main" id="{EF02421C-569D-26B6-A579-A9D45E662A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815" y="2160326"/>
              <a:ext cx="209457" cy="196410"/>
            </a:xfrm>
            <a:prstGeom prst="rect">
              <a:avLst/>
            </a:prstGeom>
          </p:spPr>
        </p:pic>
        <p:pic>
          <p:nvPicPr>
            <p:cNvPr id="1473" name="Graphic 1472" descr="Deciduous tree with solid fill">
              <a:extLst>
                <a:ext uri="{FF2B5EF4-FFF2-40B4-BE49-F238E27FC236}">
                  <a16:creationId xmlns:a16="http://schemas.microsoft.com/office/drawing/2014/main" id="{B7D21217-4717-706E-EDEF-BC0940ADE7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7189" y="2256185"/>
              <a:ext cx="209457" cy="196410"/>
            </a:xfrm>
            <a:prstGeom prst="rect">
              <a:avLst/>
            </a:prstGeom>
          </p:spPr>
        </p:pic>
        <p:pic>
          <p:nvPicPr>
            <p:cNvPr id="1475" name="Graphic 1474" descr="Deciduous tree with solid fill">
              <a:extLst>
                <a:ext uri="{FF2B5EF4-FFF2-40B4-BE49-F238E27FC236}">
                  <a16:creationId xmlns:a16="http://schemas.microsoft.com/office/drawing/2014/main" id="{19AD9AFC-C79E-5A26-76ED-9CCED249D6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3391" y="2072287"/>
              <a:ext cx="209457" cy="196410"/>
            </a:xfrm>
            <a:prstGeom prst="rect">
              <a:avLst/>
            </a:prstGeom>
          </p:spPr>
        </p:pic>
        <p:pic>
          <p:nvPicPr>
            <p:cNvPr id="1477" name="Graphic 1476" descr="Deciduous tree with solid fill">
              <a:extLst>
                <a:ext uri="{FF2B5EF4-FFF2-40B4-BE49-F238E27FC236}">
                  <a16:creationId xmlns:a16="http://schemas.microsoft.com/office/drawing/2014/main" id="{4DCFFC66-2A40-ECE8-1111-DB738E3730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54914" y="4168694"/>
              <a:ext cx="209457" cy="196410"/>
            </a:xfrm>
            <a:prstGeom prst="rect">
              <a:avLst/>
            </a:prstGeom>
          </p:spPr>
        </p:pic>
        <p:pic>
          <p:nvPicPr>
            <p:cNvPr id="1479" name="Graphic 1478" descr="Deciduous tree with solid fill">
              <a:extLst>
                <a:ext uri="{FF2B5EF4-FFF2-40B4-BE49-F238E27FC236}">
                  <a16:creationId xmlns:a16="http://schemas.microsoft.com/office/drawing/2014/main" id="{37A2FF0A-3559-4101-0601-5D2362450E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8883" y="2379676"/>
              <a:ext cx="209457" cy="196410"/>
            </a:xfrm>
            <a:prstGeom prst="rect">
              <a:avLst/>
            </a:prstGeom>
          </p:spPr>
        </p:pic>
        <p:pic>
          <p:nvPicPr>
            <p:cNvPr id="1481" name="Graphic 1480" descr="Deciduous tree with solid fill">
              <a:extLst>
                <a:ext uri="{FF2B5EF4-FFF2-40B4-BE49-F238E27FC236}">
                  <a16:creationId xmlns:a16="http://schemas.microsoft.com/office/drawing/2014/main" id="{E44A1979-FABB-610B-D8DD-8486E63D48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577" y="2503167"/>
              <a:ext cx="209457" cy="196410"/>
            </a:xfrm>
            <a:prstGeom prst="rect">
              <a:avLst/>
            </a:prstGeom>
          </p:spPr>
        </p:pic>
        <p:pic>
          <p:nvPicPr>
            <p:cNvPr id="1483" name="Graphic 1482" descr="Deciduous tree with solid fill">
              <a:extLst>
                <a:ext uri="{FF2B5EF4-FFF2-40B4-BE49-F238E27FC236}">
                  <a16:creationId xmlns:a16="http://schemas.microsoft.com/office/drawing/2014/main" id="{EFB84EA2-DCF8-DBDA-BEDC-CE286C4523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3" y="2626658"/>
              <a:ext cx="209457" cy="196410"/>
            </a:xfrm>
            <a:prstGeom prst="rect">
              <a:avLst/>
            </a:prstGeom>
          </p:spPr>
        </p:pic>
        <p:pic>
          <p:nvPicPr>
            <p:cNvPr id="1485" name="Graphic 1484" descr="Deciduous tree with solid fill">
              <a:extLst>
                <a:ext uri="{FF2B5EF4-FFF2-40B4-BE49-F238E27FC236}">
                  <a16:creationId xmlns:a16="http://schemas.microsoft.com/office/drawing/2014/main" id="{1A061521-4CAC-9713-CD56-5C9F07948E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3967" y="2750149"/>
              <a:ext cx="209457" cy="196410"/>
            </a:xfrm>
            <a:prstGeom prst="rect">
              <a:avLst/>
            </a:prstGeom>
          </p:spPr>
        </p:pic>
        <p:pic>
          <p:nvPicPr>
            <p:cNvPr id="1487" name="Graphic 1486" descr="Deciduous tree with solid fill">
              <a:extLst>
                <a:ext uri="{FF2B5EF4-FFF2-40B4-BE49-F238E27FC236}">
                  <a16:creationId xmlns:a16="http://schemas.microsoft.com/office/drawing/2014/main" id="{CF7A9062-BA2B-513D-3BDC-C5904EBF4A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661" y="2873640"/>
              <a:ext cx="209457" cy="196410"/>
            </a:xfrm>
            <a:prstGeom prst="rect">
              <a:avLst/>
            </a:prstGeom>
          </p:spPr>
        </p:pic>
        <p:pic>
          <p:nvPicPr>
            <p:cNvPr id="1489" name="Graphic 1488" descr="Deciduous tree with solid fill">
              <a:extLst>
                <a:ext uri="{FF2B5EF4-FFF2-40B4-BE49-F238E27FC236}">
                  <a16:creationId xmlns:a16="http://schemas.microsoft.com/office/drawing/2014/main" id="{8FD54A8D-0F79-925B-CA4E-6EBB4DD6D6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356" y="2997130"/>
              <a:ext cx="209457" cy="196410"/>
            </a:xfrm>
            <a:prstGeom prst="rect">
              <a:avLst/>
            </a:prstGeom>
          </p:spPr>
        </p:pic>
        <p:pic>
          <p:nvPicPr>
            <p:cNvPr id="1491" name="Graphic 1490" descr="Deciduous tree with solid fill">
              <a:extLst>
                <a:ext uri="{FF2B5EF4-FFF2-40B4-BE49-F238E27FC236}">
                  <a16:creationId xmlns:a16="http://schemas.microsoft.com/office/drawing/2014/main" id="{456128A2-650A-DFA4-F2FC-28E7CAE67C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050" y="3120622"/>
              <a:ext cx="209457" cy="196410"/>
            </a:xfrm>
            <a:prstGeom prst="rect">
              <a:avLst/>
            </a:prstGeom>
          </p:spPr>
        </p:pic>
        <p:pic>
          <p:nvPicPr>
            <p:cNvPr id="1493" name="Graphic 1492" descr="Deciduous tree with solid fill">
              <a:extLst>
                <a:ext uri="{FF2B5EF4-FFF2-40B4-BE49-F238E27FC236}">
                  <a16:creationId xmlns:a16="http://schemas.microsoft.com/office/drawing/2014/main" id="{6026D6AD-1607-1BCE-4A5C-E4E91788BA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0745" y="3244113"/>
              <a:ext cx="209457" cy="196410"/>
            </a:xfrm>
            <a:prstGeom prst="rect">
              <a:avLst/>
            </a:prstGeom>
          </p:spPr>
        </p:pic>
        <p:pic>
          <p:nvPicPr>
            <p:cNvPr id="1495" name="Graphic 1494" descr="Deciduous tree with solid fill">
              <a:extLst>
                <a:ext uri="{FF2B5EF4-FFF2-40B4-BE49-F238E27FC236}">
                  <a16:creationId xmlns:a16="http://schemas.microsoft.com/office/drawing/2014/main" id="{442582D9-7ED9-230D-6E8B-2D26BCFE07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440" y="3367604"/>
              <a:ext cx="209457" cy="196410"/>
            </a:xfrm>
            <a:prstGeom prst="rect">
              <a:avLst/>
            </a:prstGeom>
          </p:spPr>
        </p:pic>
        <p:pic>
          <p:nvPicPr>
            <p:cNvPr id="1497" name="Graphic 1496" descr="Deciduous tree with solid fill">
              <a:extLst>
                <a:ext uri="{FF2B5EF4-FFF2-40B4-BE49-F238E27FC236}">
                  <a16:creationId xmlns:a16="http://schemas.microsoft.com/office/drawing/2014/main" id="{68C347C6-9E60-459D-03D3-EBEBEBBB57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134" y="3491095"/>
              <a:ext cx="209457" cy="196410"/>
            </a:xfrm>
            <a:prstGeom prst="rect">
              <a:avLst/>
            </a:prstGeom>
          </p:spPr>
        </p:pic>
        <p:pic>
          <p:nvPicPr>
            <p:cNvPr id="1499" name="Graphic 1498" descr="Deciduous tree with solid fill">
              <a:extLst>
                <a:ext uri="{FF2B5EF4-FFF2-40B4-BE49-F238E27FC236}">
                  <a16:creationId xmlns:a16="http://schemas.microsoft.com/office/drawing/2014/main" id="{DC29477D-CA01-E1C1-2782-8D1B8929E9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5828" y="3614585"/>
              <a:ext cx="209457" cy="196410"/>
            </a:xfrm>
            <a:prstGeom prst="rect">
              <a:avLst/>
            </a:prstGeom>
          </p:spPr>
        </p:pic>
        <p:pic>
          <p:nvPicPr>
            <p:cNvPr id="1501" name="Graphic 1500" descr="Deciduous tree with solid fill">
              <a:extLst>
                <a:ext uri="{FF2B5EF4-FFF2-40B4-BE49-F238E27FC236}">
                  <a16:creationId xmlns:a16="http://schemas.microsoft.com/office/drawing/2014/main" id="{206A7771-CE5F-FD47-ECC8-061C10194E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523" y="3738076"/>
              <a:ext cx="209457" cy="196410"/>
            </a:xfrm>
            <a:prstGeom prst="rect">
              <a:avLst/>
            </a:prstGeom>
          </p:spPr>
        </p:pic>
        <p:pic>
          <p:nvPicPr>
            <p:cNvPr id="1503" name="Graphic 1502" descr="Deciduous tree with solid fill">
              <a:extLst>
                <a:ext uri="{FF2B5EF4-FFF2-40B4-BE49-F238E27FC236}">
                  <a16:creationId xmlns:a16="http://schemas.microsoft.com/office/drawing/2014/main" id="{91CADA17-1366-811A-9B11-94A233AA3B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217" y="3861567"/>
              <a:ext cx="209457" cy="196410"/>
            </a:xfrm>
            <a:prstGeom prst="rect">
              <a:avLst/>
            </a:prstGeom>
          </p:spPr>
        </p:pic>
        <p:pic>
          <p:nvPicPr>
            <p:cNvPr id="1505" name="Graphic 1504" descr="Deciduous tree with solid fill">
              <a:extLst>
                <a:ext uri="{FF2B5EF4-FFF2-40B4-BE49-F238E27FC236}">
                  <a16:creationId xmlns:a16="http://schemas.microsoft.com/office/drawing/2014/main" id="{833ECD9B-D592-40C0-C26C-408FF67E37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4509" y="2283816"/>
              <a:ext cx="209457" cy="196410"/>
            </a:xfrm>
            <a:prstGeom prst="rect">
              <a:avLst/>
            </a:prstGeom>
          </p:spPr>
        </p:pic>
        <p:pic>
          <p:nvPicPr>
            <p:cNvPr id="1507" name="Graphic 1506" descr="Deciduous tree with solid fill">
              <a:extLst>
                <a:ext uri="{FF2B5EF4-FFF2-40B4-BE49-F238E27FC236}">
                  <a16:creationId xmlns:a16="http://schemas.microsoft.com/office/drawing/2014/main" id="{A4A0242B-F4D4-1673-7429-A8DB5A4C0B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6204" y="2407307"/>
              <a:ext cx="209457" cy="196410"/>
            </a:xfrm>
            <a:prstGeom prst="rect">
              <a:avLst/>
            </a:prstGeom>
          </p:spPr>
        </p:pic>
        <p:pic>
          <p:nvPicPr>
            <p:cNvPr id="1509" name="Graphic 1508" descr="Deciduous tree with solid fill">
              <a:extLst>
                <a:ext uri="{FF2B5EF4-FFF2-40B4-BE49-F238E27FC236}">
                  <a16:creationId xmlns:a16="http://schemas.microsoft.com/office/drawing/2014/main" id="{26C8C13A-200B-4125-0E7F-C073224568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899" y="2530799"/>
              <a:ext cx="209457" cy="196410"/>
            </a:xfrm>
            <a:prstGeom prst="rect">
              <a:avLst/>
            </a:prstGeom>
          </p:spPr>
        </p:pic>
        <p:pic>
          <p:nvPicPr>
            <p:cNvPr id="1511" name="Graphic 1510" descr="Deciduous tree with solid fill">
              <a:extLst>
                <a:ext uri="{FF2B5EF4-FFF2-40B4-BE49-F238E27FC236}">
                  <a16:creationId xmlns:a16="http://schemas.microsoft.com/office/drawing/2014/main" id="{D941A4E7-92F6-1A0B-3067-0719CC43E7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593" y="2654290"/>
              <a:ext cx="209457" cy="196410"/>
            </a:xfrm>
            <a:prstGeom prst="rect">
              <a:avLst/>
            </a:prstGeom>
          </p:spPr>
        </p:pic>
        <p:pic>
          <p:nvPicPr>
            <p:cNvPr id="1513" name="Graphic 1512" descr="Deciduous tree with solid fill">
              <a:extLst>
                <a:ext uri="{FF2B5EF4-FFF2-40B4-BE49-F238E27FC236}">
                  <a16:creationId xmlns:a16="http://schemas.microsoft.com/office/drawing/2014/main" id="{BE51CDF4-0079-B336-C9AE-D01E5D353E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287" y="2777781"/>
              <a:ext cx="209457" cy="196410"/>
            </a:xfrm>
            <a:prstGeom prst="rect">
              <a:avLst/>
            </a:prstGeom>
          </p:spPr>
        </p:pic>
        <p:pic>
          <p:nvPicPr>
            <p:cNvPr id="1515" name="Graphic 1514" descr="Deciduous tree with solid fill">
              <a:extLst>
                <a:ext uri="{FF2B5EF4-FFF2-40B4-BE49-F238E27FC236}">
                  <a16:creationId xmlns:a16="http://schemas.microsoft.com/office/drawing/2014/main" id="{7A7CB811-D94B-7B98-E7A8-EE68ADE01A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2982" y="2901271"/>
              <a:ext cx="209457" cy="196410"/>
            </a:xfrm>
            <a:prstGeom prst="rect">
              <a:avLst/>
            </a:prstGeom>
          </p:spPr>
        </p:pic>
        <p:pic>
          <p:nvPicPr>
            <p:cNvPr id="1517" name="Graphic 1516" descr="Deciduous tree with solid fill">
              <a:extLst>
                <a:ext uri="{FF2B5EF4-FFF2-40B4-BE49-F238E27FC236}">
                  <a16:creationId xmlns:a16="http://schemas.microsoft.com/office/drawing/2014/main" id="{8781E985-DDE1-F020-9034-D2EFC1C3C7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677" y="3024762"/>
              <a:ext cx="209457" cy="196410"/>
            </a:xfrm>
            <a:prstGeom prst="rect">
              <a:avLst/>
            </a:prstGeom>
          </p:spPr>
        </p:pic>
        <p:pic>
          <p:nvPicPr>
            <p:cNvPr id="1519" name="Graphic 1518" descr="Deciduous tree with solid fill">
              <a:extLst>
                <a:ext uri="{FF2B5EF4-FFF2-40B4-BE49-F238E27FC236}">
                  <a16:creationId xmlns:a16="http://schemas.microsoft.com/office/drawing/2014/main" id="{464BFC9E-F38E-0301-65A9-4BAF2B7BF1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371" y="3148253"/>
              <a:ext cx="209457" cy="196410"/>
            </a:xfrm>
            <a:prstGeom prst="rect">
              <a:avLst/>
            </a:prstGeom>
          </p:spPr>
        </p:pic>
        <p:pic>
          <p:nvPicPr>
            <p:cNvPr id="1521" name="Graphic 1520" descr="Deciduous tree with solid fill">
              <a:extLst>
                <a:ext uri="{FF2B5EF4-FFF2-40B4-BE49-F238E27FC236}">
                  <a16:creationId xmlns:a16="http://schemas.microsoft.com/office/drawing/2014/main" id="{2193FB38-EFCA-51DA-72C9-2619AC8B03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066" y="3271744"/>
              <a:ext cx="209457" cy="196410"/>
            </a:xfrm>
            <a:prstGeom prst="rect">
              <a:avLst/>
            </a:prstGeom>
          </p:spPr>
        </p:pic>
        <p:pic>
          <p:nvPicPr>
            <p:cNvPr id="1523" name="Graphic 1522" descr="Deciduous tree with solid fill">
              <a:extLst>
                <a:ext uri="{FF2B5EF4-FFF2-40B4-BE49-F238E27FC236}">
                  <a16:creationId xmlns:a16="http://schemas.microsoft.com/office/drawing/2014/main" id="{E51FA3CA-DF1B-D9F0-DEA8-6F17BF75FB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9760" y="3395235"/>
              <a:ext cx="209457" cy="196410"/>
            </a:xfrm>
            <a:prstGeom prst="rect">
              <a:avLst/>
            </a:prstGeom>
          </p:spPr>
        </p:pic>
        <p:pic>
          <p:nvPicPr>
            <p:cNvPr id="1525" name="Graphic 1524" descr="Deciduous tree with solid fill">
              <a:extLst>
                <a:ext uri="{FF2B5EF4-FFF2-40B4-BE49-F238E27FC236}">
                  <a16:creationId xmlns:a16="http://schemas.microsoft.com/office/drawing/2014/main" id="{BCD5E08A-87CB-DB5A-7B05-4F6B13BCA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454" y="3518726"/>
              <a:ext cx="209457" cy="196410"/>
            </a:xfrm>
            <a:prstGeom prst="rect">
              <a:avLst/>
            </a:prstGeom>
          </p:spPr>
        </p:pic>
        <p:pic>
          <p:nvPicPr>
            <p:cNvPr id="1527" name="Graphic 1526" descr="Deciduous tree with solid fill">
              <a:extLst>
                <a:ext uri="{FF2B5EF4-FFF2-40B4-BE49-F238E27FC236}">
                  <a16:creationId xmlns:a16="http://schemas.microsoft.com/office/drawing/2014/main" id="{72C04DD4-FBC8-6AC9-1096-3A6AD266C5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149" y="3642217"/>
              <a:ext cx="209457" cy="196410"/>
            </a:xfrm>
            <a:prstGeom prst="rect">
              <a:avLst/>
            </a:prstGeom>
          </p:spPr>
        </p:pic>
        <p:pic>
          <p:nvPicPr>
            <p:cNvPr id="1529" name="Graphic 1528" descr="Deciduous tree with solid fill">
              <a:extLst>
                <a:ext uri="{FF2B5EF4-FFF2-40B4-BE49-F238E27FC236}">
                  <a16:creationId xmlns:a16="http://schemas.microsoft.com/office/drawing/2014/main" id="{FCCCD566-907F-3787-92BD-4C985B144B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4844" y="3765708"/>
              <a:ext cx="209457" cy="196410"/>
            </a:xfrm>
            <a:prstGeom prst="rect">
              <a:avLst/>
            </a:prstGeom>
          </p:spPr>
        </p:pic>
        <p:pic>
          <p:nvPicPr>
            <p:cNvPr id="1531" name="Graphic 1530" descr="Deciduous tree with solid fill">
              <a:extLst>
                <a:ext uri="{FF2B5EF4-FFF2-40B4-BE49-F238E27FC236}">
                  <a16:creationId xmlns:a16="http://schemas.microsoft.com/office/drawing/2014/main" id="{E2989F37-A39E-E453-31BA-61ADE26DFF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5086" y="2195778"/>
              <a:ext cx="209457" cy="196410"/>
            </a:xfrm>
            <a:prstGeom prst="rect">
              <a:avLst/>
            </a:prstGeom>
          </p:spPr>
        </p:pic>
        <p:pic>
          <p:nvPicPr>
            <p:cNvPr id="1533" name="Graphic 1532" descr="Deciduous tree with solid fill">
              <a:extLst>
                <a:ext uri="{FF2B5EF4-FFF2-40B4-BE49-F238E27FC236}">
                  <a16:creationId xmlns:a16="http://schemas.microsoft.com/office/drawing/2014/main" id="{540B0BDE-1057-8F6E-01ED-B133B68E85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6780" y="2319269"/>
              <a:ext cx="209457" cy="196410"/>
            </a:xfrm>
            <a:prstGeom prst="rect">
              <a:avLst/>
            </a:prstGeom>
          </p:spPr>
        </p:pic>
        <p:pic>
          <p:nvPicPr>
            <p:cNvPr id="1535" name="Graphic 1534" descr="Deciduous tree with solid fill">
              <a:extLst>
                <a:ext uri="{FF2B5EF4-FFF2-40B4-BE49-F238E27FC236}">
                  <a16:creationId xmlns:a16="http://schemas.microsoft.com/office/drawing/2014/main" id="{DE451306-C8B5-DC58-EC42-725F9F0A4A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8475" y="2442760"/>
              <a:ext cx="209457" cy="196410"/>
            </a:xfrm>
            <a:prstGeom prst="rect">
              <a:avLst/>
            </a:prstGeom>
          </p:spPr>
        </p:pic>
        <p:pic>
          <p:nvPicPr>
            <p:cNvPr id="1537" name="Graphic 1536" descr="Deciduous tree with solid fill">
              <a:extLst>
                <a:ext uri="{FF2B5EF4-FFF2-40B4-BE49-F238E27FC236}">
                  <a16:creationId xmlns:a16="http://schemas.microsoft.com/office/drawing/2014/main" id="{0F52B423-D1E9-B7A1-2DAD-94D84219A6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170" y="2566251"/>
              <a:ext cx="209457" cy="196410"/>
            </a:xfrm>
            <a:prstGeom prst="rect">
              <a:avLst/>
            </a:prstGeom>
          </p:spPr>
        </p:pic>
        <p:pic>
          <p:nvPicPr>
            <p:cNvPr id="1539" name="Graphic 1538" descr="Deciduous tree with solid fill">
              <a:extLst>
                <a:ext uri="{FF2B5EF4-FFF2-40B4-BE49-F238E27FC236}">
                  <a16:creationId xmlns:a16="http://schemas.microsoft.com/office/drawing/2014/main" id="{63146C07-AA0F-B985-80FC-AA79A1FA54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1864" y="2689742"/>
              <a:ext cx="209457" cy="196410"/>
            </a:xfrm>
            <a:prstGeom prst="rect">
              <a:avLst/>
            </a:prstGeom>
          </p:spPr>
        </p:pic>
        <p:pic>
          <p:nvPicPr>
            <p:cNvPr id="1541" name="Graphic 1540" descr="Deciduous tree with solid fill">
              <a:extLst>
                <a:ext uri="{FF2B5EF4-FFF2-40B4-BE49-F238E27FC236}">
                  <a16:creationId xmlns:a16="http://schemas.microsoft.com/office/drawing/2014/main" id="{7E28513B-C51F-121A-ACCE-B29495CAF6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558" y="2813233"/>
              <a:ext cx="209457" cy="196410"/>
            </a:xfrm>
            <a:prstGeom prst="rect">
              <a:avLst/>
            </a:prstGeom>
          </p:spPr>
        </p:pic>
        <p:pic>
          <p:nvPicPr>
            <p:cNvPr id="1543" name="Graphic 1542" descr="Deciduous tree with solid fill">
              <a:extLst>
                <a:ext uri="{FF2B5EF4-FFF2-40B4-BE49-F238E27FC236}">
                  <a16:creationId xmlns:a16="http://schemas.microsoft.com/office/drawing/2014/main" id="{CAC58B94-2315-D8C3-E985-B85C5EFFFD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253" y="2936724"/>
              <a:ext cx="209457" cy="196410"/>
            </a:xfrm>
            <a:prstGeom prst="rect">
              <a:avLst/>
            </a:prstGeom>
          </p:spPr>
        </p:pic>
        <p:pic>
          <p:nvPicPr>
            <p:cNvPr id="1545" name="Graphic 1544" descr="Deciduous tree with solid fill">
              <a:extLst>
                <a:ext uri="{FF2B5EF4-FFF2-40B4-BE49-F238E27FC236}">
                  <a16:creationId xmlns:a16="http://schemas.microsoft.com/office/drawing/2014/main" id="{E2B0192A-93A0-9BA2-1B4A-8BA341F487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947" y="3060215"/>
              <a:ext cx="209457" cy="196410"/>
            </a:xfrm>
            <a:prstGeom prst="rect">
              <a:avLst/>
            </a:prstGeom>
          </p:spPr>
        </p:pic>
        <p:pic>
          <p:nvPicPr>
            <p:cNvPr id="1547" name="Graphic 1546" descr="Deciduous tree with solid fill">
              <a:extLst>
                <a:ext uri="{FF2B5EF4-FFF2-40B4-BE49-F238E27FC236}">
                  <a16:creationId xmlns:a16="http://schemas.microsoft.com/office/drawing/2014/main" id="{03B6959E-8DBA-EF66-B083-673AB51421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642" y="3183706"/>
              <a:ext cx="209457" cy="196410"/>
            </a:xfrm>
            <a:prstGeom prst="rect">
              <a:avLst/>
            </a:prstGeom>
          </p:spPr>
        </p:pic>
        <p:pic>
          <p:nvPicPr>
            <p:cNvPr id="1549" name="Graphic 1548" descr="Deciduous tree with solid fill">
              <a:extLst>
                <a:ext uri="{FF2B5EF4-FFF2-40B4-BE49-F238E27FC236}">
                  <a16:creationId xmlns:a16="http://schemas.microsoft.com/office/drawing/2014/main" id="{39ABC337-E299-7159-B5BD-39AC496A9F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337" y="3307196"/>
              <a:ext cx="209457" cy="196410"/>
            </a:xfrm>
            <a:prstGeom prst="rect">
              <a:avLst/>
            </a:prstGeom>
          </p:spPr>
        </p:pic>
        <p:pic>
          <p:nvPicPr>
            <p:cNvPr id="1551" name="Graphic 1550" descr="Deciduous tree with solid fill">
              <a:extLst>
                <a:ext uri="{FF2B5EF4-FFF2-40B4-BE49-F238E27FC236}">
                  <a16:creationId xmlns:a16="http://schemas.microsoft.com/office/drawing/2014/main" id="{19F796E2-F77B-B96E-1437-1489B970AB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031" y="3430687"/>
              <a:ext cx="209457" cy="196410"/>
            </a:xfrm>
            <a:prstGeom prst="rect">
              <a:avLst/>
            </a:prstGeom>
          </p:spPr>
        </p:pic>
        <p:pic>
          <p:nvPicPr>
            <p:cNvPr id="1553" name="Graphic 1552" descr="Deciduous tree with solid fill">
              <a:extLst>
                <a:ext uri="{FF2B5EF4-FFF2-40B4-BE49-F238E27FC236}">
                  <a16:creationId xmlns:a16="http://schemas.microsoft.com/office/drawing/2014/main" id="{EA067EA1-A5D6-38AC-969B-C86B135A25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3726" y="3554178"/>
              <a:ext cx="209457" cy="196410"/>
            </a:xfrm>
            <a:prstGeom prst="rect">
              <a:avLst/>
            </a:prstGeom>
          </p:spPr>
        </p:pic>
        <p:pic>
          <p:nvPicPr>
            <p:cNvPr id="1555" name="Graphic 1554" descr="Deciduous tree with solid fill">
              <a:extLst>
                <a:ext uri="{FF2B5EF4-FFF2-40B4-BE49-F238E27FC236}">
                  <a16:creationId xmlns:a16="http://schemas.microsoft.com/office/drawing/2014/main" id="{DE85F428-D517-2D0A-796D-E125D99215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420" y="3677670"/>
              <a:ext cx="209457" cy="196410"/>
            </a:xfrm>
            <a:prstGeom prst="rect">
              <a:avLst/>
            </a:prstGeom>
          </p:spPr>
        </p:pic>
        <p:pic>
          <p:nvPicPr>
            <p:cNvPr id="3277" name="Graphic 3276" descr="Deciduous tree with solid fill">
              <a:extLst>
                <a:ext uri="{FF2B5EF4-FFF2-40B4-BE49-F238E27FC236}">
                  <a16:creationId xmlns:a16="http://schemas.microsoft.com/office/drawing/2014/main" id="{EB8B8473-E4F6-2E46-4DDA-6AD2C46A37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33015" y="4082967"/>
              <a:ext cx="209457" cy="196410"/>
            </a:xfrm>
            <a:prstGeom prst="rect">
              <a:avLst/>
            </a:prstGeom>
          </p:spPr>
        </p:pic>
        <p:pic>
          <p:nvPicPr>
            <p:cNvPr id="3279" name="Graphic 3278" descr="Deciduous tree with solid fill">
              <a:extLst>
                <a:ext uri="{FF2B5EF4-FFF2-40B4-BE49-F238E27FC236}">
                  <a16:creationId xmlns:a16="http://schemas.microsoft.com/office/drawing/2014/main" id="{57087AA2-4F6E-D330-72A7-24197A8252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901" y="1867438"/>
              <a:ext cx="209457" cy="196410"/>
            </a:xfrm>
            <a:prstGeom prst="rect">
              <a:avLst/>
            </a:prstGeom>
          </p:spPr>
        </p:pic>
        <p:pic>
          <p:nvPicPr>
            <p:cNvPr id="3281" name="Graphic 3280" descr="Deciduous tree with solid fill">
              <a:extLst>
                <a:ext uri="{FF2B5EF4-FFF2-40B4-BE49-F238E27FC236}">
                  <a16:creationId xmlns:a16="http://schemas.microsoft.com/office/drawing/2014/main" id="{91977606-8D4F-D222-E7BC-9AC061E8BD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4274" y="1963297"/>
              <a:ext cx="209457" cy="196410"/>
            </a:xfrm>
            <a:prstGeom prst="rect">
              <a:avLst/>
            </a:prstGeom>
          </p:spPr>
        </p:pic>
        <p:pic>
          <p:nvPicPr>
            <p:cNvPr id="3283" name="Graphic 3282" descr="Deciduous tree with solid fill">
              <a:extLst>
                <a:ext uri="{FF2B5EF4-FFF2-40B4-BE49-F238E27FC236}">
                  <a16:creationId xmlns:a16="http://schemas.microsoft.com/office/drawing/2014/main" id="{B7BDE158-9A1E-AD3F-6A76-330B4A4098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477" y="1779399"/>
              <a:ext cx="209457" cy="196410"/>
            </a:xfrm>
            <a:prstGeom prst="rect">
              <a:avLst/>
            </a:prstGeom>
          </p:spPr>
        </p:pic>
        <p:pic>
          <p:nvPicPr>
            <p:cNvPr id="3285" name="Graphic 3284" descr="Deciduous tree with solid fill">
              <a:extLst>
                <a:ext uri="{FF2B5EF4-FFF2-40B4-BE49-F238E27FC236}">
                  <a16:creationId xmlns:a16="http://schemas.microsoft.com/office/drawing/2014/main" id="{1E860D3C-1ACE-C7E4-BD7C-FAA2FB6990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69" y="2086788"/>
              <a:ext cx="209457" cy="196410"/>
            </a:xfrm>
            <a:prstGeom prst="rect">
              <a:avLst/>
            </a:prstGeom>
          </p:spPr>
        </p:pic>
        <p:pic>
          <p:nvPicPr>
            <p:cNvPr id="3287" name="Graphic 3286" descr="Deciduous tree with solid fill">
              <a:extLst>
                <a:ext uri="{FF2B5EF4-FFF2-40B4-BE49-F238E27FC236}">
                  <a16:creationId xmlns:a16="http://schemas.microsoft.com/office/drawing/2014/main" id="{799EECAD-7E10-21EE-E8DA-A5DCC0833A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289" name="Graphic 3288" descr="Deciduous tree with solid fill">
              <a:extLst>
                <a:ext uri="{FF2B5EF4-FFF2-40B4-BE49-F238E27FC236}">
                  <a16:creationId xmlns:a16="http://schemas.microsoft.com/office/drawing/2014/main" id="{073069C6-7F11-B159-92CD-C3D2607BAA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291" name="Graphic 3290" descr="Deciduous tree with solid fill">
              <a:extLst>
                <a:ext uri="{FF2B5EF4-FFF2-40B4-BE49-F238E27FC236}">
                  <a16:creationId xmlns:a16="http://schemas.microsoft.com/office/drawing/2014/main" id="{004151F0-DDD0-B98F-A31B-3EFCCAC022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293" name="Graphic 3292" descr="Deciduous tree with solid fill">
              <a:extLst>
                <a:ext uri="{FF2B5EF4-FFF2-40B4-BE49-F238E27FC236}">
                  <a16:creationId xmlns:a16="http://schemas.microsoft.com/office/drawing/2014/main" id="{618BB664-7C3C-4462-314D-CA666FC459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295" name="Graphic 3294" descr="Deciduous tree with solid fill">
              <a:extLst>
                <a:ext uri="{FF2B5EF4-FFF2-40B4-BE49-F238E27FC236}">
                  <a16:creationId xmlns:a16="http://schemas.microsoft.com/office/drawing/2014/main" id="{6B2CA8C9-CF0C-60E6-7C19-DDFA63867F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297" name="Graphic 3296" descr="Deciduous tree with solid fill">
              <a:extLst>
                <a:ext uri="{FF2B5EF4-FFF2-40B4-BE49-F238E27FC236}">
                  <a16:creationId xmlns:a16="http://schemas.microsoft.com/office/drawing/2014/main" id="{8C0280A1-6D48-571F-624C-43746B421B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299" name="Graphic 3298" descr="Deciduous tree with solid fill">
              <a:extLst>
                <a:ext uri="{FF2B5EF4-FFF2-40B4-BE49-F238E27FC236}">
                  <a16:creationId xmlns:a16="http://schemas.microsoft.com/office/drawing/2014/main" id="{3CC9D203-9265-CD99-3C8E-D809CC5C5D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301" name="Graphic 3300" descr="Deciduous tree with solid fill">
              <a:extLst>
                <a:ext uri="{FF2B5EF4-FFF2-40B4-BE49-F238E27FC236}">
                  <a16:creationId xmlns:a16="http://schemas.microsoft.com/office/drawing/2014/main" id="{9B6B159A-F8CB-5A7C-0F21-91C05138DE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303" name="Graphic 3302" descr="Deciduous tree with solid fill">
              <a:extLst>
                <a:ext uri="{FF2B5EF4-FFF2-40B4-BE49-F238E27FC236}">
                  <a16:creationId xmlns:a16="http://schemas.microsoft.com/office/drawing/2014/main" id="{C20612AA-0539-5D92-5B29-FCE9D2F9ED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305" name="Graphic 3304" descr="Deciduous tree with solid fill">
              <a:extLst>
                <a:ext uri="{FF2B5EF4-FFF2-40B4-BE49-F238E27FC236}">
                  <a16:creationId xmlns:a16="http://schemas.microsoft.com/office/drawing/2014/main" id="{98630C3E-C62D-0650-8187-7BE68FF14B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307" name="Graphic 3306" descr="Deciduous tree with solid fill">
              <a:extLst>
                <a:ext uri="{FF2B5EF4-FFF2-40B4-BE49-F238E27FC236}">
                  <a16:creationId xmlns:a16="http://schemas.microsoft.com/office/drawing/2014/main" id="{E492D91D-DF54-92F0-1EB3-578F982675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309" name="Graphic 3308" descr="Deciduous tree with solid fill">
              <a:extLst>
                <a:ext uri="{FF2B5EF4-FFF2-40B4-BE49-F238E27FC236}">
                  <a16:creationId xmlns:a16="http://schemas.microsoft.com/office/drawing/2014/main" id="{4B0854E4-8A86-6C9F-A64E-D20B661269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596" y="1990929"/>
              <a:ext cx="209457" cy="196410"/>
            </a:xfrm>
            <a:prstGeom prst="rect">
              <a:avLst/>
            </a:prstGeom>
          </p:spPr>
        </p:pic>
        <p:pic>
          <p:nvPicPr>
            <p:cNvPr id="3311" name="Graphic 3310" descr="Deciduous tree with solid fill">
              <a:extLst>
                <a:ext uri="{FF2B5EF4-FFF2-40B4-BE49-F238E27FC236}">
                  <a16:creationId xmlns:a16="http://schemas.microsoft.com/office/drawing/2014/main" id="{B7BB9A72-BCD0-D267-32E7-8FF3A23211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313" name="Graphic 3312" descr="Deciduous tree with solid fill">
              <a:extLst>
                <a:ext uri="{FF2B5EF4-FFF2-40B4-BE49-F238E27FC236}">
                  <a16:creationId xmlns:a16="http://schemas.microsoft.com/office/drawing/2014/main" id="{0B807162-7CA7-B0A4-7558-C6A1FB0F2C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315" name="Graphic 3314" descr="Deciduous tree with solid fill">
              <a:extLst>
                <a:ext uri="{FF2B5EF4-FFF2-40B4-BE49-F238E27FC236}">
                  <a16:creationId xmlns:a16="http://schemas.microsoft.com/office/drawing/2014/main" id="{E0EBE0B5-2984-8AFC-5404-9B00C242E2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317" name="Graphic 3316" descr="Deciduous tree with solid fill">
              <a:extLst>
                <a:ext uri="{FF2B5EF4-FFF2-40B4-BE49-F238E27FC236}">
                  <a16:creationId xmlns:a16="http://schemas.microsoft.com/office/drawing/2014/main" id="{7EB8FA90-E369-1175-E306-FDC2D1D12F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319" name="Graphic 3318" descr="Deciduous tree with solid fill">
              <a:extLst>
                <a:ext uri="{FF2B5EF4-FFF2-40B4-BE49-F238E27FC236}">
                  <a16:creationId xmlns:a16="http://schemas.microsoft.com/office/drawing/2014/main" id="{6876EE25-DEB1-5540-7DFA-C2214A7DAD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321" name="Graphic 3320" descr="Deciduous tree with solid fill">
              <a:extLst>
                <a:ext uri="{FF2B5EF4-FFF2-40B4-BE49-F238E27FC236}">
                  <a16:creationId xmlns:a16="http://schemas.microsoft.com/office/drawing/2014/main" id="{C7D94004-9B86-454E-292E-45EEE5201C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323" name="Graphic 3322" descr="Deciduous tree with solid fill">
              <a:extLst>
                <a:ext uri="{FF2B5EF4-FFF2-40B4-BE49-F238E27FC236}">
                  <a16:creationId xmlns:a16="http://schemas.microsoft.com/office/drawing/2014/main" id="{0E2A248D-F76A-BA87-658A-B8BFCC5E2F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325" name="Graphic 3324" descr="Deciduous tree with solid fill">
              <a:extLst>
                <a:ext uri="{FF2B5EF4-FFF2-40B4-BE49-F238E27FC236}">
                  <a16:creationId xmlns:a16="http://schemas.microsoft.com/office/drawing/2014/main" id="{397A2D68-5130-DC8F-6266-F36518EF22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327" name="Graphic 3326" descr="Deciduous tree with solid fill">
              <a:extLst>
                <a:ext uri="{FF2B5EF4-FFF2-40B4-BE49-F238E27FC236}">
                  <a16:creationId xmlns:a16="http://schemas.microsoft.com/office/drawing/2014/main" id="{BD0C99BD-D2FC-E70A-1663-1609172F98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329" name="Graphic 3328" descr="Deciduous tree with solid fill">
              <a:extLst>
                <a:ext uri="{FF2B5EF4-FFF2-40B4-BE49-F238E27FC236}">
                  <a16:creationId xmlns:a16="http://schemas.microsoft.com/office/drawing/2014/main" id="{85F70254-DCCC-ABC8-4B88-11E1348150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331" name="Graphic 3330" descr="Deciduous tree with solid fill">
              <a:extLst>
                <a:ext uri="{FF2B5EF4-FFF2-40B4-BE49-F238E27FC236}">
                  <a16:creationId xmlns:a16="http://schemas.microsoft.com/office/drawing/2014/main" id="{42B38763-29CF-4470-8BF1-E002EDF225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333" name="Graphic 3332" descr="Deciduous tree with solid fill">
              <a:extLst>
                <a:ext uri="{FF2B5EF4-FFF2-40B4-BE49-F238E27FC236}">
                  <a16:creationId xmlns:a16="http://schemas.microsoft.com/office/drawing/2014/main" id="{40AF465A-49D8-ED4F-D472-D60B9A6EB5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1" y="1902890"/>
              <a:ext cx="209457" cy="196410"/>
            </a:xfrm>
            <a:prstGeom prst="rect">
              <a:avLst/>
            </a:prstGeom>
          </p:spPr>
        </p:pic>
        <p:pic>
          <p:nvPicPr>
            <p:cNvPr id="3335" name="Graphic 3334" descr="Deciduous tree with solid fill">
              <a:extLst>
                <a:ext uri="{FF2B5EF4-FFF2-40B4-BE49-F238E27FC236}">
                  <a16:creationId xmlns:a16="http://schemas.microsoft.com/office/drawing/2014/main" id="{027CF79F-B32B-4F2E-CA3F-BFF26411D9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337" name="Graphic 3336" descr="Deciduous tree with solid fill">
              <a:extLst>
                <a:ext uri="{FF2B5EF4-FFF2-40B4-BE49-F238E27FC236}">
                  <a16:creationId xmlns:a16="http://schemas.microsoft.com/office/drawing/2014/main" id="{6F195986-DE70-EBBA-FF31-2FC0479EF3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339" name="Graphic 3338" descr="Deciduous tree with solid fill">
              <a:extLst>
                <a:ext uri="{FF2B5EF4-FFF2-40B4-BE49-F238E27FC236}">
                  <a16:creationId xmlns:a16="http://schemas.microsoft.com/office/drawing/2014/main" id="{E8D1CCA7-C460-7A2B-C542-CFC70AAADD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341" name="Graphic 3340" descr="Deciduous tree with solid fill">
              <a:extLst>
                <a:ext uri="{FF2B5EF4-FFF2-40B4-BE49-F238E27FC236}">
                  <a16:creationId xmlns:a16="http://schemas.microsoft.com/office/drawing/2014/main" id="{70A65668-6EC0-C980-E39A-E91A884459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343" name="Graphic 3342" descr="Deciduous tree with solid fill">
              <a:extLst>
                <a:ext uri="{FF2B5EF4-FFF2-40B4-BE49-F238E27FC236}">
                  <a16:creationId xmlns:a16="http://schemas.microsoft.com/office/drawing/2014/main" id="{9CFAE111-A159-2A28-3024-CC28ABF73A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345" name="Graphic 3344" descr="Deciduous tree with solid fill">
              <a:extLst>
                <a:ext uri="{FF2B5EF4-FFF2-40B4-BE49-F238E27FC236}">
                  <a16:creationId xmlns:a16="http://schemas.microsoft.com/office/drawing/2014/main" id="{5684428C-C404-0DE6-37C7-D6CAF831C1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347" name="Graphic 3346" descr="Deciduous tree with solid fill">
              <a:extLst>
                <a:ext uri="{FF2B5EF4-FFF2-40B4-BE49-F238E27FC236}">
                  <a16:creationId xmlns:a16="http://schemas.microsoft.com/office/drawing/2014/main" id="{42D6795F-18F6-6C94-6B3D-6B9109C973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349" name="Graphic 3348" descr="Deciduous tree with solid fill">
              <a:extLst>
                <a:ext uri="{FF2B5EF4-FFF2-40B4-BE49-F238E27FC236}">
                  <a16:creationId xmlns:a16="http://schemas.microsoft.com/office/drawing/2014/main" id="{4BA689FF-1FF6-47BA-841B-D5149322C0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351" name="Graphic 3350" descr="Deciduous tree with solid fill">
              <a:extLst>
                <a:ext uri="{FF2B5EF4-FFF2-40B4-BE49-F238E27FC236}">
                  <a16:creationId xmlns:a16="http://schemas.microsoft.com/office/drawing/2014/main" id="{A10F88A6-EAFB-639F-D369-0152FAC33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353" name="Graphic 3352" descr="Deciduous tree with solid fill">
              <a:extLst>
                <a:ext uri="{FF2B5EF4-FFF2-40B4-BE49-F238E27FC236}">
                  <a16:creationId xmlns:a16="http://schemas.microsoft.com/office/drawing/2014/main" id="{A40F7998-DD69-7C41-E754-BAE41ACC19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355" name="Graphic 3354" descr="Deciduous tree with solid fill">
              <a:extLst>
                <a:ext uri="{FF2B5EF4-FFF2-40B4-BE49-F238E27FC236}">
                  <a16:creationId xmlns:a16="http://schemas.microsoft.com/office/drawing/2014/main" id="{584B900C-DDEE-BFFB-BDA0-D302377C28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359" name="Graphic 3358" descr="Deciduous tree with solid fill">
              <a:extLst>
                <a:ext uri="{FF2B5EF4-FFF2-40B4-BE49-F238E27FC236}">
                  <a16:creationId xmlns:a16="http://schemas.microsoft.com/office/drawing/2014/main" id="{E777BBD4-5B2A-599C-B8AF-2CA000586C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596" y="1990929"/>
              <a:ext cx="209457" cy="196410"/>
            </a:xfrm>
            <a:prstGeom prst="rect">
              <a:avLst/>
            </a:prstGeom>
          </p:spPr>
        </p:pic>
        <p:pic>
          <p:nvPicPr>
            <p:cNvPr id="3361" name="Graphic 3360" descr="Deciduous tree with solid fill">
              <a:extLst>
                <a:ext uri="{FF2B5EF4-FFF2-40B4-BE49-F238E27FC236}">
                  <a16:creationId xmlns:a16="http://schemas.microsoft.com/office/drawing/2014/main" id="{FC66F7B7-A32C-4243-A108-6BA68439FE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69" y="2086788"/>
              <a:ext cx="209457" cy="196410"/>
            </a:xfrm>
            <a:prstGeom prst="rect">
              <a:avLst/>
            </a:prstGeom>
          </p:spPr>
        </p:pic>
        <p:pic>
          <p:nvPicPr>
            <p:cNvPr id="3363" name="Graphic 3362" descr="Deciduous tree with solid fill">
              <a:extLst>
                <a:ext uri="{FF2B5EF4-FFF2-40B4-BE49-F238E27FC236}">
                  <a16:creationId xmlns:a16="http://schemas.microsoft.com/office/drawing/2014/main" id="{F9F6911D-93FB-2F58-171C-3EFFC6CCCD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1" y="1902890"/>
              <a:ext cx="209457" cy="196410"/>
            </a:xfrm>
            <a:prstGeom prst="rect">
              <a:avLst/>
            </a:prstGeom>
          </p:spPr>
        </p:pic>
        <p:pic>
          <p:nvPicPr>
            <p:cNvPr id="3365" name="Graphic 3364" descr="Deciduous tree with solid fill">
              <a:extLst>
                <a:ext uri="{FF2B5EF4-FFF2-40B4-BE49-F238E27FC236}">
                  <a16:creationId xmlns:a16="http://schemas.microsoft.com/office/drawing/2014/main" id="{9335184A-C1A6-479C-0D06-30FA193DF5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367" name="Graphic 3366" descr="Deciduous tree with solid fill">
              <a:extLst>
                <a:ext uri="{FF2B5EF4-FFF2-40B4-BE49-F238E27FC236}">
                  <a16:creationId xmlns:a16="http://schemas.microsoft.com/office/drawing/2014/main" id="{6B71FBDE-7C56-DAF0-D506-BF9ACE0D39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369" name="Graphic 3368" descr="Deciduous tree with solid fill">
              <a:extLst>
                <a:ext uri="{FF2B5EF4-FFF2-40B4-BE49-F238E27FC236}">
                  <a16:creationId xmlns:a16="http://schemas.microsoft.com/office/drawing/2014/main" id="{C260F0D3-63F0-BC9E-0CF0-40DA4BD6B1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371" name="Graphic 3370" descr="Deciduous tree with solid fill">
              <a:extLst>
                <a:ext uri="{FF2B5EF4-FFF2-40B4-BE49-F238E27FC236}">
                  <a16:creationId xmlns:a16="http://schemas.microsoft.com/office/drawing/2014/main" id="{A5992E6E-BFB9-794E-D7B3-1F5B201391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373" name="Graphic 3372" descr="Deciduous tree with solid fill">
              <a:extLst>
                <a:ext uri="{FF2B5EF4-FFF2-40B4-BE49-F238E27FC236}">
                  <a16:creationId xmlns:a16="http://schemas.microsoft.com/office/drawing/2014/main" id="{351A32A8-6C95-D1EB-6276-2D251A93F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375" name="Graphic 3374" descr="Deciduous tree with solid fill">
              <a:extLst>
                <a:ext uri="{FF2B5EF4-FFF2-40B4-BE49-F238E27FC236}">
                  <a16:creationId xmlns:a16="http://schemas.microsoft.com/office/drawing/2014/main" id="{D0ECE107-2412-8EA3-1188-EC1DD7B371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377" name="Graphic 3376" descr="Deciduous tree with solid fill">
              <a:extLst>
                <a:ext uri="{FF2B5EF4-FFF2-40B4-BE49-F238E27FC236}">
                  <a16:creationId xmlns:a16="http://schemas.microsoft.com/office/drawing/2014/main" id="{9A01DB52-EA9B-490B-14D3-ACB0E2AF50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379" name="Graphic 3378" descr="Deciduous tree with solid fill">
              <a:extLst>
                <a:ext uri="{FF2B5EF4-FFF2-40B4-BE49-F238E27FC236}">
                  <a16:creationId xmlns:a16="http://schemas.microsoft.com/office/drawing/2014/main" id="{124B0D5A-838C-D81A-EBB1-939362E7AE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381" name="Graphic 3380" descr="Deciduous tree with solid fill">
              <a:extLst>
                <a:ext uri="{FF2B5EF4-FFF2-40B4-BE49-F238E27FC236}">
                  <a16:creationId xmlns:a16="http://schemas.microsoft.com/office/drawing/2014/main" id="{743D0D14-9F97-E332-CD5B-F2E008B0D5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383" name="Graphic 3382" descr="Deciduous tree with solid fill">
              <a:extLst>
                <a:ext uri="{FF2B5EF4-FFF2-40B4-BE49-F238E27FC236}">
                  <a16:creationId xmlns:a16="http://schemas.microsoft.com/office/drawing/2014/main" id="{9CC58ADD-FE94-963B-9F69-D25F23F053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385" name="Graphic 3384" descr="Deciduous tree with solid fill">
              <a:extLst>
                <a:ext uri="{FF2B5EF4-FFF2-40B4-BE49-F238E27FC236}">
                  <a16:creationId xmlns:a16="http://schemas.microsoft.com/office/drawing/2014/main" id="{6A9C4941-091C-53FE-8E9D-4CD699E4B5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387" name="Graphic 3386" descr="Deciduous tree with solid fill">
              <a:extLst>
                <a:ext uri="{FF2B5EF4-FFF2-40B4-BE49-F238E27FC236}">
                  <a16:creationId xmlns:a16="http://schemas.microsoft.com/office/drawing/2014/main" id="{6C41B4D7-5E5D-770C-8478-C2BDE781C1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389" name="Graphic 3388" descr="Deciduous tree with solid fill">
              <a:extLst>
                <a:ext uri="{FF2B5EF4-FFF2-40B4-BE49-F238E27FC236}">
                  <a16:creationId xmlns:a16="http://schemas.microsoft.com/office/drawing/2014/main" id="{FE1FBA4A-45D0-900F-B0FA-408E847A97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391" name="Graphic 3390" descr="Deciduous tree with solid fill">
              <a:extLst>
                <a:ext uri="{FF2B5EF4-FFF2-40B4-BE49-F238E27FC236}">
                  <a16:creationId xmlns:a16="http://schemas.microsoft.com/office/drawing/2014/main" id="{311C37AB-42F1-EFC0-71E2-786FB7ADAC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393" name="Graphic 3392" descr="Deciduous tree with solid fill">
              <a:extLst>
                <a:ext uri="{FF2B5EF4-FFF2-40B4-BE49-F238E27FC236}">
                  <a16:creationId xmlns:a16="http://schemas.microsoft.com/office/drawing/2014/main" id="{BA160EBE-A778-75F6-2A1B-B1B41C71F3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395" name="Graphic 3394" descr="Deciduous tree with solid fill">
              <a:extLst>
                <a:ext uri="{FF2B5EF4-FFF2-40B4-BE49-F238E27FC236}">
                  <a16:creationId xmlns:a16="http://schemas.microsoft.com/office/drawing/2014/main" id="{C98611C8-ED22-024D-B9C5-6122577F9B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397" name="Graphic 3396" descr="Deciduous tree with solid fill">
              <a:extLst>
                <a:ext uri="{FF2B5EF4-FFF2-40B4-BE49-F238E27FC236}">
                  <a16:creationId xmlns:a16="http://schemas.microsoft.com/office/drawing/2014/main" id="{CEEDAA45-ADE8-D22D-3675-3A1D719B49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399" name="Graphic 3398" descr="Deciduous tree with solid fill">
              <a:extLst>
                <a:ext uri="{FF2B5EF4-FFF2-40B4-BE49-F238E27FC236}">
                  <a16:creationId xmlns:a16="http://schemas.microsoft.com/office/drawing/2014/main" id="{11D19A4F-13AA-709D-A037-499472A5D7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401" name="Graphic 3400" descr="Deciduous tree with solid fill">
              <a:extLst>
                <a:ext uri="{FF2B5EF4-FFF2-40B4-BE49-F238E27FC236}">
                  <a16:creationId xmlns:a16="http://schemas.microsoft.com/office/drawing/2014/main" id="{7EAFA24D-6317-2CC7-FFEC-96062E8942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403" name="Graphic 3402" descr="Deciduous tree with solid fill">
              <a:extLst>
                <a:ext uri="{FF2B5EF4-FFF2-40B4-BE49-F238E27FC236}">
                  <a16:creationId xmlns:a16="http://schemas.microsoft.com/office/drawing/2014/main" id="{BA019552-CA70-6714-0DF3-8499E17FBB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405" name="Graphic 3404" descr="Deciduous tree with solid fill">
              <a:extLst>
                <a:ext uri="{FF2B5EF4-FFF2-40B4-BE49-F238E27FC236}">
                  <a16:creationId xmlns:a16="http://schemas.microsoft.com/office/drawing/2014/main" id="{91FE6FA4-F542-DFA9-4049-6EDCDF8513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407" name="Graphic 3406" descr="Deciduous tree with solid fill">
              <a:extLst>
                <a:ext uri="{FF2B5EF4-FFF2-40B4-BE49-F238E27FC236}">
                  <a16:creationId xmlns:a16="http://schemas.microsoft.com/office/drawing/2014/main" id="{B887A7FF-8013-8C03-CEEB-26401E1572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409" name="Graphic 3408" descr="Deciduous tree with solid fill">
              <a:extLst>
                <a:ext uri="{FF2B5EF4-FFF2-40B4-BE49-F238E27FC236}">
                  <a16:creationId xmlns:a16="http://schemas.microsoft.com/office/drawing/2014/main" id="{408167C1-EE42-A51F-A261-5C95AA27E8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411" name="Graphic 3410" descr="Deciduous tree with solid fill">
              <a:extLst>
                <a:ext uri="{FF2B5EF4-FFF2-40B4-BE49-F238E27FC236}">
                  <a16:creationId xmlns:a16="http://schemas.microsoft.com/office/drawing/2014/main" id="{C527AA98-D0CE-61ED-1050-35446FD682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413" name="Graphic 3412" descr="Deciduous tree with solid fill">
              <a:extLst>
                <a:ext uri="{FF2B5EF4-FFF2-40B4-BE49-F238E27FC236}">
                  <a16:creationId xmlns:a16="http://schemas.microsoft.com/office/drawing/2014/main" id="{0C9D8410-627B-8DDD-FA2E-C9B79365DF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415" name="Graphic 3414" descr="Deciduous tree with solid fill">
              <a:extLst>
                <a:ext uri="{FF2B5EF4-FFF2-40B4-BE49-F238E27FC236}">
                  <a16:creationId xmlns:a16="http://schemas.microsoft.com/office/drawing/2014/main" id="{D37B1BDB-88EF-8274-7E27-2EECE228EA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417" name="Graphic 3416" descr="Deciduous tree with solid fill">
              <a:extLst>
                <a:ext uri="{FF2B5EF4-FFF2-40B4-BE49-F238E27FC236}">
                  <a16:creationId xmlns:a16="http://schemas.microsoft.com/office/drawing/2014/main" id="{BE091D23-CDAA-E8F7-A8A0-07198EB1F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419" name="Graphic 3418" descr="Deciduous tree with solid fill">
              <a:extLst>
                <a:ext uri="{FF2B5EF4-FFF2-40B4-BE49-F238E27FC236}">
                  <a16:creationId xmlns:a16="http://schemas.microsoft.com/office/drawing/2014/main" id="{A8E13C0D-4974-2CBE-B14F-68718D91F6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421" name="Graphic 3420" descr="Deciduous tree with solid fill">
              <a:extLst>
                <a:ext uri="{FF2B5EF4-FFF2-40B4-BE49-F238E27FC236}">
                  <a16:creationId xmlns:a16="http://schemas.microsoft.com/office/drawing/2014/main" id="{04A94D4F-1FA7-9108-C36A-01B3269087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423" name="Graphic 3422" descr="Deciduous tree with solid fill">
              <a:extLst>
                <a:ext uri="{FF2B5EF4-FFF2-40B4-BE49-F238E27FC236}">
                  <a16:creationId xmlns:a16="http://schemas.microsoft.com/office/drawing/2014/main" id="{84CA1968-F781-BFB2-618D-179114F786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425" name="Graphic 3424" descr="Deciduous tree with solid fill">
              <a:extLst>
                <a:ext uri="{FF2B5EF4-FFF2-40B4-BE49-F238E27FC236}">
                  <a16:creationId xmlns:a16="http://schemas.microsoft.com/office/drawing/2014/main" id="{52863F11-6A6D-55F0-B085-6E4185F014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427" name="Graphic 3426" descr="Deciduous tree with solid fill">
              <a:extLst>
                <a:ext uri="{FF2B5EF4-FFF2-40B4-BE49-F238E27FC236}">
                  <a16:creationId xmlns:a16="http://schemas.microsoft.com/office/drawing/2014/main" id="{174DB530-16F5-BE33-F1E7-44BF71A702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429" name="Graphic 3428" descr="Deciduous tree with solid fill">
              <a:extLst>
                <a:ext uri="{FF2B5EF4-FFF2-40B4-BE49-F238E27FC236}">
                  <a16:creationId xmlns:a16="http://schemas.microsoft.com/office/drawing/2014/main" id="{6432F517-5A08-49AF-D38F-BA7DD88C82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433" name="Graphic 3432" descr="Deciduous tree with solid fill">
              <a:extLst>
                <a:ext uri="{FF2B5EF4-FFF2-40B4-BE49-F238E27FC236}">
                  <a16:creationId xmlns:a16="http://schemas.microsoft.com/office/drawing/2014/main" id="{99EA8C67-E2AB-9A74-AE39-21A31A8F3D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435" name="Graphic 3434" descr="Deciduous tree with solid fill">
              <a:extLst>
                <a:ext uri="{FF2B5EF4-FFF2-40B4-BE49-F238E27FC236}">
                  <a16:creationId xmlns:a16="http://schemas.microsoft.com/office/drawing/2014/main" id="{70327EB9-4777-23AC-FEC8-A345DF3970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437" name="Graphic 3436" descr="Deciduous tree with solid fill">
              <a:extLst>
                <a:ext uri="{FF2B5EF4-FFF2-40B4-BE49-F238E27FC236}">
                  <a16:creationId xmlns:a16="http://schemas.microsoft.com/office/drawing/2014/main" id="{110A48F2-3187-DB09-6341-5DD06F26CC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439" name="Graphic 3438" descr="Deciduous tree with solid fill">
              <a:extLst>
                <a:ext uri="{FF2B5EF4-FFF2-40B4-BE49-F238E27FC236}">
                  <a16:creationId xmlns:a16="http://schemas.microsoft.com/office/drawing/2014/main" id="{4C44C6F1-F03E-ED78-33C3-75A8BEE3BD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441" name="Graphic 3440" descr="Deciduous tree with solid fill">
              <a:extLst>
                <a:ext uri="{FF2B5EF4-FFF2-40B4-BE49-F238E27FC236}">
                  <a16:creationId xmlns:a16="http://schemas.microsoft.com/office/drawing/2014/main" id="{CB86B56B-C21A-D8AE-B83D-9A772A88E4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443" name="Graphic 3442" descr="Deciduous tree with solid fill">
              <a:extLst>
                <a:ext uri="{FF2B5EF4-FFF2-40B4-BE49-F238E27FC236}">
                  <a16:creationId xmlns:a16="http://schemas.microsoft.com/office/drawing/2014/main" id="{1A8EA2A1-BAFB-0DE1-5096-BE469CD98E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445" name="Graphic 3444" descr="Deciduous tree with solid fill">
              <a:extLst>
                <a:ext uri="{FF2B5EF4-FFF2-40B4-BE49-F238E27FC236}">
                  <a16:creationId xmlns:a16="http://schemas.microsoft.com/office/drawing/2014/main" id="{3722D53C-8753-2F07-5FF1-97D9AB94BD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447" name="Graphic 3446" descr="Deciduous tree with solid fill">
              <a:extLst>
                <a:ext uri="{FF2B5EF4-FFF2-40B4-BE49-F238E27FC236}">
                  <a16:creationId xmlns:a16="http://schemas.microsoft.com/office/drawing/2014/main" id="{C4A67DC6-13EE-1DCB-B98E-061FC10937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449" name="Graphic 3448" descr="Deciduous tree with solid fill">
              <a:extLst>
                <a:ext uri="{FF2B5EF4-FFF2-40B4-BE49-F238E27FC236}">
                  <a16:creationId xmlns:a16="http://schemas.microsoft.com/office/drawing/2014/main" id="{78E86D8E-F0EB-ECD9-350E-C9CA7FD561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451" name="Graphic 3450" descr="Deciduous tree with solid fill">
              <a:extLst>
                <a:ext uri="{FF2B5EF4-FFF2-40B4-BE49-F238E27FC236}">
                  <a16:creationId xmlns:a16="http://schemas.microsoft.com/office/drawing/2014/main" id="{C093D6B9-3EBB-172C-B982-0FA202DAF5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453" name="Graphic 3452" descr="Deciduous tree with solid fill">
              <a:extLst>
                <a:ext uri="{FF2B5EF4-FFF2-40B4-BE49-F238E27FC236}">
                  <a16:creationId xmlns:a16="http://schemas.microsoft.com/office/drawing/2014/main" id="{5EB8EF65-C0D8-00D3-5B50-5AE72D4FB3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455" name="Graphic 3454" descr="Deciduous tree with solid fill">
              <a:extLst>
                <a:ext uri="{FF2B5EF4-FFF2-40B4-BE49-F238E27FC236}">
                  <a16:creationId xmlns:a16="http://schemas.microsoft.com/office/drawing/2014/main" id="{84ED96B4-D79F-0E1B-6524-1E5B24B02D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457" name="Graphic 3456" descr="Deciduous tree with solid fill">
              <a:extLst>
                <a:ext uri="{FF2B5EF4-FFF2-40B4-BE49-F238E27FC236}">
                  <a16:creationId xmlns:a16="http://schemas.microsoft.com/office/drawing/2014/main" id="{78BC4E17-C2D4-2310-3608-5DDEA6836B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459" name="Graphic 3458" descr="Deciduous tree with solid fill">
              <a:extLst>
                <a:ext uri="{FF2B5EF4-FFF2-40B4-BE49-F238E27FC236}">
                  <a16:creationId xmlns:a16="http://schemas.microsoft.com/office/drawing/2014/main" id="{CCF6EB18-5477-D34E-9B44-93BD34C1E6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461" name="Graphic 3460" descr="Deciduous tree with solid fill">
              <a:extLst>
                <a:ext uri="{FF2B5EF4-FFF2-40B4-BE49-F238E27FC236}">
                  <a16:creationId xmlns:a16="http://schemas.microsoft.com/office/drawing/2014/main" id="{0234E321-431C-6C1E-0DAA-9D0BDF805D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463" name="Graphic 3462" descr="Deciduous tree with solid fill">
              <a:extLst>
                <a:ext uri="{FF2B5EF4-FFF2-40B4-BE49-F238E27FC236}">
                  <a16:creationId xmlns:a16="http://schemas.microsoft.com/office/drawing/2014/main" id="{A7444293-AC19-CB6E-E6AF-9E44F3DBB4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465" name="Graphic 3464" descr="Deciduous tree with solid fill">
              <a:extLst>
                <a:ext uri="{FF2B5EF4-FFF2-40B4-BE49-F238E27FC236}">
                  <a16:creationId xmlns:a16="http://schemas.microsoft.com/office/drawing/2014/main" id="{31D1866F-53AA-34EA-F116-18C0EBF3B6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467" name="Graphic 3466" descr="Deciduous tree with solid fill">
              <a:extLst>
                <a:ext uri="{FF2B5EF4-FFF2-40B4-BE49-F238E27FC236}">
                  <a16:creationId xmlns:a16="http://schemas.microsoft.com/office/drawing/2014/main" id="{83CD0B7E-B491-3013-B623-AE68884888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469" name="Graphic 3468" descr="Deciduous tree with solid fill">
              <a:extLst>
                <a:ext uri="{FF2B5EF4-FFF2-40B4-BE49-F238E27FC236}">
                  <a16:creationId xmlns:a16="http://schemas.microsoft.com/office/drawing/2014/main" id="{6D2C01CB-1EDA-5653-C53C-6F2CA51EC3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471" name="Graphic 3470" descr="Deciduous tree with solid fill">
              <a:extLst>
                <a:ext uri="{FF2B5EF4-FFF2-40B4-BE49-F238E27FC236}">
                  <a16:creationId xmlns:a16="http://schemas.microsoft.com/office/drawing/2014/main" id="{C9F570B1-55BE-A360-7739-569E20DC15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473" name="Graphic 3472" descr="Deciduous tree with solid fill">
              <a:extLst>
                <a:ext uri="{FF2B5EF4-FFF2-40B4-BE49-F238E27FC236}">
                  <a16:creationId xmlns:a16="http://schemas.microsoft.com/office/drawing/2014/main" id="{605F22A0-F198-EC6F-096F-A739436AD6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475" name="Graphic 3474" descr="Deciduous tree with solid fill">
              <a:extLst>
                <a:ext uri="{FF2B5EF4-FFF2-40B4-BE49-F238E27FC236}">
                  <a16:creationId xmlns:a16="http://schemas.microsoft.com/office/drawing/2014/main" id="{830EE1CD-5424-755B-3D79-19A2CBCB3D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477" name="Graphic 3476" descr="Deciduous tree with solid fill">
              <a:extLst>
                <a:ext uri="{FF2B5EF4-FFF2-40B4-BE49-F238E27FC236}">
                  <a16:creationId xmlns:a16="http://schemas.microsoft.com/office/drawing/2014/main" id="{3503C386-0BB2-8D1A-B886-23907CD1E6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479" name="Graphic 3478" descr="Deciduous tree with solid fill">
              <a:extLst>
                <a:ext uri="{FF2B5EF4-FFF2-40B4-BE49-F238E27FC236}">
                  <a16:creationId xmlns:a16="http://schemas.microsoft.com/office/drawing/2014/main" id="{E4E78FCC-692B-ECF9-1C18-F96CE2D7A7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481" name="Graphic 3480" descr="Deciduous tree with solid fill">
              <a:extLst>
                <a:ext uri="{FF2B5EF4-FFF2-40B4-BE49-F238E27FC236}">
                  <a16:creationId xmlns:a16="http://schemas.microsoft.com/office/drawing/2014/main" id="{131B85CE-62AC-4F4D-9E0A-B98535ECEA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483" name="Graphic 3482" descr="Deciduous tree with solid fill">
              <a:extLst>
                <a:ext uri="{FF2B5EF4-FFF2-40B4-BE49-F238E27FC236}">
                  <a16:creationId xmlns:a16="http://schemas.microsoft.com/office/drawing/2014/main" id="{A701F3E0-3523-886C-6CC6-0F04D88552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485" name="Graphic 3484" descr="Deciduous tree with solid fill">
              <a:extLst>
                <a:ext uri="{FF2B5EF4-FFF2-40B4-BE49-F238E27FC236}">
                  <a16:creationId xmlns:a16="http://schemas.microsoft.com/office/drawing/2014/main" id="{BF7F870D-4350-59BC-7693-21774C35B2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487" name="Graphic 3486" descr="Deciduous tree with solid fill">
              <a:extLst>
                <a:ext uri="{FF2B5EF4-FFF2-40B4-BE49-F238E27FC236}">
                  <a16:creationId xmlns:a16="http://schemas.microsoft.com/office/drawing/2014/main" id="{4C2318AB-25C4-047C-C87B-3F93A0872D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489" name="Graphic 3488" descr="Deciduous tree with solid fill">
              <a:extLst>
                <a:ext uri="{FF2B5EF4-FFF2-40B4-BE49-F238E27FC236}">
                  <a16:creationId xmlns:a16="http://schemas.microsoft.com/office/drawing/2014/main" id="{992CB2DF-48B2-FB44-6C7F-58FE5E2ED6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491" name="Graphic 3490" descr="Deciduous tree with solid fill">
              <a:extLst>
                <a:ext uri="{FF2B5EF4-FFF2-40B4-BE49-F238E27FC236}">
                  <a16:creationId xmlns:a16="http://schemas.microsoft.com/office/drawing/2014/main" id="{6FCD20D1-263B-2D20-B55D-DF9E36EA1B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493" name="Graphic 3492" descr="Deciduous tree with solid fill">
              <a:extLst>
                <a:ext uri="{FF2B5EF4-FFF2-40B4-BE49-F238E27FC236}">
                  <a16:creationId xmlns:a16="http://schemas.microsoft.com/office/drawing/2014/main" id="{99BDDC23-4A0D-B97B-825C-7080D65B79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495" name="Graphic 3494" descr="Deciduous tree with solid fill">
              <a:extLst>
                <a:ext uri="{FF2B5EF4-FFF2-40B4-BE49-F238E27FC236}">
                  <a16:creationId xmlns:a16="http://schemas.microsoft.com/office/drawing/2014/main" id="{812836DF-554A-6BD6-9C6F-FC834C91EE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497" name="Graphic 3496" descr="Deciduous tree with solid fill">
              <a:extLst>
                <a:ext uri="{FF2B5EF4-FFF2-40B4-BE49-F238E27FC236}">
                  <a16:creationId xmlns:a16="http://schemas.microsoft.com/office/drawing/2014/main" id="{14E9DBA5-D3FD-05FC-F3EE-5258FEFA90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501" name="Graphic 3500" descr="Deciduous tree with solid fill">
              <a:extLst>
                <a:ext uri="{FF2B5EF4-FFF2-40B4-BE49-F238E27FC236}">
                  <a16:creationId xmlns:a16="http://schemas.microsoft.com/office/drawing/2014/main" id="{A28765BD-175E-C4FC-AA56-2DA25EB6AD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503" name="Graphic 3502" descr="Deciduous tree with solid fill">
              <a:extLst>
                <a:ext uri="{FF2B5EF4-FFF2-40B4-BE49-F238E27FC236}">
                  <a16:creationId xmlns:a16="http://schemas.microsoft.com/office/drawing/2014/main" id="{E3F1725E-A274-78FD-039F-6AD40A6D92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505" name="Graphic 3504" descr="Deciduous tree with solid fill">
              <a:extLst>
                <a:ext uri="{FF2B5EF4-FFF2-40B4-BE49-F238E27FC236}">
                  <a16:creationId xmlns:a16="http://schemas.microsoft.com/office/drawing/2014/main" id="{D0303383-E9B2-796E-92AF-9E01E93DD1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507" name="Graphic 3506" descr="Deciduous tree with solid fill">
              <a:extLst>
                <a:ext uri="{FF2B5EF4-FFF2-40B4-BE49-F238E27FC236}">
                  <a16:creationId xmlns:a16="http://schemas.microsoft.com/office/drawing/2014/main" id="{4E98B202-027E-BE97-183F-707FA5155A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509" name="Graphic 3508" descr="Deciduous tree with solid fill">
              <a:extLst>
                <a:ext uri="{FF2B5EF4-FFF2-40B4-BE49-F238E27FC236}">
                  <a16:creationId xmlns:a16="http://schemas.microsoft.com/office/drawing/2014/main" id="{F91885EE-29E1-80E1-4E5E-D061194A16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511" name="Graphic 3510" descr="Deciduous tree with solid fill">
              <a:extLst>
                <a:ext uri="{FF2B5EF4-FFF2-40B4-BE49-F238E27FC236}">
                  <a16:creationId xmlns:a16="http://schemas.microsoft.com/office/drawing/2014/main" id="{60B0E967-2CCE-AA5D-7F15-260E1556E3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513" name="Graphic 3512" descr="Deciduous tree with solid fill">
              <a:extLst>
                <a:ext uri="{FF2B5EF4-FFF2-40B4-BE49-F238E27FC236}">
                  <a16:creationId xmlns:a16="http://schemas.microsoft.com/office/drawing/2014/main" id="{BD320C12-8418-8415-CF1A-7C28A22B1B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515" name="Graphic 3514" descr="Deciduous tree with solid fill">
              <a:extLst>
                <a:ext uri="{FF2B5EF4-FFF2-40B4-BE49-F238E27FC236}">
                  <a16:creationId xmlns:a16="http://schemas.microsoft.com/office/drawing/2014/main" id="{159B9798-16C5-185D-DCDA-91E523847F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517" name="Graphic 3516" descr="Deciduous tree with solid fill">
              <a:extLst>
                <a:ext uri="{FF2B5EF4-FFF2-40B4-BE49-F238E27FC236}">
                  <a16:creationId xmlns:a16="http://schemas.microsoft.com/office/drawing/2014/main" id="{DCA64A10-073F-DA34-4949-EAA09D67A7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519" name="Graphic 3518" descr="Deciduous tree with solid fill">
              <a:extLst>
                <a:ext uri="{FF2B5EF4-FFF2-40B4-BE49-F238E27FC236}">
                  <a16:creationId xmlns:a16="http://schemas.microsoft.com/office/drawing/2014/main" id="{AD43AF9A-412C-C890-B382-B81886B5E1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521" name="Graphic 3520" descr="Deciduous tree with solid fill">
              <a:extLst>
                <a:ext uri="{FF2B5EF4-FFF2-40B4-BE49-F238E27FC236}">
                  <a16:creationId xmlns:a16="http://schemas.microsoft.com/office/drawing/2014/main" id="{FFCE610B-A8E4-5321-A55E-D523CC23F1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523" name="Graphic 3522" descr="Deciduous tree with solid fill">
              <a:extLst>
                <a:ext uri="{FF2B5EF4-FFF2-40B4-BE49-F238E27FC236}">
                  <a16:creationId xmlns:a16="http://schemas.microsoft.com/office/drawing/2014/main" id="{C8FEF0AF-9DF3-07A0-51F6-8E02A613DF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525" name="Graphic 3524" descr="Deciduous tree with solid fill">
              <a:extLst>
                <a:ext uri="{FF2B5EF4-FFF2-40B4-BE49-F238E27FC236}">
                  <a16:creationId xmlns:a16="http://schemas.microsoft.com/office/drawing/2014/main" id="{E4E99F1A-57AE-FC17-9E74-327E5C7900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527" name="Graphic 3526" descr="Deciduous tree with solid fill">
              <a:extLst>
                <a:ext uri="{FF2B5EF4-FFF2-40B4-BE49-F238E27FC236}">
                  <a16:creationId xmlns:a16="http://schemas.microsoft.com/office/drawing/2014/main" id="{9D828A78-87B5-5A21-657F-3459DAB925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529" name="Graphic 3528" descr="Deciduous tree with solid fill">
              <a:extLst>
                <a:ext uri="{FF2B5EF4-FFF2-40B4-BE49-F238E27FC236}">
                  <a16:creationId xmlns:a16="http://schemas.microsoft.com/office/drawing/2014/main" id="{22D1FAA1-D50F-41B7-6415-0D826F2E05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531" name="Graphic 3530" descr="Deciduous tree with solid fill">
              <a:extLst>
                <a:ext uri="{FF2B5EF4-FFF2-40B4-BE49-F238E27FC236}">
                  <a16:creationId xmlns:a16="http://schemas.microsoft.com/office/drawing/2014/main" id="{98043634-8D5D-D583-67D7-0DA805B5FF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533" name="Graphic 3532" descr="Deciduous tree with solid fill">
              <a:extLst>
                <a:ext uri="{FF2B5EF4-FFF2-40B4-BE49-F238E27FC236}">
                  <a16:creationId xmlns:a16="http://schemas.microsoft.com/office/drawing/2014/main" id="{70185E3A-920F-CFB0-5530-DC813D8BC4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535" name="Graphic 3534" descr="Deciduous tree with solid fill">
              <a:extLst>
                <a:ext uri="{FF2B5EF4-FFF2-40B4-BE49-F238E27FC236}">
                  <a16:creationId xmlns:a16="http://schemas.microsoft.com/office/drawing/2014/main" id="{B6AC33D5-C38E-626F-EE61-6EC9A0D673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537" name="Graphic 3536" descr="Deciduous tree with solid fill">
              <a:extLst>
                <a:ext uri="{FF2B5EF4-FFF2-40B4-BE49-F238E27FC236}">
                  <a16:creationId xmlns:a16="http://schemas.microsoft.com/office/drawing/2014/main" id="{D2F0045B-5364-ED42-CE5F-085856303D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539" name="Graphic 3538" descr="Deciduous tree with solid fill">
              <a:extLst>
                <a:ext uri="{FF2B5EF4-FFF2-40B4-BE49-F238E27FC236}">
                  <a16:creationId xmlns:a16="http://schemas.microsoft.com/office/drawing/2014/main" id="{588A7914-29A2-A337-2334-4E2C0EF831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541" name="Graphic 3540" descr="Deciduous tree with solid fill">
              <a:extLst>
                <a:ext uri="{FF2B5EF4-FFF2-40B4-BE49-F238E27FC236}">
                  <a16:creationId xmlns:a16="http://schemas.microsoft.com/office/drawing/2014/main" id="{1620F705-C6C6-C111-82F3-1F468E4BEE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543" name="Graphic 3542" descr="Deciduous tree with solid fill">
              <a:extLst>
                <a:ext uri="{FF2B5EF4-FFF2-40B4-BE49-F238E27FC236}">
                  <a16:creationId xmlns:a16="http://schemas.microsoft.com/office/drawing/2014/main" id="{21194D7A-132F-864B-E1D6-F78C58846F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545" name="Graphic 3544" descr="Deciduous tree with solid fill">
              <a:extLst>
                <a:ext uri="{FF2B5EF4-FFF2-40B4-BE49-F238E27FC236}">
                  <a16:creationId xmlns:a16="http://schemas.microsoft.com/office/drawing/2014/main" id="{7B78298B-B595-3112-0064-243F145B06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547" name="Graphic 3546" descr="Deciduous tree with solid fill">
              <a:extLst>
                <a:ext uri="{FF2B5EF4-FFF2-40B4-BE49-F238E27FC236}">
                  <a16:creationId xmlns:a16="http://schemas.microsoft.com/office/drawing/2014/main" id="{D1355CFF-53D7-F85B-3BE5-6A10337E0A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549" name="Graphic 3548" descr="Deciduous tree with solid fill">
              <a:extLst>
                <a:ext uri="{FF2B5EF4-FFF2-40B4-BE49-F238E27FC236}">
                  <a16:creationId xmlns:a16="http://schemas.microsoft.com/office/drawing/2014/main" id="{E5540B37-EF1F-BA82-8FC2-44765B07BB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551" name="Graphic 3550" descr="Deciduous tree with solid fill">
              <a:extLst>
                <a:ext uri="{FF2B5EF4-FFF2-40B4-BE49-F238E27FC236}">
                  <a16:creationId xmlns:a16="http://schemas.microsoft.com/office/drawing/2014/main" id="{8DCF3241-D1CC-BE76-0E9F-8725FBA922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553" name="Graphic 3552" descr="Deciduous tree with solid fill">
              <a:extLst>
                <a:ext uri="{FF2B5EF4-FFF2-40B4-BE49-F238E27FC236}">
                  <a16:creationId xmlns:a16="http://schemas.microsoft.com/office/drawing/2014/main" id="{B890A20F-D993-F80D-04F9-31C43CA241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555" name="Graphic 3554" descr="Deciduous tree with solid fill">
              <a:extLst>
                <a:ext uri="{FF2B5EF4-FFF2-40B4-BE49-F238E27FC236}">
                  <a16:creationId xmlns:a16="http://schemas.microsoft.com/office/drawing/2014/main" id="{AD29345F-AD33-AEAB-85EF-158A620E91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557" name="Graphic 3556" descr="Deciduous tree with solid fill">
              <a:extLst>
                <a:ext uri="{FF2B5EF4-FFF2-40B4-BE49-F238E27FC236}">
                  <a16:creationId xmlns:a16="http://schemas.microsoft.com/office/drawing/2014/main" id="{FD763A83-60A9-A2C4-E94B-ED21BC6878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559" name="Graphic 3558" descr="Deciduous tree with solid fill">
              <a:extLst>
                <a:ext uri="{FF2B5EF4-FFF2-40B4-BE49-F238E27FC236}">
                  <a16:creationId xmlns:a16="http://schemas.microsoft.com/office/drawing/2014/main" id="{0514404C-0994-F07B-4E3A-4783416C1B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563" name="Graphic 3562" descr="Deciduous tree with solid fill">
              <a:extLst>
                <a:ext uri="{FF2B5EF4-FFF2-40B4-BE49-F238E27FC236}">
                  <a16:creationId xmlns:a16="http://schemas.microsoft.com/office/drawing/2014/main" id="{5527BFBB-D4EC-DD73-14EE-4A331EA979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565" name="Graphic 3564" descr="Deciduous tree with solid fill">
              <a:extLst>
                <a:ext uri="{FF2B5EF4-FFF2-40B4-BE49-F238E27FC236}">
                  <a16:creationId xmlns:a16="http://schemas.microsoft.com/office/drawing/2014/main" id="{674C52F7-883F-2CCC-BA95-1C47CB70EF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567" name="Graphic 3566" descr="Deciduous tree with solid fill">
              <a:extLst>
                <a:ext uri="{FF2B5EF4-FFF2-40B4-BE49-F238E27FC236}">
                  <a16:creationId xmlns:a16="http://schemas.microsoft.com/office/drawing/2014/main" id="{B5BD21DC-FE07-FAC7-E19E-B6F0A032D2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569" name="Graphic 3568" descr="Deciduous tree with solid fill">
              <a:extLst>
                <a:ext uri="{FF2B5EF4-FFF2-40B4-BE49-F238E27FC236}">
                  <a16:creationId xmlns:a16="http://schemas.microsoft.com/office/drawing/2014/main" id="{36ED6A42-8439-D056-4F6C-D48153B20C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571" name="Graphic 3570" descr="Deciduous tree with solid fill">
              <a:extLst>
                <a:ext uri="{FF2B5EF4-FFF2-40B4-BE49-F238E27FC236}">
                  <a16:creationId xmlns:a16="http://schemas.microsoft.com/office/drawing/2014/main" id="{5DB31FED-EC19-D42E-CD96-69A9587B48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573" name="Graphic 3572" descr="Deciduous tree with solid fill">
              <a:extLst>
                <a:ext uri="{FF2B5EF4-FFF2-40B4-BE49-F238E27FC236}">
                  <a16:creationId xmlns:a16="http://schemas.microsoft.com/office/drawing/2014/main" id="{4DDB48C6-1481-4002-262A-D7057385F8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575" name="Graphic 3574" descr="Deciduous tree with solid fill">
              <a:extLst>
                <a:ext uri="{FF2B5EF4-FFF2-40B4-BE49-F238E27FC236}">
                  <a16:creationId xmlns:a16="http://schemas.microsoft.com/office/drawing/2014/main" id="{62EC588D-371F-298C-3C71-BD69CD9F82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577" name="Graphic 3576" descr="Deciduous tree with solid fill">
              <a:extLst>
                <a:ext uri="{FF2B5EF4-FFF2-40B4-BE49-F238E27FC236}">
                  <a16:creationId xmlns:a16="http://schemas.microsoft.com/office/drawing/2014/main" id="{7154A6F0-23CD-BE74-5134-0E2320D24F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579" name="Graphic 3578" descr="Deciduous tree with solid fill">
              <a:extLst>
                <a:ext uri="{FF2B5EF4-FFF2-40B4-BE49-F238E27FC236}">
                  <a16:creationId xmlns:a16="http://schemas.microsoft.com/office/drawing/2014/main" id="{0E37F6DA-77E0-BAA4-5384-B45692B5AB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581" name="Graphic 3580" descr="Deciduous tree with solid fill">
              <a:extLst>
                <a:ext uri="{FF2B5EF4-FFF2-40B4-BE49-F238E27FC236}">
                  <a16:creationId xmlns:a16="http://schemas.microsoft.com/office/drawing/2014/main" id="{5867321D-6D55-AD2A-12D4-CE161CB148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583" name="Graphic 3582" descr="Deciduous tree with solid fill">
              <a:extLst>
                <a:ext uri="{FF2B5EF4-FFF2-40B4-BE49-F238E27FC236}">
                  <a16:creationId xmlns:a16="http://schemas.microsoft.com/office/drawing/2014/main" id="{FA1D66F5-D6B6-A9D7-9682-6815509521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585" name="Graphic 3584" descr="Deciduous tree with solid fill">
              <a:extLst>
                <a:ext uri="{FF2B5EF4-FFF2-40B4-BE49-F238E27FC236}">
                  <a16:creationId xmlns:a16="http://schemas.microsoft.com/office/drawing/2014/main" id="{CABC6094-F707-3F11-F847-EA7D1B616B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587" name="Graphic 3586" descr="Deciduous tree with solid fill">
              <a:extLst>
                <a:ext uri="{FF2B5EF4-FFF2-40B4-BE49-F238E27FC236}">
                  <a16:creationId xmlns:a16="http://schemas.microsoft.com/office/drawing/2014/main" id="{AB362C31-CF5C-25DB-FE58-AF9FF2F0FD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589" name="Graphic 3588" descr="Deciduous tree with solid fill">
              <a:extLst>
                <a:ext uri="{FF2B5EF4-FFF2-40B4-BE49-F238E27FC236}">
                  <a16:creationId xmlns:a16="http://schemas.microsoft.com/office/drawing/2014/main" id="{CEE60607-E328-A8E0-B43C-5DF7DB44E6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591" name="Graphic 3590" descr="Deciduous tree with solid fill">
              <a:extLst>
                <a:ext uri="{FF2B5EF4-FFF2-40B4-BE49-F238E27FC236}">
                  <a16:creationId xmlns:a16="http://schemas.microsoft.com/office/drawing/2014/main" id="{A2F321A9-75AA-F2C5-0FDE-69F6A4A750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593" name="Graphic 3592" descr="Deciduous tree with solid fill">
              <a:extLst>
                <a:ext uri="{FF2B5EF4-FFF2-40B4-BE49-F238E27FC236}">
                  <a16:creationId xmlns:a16="http://schemas.microsoft.com/office/drawing/2014/main" id="{B753BCCB-A969-0F11-2FF3-0656BEEDB5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595" name="Graphic 3594" descr="Deciduous tree with solid fill">
              <a:extLst>
                <a:ext uri="{FF2B5EF4-FFF2-40B4-BE49-F238E27FC236}">
                  <a16:creationId xmlns:a16="http://schemas.microsoft.com/office/drawing/2014/main" id="{401BB3AF-AF2F-9D3C-1199-6C8B91A1B2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597" name="Graphic 3596" descr="Deciduous tree with solid fill">
              <a:extLst>
                <a:ext uri="{FF2B5EF4-FFF2-40B4-BE49-F238E27FC236}">
                  <a16:creationId xmlns:a16="http://schemas.microsoft.com/office/drawing/2014/main" id="{E2947E5A-DA5E-AC5C-BB31-D271A67932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599" name="Graphic 3598" descr="Deciduous tree with solid fill">
              <a:extLst>
                <a:ext uri="{FF2B5EF4-FFF2-40B4-BE49-F238E27FC236}">
                  <a16:creationId xmlns:a16="http://schemas.microsoft.com/office/drawing/2014/main" id="{890AA544-2C12-1753-8FF7-D365C28904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01" name="Graphic 3600" descr="Deciduous tree with solid fill">
              <a:extLst>
                <a:ext uri="{FF2B5EF4-FFF2-40B4-BE49-F238E27FC236}">
                  <a16:creationId xmlns:a16="http://schemas.microsoft.com/office/drawing/2014/main" id="{D7E11677-E6E7-B607-8FDA-EBFF84E8C1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603" name="Graphic 3602" descr="Deciduous tree with solid fill">
              <a:extLst>
                <a:ext uri="{FF2B5EF4-FFF2-40B4-BE49-F238E27FC236}">
                  <a16:creationId xmlns:a16="http://schemas.microsoft.com/office/drawing/2014/main" id="{5E627B27-880C-3375-5EF5-4FC19B2BAC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05" name="Graphic 3604" descr="Deciduous tree with solid fill">
              <a:extLst>
                <a:ext uri="{FF2B5EF4-FFF2-40B4-BE49-F238E27FC236}">
                  <a16:creationId xmlns:a16="http://schemas.microsoft.com/office/drawing/2014/main" id="{73037588-19CC-DF92-9B7C-C4E98ABF9D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607" name="Graphic 3606" descr="Deciduous tree with solid fill">
              <a:extLst>
                <a:ext uri="{FF2B5EF4-FFF2-40B4-BE49-F238E27FC236}">
                  <a16:creationId xmlns:a16="http://schemas.microsoft.com/office/drawing/2014/main" id="{0315BCBE-BE5A-4689-7516-63AD0915CE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609" name="Graphic 3608" descr="Deciduous tree with solid fill">
              <a:extLst>
                <a:ext uri="{FF2B5EF4-FFF2-40B4-BE49-F238E27FC236}">
                  <a16:creationId xmlns:a16="http://schemas.microsoft.com/office/drawing/2014/main" id="{5B08A94A-3621-26A1-67AD-EB93EC8665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611" name="Graphic 3610" descr="Deciduous tree with solid fill">
              <a:extLst>
                <a:ext uri="{FF2B5EF4-FFF2-40B4-BE49-F238E27FC236}">
                  <a16:creationId xmlns:a16="http://schemas.microsoft.com/office/drawing/2014/main" id="{970963CE-51CF-66D7-374D-B0672DDA09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613" name="Graphic 3612" descr="Deciduous tree with solid fill">
              <a:extLst>
                <a:ext uri="{FF2B5EF4-FFF2-40B4-BE49-F238E27FC236}">
                  <a16:creationId xmlns:a16="http://schemas.microsoft.com/office/drawing/2014/main" id="{90446EF5-6FD8-1313-B09E-DB6F12E929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615" name="Graphic 3614" descr="Deciduous tree with solid fill">
              <a:extLst>
                <a:ext uri="{FF2B5EF4-FFF2-40B4-BE49-F238E27FC236}">
                  <a16:creationId xmlns:a16="http://schemas.microsoft.com/office/drawing/2014/main" id="{D4DF6010-8537-4704-5561-C2A5C18432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619" name="Graphic 3618" descr="Deciduous tree with solid fill">
              <a:extLst>
                <a:ext uri="{FF2B5EF4-FFF2-40B4-BE49-F238E27FC236}">
                  <a16:creationId xmlns:a16="http://schemas.microsoft.com/office/drawing/2014/main" id="{606B8B02-7602-1818-88E7-90266C67A5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621" name="Graphic 3620" descr="Deciduous tree with solid fill">
              <a:extLst>
                <a:ext uri="{FF2B5EF4-FFF2-40B4-BE49-F238E27FC236}">
                  <a16:creationId xmlns:a16="http://schemas.microsoft.com/office/drawing/2014/main" id="{F36FDD33-87BA-1F08-4EF1-52D9F562EC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623" name="Graphic 3622" descr="Deciduous tree with solid fill">
              <a:extLst>
                <a:ext uri="{FF2B5EF4-FFF2-40B4-BE49-F238E27FC236}">
                  <a16:creationId xmlns:a16="http://schemas.microsoft.com/office/drawing/2014/main" id="{DF6FFD7C-D012-1C61-89F9-BF2FB4E8AA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625" name="Graphic 3624" descr="Deciduous tree with solid fill">
              <a:extLst>
                <a:ext uri="{FF2B5EF4-FFF2-40B4-BE49-F238E27FC236}">
                  <a16:creationId xmlns:a16="http://schemas.microsoft.com/office/drawing/2014/main" id="{D9D3AFB5-E3E8-00D1-DD32-8EB55CD366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627" name="Graphic 3626" descr="Deciduous tree with solid fill">
              <a:extLst>
                <a:ext uri="{FF2B5EF4-FFF2-40B4-BE49-F238E27FC236}">
                  <a16:creationId xmlns:a16="http://schemas.microsoft.com/office/drawing/2014/main" id="{D27549B5-3836-60DF-364B-C07D6B2F20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629" name="Graphic 3628" descr="Deciduous tree with solid fill">
              <a:extLst>
                <a:ext uri="{FF2B5EF4-FFF2-40B4-BE49-F238E27FC236}">
                  <a16:creationId xmlns:a16="http://schemas.microsoft.com/office/drawing/2014/main" id="{6522BD64-5B68-7DE3-537F-A741D85EFA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631" name="Graphic 3630" descr="Deciduous tree with solid fill">
              <a:extLst>
                <a:ext uri="{FF2B5EF4-FFF2-40B4-BE49-F238E27FC236}">
                  <a16:creationId xmlns:a16="http://schemas.microsoft.com/office/drawing/2014/main" id="{52C65183-F773-F721-F024-6C8C6581D6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633" name="Graphic 3632" descr="Deciduous tree with solid fill">
              <a:extLst>
                <a:ext uri="{FF2B5EF4-FFF2-40B4-BE49-F238E27FC236}">
                  <a16:creationId xmlns:a16="http://schemas.microsoft.com/office/drawing/2014/main" id="{8D2C7754-D289-1986-E5FA-3F198B4268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635" name="Graphic 3634" descr="Deciduous tree with solid fill">
              <a:extLst>
                <a:ext uri="{FF2B5EF4-FFF2-40B4-BE49-F238E27FC236}">
                  <a16:creationId xmlns:a16="http://schemas.microsoft.com/office/drawing/2014/main" id="{D60623DF-2336-6954-686B-162ACDE7BB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637" name="Graphic 3636" descr="Deciduous tree with solid fill">
              <a:extLst>
                <a:ext uri="{FF2B5EF4-FFF2-40B4-BE49-F238E27FC236}">
                  <a16:creationId xmlns:a16="http://schemas.microsoft.com/office/drawing/2014/main" id="{BA61183B-9C93-627F-B3EF-37858474C4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639" name="Graphic 3638" descr="Deciduous tree with solid fill">
              <a:extLst>
                <a:ext uri="{FF2B5EF4-FFF2-40B4-BE49-F238E27FC236}">
                  <a16:creationId xmlns:a16="http://schemas.microsoft.com/office/drawing/2014/main" id="{FC496AE9-82A1-DC2B-1490-D965CA1B9E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641" name="Graphic 3640" descr="Deciduous tree with solid fill">
              <a:extLst>
                <a:ext uri="{FF2B5EF4-FFF2-40B4-BE49-F238E27FC236}">
                  <a16:creationId xmlns:a16="http://schemas.microsoft.com/office/drawing/2014/main" id="{FAE11D29-B98F-7567-FD5B-F99DD3A0CF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643" name="Graphic 3642" descr="Deciduous tree with solid fill">
              <a:extLst>
                <a:ext uri="{FF2B5EF4-FFF2-40B4-BE49-F238E27FC236}">
                  <a16:creationId xmlns:a16="http://schemas.microsoft.com/office/drawing/2014/main" id="{F3C5EA52-606F-E027-4D88-EC407CD934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645" name="Graphic 3644" descr="Deciduous tree with solid fill">
              <a:extLst>
                <a:ext uri="{FF2B5EF4-FFF2-40B4-BE49-F238E27FC236}">
                  <a16:creationId xmlns:a16="http://schemas.microsoft.com/office/drawing/2014/main" id="{A475AE3B-A7F9-47F7-24DC-35F191CBCD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647" name="Graphic 3646" descr="Deciduous tree with solid fill">
              <a:extLst>
                <a:ext uri="{FF2B5EF4-FFF2-40B4-BE49-F238E27FC236}">
                  <a16:creationId xmlns:a16="http://schemas.microsoft.com/office/drawing/2014/main" id="{82FB67FC-D2E7-19AC-72E6-6C9ADE356F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649" name="Graphic 3648" descr="Deciduous tree with solid fill">
              <a:extLst>
                <a:ext uri="{FF2B5EF4-FFF2-40B4-BE49-F238E27FC236}">
                  <a16:creationId xmlns:a16="http://schemas.microsoft.com/office/drawing/2014/main" id="{CCB3B7FB-5E29-3896-9156-A3BC52CDE2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651" name="Graphic 3650" descr="Deciduous tree with solid fill">
              <a:extLst>
                <a:ext uri="{FF2B5EF4-FFF2-40B4-BE49-F238E27FC236}">
                  <a16:creationId xmlns:a16="http://schemas.microsoft.com/office/drawing/2014/main" id="{3005BD29-30AB-E23A-910D-B47381895A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53" name="Graphic 3652" descr="Deciduous tree with solid fill">
              <a:extLst>
                <a:ext uri="{FF2B5EF4-FFF2-40B4-BE49-F238E27FC236}">
                  <a16:creationId xmlns:a16="http://schemas.microsoft.com/office/drawing/2014/main" id="{D18A071A-B879-E5ED-ADD9-9F88331AA9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55" name="Graphic 3654" descr="Deciduous tree with solid fill">
              <a:extLst>
                <a:ext uri="{FF2B5EF4-FFF2-40B4-BE49-F238E27FC236}">
                  <a16:creationId xmlns:a16="http://schemas.microsoft.com/office/drawing/2014/main" id="{365D774C-74C5-F170-6A30-CCB964BB10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657" name="Graphic 3656" descr="Deciduous tree with solid fill">
              <a:extLst>
                <a:ext uri="{FF2B5EF4-FFF2-40B4-BE49-F238E27FC236}">
                  <a16:creationId xmlns:a16="http://schemas.microsoft.com/office/drawing/2014/main" id="{90615343-0C9A-D2A0-E7F4-D4BE9E0F5E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659" name="Graphic 3658" descr="Deciduous tree with solid fill">
              <a:extLst>
                <a:ext uri="{FF2B5EF4-FFF2-40B4-BE49-F238E27FC236}">
                  <a16:creationId xmlns:a16="http://schemas.microsoft.com/office/drawing/2014/main" id="{28CC4C7F-693A-72F2-3CC5-19AC53EBED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661" name="Graphic 3660" descr="Deciduous tree with solid fill">
              <a:extLst>
                <a:ext uri="{FF2B5EF4-FFF2-40B4-BE49-F238E27FC236}">
                  <a16:creationId xmlns:a16="http://schemas.microsoft.com/office/drawing/2014/main" id="{564244F9-D331-44C5-0AEA-6B6966AC4F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663" name="Graphic 3662" descr="Deciduous tree with solid fill">
              <a:extLst>
                <a:ext uri="{FF2B5EF4-FFF2-40B4-BE49-F238E27FC236}">
                  <a16:creationId xmlns:a16="http://schemas.microsoft.com/office/drawing/2014/main" id="{485E28B0-11F2-951A-D6E4-B3E90A2ABD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665" name="Graphic 3664" descr="Deciduous tree with solid fill">
              <a:extLst>
                <a:ext uri="{FF2B5EF4-FFF2-40B4-BE49-F238E27FC236}">
                  <a16:creationId xmlns:a16="http://schemas.microsoft.com/office/drawing/2014/main" id="{571C5D0B-080A-E2EE-4855-EE135C590C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669" name="Graphic 3668" descr="Deciduous tree with solid fill">
              <a:extLst>
                <a:ext uri="{FF2B5EF4-FFF2-40B4-BE49-F238E27FC236}">
                  <a16:creationId xmlns:a16="http://schemas.microsoft.com/office/drawing/2014/main" id="{A9E9EB10-4465-E403-4FC6-D7B6EE0D2B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671" name="Graphic 3670" descr="Deciduous tree with solid fill">
              <a:extLst>
                <a:ext uri="{FF2B5EF4-FFF2-40B4-BE49-F238E27FC236}">
                  <a16:creationId xmlns:a16="http://schemas.microsoft.com/office/drawing/2014/main" id="{DDCD11E7-0016-F923-FB4E-94A6831E7D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673" name="Graphic 3672" descr="Deciduous tree with solid fill">
              <a:extLst>
                <a:ext uri="{FF2B5EF4-FFF2-40B4-BE49-F238E27FC236}">
                  <a16:creationId xmlns:a16="http://schemas.microsoft.com/office/drawing/2014/main" id="{DBCB1A4D-ADF6-48C1-B4EC-A4343BF0FE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75" name="Graphic 3674" descr="Deciduous tree with solid fill">
              <a:extLst>
                <a:ext uri="{FF2B5EF4-FFF2-40B4-BE49-F238E27FC236}">
                  <a16:creationId xmlns:a16="http://schemas.microsoft.com/office/drawing/2014/main" id="{D6E25752-4478-38BA-760D-5C34046568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677" name="Graphic 3676" descr="Deciduous tree with solid fill">
              <a:extLst>
                <a:ext uri="{FF2B5EF4-FFF2-40B4-BE49-F238E27FC236}">
                  <a16:creationId xmlns:a16="http://schemas.microsoft.com/office/drawing/2014/main" id="{64645A44-6F68-3BA2-3B60-D617A02CD6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679" name="Graphic 3678" descr="Deciduous tree with solid fill">
              <a:extLst>
                <a:ext uri="{FF2B5EF4-FFF2-40B4-BE49-F238E27FC236}">
                  <a16:creationId xmlns:a16="http://schemas.microsoft.com/office/drawing/2014/main" id="{CC46CE79-CD0A-7F8F-6E0D-700AA4467B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681" name="Graphic 3680" descr="Deciduous tree with solid fill">
              <a:extLst>
                <a:ext uri="{FF2B5EF4-FFF2-40B4-BE49-F238E27FC236}">
                  <a16:creationId xmlns:a16="http://schemas.microsoft.com/office/drawing/2014/main" id="{45FBE3D9-3664-3FEC-7EB4-C7E0C9B14D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683" name="Graphic 3682" descr="Deciduous tree with solid fill">
              <a:extLst>
                <a:ext uri="{FF2B5EF4-FFF2-40B4-BE49-F238E27FC236}">
                  <a16:creationId xmlns:a16="http://schemas.microsoft.com/office/drawing/2014/main" id="{96B4873B-8266-7396-3ACC-48F668E0C1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685" name="Graphic 3684" descr="Deciduous tree with solid fill">
              <a:extLst>
                <a:ext uri="{FF2B5EF4-FFF2-40B4-BE49-F238E27FC236}">
                  <a16:creationId xmlns:a16="http://schemas.microsoft.com/office/drawing/2014/main" id="{4E27739D-70F7-4742-4378-AEB3F7C865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687" name="Graphic 3686" descr="Deciduous tree with solid fill">
              <a:extLst>
                <a:ext uri="{FF2B5EF4-FFF2-40B4-BE49-F238E27FC236}">
                  <a16:creationId xmlns:a16="http://schemas.microsoft.com/office/drawing/2014/main" id="{0B494F22-6F66-14DF-E660-85F50A4BF9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689" name="Graphic 3688" descr="Deciduous tree with solid fill">
              <a:extLst>
                <a:ext uri="{FF2B5EF4-FFF2-40B4-BE49-F238E27FC236}">
                  <a16:creationId xmlns:a16="http://schemas.microsoft.com/office/drawing/2014/main" id="{6A0AD8EB-F5D7-9A64-009F-A5BCB906A9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691" name="Graphic 3690" descr="Deciduous tree with solid fill">
              <a:extLst>
                <a:ext uri="{FF2B5EF4-FFF2-40B4-BE49-F238E27FC236}">
                  <a16:creationId xmlns:a16="http://schemas.microsoft.com/office/drawing/2014/main" id="{71F6ADBD-E1C6-968A-8215-B36AB8B262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693" name="Graphic 3692" descr="Deciduous tree with solid fill">
              <a:extLst>
                <a:ext uri="{FF2B5EF4-FFF2-40B4-BE49-F238E27FC236}">
                  <a16:creationId xmlns:a16="http://schemas.microsoft.com/office/drawing/2014/main" id="{E98516C7-5C84-844D-303E-4D7BA4E339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695" name="Graphic 3694" descr="Deciduous tree with solid fill">
              <a:extLst>
                <a:ext uri="{FF2B5EF4-FFF2-40B4-BE49-F238E27FC236}">
                  <a16:creationId xmlns:a16="http://schemas.microsoft.com/office/drawing/2014/main" id="{5D5416EE-8334-C823-7228-B1B50C6E9B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697" name="Graphic 3696" descr="Deciduous tree with solid fill">
              <a:extLst>
                <a:ext uri="{FF2B5EF4-FFF2-40B4-BE49-F238E27FC236}">
                  <a16:creationId xmlns:a16="http://schemas.microsoft.com/office/drawing/2014/main" id="{B9D42533-11C2-1CF0-C87C-45F2A9D315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99" name="Graphic 3698" descr="Deciduous tree with solid fill">
              <a:extLst>
                <a:ext uri="{FF2B5EF4-FFF2-40B4-BE49-F238E27FC236}">
                  <a16:creationId xmlns:a16="http://schemas.microsoft.com/office/drawing/2014/main" id="{6BEB07E5-0B9C-A352-429A-2461B8CB69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701" name="Graphic 3700" descr="Deciduous tree with solid fill">
              <a:extLst>
                <a:ext uri="{FF2B5EF4-FFF2-40B4-BE49-F238E27FC236}">
                  <a16:creationId xmlns:a16="http://schemas.microsoft.com/office/drawing/2014/main" id="{A9ACA4B1-2DDB-34D9-32AF-AC0E9B5E35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03" name="Graphic 3702" descr="Deciduous tree with solid fill">
              <a:extLst>
                <a:ext uri="{FF2B5EF4-FFF2-40B4-BE49-F238E27FC236}">
                  <a16:creationId xmlns:a16="http://schemas.microsoft.com/office/drawing/2014/main" id="{AE4D22CE-5A12-953D-5C45-2EA876DA84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05" name="Graphic 3704" descr="Deciduous tree with solid fill">
              <a:extLst>
                <a:ext uri="{FF2B5EF4-FFF2-40B4-BE49-F238E27FC236}">
                  <a16:creationId xmlns:a16="http://schemas.microsoft.com/office/drawing/2014/main" id="{E37705C4-ABCC-AB34-E7C1-7922C64D39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07" name="Graphic 3706" descr="Deciduous tree with solid fill">
              <a:extLst>
                <a:ext uri="{FF2B5EF4-FFF2-40B4-BE49-F238E27FC236}">
                  <a16:creationId xmlns:a16="http://schemas.microsoft.com/office/drawing/2014/main" id="{928BD8AA-6BD8-2929-0845-847FC76368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09" name="Graphic 3708" descr="Deciduous tree with solid fill">
              <a:extLst>
                <a:ext uri="{FF2B5EF4-FFF2-40B4-BE49-F238E27FC236}">
                  <a16:creationId xmlns:a16="http://schemas.microsoft.com/office/drawing/2014/main" id="{57A8E462-78A0-3B95-3E54-B76A5FB3C7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13" name="Graphic 3712" descr="Deciduous tree with solid fill">
              <a:extLst>
                <a:ext uri="{FF2B5EF4-FFF2-40B4-BE49-F238E27FC236}">
                  <a16:creationId xmlns:a16="http://schemas.microsoft.com/office/drawing/2014/main" id="{B7C87221-B8AD-8C3E-F280-CB4637037D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715" name="Graphic 3714" descr="Deciduous tree with solid fill">
              <a:extLst>
                <a:ext uri="{FF2B5EF4-FFF2-40B4-BE49-F238E27FC236}">
                  <a16:creationId xmlns:a16="http://schemas.microsoft.com/office/drawing/2014/main" id="{CC7FC7DD-3752-13D0-7DBA-0BE2DD8B0C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717" name="Graphic 3716" descr="Deciduous tree with solid fill">
              <a:extLst>
                <a:ext uri="{FF2B5EF4-FFF2-40B4-BE49-F238E27FC236}">
                  <a16:creationId xmlns:a16="http://schemas.microsoft.com/office/drawing/2014/main" id="{43E29914-3616-CFFC-0094-75CA6ECE67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719" name="Graphic 3718" descr="Deciduous tree with solid fill">
              <a:extLst>
                <a:ext uri="{FF2B5EF4-FFF2-40B4-BE49-F238E27FC236}">
                  <a16:creationId xmlns:a16="http://schemas.microsoft.com/office/drawing/2014/main" id="{058173F7-0058-71B9-26CF-D3272F026D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721" name="Graphic 3720" descr="Deciduous tree with solid fill">
              <a:extLst>
                <a:ext uri="{FF2B5EF4-FFF2-40B4-BE49-F238E27FC236}">
                  <a16:creationId xmlns:a16="http://schemas.microsoft.com/office/drawing/2014/main" id="{357A892F-20BB-1B88-015B-861405E75D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23" name="Graphic 3722" descr="Deciduous tree with solid fill">
              <a:extLst>
                <a:ext uri="{FF2B5EF4-FFF2-40B4-BE49-F238E27FC236}">
                  <a16:creationId xmlns:a16="http://schemas.microsoft.com/office/drawing/2014/main" id="{22553852-6EBD-1A60-B316-9FCED74553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25" name="Graphic 3724" descr="Deciduous tree with solid fill">
              <a:extLst>
                <a:ext uri="{FF2B5EF4-FFF2-40B4-BE49-F238E27FC236}">
                  <a16:creationId xmlns:a16="http://schemas.microsoft.com/office/drawing/2014/main" id="{B4A1BD73-BA25-35B0-3FAE-D781E982B0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27" name="Graphic 3726" descr="Deciduous tree with solid fill">
              <a:extLst>
                <a:ext uri="{FF2B5EF4-FFF2-40B4-BE49-F238E27FC236}">
                  <a16:creationId xmlns:a16="http://schemas.microsoft.com/office/drawing/2014/main" id="{761C0252-D62A-71E5-B77D-B096D4731A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29" name="Graphic 3728" descr="Deciduous tree with solid fill">
              <a:extLst>
                <a:ext uri="{FF2B5EF4-FFF2-40B4-BE49-F238E27FC236}">
                  <a16:creationId xmlns:a16="http://schemas.microsoft.com/office/drawing/2014/main" id="{0012734D-DFDD-E4C3-CEE3-F0B894584A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731" name="Graphic 3730" descr="Deciduous tree with solid fill">
              <a:extLst>
                <a:ext uri="{FF2B5EF4-FFF2-40B4-BE49-F238E27FC236}">
                  <a16:creationId xmlns:a16="http://schemas.microsoft.com/office/drawing/2014/main" id="{D8F96D68-A8DB-CFCC-1F35-DFA976D48E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33" name="Graphic 3732" descr="Deciduous tree with solid fill">
              <a:extLst>
                <a:ext uri="{FF2B5EF4-FFF2-40B4-BE49-F238E27FC236}">
                  <a16:creationId xmlns:a16="http://schemas.microsoft.com/office/drawing/2014/main" id="{ADBB1967-078F-88B6-824F-C3A514A98E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35" name="Graphic 3734" descr="Deciduous tree with solid fill">
              <a:extLst>
                <a:ext uri="{FF2B5EF4-FFF2-40B4-BE49-F238E27FC236}">
                  <a16:creationId xmlns:a16="http://schemas.microsoft.com/office/drawing/2014/main" id="{C29B4516-4671-57E4-B0F0-E070C4B0BC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37" name="Graphic 3736" descr="Deciduous tree with solid fill">
              <a:extLst>
                <a:ext uri="{FF2B5EF4-FFF2-40B4-BE49-F238E27FC236}">
                  <a16:creationId xmlns:a16="http://schemas.microsoft.com/office/drawing/2014/main" id="{558BB67F-E713-EFAD-B616-BB9D5B2D72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739" name="Graphic 3738" descr="Deciduous tree with solid fill">
              <a:extLst>
                <a:ext uri="{FF2B5EF4-FFF2-40B4-BE49-F238E27FC236}">
                  <a16:creationId xmlns:a16="http://schemas.microsoft.com/office/drawing/2014/main" id="{CE40A90B-F46D-B9CB-4B4A-7576F86244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41" name="Graphic 3740" descr="Deciduous tree with solid fill">
              <a:extLst>
                <a:ext uri="{FF2B5EF4-FFF2-40B4-BE49-F238E27FC236}">
                  <a16:creationId xmlns:a16="http://schemas.microsoft.com/office/drawing/2014/main" id="{9F27A17C-114B-3AAC-08B5-38A12F6335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43" name="Graphic 3742" descr="Deciduous tree with solid fill">
              <a:extLst>
                <a:ext uri="{FF2B5EF4-FFF2-40B4-BE49-F238E27FC236}">
                  <a16:creationId xmlns:a16="http://schemas.microsoft.com/office/drawing/2014/main" id="{ED1AE859-C735-E758-3878-6A8688FFEF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45" name="Graphic 3744" descr="Deciduous tree with solid fill">
              <a:extLst>
                <a:ext uri="{FF2B5EF4-FFF2-40B4-BE49-F238E27FC236}">
                  <a16:creationId xmlns:a16="http://schemas.microsoft.com/office/drawing/2014/main" id="{337831F1-D307-B673-B6EC-933E8D307C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47" name="Graphic 3746" descr="Deciduous tree with solid fill">
              <a:extLst>
                <a:ext uri="{FF2B5EF4-FFF2-40B4-BE49-F238E27FC236}">
                  <a16:creationId xmlns:a16="http://schemas.microsoft.com/office/drawing/2014/main" id="{70DBCAE5-0D9F-6C28-091D-701AA4202A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51" name="Graphic 3750" descr="Deciduous tree with solid fill">
              <a:extLst>
                <a:ext uri="{FF2B5EF4-FFF2-40B4-BE49-F238E27FC236}">
                  <a16:creationId xmlns:a16="http://schemas.microsoft.com/office/drawing/2014/main" id="{6FC7E086-8515-E180-2A64-40135A4DC8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753" name="Graphic 3752" descr="Deciduous tree with solid fill">
              <a:extLst>
                <a:ext uri="{FF2B5EF4-FFF2-40B4-BE49-F238E27FC236}">
                  <a16:creationId xmlns:a16="http://schemas.microsoft.com/office/drawing/2014/main" id="{69C3FAEF-1728-4A42-32EF-6F612E689C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755" name="Graphic 3754" descr="Deciduous tree with solid fill">
              <a:extLst>
                <a:ext uri="{FF2B5EF4-FFF2-40B4-BE49-F238E27FC236}">
                  <a16:creationId xmlns:a16="http://schemas.microsoft.com/office/drawing/2014/main" id="{6CD7A973-31F2-1D67-2161-E897C151ED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57" name="Graphic 3756" descr="Deciduous tree with solid fill">
              <a:extLst>
                <a:ext uri="{FF2B5EF4-FFF2-40B4-BE49-F238E27FC236}">
                  <a16:creationId xmlns:a16="http://schemas.microsoft.com/office/drawing/2014/main" id="{E27A61A5-3606-DFEF-AE3E-3BF61E8D09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59" name="Graphic 3758" descr="Deciduous tree with solid fill">
              <a:extLst>
                <a:ext uri="{FF2B5EF4-FFF2-40B4-BE49-F238E27FC236}">
                  <a16:creationId xmlns:a16="http://schemas.microsoft.com/office/drawing/2014/main" id="{B4697923-02ED-4689-EF9C-BCD49FAFF0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61" name="Graphic 3760" descr="Deciduous tree with solid fill">
              <a:extLst>
                <a:ext uri="{FF2B5EF4-FFF2-40B4-BE49-F238E27FC236}">
                  <a16:creationId xmlns:a16="http://schemas.microsoft.com/office/drawing/2014/main" id="{21C5EAFC-E991-5305-AA2A-185C59B4CD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63" name="Graphic 3762" descr="Deciduous tree with solid fill">
              <a:extLst>
                <a:ext uri="{FF2B5EF4-FFF2-40B4-BE49-F238E27FC236}">
                  <a16:creationId xmlns:a16="http://schemas.microsoft.com/office/drawing/2014/main" id="{166A8228-4624-BBDE-10F0-20EFB6F373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65" name="Graphic 3764" descr="Deciduous tree with solid fill">
              <a:extLst>
                <a:ext uri="{FF2B5EF4-FFF2-40B4-BE49-F238E27FC236}">
                  <a16:creationId xmlns:a16="http://schemas.microsoft.com/office/drawing/2014/main" id="{D714B03F-12CE-6592-7806-4FB020DCC1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67" name="Graphic 3766" descr="Deciduous tree with solid fill">
              <a:extLst>
                <a:ext uri="{FF2B5EF4-FFF2-40B4-BE49-F238E27FC236}">
                  <a16:creationId xmlns:a16="http://schemas.microsoft.com/office/drawing/2014/main" id="{BE0696B4-1712-36DE-7EC6-6E6438FA32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69" name="Graphic 3768" descr="Deciduous tree with solid fill">
              <a:extLst>
                <a:ext uri="{FF2B5EF4-FFF2-40B4-BE49-F238E27FC236}">
                  <a16:creationId xmlns:a16="http://schemas.microsoft.com/office/drawing/2014/main" id="{A2DC18E2-532B-5EB6-8FB3-07E662BDA5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71" name="Graphic 3770" descr="Deciduous tree with solid fill">
              <a:extLst>
                <a:ext uri="{FF2B5EF4-FFF2-40B4-BE49-F238E27FC236}">
                  <a16:creationId xmlns:a16="http://schemas.microsoft.com/office/drawing/2014/main" id="{0BA57881-C34C-FA1C-D759-F897C16289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773" name="Graphic 3772" descr="Deciduous tree with solid fill">
              <a:extLst>
                <a:ext uri="{FF2B5EF4-FFF2-40B4-BE49-F238E27FC236}">
                  <a16:creationId xmlns:a16="http://schemas.microsoft.com/office/drawing/2014/main" id="{5F3F0A4F-83EB-D30B-4CC7-6A1873EF91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75" name="Graphic 3774" descr="Deciduous tree with solid fill">
              <a:extLst>
                <a:ext uri="{FF2B5EF4-FFF2-40B4-BE49-F238E27FC236}">
                  <a16:creationId xmlns:a16="http://schemas.microsoft.com/office/drawing/2014/main" id="{720B5AD8-2FE3-2CFC-5555-38270337AC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77" name="Graphic 3776" descr="Deciduous tree with solid fill">
              <a:extLst>
                <a:ext uri="{FF2B5EF4-FFF2-40B4-BE49-F238E27FC236}">
                  <a16:creationId xmlns:a16="http://schemas.microsoft.com/office/drawing/2014/main" id="{B779EC42-E21B-008B-296C-536B29245F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79" name="Graphic 3778" descr="Deciduous tree with solid fill">
              <a:extLst>
                <a:ext uri="{FF2B5EF4-FFF2-40B4-BE49-F238E27FC236}">
                  <a16:creationId xmlns:a16="http://schemas.microsoft.com/office/drawing/2014/main" id="{A0CC3D44-635E-A7EC-ADC5-F45B6ACEDF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83" name="Graphic 3782" descr="Deciduous tree with solid fill">
              <a:extLst>
                <a:ext uri="{FF2B5EF4-FFF2-40B4-BE49-F238E27FC236}">
                  <a16:creationId xmlns:a16="http://schemas.microsoft.com/office/drawing/2014/main" id="{AC39EFB6-3AA8-1F1F-F62F-3D26237203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85" name="Graphic 3784" descr="Deciduous tree with solid fill">
              <a:extLst>
                <a:ext uri="{FF2B5EF4-FFF2-40B4-BE49-F238E27FC236}">
                  <a16:creationId xmlns:a16="http://schemas.microsoft.com/office/drawing/2014/main" id="{FF91FC82-674B-A691-7D7A-1EE4E5D320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87" name="Graphic 3786" descr="Deciduous tree with solid fill">
              <a:extLst>
                <a:ext uri="{FF2B5EF4-FFF2-40B4-BE49-F238E27FC236}">
                  <a16:creationId xmlns:a16="http://schemas.microsoft.com/office/drawing/2014/main" id="{3019A822-CBE5-E72E-AD9A-051BD8B2BD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89" name="Graphic 3788" descr="Deciduous tree with solid fill">
              <a:extLst>
                <a:ext uri="{FF2B5EF4-FFF2-40B4-BE49-F238E27FC236}">
                  <a16:creationId xmlns:a16="http://schemas.microsoft.com/office/drawing/2014/main" id="{B2B7D20A-0D0D-CA66-08FD-D141097D29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91" name="Graphic 3790" descr="Deciduous tree with solid fill">
              <a:extLst>
                <a:ext uri="{FF2B5EF4-FFF2-40B4-BE49-F238E27FC236}">
                  <a16:creationId xmlns:a16="http://schemas.microsoft.com/office/drawing/2014/main" id="{7D40A74E-75CA-6A9C-32AD-D8DF272769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93" name="Graphic 3792" descr="Deciduous tree with solid fill">
              <a:extLst>
                <a:ext uri="{FF2B5EF4-FFF2-40B4-BE49-F238E27FC236}">
                  <a16:creationId xmlns:a16="http://schemas.microsoft.com/office/drawing/2014/main" id="{C744FE3E-4E12-2468-E5C8-2D33868DBD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95" name="Graphic 3794" descr="Deciduous tree with solid fill">
              <a:extLst>
                <a:ext uri="{FF2B5EF4-FFF2-40B4-BE49-F238E27FC236}">
                  <a16:creationId xmlns:a16="http://schemas.microsoft.com/office/drawing/2014/main" id="{7574B40A-08C8-1C02-852B-0BC5E08EBD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97" name="Graphic 3796" descr="Deciduous tree with solid fill">
              <a:extLst>
                <a:ext uri="{FF2B5EF4-FFF2-40B4-BE49-F238E27FC236}">
                  <a16:creationId xmlns:a16="http://schemas.microsoft.com/office/drawing/2014/main" id="{0B358275-2816-B514-4503-2E865B9CF7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99" name="Graphic 3798" descr="Deciduous tree with solid fill">
              <a:extLst>
                <a:ext uri="{FF2B5EF4-FFF2-40B4-BE49-F238E27FC236}">
                  <a16:creationId xmlns:a16="http://schemas.microsoft.com/office/drawing/2014/main" id="{44D5DB4F-698F-4B24-63FD-EDCE0F4EC9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01" name="Graphic 3800" descr="Deciduous tree with solid fill">
              <a:extLst>
                <a:ext uri="{FF2B5EF4-FFF2-40B4-BE49-F238E27FC236}">
                  <a16:creationId xmlns:a16="http://schemas.microsoft.com/office/drawing/2014/main" id="{0B542D53-E604-00FB-7FC1-1293C41D5E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803" name="Graphic 3802" descr="Deciduous tree with solid fill">
              <a:extLst>
                <a:ext uri="{FF2B5EF4-FFF2-40B4-BE49-F238E27FC236}">
                  <a16:creationId xmlns:a16="http://schemas.microsoft.com/office/drawing/2014/main" id="{536E51AB-3D94-5E7E-6950-96B256F028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05" name="Graphic 3804" descr="Deciduous tree with solid fill">
              <a:extLst>
                <a:ext uri="{FF2B5EF4-FFF2-40B4-BE49-F238E27FC236}">
                  <a16:creationId xmlns:a16="http://schemas.microsoft.com/office/drawing/2014/main" id="{F94BC8E7-DB79-E94C-000B-430E86B212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09" name="Graphic 3808" descr="Deciduous tree with solid fill">
              <a:extLst>
                <a:ext uri="{FF2B5EF4-FFF2-40B4-BE49-F238E27FC236}">
                  <a16:creationId xmlns:a16="http://schemas.microsoft.com/office/drawing/2014/main" id="{75517A97-3C35-43CC-14E5-71424755DA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811" name="Graphic 3810" descr="Deciduous tree with solid fill">
              <a:extLst>
                <a:ext uri="{FF2B5EF4-FFF2-40B4-BE49-F238E27FC236}">
                  <a16:creationId xmlns:a16="http://schemas.microsoft.com/office/drawing/2014/main" id="{46D42C6C-1733-A6F2-89E8-6CC5F86341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813" name="Graphic 3812" descr="Deciduous tree with solid fill">
              <a:extLst>
                <a:ext uri="{FF2B5EF4-FFF2-40B4-BE49-F238E27FC236}">
                  <a16:creationId xmlns:a16="http://schemas.microsoft.com/office/drawing/2014/main" id="{B0439192-C4AE-0A5D-A3A2-3D10DE9A5A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815" name="Graphic 3814" descr="Deciduous tree with solid fill">
              <a:extLst>
                <a:ext uri="{FF2B5EF4-FFF2-40B4-BE49-F238E27FC236}">
                  <a16:creationId xmlns:a16="http://schemas.microsoft.com/office/drawing/2014/main" id="{B2D65CA7-4CA9-EB10-BD01-840CF53290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817" name="Graphic 3816" descr="Deciduous tree with solid fill">
              <a:extLst>
                <a:ext uri="{FF2B5EF4-FFF2-40B4-BE49-F238E27FC236}">
                  <a16:creationId xmlns:a16="http://schemas.microsoft.com/office/drawing/2014/main" id="{1B67B028-1179-510B-724B-033F6EB280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19" name="Graphic 3818" descr="Deciduous tree with solid fill">
              <a:extLst>
                <a:ext uri="{FF2B5EF4-FFF2-40B4-BE49-F238E27FC236}">
                  <a16:creationId xmlns:a16="http://schemas.microsoft.com/office/drawing/2014/main" id="{39F8523F-8830-B2AB-9F10-AD0811ED80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821" name="Graphic 3820" descr="Deciduous tree with solid fill">
              <a:extLst>
                <a:ext uri="{FF2B5EF4-FFF2-40B4-BE49-F238E27FC236}">
                  <a16:creationId xmlns:a16="http://schemas.microsoft.com/office/drawing/2014/main" id="{2A233932-563F-5F64-7767-06706088B1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23" name="Graphic 3822" descr="Deciduous tree with solid fill">
              <a:extLst>
                <a:ext uri="{FF2B5EF4-FFF2-40B4-BE49-F238E27FC236}">
                  <a16:creationId xmlns:a16="http://schemas.microsoft.com/office/drawing/2014/main" id="{8F778C1A-E665-3FF4-C657-5D2C44E323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25" name="Graphic 3824" descr="Deciduous tree with solid fill">
              <a:extLst>
                <a:ext uri="{FF2B5EF4-FFF2-40B4-BE49-F238E27FC236}">
                  <a16:creationId xmlns:a16="http://schemas.microsoft.com/office/drawing/2014/main" id="{3294B36D-BC96-FC3E-5D33-C6632868B5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29" name="Graphic 3828" descr="Deciduous tree with solid fill">
              <a:extLst>
                <a:ext uri="{FF2B5EF4-FFF2-40B4-BE49-F238E27FC236}">
                  <a16:creationId xmlns:a16="http://schemas.microsoft.com/office/drawing/2014/main" id="{7D7FC2EE-F902-F676-DBA5-CD8E6EF73D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831" name="Graphic 3830" descr="Deciduous tree with solid fill">
              <a:extLst>
                <a:ext uri="{FF2B5EF4-FFF2-40B4-BE49-F238E27FC236}">
                  <a16:creationId xmlns:a16="http://schemas.microsoft.com/office/drawing/2014/main" id="{698057E8-29F5-334B-9EDC-A8DE92B87C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833" name="Graphic 3832" descr="Deciduous tree with solid fill">
              <a:extLst>
                <a:ext uri="{FF2B5EF4-FFF2-40B4-BE49-F238E27FC236}">
                  <a16:creationId xmlns:a16="http://schemas.microsoft.com/office/drawing/2014/main" id="{01BDBA83-38C5-8A0A-6D8E-6DC027F7F5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35" name="Graphic 3834" descr="Deciduous tree with solid fill">
              <a:extLst>
                <a:ext uri="{FF2B5EF4-FFF2-40B4-BE49-F238E27FC236}">
                  <a16:creationId xmlns:a16="http://schemas.microsoft.com/office/drawing/2014/main" id="{FBAE5B02-E0BC-35FA-8339-EA4BE406B3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37" name="Graphic 3836" descr="Deciduous tree with solid fill">
              <a:extLst>
                <a:ext uri="{FF2B5EF4-FFF2-40B4-BE49-F238E27FC236}">
                  <a16:creationId xmlns:a16="http://schemas.microsoft.com/office/drawing/2014/main" id="{6372775E-535A-984A-7C63-DF91323071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39" name="Graphic 3838" descr="Deciduous tree with solid fill">
              <a:extLst>
                <a:ext uri="{FF2B5EF4-FFF2-40B4-BE49-F238E27FC236}">
                  <a16:creationId xmlns:a16="http://schemas.microsoft.com/office/drawing/2014/main" id="{78BC0834-DFFB-B5E2-AF12-CFBDBDF0A1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43" name="Graphic 3842" descr="Deciduous tree with solid fill">
              <a:extLst>
                <a:ext uri="{FF2B5EF4-FFF2-40B4-BE49-F238E27FC236}">
                  <a16:creationId xmlns:a16="http://schemas.microsoft.com/office/drawing/2014/main" id="{C3AFE9EA-0F79-87E3-DD09-DD5B807EEE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45" name="Graphic 3844" descr="Deciduous tree with solid fill">
              <a:extLst>
                <a:ext uri="{FF2B5EF4-FFF2-40B4-BE49-F238E27FC236}">
                  <a16:creationId xmlns:a16="http://schemas.microsoft.com/office/drawing/2014/main" id="{CFE98CBD-ECAA-F528-339E-4C51927A44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47" name="Graphic 3846" descr="Deciduous tree with solid fill">
              <a:extLst>
                <a:ext uri="{FF2B5EF4-FFF2-40B4-BE49-F238E27FC236}">
                  <a16:creationId xmlns:a16="http://schemas.microsoft.com/office/drawing/2014/main" id="{33BAA0EE-8231-A688-1000-CC181E44BB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53" name="Graphic 3852" descr="Deciduous tree with solid fill">
              <a:extLst>
                <a:ext uri="{FF2B5EF4-FFF2-40B4-BE49-F238E27FC236}">
                  <a16:creationId xmlns:a16="http://schemas.microsoft.com/office/drawing/2014/main" id="{EE9A4F1E-53DD-0D9E-CC09-575963A26E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31729" y="1572822"/>
              <a:ext cx="209457" cy="196410"/>
            </a:xfrm>
            <a:prstGeom prst="rect">
              <a:avLst/>
            </a:prstGeom>
          </p:spPr>
        </p:pic>
        <p:pic>
          <p:nvPicPr>
            <p:cNvPr id="3855" name="Graphic 3854" descr="Deciduous tree with solid fill">
              <a:extLst>
                <a:ext uri="{FF2B5EF4-FFF2-40B4-BE49-F238E27FC236}">
                  <a16:creationId xmlns:a16="http://schemas.microsoft.com/office/drawing/2014/main" id="{A317C59D-7B43-38AB-8972-CAB936C7E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6103" y="1668682"/>
              <a:ext cx="209457" cy="196410"/>
            </a:xfrm>
            <a:prstGeom prst="rect">
              <a:avLst/>
            </a:prstGeom>
          </p:spPr>
        </p:pic>
        <p:pic>
          <p:nvPicPr>
            <p:cNvPr id="3857" name="Graphic 3856" descr="Deciduous tree with solid fill">
              <a:extLst>
                <a:ext uri="{FF2B5EF4-FFF2-40B4-BE49-F238E27FC236}">
                  <a16:creationId xmlns:a16="http://schemas.microsoft.com/office/drawing/2014/main" id="{91F530BD-6592-9C72-DCF0-AD3DDD7B1F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2306" y="1484784"/>
              <a:ext cx="209457" cy="196410"/>
            </a:xfrm>
            <a:prstGeom prst="rect">
              <a:avLst/>
            </a:prstGeom>
          </p:spPr>
        </p:pic>
        <p:pic>
          <p:nvPicPr>
            <p:cNvPr id="3859" name="Graphic 3858" descr="Deciduous tree with solid fill">
              <a:extLst>
                <a:ext uri="{FF2B5EF4-FFF2-40B4-BE49-F238E27FC236}">
                  <a16:creationId xmlns:a16="http://schemas.microsoft.com/office/drawing/2014/main" id="{8CA49985-6D19-5519-D71B-B36E5DC695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23828" y="3581191"/>
              <a:ext cx="209457" cy="196410"/>
            </a:xfrm>
            <a:prstGeom prst="rect">
              <a:avLst/>
            </a:prstGeom>
          </p:spPr>
        </p:pic>
        <p:pic>
          <p:nvPicPr>
            <p:cNvPr id="3861" name="Graphic 3860" descr="Deciduous tree with solid fill">
              <a:extLst>
                <a:ext uri="{FF2B5EF4-FFF2-40B4-BE49-F238E27FC236}">
                  <a16:creationId xmlns:a16="http://schemas.microsoft.com/office/drawing/2014/main" id="{2CBB349C-72C2-6ADF-2121-1464D23BA7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77798" y="1792173"/>
              <a:ext cx="209457" cy="196410"/>
            </a:xfrm>
            <a:prstGeom prst="rect">
              <a:avLst/>
            </a:prstGeom>
          </p:spPr>
        </p:pic>
        <p:pic>
          <p:nvPicPr>
            <p:cNvPr id="3863" name="Graphic 3862" descr="Deciduous tree with solid fill">
              <a:extLst>
                <a:ext uri="{FF2B5EF4-FFF2-40B4-BE49-F238E27FC236}">
                  <a16:creationId xmlns:a16="http://schemas.microsoft.com/office/drawing/2014/main" id="{A2354282-EA86-EDE9-8F77-ECE6C3E5D6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3" y="1915664"/>
              <a:ext cx="209457" cy="196410"/>
            </a:xfrm>
            <a:prstGeom prst="rect">
              <a:avLst/>
            </a:prstGeom>
          </p:spPr>
        </p:pic>
        <p:pic>
          <p:nvPicPr>
            <p:cNvPr id="3865" name="Graphic 3864" descr="Deciduous tree with solid fill">
              <a:extLst>
                <a:ext uri="{FF2B5EF4-FFF2-40B4-BE49-F238E27FC236}">
                  <a16:creationId xmlns:a16="http://schemas.microsoft.com/office/drawing/2014/main" id="{498BE6BB-5758-441D-9402-AB3083B207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41187" y="2039155"/>
              <a:ext cx="209457" cy="196410"/>
            </a:xfrm>
            <a:prstGeom prst="rect">
              <a:avLst/>
            </a:prstGeom>
          </p:spPr>
        </p:pic>
        <p:pic>
          <p:nvPicPr>
            <p:cNvPr id="3867" name="Graphic 3866" descr="Deciduous tree with solid fill">
              <a:extLst>
                <a:ext uri="{FF2B5EF4-FFF2-40B4-BE49-F238E27FC236}">
                  <a16:creationId xmlns:a16="http://schemas.microsoft.com/office/drawing/2014/main" id="{4D225BAC-6486-7165-2E92-6EFC56D6DA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2881" y="2162645"/>
              <a:ext cx="209457" cy="196410"/>
            </a:xfrm>
            <a:prstGeom prst="rect">
              <a:avLst/>
            </a:prstGeom>
          </p:spPr>
        </p:pic>
        <p:pic>
          <p:nvPicPr>
            <p:cNvPr id="3869" name="Graphic 3868" descr="Deciduous tree with solid fill">
              <a:extLst>
                <a:ext uri="{FF2B5EF4-FFF2-40B4-BE49-F238E27FC236}">
                  <a16:creationId xmlns:a16="http://schemas.microsoft.com/office/drawing/2014/main" id="{D60C385F-B399-D413-D4F9-2101D53F9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04576" y="2286136"/>
              <a:ext cx="209457" cy="196410"/>
            </a:xfrm>
            <a:prstGeom prst="rect">
              <a:avLst/>
            </a:prstGeom>
          </p:spPr>
        </p:pic>
        <p:pic>
          <p:nvPicPr>
            <p:cNvPr id="3871" name="Graphic 3870" descr="Deciduous tree with solid fill">
              <a:extLst>
                <a:ext uri="{FF2B5EF4-FFF2-40B4-BE49-F238E27FC236}">
                  <a16:creationId xmlns:a16="http://schemas.microsoft.com/office/drawing/2014/main" id="{A2303334-510B-5751-2AE6-41330C9F87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6270" y="2409627"/>
              <a:ext cx="209457" cy="196410"/>
            </a:xfrm>
            <a:prstGeom prst="rect">
              <a:avLst/>
            </a:prstGeom>
          </p:spPr>
        </p:pic>
        <p:pic>
          <p:nvPicPr>
            <p:cNvPr id="3873" name="Graphic 3872" descr="Deciduous tree with solid fill">
              <a:extLst>
                <a:ext uri="{FF2B5EF4-FFF2-40B4-BE49-F238E27FC236}">
                  <a16:creationId xmlns:a16="http://schemas.microsoft.com/office/drawing/2014/main" id="{CBD9D2EE-8FE7-497F-F218-04306A0CA3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7965" y="2533118"/>
              <a:ext cx="209457" cy="196410"/>
            </a:xfrm>
            <a:prstGeom prst="rect">
              <a:avLst/>
            </a:prstGeom>
          </p:spPr>
        </p:pic>
        <p:pic>
          <p:nvPicPr>
            <p:cNvPr id="3875" name="Graphic 3874" descr="Deciduous tree with solid fill">
              <a:extLst>
                <a:ext uri="{FF2B5EF4-FFF2-40B4-BE49-F238E27FC236}">
                  <a16:creationId xmlns:a16="http://schemas.microsoft.com/office/drawing/2014/main" id="{1F74FD37-7174-F067-092F-4ED43A31C0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99660" y="2656610"/>
              <a:ext cx="209457" cy="196410"/>
            </a:xfrm>
            <a:prstGeom prst="rect">
              <a:avLst/>
            </a:prstGeom>
          </p:spPr>
        </p:pic>
        <p:pic>
          <p:nvPicPr>
            <p:cNvPr id="3877" name="Graphic 3876" descr="Deciduous tree with solid fill">
              <a:extLst>
                <a:ext uri="{FF2B5EF4-FFF2-40B4-BE49-F238E27FC236}">
                  <a16:creationId xmlns:a16="http://schemas.microsoft.com/office/drawing/2014/main" id="{ABD38381-E9D9-5491-02EB-335431C8F1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54" y="2780100"/>
              <a:ext cx="209457" cy="196410"/>
            </a:xfrm>
            <a:prstGeom prst="rect">
              <a:avLst/>
            </a:prstGeom>
          </p:spPr>
        </p:pic>
        <p:pic>
          <p:nvPicPr>
            <p:cNvPr id="3879" name="Graphic 3878" descr="Deciduous tree with solid fill">
              <a:extLst>
                <a:ext uri="{FF2B5EF4-FFF2-40B4-BE49-F238E27FC236}">
                  <a16:creationId xmlns:a16="http://schemas.microsoft.com/office/drawing/2014/main" id="{A831E830-0326-ABF7-B686-6FFDCE7440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63048" y="2903591"/>
              <a:ext cx="209457" cy="196410"/>
            </a:xfrm>
            <a:prstGeom prst="rect">
              <a:avLst/>
            </a:prstGeom>
          </p:spPr>
        </p:pic>
        <p:pic>
          <p:nvPicPr>
            <p:cNvPr id="3881" name="Graphic 3880" descr="Deciduous tree with solid fill">
              <a:extLst>
                <a:ext uri="{FF2B5EF4-FFF2-40B4-BE49-F238E27FC236}">
                  <a16:creationId xmlns:a16="http://schemas.microsoft.com/office/drawing/2014/main" id="{539E85B4-964E-CFB3-C17E-25DB51C74A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4743" y="3027082"/>
              <a:ext cx="209457" cy="196410"/>
            </a:xfrm>
            <a:prstGeom prst="rect">
              <a:avLst/>
            </a:prstGeom>
          </p:spPr>
        </p:pic>
        <p:pic>
          <p:nvPicPr>
            <p:cNvPr id="3883" name="Graphic 3882" descr="Deciduous tree with solid fill">
              <a:extLst>
                <a:ext uri="{FF2B5EF4-FFF2-40B4-BE49-F238E27FC236}">
                  <a16:creationId xmlns:a16="http://schemas.microsoft.com/office/drawing/2014/main" id="{909C1689-AE20-0B12-BAB4-327A17CBB5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6438" y="3150573"/>
              <a:ext cx="209457" cy="196410"/>
            </a:xfrm>
            <a:prstGeom prst="rect">
              <a:avLst/>
            </a:prstGeom>
          </p:spPr>
        </p:pic>
        <p:pic>
          <p:nvPicPr>
            <p:cNvPr id="3885" name="Graphic 3884" descr="Deciduous tree with solid fill">
              <a:extLst>
                <a:ext uri="{FF2B5EF4-FFF2-40B4-BE49-F238E27FC236}">
                  <a16:creationId xmlns:a16="http://schemas.microsoft.com/office/drawing/2014/main" id="{6662D380-D38E-2A75-F439-081E27F355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8132" y="3274064"/>
              <a:ext cx="209457" cy="196410"/>
            </a:xfrm>
            <a:prstGeom prst="rect">
              <a:avLst/>
            </a:prstGeom>
          </p:spPr>
        </p:pic>
        <p:pic>
          <p:nvPicPr>
            <p:cNvPr id="3887" name="Graphic 3886" descr="Deciduous tree with solid fill">
              <a:extLst>
                <a:ext uri="{FF2B5EF4-FFF2-40B4-BE49-F238E27FC236}">
                  <a16:creationId xmlns:a16="http://schemas.microsoft.com/office/drawing/2014/main" id="{6C9C875C-9C3D-05D9-39FB-45C1FFB23C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3424" y="1696313"/>
              <a:ext cx="209457" cy="196410"/>
            </a:xfrm>
            <a:prstGeom prst="rect">
              <a:avLst/>
            </a:prstGeom>
          </p:spPr>
        </p:pic>
        <p:pic>
          <p:nvPicPr>
            <p:cNvPr id="3889" name="Graphic 3888" descr="Deciduous tree with solid fill">
              <a:extLst>
                <a:ext uri="{FF2B5EF4-FFF2-40B4-BE49-F238E27FC236}">
                  <a16:creationId xmlns:a16="http://schemas.microsoft.com/office/drawing/2014/main" id="{B3350FD2-2D20-0392-3DBA-4F2718EC07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95119" y="1819804"/>
              <a:ext cx="209457" cy="196410"/>
            </a:xfrm>
            <a:prstGeom prst="rect">
              <a:avLst/>
            </a:prstGeom>
          </p:spPr>
        </p:pic>
        <p:pic>
          <p:nvPicPr>
            <p:cNvPr id="3891" name="Graphic 3890" descr="Deciduous tree with solid fill">
              <a:extLst>
                <a:ext uri="{FF2B5EF4-FFF2-40B4-BE49-F238E27FC236}">
                  <a16:creationId xmlns:a16="http://schemas.microsoft.com/office/drawing/2014/main" id="{EFCB6A5E-B062-16A7-8B2D-ED8F1C9198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6813" y="1943295"/>
              <a:ext cx="209457" cy="196410"/>
            </a:xfrm>
            <a:prstGeom prst="rect">
              <a:avLst/>
            </a:prstGeom>
          </p:spPr>
        </p:pic>
        <p:pic>
          <p:nvPicPr>
            <p:cNvPr id="3893" name="Graphic 3892" descr="Deciduous tree with solid fill">
              <a:extLst>
                <a:ext uri="{FF2B5EF4-FFF2-40B4-BE49-F238E27FC236}">
                  <a16:creationId xmlns:a16="http://schemas.microsoft.com/office/drawing/2014/main" id="{D6F4AA20-204A-6B83-5D4B-3E39D00B9D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8507" y="2066786"/>
              <a:ext cx="209457" cy="196410"/>
            </a:xfrm>
            <a:prstGeom prst="rect">
              <a:avLst/>
            </a:prstGeom>
          </p:spPr>
        </p:pic>
        <p:pic>
          <p:nvPicPr>
            <p:cNvPr id="3895" name="Graphic 3894" descr="Deciduous tree with solid fill">
              <a:extLst>
                <a:ext uri="{FF2B5EF4-FFF2-40B4-BE49-F238E27FC236}">
                  <a16:creationId xmlns:a16="http://schemas.microsoft.com/office/drawing/2014/main" id="{D06FF282-403D-AC70-E9F1-0B7784EEBD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90202" y="2190277"/>
              <a:ext cx="209457" cy="196410"/>
            </a:xfrm>
            <a:prstGeom prst="rect">
              <a:avLst/>
            </a:prstGeom>
          </p:spPr>
        </p:pic>
        <p:pic>
          <p:nvPicPr>
            <p:cNvPr id="3897" name="Graphic 3896" descr="Deciduous tree with solid fill">
              <a:extLst>
                <a:ext uri="{FF2B5EF4-FFF2-40B4-BE49-F238E27FC236}">
                  <a16:creationId xmlns:a16="http://schemas.microsoft.com/office/drawing/2014/main" id="{BCFA00FC-23B0-30D8-753A-E94E1C0E14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1897" y="2313768"/>
              <a:ext cx="209457" cy="196410"/>
            </a:xfrm>
            <a:prstGeom prst="rect">
              <a:avLst/>
            </a:prstGeom>
          </p:spPr>
        </p:pic>
        <p:pic>
          <p:nvPicPr>
            <p:cNvPr id="3899" name="Graphic 3898" descr="Deciduous tree with solid fill">
              <a:extLst>
                <a:ext uri="{FF2B5EF4-FFF2-40B4-BE49-F238E27FC236}">
                  <a16:creationId xmlns:a16="http://schemas.microsoft.com/office/drawing/2014/main" id="{DD9E5D16-4550-A034-C20A-9FEB511981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53591" y="2437259"/>
              <a:ext cx="209457" cy="196410"/>
            </a:xfrm>
            <a:prstGeom prst="rect">
              <a:avLst/>
            </a:prstGeom>
          </p:spPr>
        </p:pic>
        <p:pic>
          <p:nvPicPr>
            <p:cNvPr id="3901" name="Graphic 3900" descr="Deciduous tree with solid fill">
              <a:extLst>
                <a:ext uri="{FF2B5EF4-FFF2-40B4-BE49-F238E27FC236}">
                  <a16:creationId xmlns:a16="http://schemas.microsoft.com/office/drawing/2014/main" id="{F54B3CA4-D2EE-7889-60F5-B7C73ADB01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85286" y="2560750"/>
              <a:ext cx="209457" cy="196410"/>
            </a:xfrm>
            <a:prstGeom prst="rect">
              <a:avLst/>
            </a:prstGeom>
          </p:spPr>
        </p:pic>
        <p:pic>
          <p:nvPicPr>
            <p:cNvPr id="3903" name="Graphic 3902" descr="Deciduous tree with solid fill">
              <a:extLst>
                <a:ext uri="{FF2B5EF4-FFF2-40B4-BE49-F238E27FC236}">
                  <a16:creationId xmlns:a16="http://schemas.microsoft.com/office/drawing/2014/main" id="{5B019C5A-963E-6D4E-CE27-1ABCB2A9D9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16980" y="2684241"/>
              <a:ext cx="209457" cy="196410"/>
            </a:xfrm>
            <a:prstGeom prst="rect">
              <a:avLst/>
            </a:prstGeom>
          </p:spPr>
        </p:pic>
        <p:pic>
          <p:nvPicPr>
            <p:cNvPr id="3905" name="Graphic 3904" descr="Deciduous tree with solid fill">
              <a:extLst>
                <a:ext uri="{FF2B5EF4-FFF2-40B4-BE49-F238E27FC236}">
                  <a16:creationId xmlns:a16="http://schemas.microsoft.com/office/drawing/2014/main" id="{4659D07A-99B8-4114-95B5-CC1F8FA972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8674" y="2807732"/>
              <a:ext cx="209457" cy="196410"/>
            </a:xfrm>
            <a:prstGeom prst="rect">
              <a:avLst/>
            </a:prstGeom>
          </p:spPr>
        </p:pic>
        <p:pic>
          <p:nvPicPr>
            <p:cNvPr id="3907" name="Graphic 3906" descr="Deciduous tree with solid fill">
              <a:extLst>
                <a:ext uri="{FF2B5EF4-FFF2-40B4-BE49-F238E27FC236}">
                  <a16:creationId xmlns:a16="http://schemas.microsoft.com/office/drawing/2014/main" id="{FA69BB8F-CF09-35AD-1480-7C339A940C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80369" y="2931222"/>
              <a:ext cx="209457" cy="196410"/>
            </a:xfrm>
            <a:prstGeom prst="rect">
              <a:avLst/>
            </a:prstGeom>
          </p:spPr>
        </p:pic>
        <p:pic>
          <p:nvPicPr>
            <p:cNvPr id="3909" name="Graphic 3908" descr="Deciduous tree with solid fill">
              <a:extLst>
                <a:ext uri="{FF2B5EF4-FFF2-40B4-BE49-F238E27FC236}">
                  <a16:creationId xmlns:a16="http://schemas.microsoft.com/office/drawing/2014/main" id="{85BF969B-A169-2304-D7D5-03CFF622A9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12064" y="3054713"/>
              <a:ext cx="209457" cy="196410"/>
            </a:xfrm>
            <a:prstGeom prst="rect">
              <a:avLst/>
            </a:prstGeom>
          </p:spPr>
        </p:pic>
        <p:pic>
          <p:nvPicPr>
            <p:cNvPr id="3911" name="Graphic 3910" descr="Deciduous tree with solid fill">
              <a:extLst>
                <a:ext uri="{FF2B5EF4-FFF2-40B4-BE49-F238E27FC236}">
                  <a16:creationId xmlns:a16="http://schemas.microsoft.com/office/drawing/2014/main" id="{82D1C792-ACB8-22BB-6045-8A6D42673F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3758" y="3178205"/>
              <a:ext cx="209457" cy="196410"/>
            </a:xfrm>
            <a:prstGeom prst="rect">
              <a:avLst/>
            </a:prstGeom>
          </p:spPr>
        </p:pic>
        <p:pic>
          <p:nvPicPr>
            <p:cNvPr id="3913" name="Graphic 3912" descr="Deciduous tree with solid fill">
              <a:extLst>
                <a:ext uri="{FF2B5EF4-FFF2-40B4-BE49-F238E27FC236}">
                  <a16:creationId xmlns:a16="http://schemas.microsoft.com/office/drawing/2014/main" id="{D8687651-E770-ABBA-B795-3B4356EB60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34000" y="1608275"/>
              <a:ext cx="209457" cy="196410"/>
            </a:xfrm>
            <a:prstGeom prst="rect">
              <a:avLst/>
            </a:prstGeom>
          </p:spPr>
        </p:pic>
        <p:pic>
          <p:nvPicPr>
            <p:cNvPr id="3915" name="Graphic 3914" descr="Deciduous tree with solid fill">
              <a:extLst>
                <a:ext uri="{FF2B5EF4-FFF2-40B4-BE49-F238E27FC236}">
                  <a16:creationId xmlns:a16="http://schemas.microsoft.com/office/drawing/2014/main" id="{C1B49536-69D8-0312-3E7C-B35FFE16E7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5695" y="1731766"/>
              <a:ext cx="209457" cy="196410"/>
            </a:xfrm>
            <a:prstGeom prst="rect">
              <a:avLst/>
            </a:prstGeom>
          </p:spPr>
        </p:pic>
        <p:pic>
          <p:nvPicPr>
            <p:cNvPr id="3917" name="Graphic 3916" descr="Deciduous tree with solid fill">
              <a:extLst>
                <a:ext uri="{FF2B5EF4-FFF2-40B4-BE49-F238E27FC236}">
                  <a16:creationId xmlns:a16="http://schemas.microsoft.com/office/drawing/2014/main" id="{10E5DB5E-61E7-45A1-24DD-B3CBA23656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7390" y="1855257"/>
              <a:ext cx="209457" cy="196410"/>
            </a:xfrm>
            <a:prstGeom prst="rect">
              <a:avLst/>
            </a:prstGeom>
          </p:spPr>
        </p:pic>
        <p:pic>
          <p:nvPicPr>
            <p:cNvPr id="3919" name="Graphic 3918" descr="Deciduous tree with solid fill">
              <a:extLst>
                <a:ext uri="{FF2B5EF4-FFF2-40B4-BE49-F238E27FC236}">
                  <a16:creationId xmlns:a16="http://schemas.microsoft.com/office/drawing/2014/main" id="{0922B7A9-C5FC-DA0B-2F2D-2C876E5AA7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9084" y="1978747"/>
              <a:ext cx="209457" cy="196410"/>
            </a:xfrm>
            <a:prstGeom prst="rect">
              <a:avLst/>
            </a:prstGeom>
          </p:spPr>
        </p:pic>
        <p:pic>
          <p:nvPicPr>
            <p:cNvPr id="3921" name="Graphic 3920" descr="Deciduous tree with solid fill">
              <a:extLst>
                <a:ext uri="{FF2B5EF4-FFF2-40B4-BE49-F238E27FC236}">
                  <a16:creationId xmlns:a16="http://schemas.microsoft.com/office/drawing/2014/main" id="{7F845D05-A97A-540D-D362-16AFE41C7A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60778" y="2102239"/>
              <a:ext cx="209457" cy="196410"/>
            </a:xfrm>
            <a:prstGeom prst="rect">
              <a:avLst/>
            </a:prstGeom>
          </p:spPr>
        </p:pic>
        <p:pic>
          <p:nvPicPr>
            <p:cNvPr id="3923" name="Graphic 3922" descr="Deciduous tree with solid fill">
              <a:extLst>
                <a:ext uri="{FF2B5EF4-FFF2-40B4-BE49-F238E27FC236}">
                  <a16:creationId xmlns:a16="http://schemas.microsoft.com/office/drawing/2014/main" id="{B16E219A-4023-B4DB-FD00-98603E0A1C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73" y="2225730"/>
              <a:ext cx="209457" cy="196410"/>
            </a:xfrm>
            <a:prstGeom prst="rect">
              <a:avLst/>
            </a:prstGeom>
          </p:spPr>
        </p:pic>
        <p:pic>
          <p:nvPicPr>
            <p:cNvPr id="3925" name="Graphic 3924" descr="Deciduous tree with solid fill">
              <a:extLst>
                <a:ext uri="{FF2B5EF4-FFF2-40B4-BE49-F238E27FC236}">
                  <a16:creationId xmlns:a16="http://schemas.microsoft.com/office/drawing/2014/main" id="{1B24A3BA-4C9A-F1A5-2C9E-EDB5E39655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24167" y="2349221"/>
              <a:ext cx="209457" cy="196410"/>
            </a:xfrm>
            <a:prstGeom prst="rect">
              <a:avLst/>
            </a:prstGeom>
          </p:spPr>
        </p:pic>
        <p:pic>
          <p:nvPicPr>
            <p:cNvPr id="3927" name="Graphic 3926" descr="Deciduous tree with solid fill">
              <a:extLst>
                <a:ext uri="{FF2B5EF4-FFF2-40B4-BE49-F238E27FC236}">
                  <a16:creationId xmlns:a16="http://schemas.microsoft.com/office/drawing/2014/main" id="{C71B02BF-0908-C1A3-FC40-3DDBFFBEC7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5862" y="2472712"/>
              <a:ext cx="209457" cy="196410"/>
            </a:xfrm>
            <a:prstGeom prst="rect">
              <a:avLst/>
            </a:prstGeom>
          </p:spPr>
        </p:pic>
        <p:pic>
          <p:nvPicPr>
            <p:cNvPr id="3929" name="Graphic 3928" descr="Deciduous tree with solid fill">
              <a:extLst>
                <a:ext uri="{FF2B5EF4-FFF2-40B4-BE49-F238E27FC236}">
                  <a16:creationId xmlns:a16="http://schemas.microsoft.com/office/drawing/2014/main" id="{978B9DED-42C7-40B3-FD15-DFCE909E85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7557" y="2596202"/>
              <a:ext cx="209457" cy="196410"/>
            </a:xfrm>
            <a:prstGeom prst="rect">
              <a:avLst/>
            </a:prstGeom>
          </p:spPr>
        </p:pic>
        <p:pic>
          <p:nvPicPr>
            <p:cNvPr id="3931" name="Graphic 3930" descr="Deciduous tree with solid fill">
              <a:extLst>
                <a:ext uri="{FF2B5EF4-FFF2-40B4-BE49-F238E27FC236}">
                  <a16:creationId xmlns:a16="http://schemas.microsoft.com/office/drawing/2014/main" id="{0AA726EB-28ED-7AB0-AEFB-9A433FA71A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9251" y="2719693"/>
              <a:ext cx="209457" cy="196410"/>
            </a:xfrm>
            <a:prstGeom prst="rect">
              <a:avLst/>
            </a:prstGeom>
          </p:spPr>
        </p:pic>
        <p:pic>
          <p:nvPicPr>
            <p:cNvPr id="3933" name="Graphic 3932" descr="Deciduous tree with solid fill">
              <a:extLst>
                <a:ext uri="{FF2B5EF4-FFF2-40B4-BE49-F238E27FC236}">
                  <a16:creationId xmlns:a16="http://schemas.microsoft.com/office/drawing/2014/main" id="{2DF7903F-547C-03C0-E59B-B0BEAE5589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0945" y="2843184"/>
              <a:ext cx="209457" cy="196410"/>
            </a:xfrm>
            <a:prstGeom prst="rect">
              <a:avLst/>
            </a:prstGeom>
          </p:spPr>
        </p:pic>
        <p:pic>
          <p:nvPicPr>
            <p:cNvPr id="3935" name="Graphic 3934" descr="Deciduous tree with solid fill">
              <a:extLst>
                <a:ext uri="{FF2B5EF4-FFF2-40B4-BE49-F238E27FC236}">
                  <a16:creationId xmlns:a16="http://schemas.microsoft.com/office/drawing/2014/main" id="{C4229F92-F9F9-74B8-D050-3EE303AF73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2640" y="2966675"/>
              <a:ext cx="209457" cy="196410"/>
            </a:xfrm>
            <a:prstGeom prst="rect">
              <a:avLst/>
            </a:prstGeom>
          </p:spPr>
        </p:pic>
        <p:pic>
          <p:nvPicPr>
            <p:cNvPr id="3937" name="Graphic 3936" descr="Deciduous tree with solid fill">
              <a:extLst>
                <a:ext uri="{FF2B5EF4-FFF2-40B4-BE49-F238E27FC236}">
                  <a16:creationId xmlns:a16="http://schemas.microsoft.com/office/drawing/2014/main" id="{E728575A-D0A9-B24D-0D71-360FCC1B3E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14335" y="3090167"/>
              <a:ext cx="209457" cy="196410"/>
            </a:xfrm>
            <a:prstGeom prst="rect">
              <a:avLst/>
            </a:prstGeom>
          </p:spPr>
        </p:pic>
        <p:pic>
          <p:nvPicPr>
            <p:cNvPr id="3939" name="Graphic 3938" descr="Deciduous tree with solid fill">
              <a:extLst>
                <a:ext uri="{FF2B5EF4-FFF2-40B4-BE49-F238E27FC236}">
                  <a16:creationId xmlns:a16="http://schemas.microsoft.com/office/drawing/2014/main" id="{41047067-EA8A-48F7-CA6E-51532A3692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01930" y="3495464"/>
              <a:ext cx="209457" cy="196410"/>
            </a:xfrm>
            <a:prstGeom prst="rect">
              <a:avLst/>
            </a:prstGeom>
          </p:spPr>
        </p:pic>
        <p:pic>
          <p:nvPicPr>
            <p:cNvPr id="3948" name="Graphic 3947" descr="Deciduous tree with solid fill">
              <a:extLst>
                <a:ext uri="{FF2B5EF4-FFF2-40B4-BE49-F238E27FC236}">
                  <a16:creationId xmlns:a16="http://schemas.microsoft.com/office/drawing/2014/main" id="{F0674848-A016-B5B0-4943-D7B3519F1C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93211" y="3413690"/>
              <a:ext cx="209457" cy="196410"/>
            </a:xfrm>
            <a:prstGeom prst="rect">
              <a:avLst/>
            </a:prstGeom>
          </p:spPr>
        </p:pic>
        <p:pic>
          <p:nvPicPr>
            <p:cNvPr id="3950" name="Graphic 3949" descr="Deciduous tree with solid fill">
              <a:extLst>
                <a:ext uri="{FF2B5EF4-FFF2-40B4-BE49-F238E27FC236}">
                  <a16:creationId xmlns:a16="http://schemas.microsoft.com/office/drawing/2014/main" id="{08AB67F0-4B5A-C72A-56A8-A44D33C721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24297" y="4001194"/>
              <a:ext cx="209457" cy="196410"/>
            </a:xfrm>
            <a:prstGeom prst="rect">
              <a:avLst/>
            </a:prstGeom>
          </p:spPr>
        </p:pic>
      </p:grpSp>
      <p:sp>
        <p:nvSpPr>
          <p:cNvPr id="3953" name="Title 3952">
            <a:extLst>
              <a:ext uri="{FF2B5EF4-FFF2-40B4-BE49-F238E27FC236}">
                <a16:creationId xmlns:a16="http://schemas.microsoft.com/office/drawing/2014/main" id="{DA83EE4D-EA9F-E423-6843-0F33A6785562}"/>
              </a:ext>
            </a:extLst>
          </p:cNvPr>
          <p:cNvSpPr>
            <a:spLocks noGrp="1"/>
          </p:cNvSpPr>
          <p:nvPr>
            <p:ph type="title"/>
          </p:nvPr>
        </p:nvSpPr>
        <p:spPr>
          <a:xfrm>
            <a:off x="270669" y="236627"/>
            <a:ext cx="11650662" cy="625944"/>
          </a:xfrm>
        </p:spPr>
        <p:txBody>
          <a:bodyPr/>
          <a:lstStyle/>
          <a:p>
            <a:r>
              <a:rPr lang="en-US" dirty="0"/>
              <a:t>Solution</a:t>
            </a:r>
            <a:endParaRPr lang="en-US" noProof="0" dirty="0"/>
          </a:p>
        </p:txBody>
      </p:sp>
      <p:sp>
        <p:nvSpPr>
          <p:cNvPr id="4055" name="Rectangle: Rounded Corners 4054">
            <a:extLst>
              <a:ext uri="{FF2B5EF4-FFF2-40B4-BE49-F238E27FC236}">
                <a16:creationId xmlns:a16="http://schemas.microsoft.com/office/drawing/2014/main" id="{7A875159-DA7D-6080-8269-83E8F5B76E8D}"/>
              </a:ext>
            </a:extLst>
          </p:cNvPr>
          <p:cNvSpPr/>
          <p:nvPr/>
        </p:nvSpPr>
        <p:spPr>
          <a:xfrm>
            <a:off x="4511824" y="1268760"/>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057" name="TextBox 4056">
            <a:extLst>
              <a:ext uri="{FF2B5EF4-FFF2-40B4-BE49-F238E27FC236}">
                <a16:creationId xmlns:a16="http://schemas.microsoft.com/office/drawing/2014/main" id="{B613A8B7-6796-8AC7-C155-25AAE81DC115}"/>
              </a:ext>
            </a:extLst>
          </p:cNvPr>
          <p:cNvSpPr txBox="1"/>
          <p:nvPr/>
        </p:nvSpPr>
        <p:spPr>
          <a:xfrm>
            <a:off x="4943872" y="4715954"/>
            <a:ext cx="2304256" cy="844590"/>
          </a:xfrm>
          <a:prstGeom prst="rect">
            <a:avLst/>
          </a:prstGeom>
          <a:noFill/>
        </p:spPr>
        <p:txBody>
          <a:bodyPr wrap="square" lIns="0" tIns="0" rIns="0" bIns="0" rtlCol="0">
            <a:spAutoFit/>
          </a:bodyPr>
          <a:lstStyle/>
          <a:p>
            <a:pPr algn="ctr"/>
            <a:r>
              <a:rPr lang="en-US" sz="2800" b="1" noProof="0" dirty="0">
                <a:latin typeface="Aptos" panose="020B0004020202020204" pitchFamily="34" charset="0"/>
              </a:rPr>
              <a:t>Every genome maintained</a:t>
            </a:r>
          </a:p>
        </p:txBody>
      </p:sp>
      <p:grpSp>
        <p:nvGrpSpPr>
          <p:cNvPr id="2" name="Group 1">
            <a:extLst>
              <a:ext uri="{FF2B5EF4-FFF2-40B4-BE49-F238E27FC236}">
                <a16:creationId xmlns:a16="http://schemas.microsoft.com/office/drawing/2014/main" id="{CE8C1634-8B07-D83B-1C8A-C9F6702CDB58}"/>
              </a:ext>
            </a:extLst>
          </p:cNvPr>
          <p:cNvGrpSpPr/>
          <p:nvPr/>
        </p:nvGrpSpPr>
        <p:grpSpPr>
          <a:xfrm>
            <a:off x="5357072" y="1379029"/>
            <a:ext cx="1637391" cy="3065341"/>
            <a:chOff x="5357072" y="1379029"/>
            <a:chExt cx="1637391" cy="3065341"/>
          </a:xfrm>
          <a:effectLst>
            <a:outerShdw blurRad="50800" dist="38100" dir="2700000" algn="tl" rotWithShape="0">
              <a:prstClr val="black">
                <a:alpha val="40000"/>
              </a:prstClr>
            </a:outerShdw>
          </a:effectLst>
        </p:grpSpPr>
        <p:grpSp>
          <p:nvGrpSpPr>
            <p:cNvPr id="75" name="Group 74">
              <a:extLst>
                <a:ext uri="{FF2B5EF4-FFF2-40B4-BE49-F238E27FC236}">
                  <a16:creationId xmlns:a16="http://schemas.microsoft.com/office/drawing/2014/main" id="{BD41A4A2-9733-4329-B53F-6D7EB87F0560}"/>
                </a:ext>
              </a:extLst>
            </p:cNvPr>
            <p:cNvGrpSpPr/>
            <p:nvPr/>
          </p:nvGrpSpPr>
          <p:grpSpPr>
            <a:xfrm>
              <a:off x="5357072" y="1968288"/>
              <a:ext cx="848176" cy="618515"/>
              <a:chOff x="4095789" y="-170912"/>
              <a:chExt cx="2016049" cy="1522331"/>
            </a:xfrm>
          </p:grpSpPr>
          <p:pic>
            <p:nvPicPr>
              <p:cNvPr id="144" name="Graphic 143" descr="Deciduous tree with solid fill">
                <a:extLst>
                  <a:ext uri="{FF2B5EF4-FFF2-40B4-BE49-F238E27FC236}">
                    <a16:creationId xmlns:a16="http://schemas.microsoft.com/office/drawing/2014/main" id="{5E164ECD-D7EB-3FAD-D908-3BB51D1CA4A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46" name="Group 145">
                <a:extLst>
                  <a:ext uri="{FF2B5EF4-FFF2-40B4-BE49-F238E27FC236}">
                    <a16:creationId xmlns:a16="http://schemas.microsoft.com/office/drawing/2014/main" id="{1C2C1B08-D7C4-BF3C-B8D3-1B3662F19D0A}"/>
                  </a:ext>
                </a:extLst>
              </p:cNvPr>
              <p:cNvGrpSpPr/>
              <p:nvPr/>
            </p:nvGrpSpPr>
            <p:grpSpPr>
              <a:xfrm>
                <a:off x="4655840" y="236627"/>
                <a:ext cx="792088" cy="936104"/>
                <a:chOff x="4655840" y="164619"/>
                <a:chExt cx="792088" cy="936104"/>
              </a:xfrm>
            </p:grpSpPr>
            <p:sp>
              <p:nvSpPr>
                <p:cNvPr id="148" name="Rectangle: Rounded Corners 147">
                  <a:extLst>
                    <a:ext uri="{FF2B5EF4-FFF2-40B4-BE49-F238E27FC236}">
                      <a16:creationId xmlns:a16="http://schemas.microsoft.com/office/drawing/2014/main" id="{4209D642-FCD1-FF3C-D609-39F26AAC4F02}"/>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50" name="Graphic 149" descr="DNA outline">
                  <a:extLst>
                    <a:ext uri="{FF2B5EF4-FFF2-40B4-BE49-F238E27FC236}">
                      <a16:creationId xmlns:a16="http://schemas.microsoft.com/office/drawing/2014/main" id="{62F7046B-7483-8618-6B7B-2F375A84D24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76" name="Group 75">
              <a:extLst>
                <a:ext uri="{FF2B5EF4-FFF2-40B4-BE49-F238E27FC236}">
                  <a16:creationId xmlns:a16="http://schemas.microsoft.com/office/drawing/2014/main" id="{134DAE9A-6B6F-F80E-5113-C25B86AA9544}"/>
                </a:ext>
              </a:extLst>
            </p:cNvPr>
            <p:cNvGrpSpPr/>
            <p:nvPr/>
          </p:nvGrpSpPr>
          <p:grpSpPr>
            <a:xfrm>
              <a:off x="6144732" y="1968287"/>
              <a:ext cx="848176" cy="618515"/>
              <a:chOff x="4095789" y="-170912"/>
              <a:chExt cx="2016049" cy="1522331"/>
            </a:xfrm>
          </p:grpSpPr>
          <p:pic>
            <p:nvPicPr>
              <p:cNvPr id="136" name="Graphic 135" descr="Deciduous tree with solid fill">
                <a:extLst>
                  <a:ext uri="{FF2B5EF4-FFF2-40B4-BE49-F238E27FC236}">
                    <a16:creationId xmlns:a16="http://schemas.microsoft.com/office/drawing/2014/main" id="{7170B459-2151-9210-A840-D8F8F702A5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38" name="Group 137">
                <a:extLst>
                  <a:ext uri="{FF2B5EF4-FFF2-40B4-BE49-F238E27FC236}">
                    <a16:creationId xmlns:a16="http://schemas.microsoft.com/office/drawing/2014/main" id="{9D6B809A-4735-2028-7EDF-B427DEC54E94}"/>
                  </a:ext>
                </a:extLst>
              </p:cNvPr>
              <p:cNvGrpSpPr/>
              <p:nvPr/>
            </p:nvGrpSpPr>
            <p:grpSpPr>
              <a:xfrm>
                <a:off x="4655840" y="236627"/>
                <a:ext cx="792088" cy="936104"/>
                <a:chOff x="4655840" y="164619"/>
                <a:chExt cx="792088" cy="936104"/>
              </a:xfrm>
            </p:grpSpPr>
            <p:sp>
              <p:nvSpPr>
                <p:cNvPr id="140" name="Rectangle: Rounded Corners 139">
                  <a:extLst>
                    <a:ext uri="{FF2B5EF4-FFF2-40B4-BE49-F238E27FC236}">
                      <a16:creationId xmlns:a16="http://schemas.microsoft.com/office/drawing/2014/main" id="{9927C8E2-8190-1A99-C534-B1C642F51BAE}"/>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42" name="Graphic 141" descr="DNA outline">
                  <a:extLst>
                    <a:ext uri="{FF2B5EF4-FFF2-40B4-BE49-F238E27FC236}">
                      <a16:creationId xmlns:a16="http://schemas.microsoft.com/office/drawing/2014/main" id="{EBF73A50-5D67-FB3E-82E5-E51074A1B09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77" name="Group 76">
              <a:extLst>
                <a:ext uri="{FF2B5EF4-FFF2-40B4-BE49-F238E27FC236}">
                  <a16:creationId xmlns:a16="http://schemas.microsoft.com/office/drawing/2014/main" id="{007EFE28-0527-A0DC-AF02-F1CC129F297F}"/>
                </a:ext>
              </a:extLst>
            </p:cNvPr>
            <p:cNvGrpSpPr/>
            <p:nvPr/>
          </p:nvGrpSpPr>
          <p:grpSpPr>
            <a:xfrm>
              <a:off x="5357072" y="2587814"/>
              <a:ext cx="848176" cy="618515"/>
              <a:chOff x="4095789" y="-170912"/>
              <a:chExt cx="2016049" cy="1522331"/>
            </a:xfrm>
          </p:grpSpPr>
          <p:pic>
            <p:nvPicPr>
              <p:cNvPr id="128" name="Graphic 127" descr="Deciduous tree with solid fill">
                <a:extLst>
                  <a:ext uri="{FF2B5EF4-FFF2-40B4-BE49-F238E27FC236}">
                    <a16:creationId xmlns:a16="http://schemas.microsoft.com/office/drawing/2014/main" id="{B587711E-A6A9-D932-E083-2EA5747FF9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30" name="Group 129">
                <a:extLst>
                  <a:ext uri="{FF2B5EF4-FFF2-40B4-BE49-F238E27FC236}">
                    <a16:creationId xmlns:a16="http://schemas.microsoft.com/office/drawing/2014/main" id="{584A4036-B8F8-352D-ADA8-CDD41CAAB459}"/>
                  </a:ext>
                </a:extLst>
              </p:cNvPr>
              <p:cNvGrpSpPr/>
              <p:nvPr/>
            </p:nvGrpSpPr>
            <p:grpSpPr>
              <a:xfrm>
                <a:off x="4655840" y="236627"/>
                <a:ext cx="792088" cy="936104"/>
                <a:chOff x="4655840" y="164619"/>
                <a:chExt cx="792088" cy="936104"/>
              </a:xfrm>
            </p:grpSpPr>
            <p:sp>
              <p:nvSpPr>
                <p:cNvPr id="132" name="Rectangle: Rounded Corners 131">
                  <a:extLst>
                    <a:ext uri="{FF2B5EF4-FFF2-40B4-BE49-F238E27FC236}">
                      <a16:creationId xmlns:a16="http://schemas.microsoft.com/office/drawing/2014/main" id="{ABE86784-506E-5605-5719-F7AABFEFE075}"/>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34" name="Graphic 133" descr="DNA outline">
                  <a:extLst>
                    <a:ext uri="{FF2B5EF4-FFF2-40B4-BE49-F238E27FC236}">
                      <a16:creationId xmlns:a16="http://schemas.microsoft.com/office/drawing/2014/main" id="{22139795-605F-F6D7-5724-814F310071D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78" name="Group 77">
              <a:extLst>
                <a:ext uri="{FF2B5EF4-FFF2-40B4-BE49-F238E27FC236}">
                  <a16:creationId xmlns:a16="http://schemas.microsoft.com/office/drawing/2014/main" id="{6903F424-12AF-F65B-B20C-6A18B92B80DD}"/>
                </a:ext>
              </a:extLst>
            </p:cNvPr>
            <p:cNvGrpSpPr/>
            <p:nvPr/>
          </p:nvGrpSpPr>
          <p:grpSpPr>
            <a:xfrm>
              <a:off x="6144732" y="2587814"/>
              <a:ext cx="848176" cy="618515"/>
              <a:chOff x="4095789" y="-170912"/>
              <a:chExt cx="2016049" cy="1522331"/>
            </a:xfrm>
          </p:grpSpPr>
          <p:pic>
            <p:nvPicPr>
              <p:cNvPr id="122" name="Graphic 121" descr="Deciduous tree with solid fill">
                <a:extLst>
                  <a:ext uri="{FF2B5EF4-FFF2-40B4-BE49-F238E27FC236}">
                    <a16:creationId xmlns:a16="http://schemas.microsoft.com/office/drawing/2014/main" id="{7525E339-B1D4-B618-A820-1AEFB95347D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24" name="Group 123">
                <a:extLst>
                  <a:ext uri="{FF2B5EF4-FFF2-40B4-BE49-F238E27FC236}">
                    <a16:creationId xmlns:a16="http://schemas.microsoft.com/office/drawing/2014/main" id="{A1FD65DC-AD9A-C766-5EAE-69ACDE46E883}"/>
                  </a:ext>
                </a:extLst>
              </p:cNvPr>
              <p:cNvGrpSpPr/>
              <p:nvPr/>
            </p:nvGrpSpPr>
            <p:grpSpPr>
              <a:xfrm>
                <a:off x="4655840" y="236627"/>
                <a:ext cx="792088" cy="936104"/>
                <a:chOff x="4655840" y="164619"/>
                <a:chExt cx="792088" cy="936104"/>
              </a:xfrm>
            </p:grpSpPr>
            <p:sp>
              <p:nvSpPr>
                <p:cNvPr id="126" name="Rectangle: Rounded Corners 125">
                  <a:extLst>
                    <a:ext uri="{FF2B5EF4-FFF2-40B4-BE49-F238E27FC236}">
                      <a16:creationId xmlns:a16="http://schemas.microsoft.com/office/drawing/2014/main" id="{CD6C140E-EE02-1297-5142-F606E9276A26}"/>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27" name="Graphic 126" descr="DNA outline">
                  <a:extLst>
                    <a:ext uri="{FF2B5EF4-FFF2-40B4-BE49-F238E27FC236}">
                      <a16:creationId xmlns:a16="http://schemas.microsoft.com/office/drawing/2014/main" id="{56793976-6C7C-AA53-AB3D-DD50565DD76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79" name="Group 78">
              <a:extLst>
                <a:ext uri="{FF2B5EF4-FFF2-40B4-BE49-F238E27FC236}">
                  <a16:creationId xmlns:a16="http://schemas.microsoft.com/office/drawing/2014/main" id="{86FB9DA5-8051-0A53-081F-8C260DB4AE34}"/>
                </a:ext>
              </a:extLst>
            </p:cNvPr>
            <p:cNvGrpSpPr/>
            <p:nvPr/>
          </p:nvGrpSpPr>
          <p:grpSpPr>
            <a:xfrm>
              <a:off x="5358627" y="3206329"/>
              <a:ext cx="848176" cy="618515"/>
              <a:chOff x="4095789" y="-170912"/>
              <a:chExt cx="2016049" cy="1522331"/>
            </a:xfrm>
          </p:grpSpPr>
          <p:pic>
            <p:nvPicPr>
              <p:cNvPr id="114" name="Graphic 113" descr="Deciduous tree with solid fill">
                <a:extLst>
                  <a:ext uri="{FF2B5EF4-FFF2-40B4-BE49-F238E27FC236}">
                    <a16:creationId xmlns:a16="http://schemas.microsoft.com/office/drawing/2014/main" id="{5625C132-365F-7F2D-11E9-090D1A95DB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16" name="Group 115">
                <a:extLst>
                  <a:ext uri="{FF2B5EF4-FFF2-40B4-BE49-F238E27FC236}">
                    <a16:creationId xmlns:a16="http://schemas.microsoft.com/office/drawing/2014/main" id="{213F5D68-D04D-B7EF-AC3F-46E9E5F63A62}"/>
                  </a:ext>
                </a:extLst>
              </p:cNvPr>
              <p:cNvGrpSpPr/>
              <p:nvPr/>
            </p:nvGrpSpPr>
            <p:grpSpPr>
              <a:xfrm>
                <a:off x="4655840" y="236627"/>
                <a:ext cx="792088" cy="936104"/>
                <a:chOff x="4655840" y="164619"/>
                <a:chExt cx="792088" cy="936104"/>
              </a:xfrm>
            </p:grpSpPr>
            <p:sp>
              <p:nvSpPr>
                <p:cNvPr id="118" name="Rectangle: Rounded Corners 117">
                  <a:extLst>
                    <a:ext uri="{FF2B5EF4-FFF2-40B4-BE49-F238E27FC236}">
                      <a16:creationId xmlns:a16="http://schemas.microsoft.com/office/drawing/2014/main" id="{6BC30388-F3E4-043D-AEF2-C8966842176F}"/>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20" name="Graphic 119" descr="DNA outline">
                  <a:extLst>
                    <a:ext uri="{FF2B5EF4-FFF2-40B4-BE49-F238E27FC236}">
                      <a16:creationId xmlns:a16="http://schemas.microsoft.com/office/drawing/2014/main" id="{2CB0E8A6-5D2B-6DC3-0C6C-2FBBCB05FD4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80" name="Group 79">
              <a:extLst>
                <a:ext uri="{FF2B5EF4-FFF2-40B4-BE49-F238E27FC236}">
                  <a16:creationId xmlns:a16="http://schemas.microsoft.com/office/drawing/2014/main" id="{8AE05229-8049-95F2-31A0-C894B7A13022}"/>
                </a:ext>
              </a:extLst>
            </p:cNvPr>
            <p:cNvGrpSpPr/>
            <p:nvPr/>
          </p:nvGrpSpPr>
          <p:grpSpPr>
            <a:xfrm>
              <a:off x="6146287" y="3206328"/>
              <a:ext cx="848176" cy="618515"/>
              <a:chOff x="4095789" y="-170912"/>
              <a:chExt cx="2016049" cy="1522331"/>
            </a:xfrm>
          </p:grpSpPr>
          <p:pic>
            <p:nvPicPr>
              <p:cNvPr id="106" name="Graphic 105" descr="Deciduous tree with solid fill">
                <a:extLst>
                  <a:ext uri="{FF2B5EF4-FFF2-40B4-BE49-F238E27FC236}">
                    <a16:creationId xmlns:a16="http://schemas.microsoft.com/office/drawing/2014/main" id="{D50ABFE1-B35B-573B-D6C4-21E667DD45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08" name="Group 107">
                <a:extLst>
                  <a:ext uri="{FF2B5EF4-FFF2-40B4-BE49-F238E27FC236}">
                    <a16:creationId xmlns:a16="http://schemas.microsoft.com/office/drawing/2014/main" id="{A8226ECE-7042-66DE-91A2-9B4A289E80E0}"/>
                  </a:ext>
                </a:extLst>
              </p:cNvPr>
              <p:cNvGrpSpPr/>
              <p:nvPr/>
            </p:nvGrpSpPr>
            <p:grpSpPr>
              <a:xfrm>
                <a:off x="4655840" y="236627"/>
                <a:ext cx="792088" cy="936104"/>
                <a:chOff x="4655840" y="164619"/>
                <a:chExt cx="792088" cy="936104"/>
              </a:xfrm>
            </p:grpSpPr>
            <p:sp>
              <p:nvSpPr>
                <p:cNvPr id="110" name="Rectangle: Rounded Corners 109">
                  <a:extLst>
                    <a:ext uri="{FF2B5EF4-FFF2-40B4-BE49-F238E27FC236}">
                      <a16:creationId xmlns:a16="http://schemas.microsoft.com/office/drawing/2014/main" id="{F6296238-E0D1-4F85-72B8-4F9789625133}"/>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2" name="Graphic 111" descr="DNA outline">
                  <a:extLst>
                    <a:ext uri="{FF2B5EF4-FFF2-40B4-BE49-F238E27FC236}">
                      <a16:creationId xmlns:a16="http://schemas.microsoft.com/office/drawing/2014/main" id="{D86A6E0F-7D82-E4B4-8EA2-C7B10BA5880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81" name="Group 80">
              <a:extLst>
                <a:ext uri="{FF2B5EF4-FFF2-40B4-BE49-F238E27FC236}">
                  <a16:creationId xmlns:a16="http://schemas.microsoft.com/office/drawing/2014/main" id="{0A7A0BF0-CD9B-6076-5A50-808FFAC87041}"/>
                </a:ext>
              </a:extLst>
            </p:cNvPr>
            <p:cNvGrpSpPr/>
            <p:nvPr/>
          </p:nvGrpSpPr>
          <p:grpSpPr>
            <a:xfrm>
              <a:off x="5358627" y="3825855"/>
              <a:ext cx="848176" cy="618515"/>
              <a:chOff x="4095789" y="-170912"/>
              <a:chExt cx="2016049" cy="1522331"/>
            </a:xfrm>
          </p:grpSpPr>
          <p:pic>
            <p:nvPicPr>
              <p:cNvPr id="100" name="Graphic 99" descr="Deciduous tree with solid fill">
                <a:extLst>
                  <a:ext uri="{FF2B5EF4-FFF2-40B4-BE49-F238E27FC236}">
                    <a16:creationId xmlns:a16="http://schemas.microsoft.com/office/drawing/2014/main" id="{AA61148F-4AAC-9AD0-471C-18B3C1A7B2D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01" name="Group 100">
                <a:extLst>
                  <a:ext uri="{FF2B5EF4-FFF2-40B4-BE49-F238E27FC236}">
                    <a16:creationId xmlns:a16="http://schemas.microsoft.com/office/drawing/2014/main" id="{19EA958D-6A87-FDBE-CC23-588E6898DEB2}"/>
                  </a:ext>
                </a:extLst>
              </p:cNvPr>
              <p:cNvGrpSpPr/>
              <p:nvPr/>
            </p:nvGrpSpPr>
            <p:grpSpPr>
              <a:xfrm>
                <a:off x="4655840" y="236627"/>
                <a:ext cx="792088" cy="936104"/>
                <a:chOff x="4655840" y="164619"/>
                <a:chExt cx="792088" cy="936104"/>
              </a:xfrm>
            </p:grpSpPr>
            <p:sp>
              <p:nvSpPr>
                <p:cNvPr id="102" name="Rectangle: Rounded Corners 101">
                  <a:extLst>
                    <a:ext uri="{FF2B5EF4-FFF2-40B4-BE49-F238E27FC236}">
                      <a16:creationId xmlns:a16="http://schemas.microsoft.com/office/drawing/2014/main" id="{EA0041CB-9BD0-624E-9C1B-FABA567D0D4C}"/>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04" name="Graphic 103" descr="DNA outline">
                  <a:extLst>
                    <a:ext uri="{FF2B5EF4-FFF2-40B4-BE49-F238E27FC236}">
                      <a16:creationId xmlns:a16="http://schemas.microsoft.com/office/drawing/2014/main" id="{FA8CBB63-4C7F-B8FC-535D-81FA78C7DAA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82" name="Group 81">
              <a:extLst>
                <a:ext uri="{FF2B5EF4-FFF2-40B4-BE49-F238E27FC236}">
                  <a16:creationId xmlns:a16="http://schemas.microsoft.com/office/drawing/2014/main" id="{BCAFF1E3-A043-FAB4-A592-4AD7C46BC8BC}"/>
                </a:ext>
              </a:extLst>
            </p:cNvPr>
            <p:cNvGrpSpPr/>
            <p:nvPr/>
          </p:nvGrpSpPr>
          <p:grpSpPr>
            <a:xfrm>
              <a:off x="6146287" y="3825855"/>
              <a:ext cx="848176" cy="618515"/>
              <a:chOff x="4095789" y="-170912"/>
              <a:chExt cx="2016049" cy="1522331"/>
            </a:xfrm>
          </p:grpSpPr>
          <p:pic>
            <p:nvPicPr>
              <p:cNvPr id="96" name="Graphic 95" descr="Deciduous tree with solid fill">
                <a:extLst>
                  <a:ext uri="{FF2B5EF4-FFF2-40B4-BE49-F238E27FC236}">
                    <a16:creationId xmlns:a16="http://schemas.microsoft.com/office/drawing/2014/main" id="{660132C5-33A6-58C0-3210-9AC58D6BD2D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97" name="Group 96">
                <a:extLst>
                  <a:ext uri="{FF2B5EF4-FFF2-40B4-BE49-F238E27FC236}">
                    <a16:creationId xmlns:a16="http://schemas.microsoft.com/office/drawing/2014/main" id="{97590717-B3C9-B0B2-0F82-09A1CD5048B2}"/>
                  </a:ext>
                </a:extLst>
              </p:cNvPr>
              <p:cNvGrpSpPr/>
              <p:nvPr/>
            </p:nvGrpSpPr>
            <p:grpSpPr>
              <a:xfrm>
                <a:off x="4655840" y="236627"/>
                <a:ext cx="792088" cy="936104"/>
                <a:chOff x="4655840" y="164619"/>
                <a:chExt cx="792088" cy="936104"/>
              </a:xfrm>
            </p:grpSpPr>
            <p:sp>
              <p:nvSpPr>
                <p:cNvPr id="98" name="Rectangle: Rounded Corners 97">
                  <a:extLst>
                    <a:ext uri="{FF2B5EF4-FFF2-40B4-BE49-F238E27FC236}">
                      <a16:creationId xmlns:a16="http://schemas.microsoft.com/office/drawing/2014/main" id="{81363358-92D6-79CB-C185-6F2F17E0BA35}"/>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9" name="Graphic 98" descr="DNA outline">
                  <a:extLst>
                    <a:ext uri="{FF2B5EF4-FFF2-40B4-BE49-F238E27FC236}">
                      <a16:creationId xmlns:a16="http://schemas.microsoft.com/office/drawing/2014/main" id="{2F806F94-17BF-7CA1-E543-ECA0B714227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84" name="Group 83">
              <a:extLst>
                <a:ext uri="{FF2B5EF4-FFF2-40B4-BE49-F238E27FC236}">
                  <a16:creationId xmlns:a16="http://schemas.microsoft.com/office/drawing/2014/main" id="{F3AF54C2-9CC6-9656-CD62-5B8A7B7C9A55}"/>
                </a:ext>
              </a:extLst>
            </p:cNvPr>
            <p:cNvGrpSpPr/>
            <p:nvPr/>
          </p:nvGrpSpPr>
          <p:grpSpPr>
            <a:xfrm>
              <a:off x="5357072" y="1379029"/>
              <a:ext cx="848176" cy="618515"/>
              <a:chOff x="4095789" y="-170912"/>
              <a:chExt cx="2016049" cy="1522331"/>
            </a:xfrm>
          </p:grpSpPr>
          <p:pic>
            <p:nvPicPr>
              <p:cNvPr id="90" name="Graphic 89" descr="Deciduous tree with solid fill">
                <a:extLst>
                  <a:ext uri="{FF2B5EF4-FFF2-40B4-BE49-F238E27FC236}">
                    <a16:creationId xmlns:a16="http://schemas.microsoft.com/office/drawing/2014/main" id="{C2B3D586-9BF5-DE9D-1E90-3D36661889B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92" name="Group 91">
                <a:extLst>
                  <a:ext uri="{FF2B5EF4-FFF2-40B4-BE49-F238E27FC236}">
                    <a16:creationId xmlns:a16="http://schemas.microsoft.com/office/drawing/2014/main" id="{DFD47448-2A71-C43A-3E0A-6188621BEB58}"/>
                  </a:ext>
                </a:extLst>
              </p:cNvPr>
              <p:cNvGrpSpPr/>
              <p:nvPr/>
            </p:nvGrpSpPr>
            <p:grpSpPr>
              <a:xfrm>
                <a:off x="4655840" y="236627"/>
                <a:ext cx="792088" cy="936104"/>
                <a:chOff x="4655840" y="164619"/>
                <a:chExt cx="792088" cy="936104"/>
              </a:xfrm>
            </p:grpSpPr>
            <p:sp>
              <p:nvSpPr>
                <p:cNvPr id="94" name="Rectangle: Rounded Corners 93">
                  <a:extLst>
                    <a:ext uri="{FF2B5EF4-FFF2-40B4-BE49-F238E27FC236}">
                      <a16:creationId xmlns:a16="http://schemas.microsoft.com/office/drawing/2014/main" id="{1735DFFB-D799-1AE2-8DFB-F5E8F2262BD6}"/>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5" name="Graphic 94" descr="DNA outline">
                  <a:extLst>
                    <a:ext uri="{FF2B5EF4-FFF2-40B4-BE49-F238E27FC236}">
                      <a16:creationId xmlns:a16="http://schemas.microsoft.com/office/drawing/2014/main" id="{F590087F-73C1-FD8C-2ACB-62AD3691C36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85" name="Group 84">
              <a:extLst>
                <a:ext uri="{FF2B5EF4-FFF2-40B4-BE49-F238E27FC236}">
                  <a16:creationId xmlns:a16="http://schemas.microsoft.com/office/drawing/2014/main" id="{7283D990-CB73-FFC1-F2F6-488320878C59}"/>
                </a:ext>
              </a:extLst>
            </p:cNvPr>
            <p:cNvGrpSpPr/>
            <p:nvPr/>
          </p:nvGrpSpPr>
          <p:grpSpPr>
            <a:xfrm>
              <a:off x="6144732" y="1379029"/>
              <a:ext cx="848176" cy="618515"/>
              <a:chOff x="4095789" y="-170912"/>
              <a:chExt cx="2016049" cy="1522331"/>
            </a:xfrm>
          </p:grpSpPr>
          <p:pic>
            <p:nvPicPr>
              <p:cNvPr id="86" name="Graphic 85" descr="Deciduous tree with solid fill">
                <a:extLst>
                  <a:ext uri="{FF2B5EF4-FFF2-40B4-BE49-F238E27FC236}">
                    <a16:creationId xmlns:a16="http://schemas.microsoft.com/office/drawing/2014/main" id="{C4218228-3A4E-4F18-84C3-30B81EE9EE3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87" name="Group 86">
                <a:extLst>
                  <a:ext uri="{FF2B5EF4-FFF2-40B4-BE49-F238E27FC236}">
                    <a16:creationId xmlns:a16="http://schemas.microsoft.com/office/drawing/2014/main" id="{A3960074-7C76-9126-1BBE-E6A041F0F4B9}"/>
                  </a:ext>
                </a:extLst>
              </p:cNvPr>
              <p:cNvGrpSpPr/>
              <p:nvPr/>
            </p:nvGrpSpPr>
            <p:grpSpPr>
              <a:xfrm>
                <a:off x="4655840" y="236627"/>
                <a:ext cx="792088" cy="936104"/>
                <a:chOff x="4655840" y="164619"/>
                <a:chExt cx="792088" cy="936104"/>
              </a:xfrm>
            </p:grpSpPr>
            <p:sp>
              <p:nvSpPr>
                <p:cNvPr id="88" name="Rectangle: Rounded Corners 87">
                  <a:extLst>
                    <a:ext uri="{FF2B5EF4-FFF2-40B4-BE49-F238E27FC236}">
                      <a16:creationId xmlns:a16="http://schemas.microsoft.com/office/drawing/2014/main" id="{E96ADB02-D08B-0362-C3DF-C70845EFF9C3}"/>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89" name="Graphic 88" descr="DNA outline">
                  <a:extLst>
                    <a:ext uri="{FF2B5EF4-FFF2-40B4-BE49-F238E27FC236}">
                      <a16:creationId xmlns:a16="http://schemas.microsoft.com/office/drawing/2014/main" id="{4F2B4EF3-422B-9349-2B4E-CBBB3BC84E3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sp>
        <p:nvSpPr>
          <p:cNvPr id="3" name="Date Placeholder 2">
            <a:extLst>
              <a:ext uri="{FF2B5EF4-FFF2-40B4-BE49-F238E27FC236}">
                <a16:creationId xmlns:a16="http://schemas.microsoft.com/office/drawing/2014/main" id="{EC9A52D7-76CE-1990-A05D-19AE9E476FB6}"/>
              </a:ext>
            </a:extLst>
          </p:cNvPr>
          <p:cNvSpPr>
            <a:spLocks noGrp="1"/>
          </p:cNvSpPr>
          <p:nvPr>
            <p:ph type="dt" sz="half" idx="10"/>
          </p:nvPr>
        </p:nvSpPr>
        <p:spPr/>
        <p:txBody>
          <a:bodyPr/>
          <a:lstStyle/>
          <a:p>
            <a:fld id="{E450A3B4-CC19-4884-935E-D5876AA7AE74}"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49D51681-33CC-220C-459A-F5F36480774D}"/>
              </a:ext>
            </a:extLst>
          </p:cNvPr>
          <p:cNvSpPr>
            <a:spLocks noGrp="1"/>
          </p:cNvSpPr>
          <p:nvPr>
            <p:ph type="sldNum" sz="quarter" idx="12"/>
          </p:nvPr>
        </p:nvSpPr>
        <p:spPr/>
        <p:txBody>
          <a:bodyPr/>
          <a:lstStyle/>
          <a:p>
            <a:fld id="{442AD375-037F-43D0-B059-5172DA06796A}" type="slidenum">
              <a:rPr lang="en-GB" noProof="0" smtClean="0"/>
              <a:pPr/>
              <a:t>21</a:t>
            </a:fld>
            <a:endParaRPr lang="en-GB" noProof="0" dirty="0"/>
          </a:p>
        </p:txBody>
      </p:sp>
    </p:spTree>
    <p:extLst>
      <p:ext uri="{BB962C8B-B14F-4D97-AF65-F5344CB8AC3E}">
        <p14:creationId xmlns:p14="http://schemas.microsoft.com/office/powerpoint/2010/main" val="1454364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4A114-B97E-C99C-0F68-207CF8F9C24B}"/>
            </a:ext>
          </a:extLst>
        </p:cNvPr>
        <p:cNvGrpSpPr/>
        <p:nvPr/>
      </p:nvGrpSpPr>
      <p:grpSpPr>
        <a:xfrm>
          <a:off x="0" y="0"/>
          <a:ext cx="0" cy="0"/>
          <a:chOff x="0" y="0"/>
          <a:chExt cx="0" cy="0"/>
        </a:xfrm>
      </p:grpSpPr>
      <p:sp>
        <p:nvSpPr>
          <p:cNvPr id="4087" name="Rectangle: Rounded Corners 4086">
            <a:extLst>
              <a:ext uri="{FF2B5EF4-FFF2-40B4-BE49-F238E27FC236}">
                <a16:creationId xmlns:a16="http://schemas.microsoft.com/office/drawing/2014/main" id="{71832E99-E39A-AD58-4B35-F5AE4CB4B269}"/>
              </a:ext>
            </a:extLst>
          </p:cNvPr>
          <p:cNvSpPr/>
          <p:nvPr/>
        </p:nvSpPr>
        <p:spPr>
          <a:xfrm>
            <a:off x="7830368" y="1255830"/>
            <a:ext cx="4176464"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941" name="TextBox 3940">
            <a:extLst>
              <a:ext uri="{FF2B5EF4-FFF2-40B4-BE49-F238E27FC236}">
                <a16:creationId xmlns:a16="http://schemas.microsoft.com/office/drawing/2014/main" id="{87654668-B0CD-2BBD-EB51-3B73CB4CE905}"/>
              </a:ext>
            </a:extLst>
          </p:cNvPr>
          <p:cNvSpPr txBox="1"/>
          <p:nvPr/>
        </p:nvSpPr>
        <p:spPr>
          <a:xfrm>
            <a:off x="479376" y="4722171"/>
            <a:ext cx="3672408" cy="422295"/>
          </a:xfrm>
          <a:prstGeom prst="rect">
            <a:avLst/>
          </a:prstGeom>
          <a:noFill/>
        </p:spPr>
        <p:txBody>
          <a:bodyPr wrap="square" lIns="0" tIns="0" rIns="0" bIns="0" rtlCol="0">
            <a:spAutoFit/>
          </a:bodyPr>
          <a:lstStyle/>
          <a:p>
            <a:r>
              <a:rPr lang="en-US" sz="2800" b="1" noProof="0" dirty="0">
                <a:latin typeface="Aptos" panose="020B0004020202020204" pitchFamily="34" charset="0"/>
              </a:rPr>
              <a:t>Record all individuals </a:t>
            </a:r>
          </a:p>
        </p:txBody>
      </p:sp>
      <p:sp>
        <p:nvSpPr>
          <p:cNvPr id="4008" name="Rectangle: Rounded Corners 4007">
            <a:extLst>
              <a:ext uri="{FF2B5EF4-FFF2-40B4-BE49-F238E27FC236}">
                <a16:creationId xmlns:a16="http://schemas.microsoft.com/office/drawing/2014/main" id="{C46B3103-CE97-C2CF-DA61-1B85BEEFD8A1}"/>
              </a:ext>
            </a:extLst>
          </p:cNvPr>
          <p:cNvSpPr/>
          <p:nvPr/>
        </p:nvSpPr>
        <p:spPr>
          <a:xfrm>
            <a:off x="191344" y="1268760"/>
            <a:ext cx="4176464"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951" name="Group 3950">
            <a:extLst>
              <a:ext uri="{FF2B5EF4-FFF2-40B4-BE49-F238E27FC236}">
                <a16:creationId xmlns:a16="http://schemas.microsoft.com/office/drawing/2014/main" id="{E82D6935-9E8F-2140-EA53-11418F21DB4B}"/>
              </a:ext>
            </a:extLst>
          </p:cNvPr>
          <p:cNvGrpSpPr/>
          <p:nvPr/>
        </p:nvGrpSpPr>
        <p:grpSpPr>
          <a:xfrm>
            <a:off x="335360" y="1484784"/>
            <a:ext cx="3888432" cy="2880320"/>
            <a:chOff x="335360" y="1484784"/>
            <a:chExt cx="3888432" cy="2880320"/>
          </a:xfrm>
          <a:effectLst>
            <a:outerShdw blurRad="50800" dist="38100" dir="2700000" algn="tl" rotWithShape="0">
              <a:prstClr val="black">
                <a:alpha val="40000"/>
              </a:prstClr>
            </a:outerShdw>
          </a:effectLst>
        </p:grpSpPr>
        <p:pic>
          <p:nvPicPr>
            <p:cNvPr id="83" name="Graphic 82" descr="Deciduous tree with solid fill">
              <a:extLst>
                <a:ext uri="{FF2B5EF4-FFF2-40B4-BE49-F238E27FC236}">
                  <a16:creationId xmlns:a16="http://schemas.microsoft.com/office/drawing/2014/main" id="{584C8EE5-9E78-2209-9525-74EF67136F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0986" y="2454941"/>
              <a:ext cx="209457" cy="196410"/>
            </a:xfrm>
            <a:prstGeom prst="rect">
              <a:avLst/>
            </a:prstGeom>
          </p:spPr>
        </p:pic>
        <p:pic>
          <p:nvPicPr>
            <p:cNvPr id="91" name="Graphic 90" descr="Deciduous tree with solid fill">
              <a:extLst>
                <a:ext uri="{FF2B5EF4-FFF2-40B4-BE49-F238E27FC236}">
                  <a16:creationId xmlns:a16="http://schemas.microsoft.com/office/drawing/2014/main" id="{6F11F980-C173-EDD0-CEC6-B10B038871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360" y="2550800"/>
              <a:ext cx="209457" cy="196410"/>
            </a:xfrm>
            <a:prstGeom prst="rect">
              <a:avLst/>
            </a:prstGeom>
          </p:spPr>
        </p:pic>
        <p:pic>
          <p:nvPicPr>
            <p:cNvPr id="93" name="Graphic 92" descr="Deciduous tree with solid fill">
              <a:extLst>
                <a:ext uri="{FF2B5EF4-FFF2-40B4-BE49-F238E27FC236}">
                  <a16:creationId xmlns:a16="http://schemas.microsoft.com/office/drawing/2014/main" id="{E9D76D16-1544-57E8-4E83-16488B702F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563" y="2366903"/>
              <a:ext cx="209457" cy="196410"/>
            </a:xfrm>
            <a:prstGeom prst="rect">
              <a:avLst/>
            </a:prstGeom>
          </p:spPr>
        </p:pic>
        <p:pic>
          <p:nvPicPr>
            <p:cNvPr id="103" name="Graphic 102" descr="Deciduous tree with solid fill">
              <a:extLst>
                <a:ext uri="{FF2B5EF4-FFF2-40B4-BE49-F238E27FC236}">
                  <a16:creationId xmlns:a16="http://schemas.microsoft.com/office/drawing/2014/main" id="{602D3D9D-220D-ACAF-E1D0-C470B38843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4" y="2674291"/>
              <a:ext cx="209457" cy="196410"/>
            </a:xfrm>
            <a:prstGeom prst="rect">
              <a:avLst/>
            </a:prstGeom>
          </p:spPr>
        </p:pic>
        <p:pic>
          <p:nvPicPr>
            <p:cNvPr id="105" name="Graphic 104" descr="Deciduous tree with solid fill">
              <a:extLst>
                <a:ext uri="{FF2B5EF4-FFF2-40B4-BE49-F238E27FC236}">
                  <a16:creationId xmlns:a16="http://schemas.microsoft.com/office/drawing/2014/main" id="{105F579C-14C3-CC0C-718A-D9C2AF4CBE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107" name="Graphic 106" descr="Deciduous tree with solid fill">
              <a:extLst>
                <a:ext uri="{FF2B5EF4-FFF2-40B4-BE49-F238E27FC236}">
                  <a16:creationId xmlns:a16="http://schemas.microsoft.com/office/drawing/2014/main" id="{4739BE30-1C7F-6BDB-2CAF-ECA1D14E87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109" name="Graphic 108" descr="Deciduous tree with solid fill">
              <a:extLst>
                <a:ext uri="{FF2B5EF4-FFF2-40B4-BE49-F238E27FC236}">
                  <a16:creationId xmlns:a16="http://schemas.microsoft.com/office/drawing/2014/main" id="{2995A5E3-D6C3-DBB6-0D1A-D13EAA1F38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111" name="Graphic 110" descr="Deciduous tree with solid fill">
              <a:extLst>
                <a:ext uri="{FF2B5EF4-FFF2-40B4-BE49-F238E27FC236}">
                  <a16:creationId xmlns:a16="http://schemas.microsoft.com/office/drawing/2014/main" id="{1AE45B4E-FDA6-16E7-1FD0-AA5DCC013E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113" name="Graphic 112" descr="Deciduous tree with solid fill">
              <a:extLst>
                <a:ext uri="{FF2B5EF4-FFF2-40B4-BE49-F238E27FC236}">
                  <a16:creationId xmlns:a16="http://schemas.microsoft.com/office/drawing/2014/main" id="{FEDD86CC-5243-8031-0917-983C79441D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115" name="Graphic 114" descr="Deciduous tree with solid fill">
              <a:extLst>
                <a:ext uri="{FF2B5EF4-FFF2-40B4-BE49-F238E27FC236}">
                  <a16:creationId xmlns:a16="http://schemas.microsoft.com/office/drawing/2014/main" id="{01C14830-87EC-EFA2-EA30-6BD8EF6ED3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117" name="Graphic 116" descr="Deciduous tree with solid fill">
              <a:extLst>
                <a:ext uri="{FF2B5EF4-FFF2-40B4-BE49-F238E27FC236}">
                  <a16:creationId xmlns:a16="http://schemas.microsoft.com/office/drawing/2014/main" id="{40383FAE-E075-539A-73C5-EED930DACC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119" name="Graphic 118" descr="Deciduous tree with solid fill">
              <a:extLst>
                <a:ext uri="{FF2B5EF4-FFF2-40B4-BE49-F238E27FC236}">
                  <a16:creationId xmlns:a16="http://schemas.microsoft.com/office/drawing/2014/main" id="{AACFE984-6FD3-7087-DB20-94395CA7F3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121" name="Graphic 120" descr="Deciduous tree with solid fill">
              <a:extLst>
                <a:ext uri="{FF2B5EF4-FFF2-40B4-BE49-F238E27FC236}">
                  <a16:creationId xmlns:a16="http://schemas.microsoft.com/office/drawing/2014/main" id="{C37FC95D-8078-F6DD-1B2F-982A136237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23" name="Graphic 122" descr="Deciduous tree with solid fill">
              <a:extLst>
                <a:ext uri="{FF2B5EF4-FFF2-40B4-BE49-F238E27FC236}">
                  <a16:creationId xmlns:a16="http://schemas.microsoft.com/office/drawing/2014/main" id="{1C4D7892-CE85-71F4-5FE4-0F056B3A91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25" name="Graphic 124" descr="Deciduous tree with solid fill">
              <a:extLst>
                <a:ext uri="{FF2B5EF4-FFF2-40B4-BE49-F238E27FC236}">
                  <a16:creationId xmlns:a16="http://schemas.microsoft.com/office/drawing/2014/main" id="{3C52ABC1-B5A4-8EE2-8665-2FD2CDD228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29" name="Graphic 128" descr="Deciduous tree with solid fill">
              <a:extLst>
                <a:ext uri="{FF2B5EF4-FFF2-40B4-BE49-F238E27FC236}">
                  <a16:creationId xmlns:a16="http://schemas.microsoft.com/office/drawing/2014/main" id="{97004772-0BEE-3B92-77E0-417F8FC346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0" y="2578432"/>
              <a:ext cx="209457" cy="196410"/>
            </a:xfrm>
            <a:prstGeom prst="rect">
              <a:avLst/>
            </a:prstGeom>
          </p:spPr>
        </p:pic>
        <p:pic>
          <p:nvPicPr>
            <p:cNvPr id="131" name="Graphic 130" descr="Deciduous tree with solid fill">
              <a:extLst>
                <a:ext uri="{FF2B5EF4-FFF2-40B4-BE49-F238E27FC236}">
                  <a16:creationId xmlns:a16="http://schemas.microsoft.com/office/drawing/2014/main" id="{C4541826-861E-D1DA-314B-C72CC2AB09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133" name="Graphic 132" descr="Deciduous tree with solid fill">
              <a:extLst>
                <a:ext uri="{FF2B5EF4-FFF2-40B4-BE49-F238E27FC236}">
                  <a16:creationId xmlns:a16="http://schemas.microsoft.com/office/drawing/2014/main" id="{FB9CCEFD-7724-D68B-3E6E-8165AC6E95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135" name="Graphic 134" descr="Deciduous tree with solid fill">
              <a:extLst>
                <a:ext uri="{FF2B5EF4-FFF2-40B4-BE49-F238E27FC236}">
                  <a16:creationId xmlns:a16="http://schemas.microsoft.com/office/drawing/2014/main" id="{34C93922-B4F9-40F9-9525-12C85871E2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137" name="Graphic 136" descr="Deciduous tree with solid fill">
              <a:extLst>
                <a:ext uri="{FF2B5EF4-FFF2-40B4-BE49-F238E27FC236}">
                  <a16:creationId xmlns:a16="http://schemas.microsoft.com/office/drawing/2014/main" id="{D8B359F8-F46C-7575-0A04-2CA7220292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139" name="Graphic 138" descr="Deciduous tree with solid fill">
              <a:extLst>
                <a:ext uri="{FF2B5EF4-FFF2-40B4-BE49-F238E27FC236}">
                  <a16:creationId xmlns:a16="http://schemas.microsoft.com/office/drawing/2014/main" id="{5D17AA20-0AAF-4878-A0E6-2B078899ED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141" name="Graphic 140" descr="Deciduous tree with solid fill">
              <a:extLst>
                <a:ext uri="{FF2B5EF4-FFF2-40B4-BE49-F238E27FC236}">
                  <a16:creationId xmlns:a16="http://schemas.microsoft.com/office/drawing/2014/main" id="{AE55F7B1-C07D-693F-A53D-EB3ABEA034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143" name="Graphic 142" descr="Deciduous tree with solid fill">
              <a:extLst>
                <a:ext uri="{FF2B5EF4-FFF2-40B4-BE49-F238E27FC236}">
                  <a16:creationId xmlns:a16="http://schemas.microsoft.com/office/drawing/2014/main" id="{746CE376-62B7-DB3E-E3C4-CBBFDD05B3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145" name="Graphic 144" descr="Deciduous tree with solid fill">
              <a:extLst>
                <a:ext uri="{FF2B5EF4-FFF2-40B4-BE49-F238E27FC236}">
                  <a16:creationId xmlns:a16="http://schemas.microsoft.com/office/drawing/2014/main" id="{D8566C44-5D5E-1538-D3FA-EAD046B2C4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147" name="Graphic 146" descr="Deciduous tree with solid fill">
              <a:extLst>
                <a:ext uri="{FF2B5EF4-FFF2-40B4-BE49-F238E27FC236}">
                  <a16:creationId xmlns:a16="http://schemas.microsoft.com/office/drawing/2014/main" id="{74CD90FF-4115-0381-8E65-BA54F78D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49" name="Graphic 148" descr="Deciduous tree with solid fill">
              <a:extLst>
                <a:ext uri="{FF2B5EF4-FFF2-40B4-BE49-F238E27FC236}">
                  <a16:creationId xmlns:a16="http://schemas.microsoft.com/office/drawing/2014/main" id="{CB2F77B2-685D-52AA-5CC6-F5E2B266A0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51" name="Graphic 150" descr="Deciduous tree with solid fill">
              <a:extLst>
                <a:ext uri="{FF2B5EF4-FFF2-40B4-BE49-F238E27FC236}">
                  <a16:creationId xmlns:a16="http://schemas.microsoft.com/office/drawing/2014/main" id="{6D1EC29E-403D-1108-0614-4F6195A646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55" name="Graphic 154" descr="Deciduous tree with solid fill">
              <a:extLst>
                <a:ext uri="{FF2B5EF4-FFF2-40B4-BE49-F238E27FC236}">
                  <a16:creationId xmlns:a16="http://schemas.microsoft.com/office/drawing/2014/main" id="{D266BD89-7310-DF31-5679-E76E193008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57" y="2490393"/>
              <a:ext cx="209457" cy="196410"/>
            </a:xfrm>
            <a:prstGeom prst="rect">
              <a:avLst/>
            </a:prstGeom>
          </p:spPr>
        </p:pic>
        <p:pic>
          <p:nvPicPr>
            <p:cNvPr id="157" name="Graphic 156" descr="Deciduous tree with solid fill">
              <a:extLst>
                <a:ext uri="{FF2B5EF4-FFF2-40B4-BE49-F238E27FC236}">
                  <a16:creationId xmlns:a16="http://schemas.microsoft.com/office/drawing/2014/main" id="{D6449606-CE82-3C39-3501-B8A44EE8C2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159" name="Graphic 158" descr="Deciduous tree with solid fill">
              <a:extLst>
                <a:ext uri="{FF2B5EF4-FFF2-40B4-BE49-F238E27FC236}">
                  <a16:creationId xmlns:a16="http://schemas.microsoft.com/office/drawing/2014/main" id="{9FFD1AA8-D46D-B44F-96C5-3059C173BD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161" name="Graphic 160" descr="Deciduous tree with solid fill">
              <a:extLst>
                <a:ext uri="{FF2B5EF4-FFF2-40B4-BE49-F238E27FC236}">
                  <a16:creationId xmlns:a16="http://schemas.microsoft.com/office/drawing/2014/main" id="{963B3A4D-6262-A3C6-8B21-A46F85E6E7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163" name="Graphic 162" descr="Deciduous tree with solid fill">
              <a:extLst>
                <a:ext uri="{FF2B5EF4-FFF2-40B4-BE49-F238E27FC236}">
                  <a16:creationId xmlns:a16="http://schemas.microsoft.com/office/drawing/2014/main" id="{0FA48731-718F-6051-2C5C-C158FAF3DE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165" name="Graphic 164" descr="Deciduous tree with solid fill">
              <a:extLst>
                <a:ext uri="{FF2B5EF4-FFF2-40B4-BE49-F238E27FC236}">
                  <a16:creationId xmlns:a16="http://schemas.microsoft.com/office/drawing/2014/main" id="{8CBDFDDF-228D-C4F0-C2E8-4C81DB2E9D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167" name="Graphic 166" descr="Deciduous tree with solid fill">
              <a:extLst>
                <a:ext uri="{FF2B5EF4-FFF2-40B4-BE49-F238E27FC236}">
                  <a16:creationId xmlns:a16="http://schemas.microsoft.com/office/drawing/2014/main" id="{C794D956-8B7B-BEEF-E5F3-2BA161AEAF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169" name="Graphic 168" descr="Deciduous tree with solid fill">
              <a:extLst>
                <a:ext uri="{FF2B5EF4-FFF2-40B4-BE49-F238E27FC236}">
                  <a16:creationId xmlns:a16="http://schemas.microsoft.com/office/drawing/2014/main" id="{97C77864-E804-6885-FBFC-47D4940030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171" name="Graphic 170" descr="Deciduous tree with solid fill">
              <a:extLst>
                <a:ext uri="{FF2B5EF4-FFF2-40B4-BE49-F238E27FC236}">
                  <a16:creationId xmlns:a16="http://schemas.microsoft.com/office/drawing/2014/main" id="{1E897603-8022-0342-8D8A-4834C1766C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73" name="Graphic 172" descr="Deciduous tree with solid fill">
              <a:extLst>
                <a:ext uri="{FF2B5EF4-FFF2-40B4-BE49-F238E27FC236}">
                  <a16:creationId xmlns:a16="http://schemas.microsoft.com/office/drawing/2014/main" id="{D7CBC1F6-0706-9CFB-8BAC-AF550BAC5F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75" name="Graphic 174" descr="Deciduous tree with solid fill">
              <a:extLst>
                <a:ext uri="{FF2B5EF4-FFF2-40B4-BE49-F238E27FC236}">
                  <a16:creationId xmlns:a16="http://schemas.microsoft.com/office/drawing/2014/main" id="{80FE1CE3-621C-FAE5-9B91-680D2E8CB0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77" name="Graphic 176" descr="Deciduous tree with solid fill">
              <a:extLst>
                <a:ext uri="{FF2B5EF4-FFF2-40B4-BE49-F238E27FC236}">
                  <a16:creationId xmlns:a16="http://schemas.microsoft.com/office/drawing/2014/main" id="{AFD54A0A-7685-3671-161D-566AB8EA84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353" name="Graphic 352" descr="Deciduous tree with solid fill">
              <a:extLst>
                <a:ext uri="{FF2B5EF4-FFF2-40B4-BE49-F238E27FC236}">
                  <a16:creationId xmlns:a16="http://schemas.microsoft.com/office/drawing/2014/main" id="{8CC6B418-BC78-AC06-AB8C-7C8720D038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0" y="2578432"/>
              <a:ext cx="209457" cy="196410"/>
            </a:xfrm>
            <a:prstGeom prst="rect">
              <a:avLst/>
            </a:prstGeom>
          </p:spPr>
        </p:pic>
        <p:pic>
          <p:nvPicPr>
            <p:cNvPr id="355" name="Graphic 354" descr="Deciduous tree with solid fill">
              <a:extLst>
                <a:ext uri="{FF2B5EF4-FFF2-40B4-BE49-F238E27FC236}">
                  <a16:creationId xmlns:a16="http://schemas.microsoft.com/office/drawing/2014/main" id="{A52DC515-FE17-2311-64AA-D7497C0BF2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4" y="2674291"/>
              <a:ext cx="209457" cy="196410"/>
            </a:xfrm>
            <a:prstGeom prst="rect">
              <a:avLst/>
            </a:prstGeom>
          </p:spPr>
        </p:pic>
        <p:pic>
          <p:nvPicPr>
            <p:cNvPr id="357" name="Graphic 356" descr="Deciduous tree with solid fill">
              <a:extLst>
                <a:ext uri="{FF2B5EF4-FFF2-40B4-BE49-F238E27FC236}">
                  <a16:creationId xmlns:a16="http://schemas.microsoft.com/office/drawing/2014/main" id="{7DABD0DC-EBE8-9F46-B1D8-8F2BCE7550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57" y="2490393"/>
              <a:ext cx="209457" cy="196410"/>
            </a:xfrm>
            <a:prstGeom prst="rect">
              <a:avLst/>
            </a:prstGeom>
          </p:spPr>
        </p:pic>
        <p:pic>
          <p:nvPicPr>
            <p:cNvPr id="361" name="Graphic 360" descr="Deciduous tree with solid fill">
              <a:extLst>
                <a:ext uri="{FF2B5EF4-FFF2-40B4-BE49-F238E27FC236}">
                  <a16:creationId xmlns:a16="http://schemas.microsoft.com/office/drawing/2014/main" id="{8BF39E8F-9C59-A8FD-3B6C-5DDD61F6DA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363" name="Graphic 362" descr="Deciduous tree with solid fill">
              <a:extLst>
                <a:ext uri="{FF2B5EF4-FFF2-40B4-BE49-F238E27FC236}">
                  <a16:creationId xmlns:a16="http://schemas.microsoft.com/office/drawing/2014/main" id="{297E4904-F721-8E16-3A89-01BBF95F91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365" name="Graphic 364" descr="Deciduous tree with solid fill">
              <a:extLst>
                <a:ext uri="{FF2B5EF4-FFF2-40B4-BE49-F238E27FC236}">
                  <a16:creationId xmlns:a16="http://schemas.microsoft.com/office/drawing/2014/main" id="{F06BFECE-742D-5D65-0E83-BC1A23E5F5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367" name="Graphic 366" descr="Deciduous tree with solid fill">
              <a:extLst>
                <a:ext uri="{FF2B5EF4-FFF2-40B4-BE49-F238E27FC236}">
                  <a16:creationId xmlns:a16="http://schemas.microsoft.com/office/drawing/2014/main" id="{A81199AB-F0AB-2D2C-7BBF-A88C651256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369" name="Graphic 368" descr="Deciduous tree with solid fill">
              <a:extLst>
                <a:ext uri="{FF2B5EF4-FFF2-40B4-BE49-F238E27FC236}">
                  <a16:creationId xmlns:a16="http://schemas.microsoft.com/office/drawing/2014/main" id="{D5C89CBF-AE90-4DAA-A068-B3F56EF42F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371" name="Graphic 370" descr="Deciduous tree with solid fill">
              <a:extLst>
                <a:ext uri="{FF2B5EF4-FFF2-40B4-BE49-F238E27FC236}">
                  <a16:creationId xmlns:a16="http://schemas.microsoft.com/office/drawing/2014/main" id="{3F8E1430-311E-5788-AA0D-53173FE0E1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373" name="Graphic 372" descr="Deciduous tree with solid fill">
              <a:extLst>
                <a:ext uri="{FF2B5EF4-FFF2-40B4-BE49-F238E27FC236}">
                  <a16:creationId xmlns:a16="http://schemas.microsoft.com/office/drawing/2014/main" id="{5A236977-8356-1F61-1D83-2924931EB0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375" name="Graphic 374" descr="Deciduous tree with solid fill">
              <a:extLst>
                <a:ext uri="{FF2B5EF4-FFF2-40B4-BE49-F238E27FC236}">
                  <a16:creationId xmlns:a16="http://schemas.microsoft.com/office/drawing/2014/main" id="{D1DD1917-D781-6B1D-F420-327A31F251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377" name="Graphic 376" descr="Deciduous tree with solid fill">
              <a:extLst>
                <a:ext uri="{FF2B5EF4-FFF2-40B4-BE49-F238E27FC236}">
                  <a16:creationId xmlns:a16="http://schemas.microsoft.com/office/drawing/2014/main" id="{D4622B01-5F3F-166E-4BA3-5D61A020B9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379" name="Graphic 378" descr="Deciduous tree with solid fill">
              <a:extLst>
                <a:ext uri="{FF2B5EF4-FFF2-40B4-BE49-F238E27FC236}">
                  <a16:creationId xmlns:a16="http://schemas.microsoft.com/office/drawing/2014/main" id="{2C122861-0355-7BBF-4C71-987C7FC77C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381" name="Graphic 380" descr="Deciduous tree with solid fill">
              <a:extLst>
                <a:ext uri="{FF2B5EF4-FFF2-40B4-BE49-F238E27FC236}">
                  <a16:creationId xmlns:a16="http://schemas.microsoft.com/office/drawing/2014/main" id="{EF20F605-49CB-8B8C-842B-BFEC1E3277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387" name="Graphic 386" descr="Deciduous tree with solid fill">
              <a:extLst>
                <a:ext uri="{FF2B5EF4-FFF2-40B4-BE49-F238E27FC236}">
                  <a16:creationId xmlns:a16="http://schemas.microsoft.com/office/drawing/2014/main" id="{7B7DE542-5DA2-1F4B-DE28-82825774D4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389" name="Graphic 388" descr="Deciduous tree with solid fill">
              <a:extLst>
                <a:ext uri="{FF2B5EF4-FFF2-40B4-BE49-F238E27FC236}">
                  <a16:creationId xmlns:a16="http://schemas.microsoft.com/office/drawing/2014/main" id="{464B2CB1-E2BF-E61A-6098-07C6A9A8B9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391" name="Graphic 390" descr="Deciduous tree with solid fill">
              <a:extLst>
                <a:ext uri="{FF2B5EF4-FFF2-40B4-BE49-F238E27FC236}">
                  <a16:creationId xmlns:a16="http://schemas.microsoft.com/office/drawing/2014/main" id="{B0BF672F-C874-B39B-0DA9-FA26357A54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393" name="Graphic 392" descr="Deciduous tree with solid fill">
              <a:extLst>
                <a:ext uri="{FF2B5EF4-FFF2-40B4-BE49-F238E27FC236}">
                  <a16:creationId xmlns:a16="http://schemas.microsoft.com/office/drawing/2014/main" id="{B8FECBE3-2A30-5520-8FCD-2DD238E69C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395" name="Graphic 394" descr="Deciduous tree with solid fill">
              <a:extLst>
                <a:ext uri="{FF2B5EF4-FFF2-40B4-BE49-F238E27FC236}">
                  <a16:creationId xmlns:a16="http://schemas.microsoft.com/office/drawing/2014/main" id="{E7B781AC-8E4F-7C1E-D4C0-AC84A2FB46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397" name="Graphic 396" descr="Deciduous tree with solid fill">
              <a:extLst>
                <a:ext uri="{FF2B5EF4-FFF2-40B4-BE49-F238E27FC236}">
                  <a16:creationId xmlns:a16="http://schemas.microsoft.com/office/drawing/2014/main" id="{FDFB582E-270F-37DD-4608-EF7315C394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399" name="Graphic 398" descr="Deciduous tree with solid fill">
              <a:extLst>
                <a:ext uri="{FF2B5EF4-FFF2-40B4-BE49-F238E27FC236}">
                  <a16:creationId xmlns:a16="http://schemas.microsoft.com/office/drawing/2014/main" id="{3219CB7B-0529-1CEC-6CCE-76236FEB16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401" name="Graphic 400" descr="Deciduous tree with solid fill">
              <a:extLst>
                <a:ext uri="{FF2B5EF4-FFF2-40B4-BE49-F238E27FC236}">
                  <a16:creationId xmlns:a16="http://schemas.microsoft.com/office/drawing/2014/main" id="{1779B9E6-18E2-923A-87BF-C6CB4B9977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403" name="Graphic 402" descr="Deciduous tree with solid fill">
              <a:extLst>
                <a:ext uri="{FF2B5EF4-FFF2-40B4-BE49-F238E27FC236}">
                  <a16:creationId xmlns:a16="http://schemas.microsoft.com/office/drawing/2014/main" id="{95E34DCC-3DF7-F7AC-47CC-5526E9857B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405" name="Graphic 404" descr="Deciduous tree with solid fill">
              <a:extLst>
                <a:ext uri="{FF2B5EF4-FFF2-40B4-BE49-F238E27FC236}">
                  <a16:creationId xmlns:a16="http://schemas.microsoft.com/office/drawing/2014/main" id="{5FB9A53F-92C7-5B93-4320-2495FAF0FA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407" name="Graphic 406" descr="Deciduous tree with solid fill">
              <a:extLst>
                <a:ext uri="{FF2B5EF4-FFF2-40B4-BE49-F238E27FC236}">
                  <a16:creationId xmlns:a16="http://schemas.microsoft.com/office/drawing/2014/main" id="{8CB973A4-EB7D-259C-3865-3562AE7ADB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413" name="Graphic 412" descr="Deciduous tree with solid fill">
              <a:extLst>
                <a:ext uri="{FF2B5EF4-FFF2-40B4-BE49-F238E27FC236}">
                  <a16:creationId xmlns:a16="http://schemas.microsoft.com/office/drawing/2014/main" id="{4806236E-EC3D-A09F-7C26-FD029D6EC1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415" name="Graphic 414" descr="Deciduous tree with solid fill">
              <a:extLst>
                <a:ext uri="{FF2B5EF4-FFF2-40B4-BE49-F238E27FC236}">
                  <a16:creationId xmlns:a16="http://schemas.microsoft.com/office/drawing/2014/main" id="{3C597A6D-A933-F073-959C-CB8CBCE604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417" name="Graphic 416" descr="Deciduous tree with solid fill">
              <a:extLst>
                <a:ext uri="{FF2B5EF4-FFF2-40B4-BE49-F238E27FC236}">
                  <a16:creationId xmlns:a16="http://schemas.microsoft.com/office/drawing/2014/main" id="{F2D96D2D-5A39-3496-F533-89BCA9C6B2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419" name="Graphic 418" descr="Deciduous tree with solid fill">
              <a:extLst>
                <a:ext uri="{FF2B5EF4-FFF2-40B4-BE49-F238E27FC236}">
                  <a16:creationId xmlns:a16="http://schemas.microsoft.com/office/drawing/2014/main" id="{D37FA66D-89D2-6691-9F91-6FA1A2C801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421" name="Graphic 420" descr="Deciduous tree with solid fill">
              <a:extLst>
                <a:ext uri="{FF2B5EF4-FFF2-40B4-BE49-F238E27FC236}">
                  <a16:creationId xmlns:a16="http://schemas.microsoft.com/office/drawing/2014/main" id="{F08D0810-EB36-7F84-B367-40B49224AA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423" name="Graphic 422" descr="Deciduous tree with solid fill">
              <a:extLst>
                <a:ext uri="{FF2B5EF4-FFF2-40B4-BE49-F238E27FC236}">
                  <a16:creationId xmlns:a16="http://schemas.microsoft.com/office/drawing/2014/main" id="{B158086E-BCA8-0962-6DDD-BF0A762B24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425" name="Graphic 424" descr="Deciduous tree with solid fill">
              <a:extLst>
                <a:ext uri="{FF2B5EF4-FFF2-40B4-BE49-F238E27FC236}">
                  <a16:creationId xmlns:a16="http://schemas.microsoft.com/office/drawing/2014/main" id="{E3D0A7AB-B28B-D3A4-145C-61A4894CB9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427" name="Graphic 426" descr="Deciduous tree with solid fill">
              <a:extLst>
                <a:ext uri="{FF2B5EF4-FFF2-40B4-BE49-F238E27FC236}">
                  <a16:creationId xmlns:a16="http://schemas.microsoft.com/office/drawing/2014/main" id="{075242A6-1417-5883-5457-ABE52EBE01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429" name="Graphic 428" descr="Deciduous tree with solid fill">
              <a:extLst>
                <a:ext uri="{FF2B5EF4-FFF2-40B4-BE49-F238E27FC236}">
                  <a16:creationId xmlns:a16="http://schemas.microsoft.com/office/drawing/2014/main" id="{568F9163-7711-53E9-1BB3-6BCC34444A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431" name="Graphic 430" descr="Deciduous tree with solid fill">
              <a:extLst>
                <a:ext uri="{FF2B5EF4-FFF2-40B4-BE49-F238E27FC236}">
                  <a16:creationId xmlns:a16="http://schemas.microsoft.com/office/drawing/2014/main" id="{9F1C3E01-9671-968B-664B-BBEF8A0246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433" name="Graphic 432" descr="Deciduous tree with solid fill">
              <a:extLst>
                <a:ext uri="{FF2B5EF4-FFF2-40B4-BE49-F238E27FC236}">
                  <a16:creationId xmlns:a16="http://schemas.microsoft.com/office/drawing/2014/main" id="{FB629A4C-2B46-E86D-FD44-D30662AF7F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439" name="Graphic 438" descr="Deciduous tree with solid fill">
              <a:extLst>
                <a:ext uri="{FF2B5EF4-FFF2-40B4-BE49-F238E27FC236}">
                  <a16:creationId xmlns:a16="http://schemas.microsoft.com/office/drawing/2014/main" id="{E45A0D48-1207-0AD7-B675-4F1801F2DB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5" y="2701923"/>
              <a:ext cx="209457" cy="196410"/>
            </a:xfrm>
            <a:prstGeom prst="rect">
              <a:avLst/>
            </a:prstGeom>
          </p:spPr>
        </p:pic>
        <p:pic>
          <p:nvPicPr>
            <p:cNvPr id="441" name="Graphic 440" descr="Deciduous tree with solid fill">
              <a:extLst>
                <a:ext uri="{FF2B5EF4-FFF2-40B4-BE49-F238E27FC236}">
                  <a16:creationId xmlns:a16="http://schemas.microsoft.com/office/drawing/2014/main" id="{BC5251E5-0DE1-B12E-583D-A981FE20A2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49" y="2797782"/>
              <a:ext cx="209457" cy="196410"/>
            </a:xfrm>
            <a:prstGeom prst="rect">
              <a:avLst/>
            </a:prstGeom>
          </p:spPr>
        </p:pic>
        <p:pic>
          <p:nvPicPr>
            <p:cNvPr id="443" name="Graphic 442" descr="Deciduous tree with solid fill">
              <a:extLst>
                <a:ext uri="{FF2B5EF4-FFF2-40B4-BE49-F238E27FC236}">
                  <a16:creationId xmlns:a16="http://schemas.microsoft.com/office/drawing/2014/main" id="{62BB1324-7D02-D80A-FC4B-103D2BDD07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1" y="2613884"/>
              <a:ext cx="209457" cy="196410"/>
            </a:xfrm>
            <a:prstGeom prst="rect">
              <a:avLst/>
            </a:prstGeom>
          </p:spPr>
        </p:pic>
        <p:pic>
          <p:nvPicPr>
            <p:cNvPr id="447" name="Graphic 446" descr="Deciduous tree with solid fill">
              <a:extLst>
                <a:ext uri="{FF2B5EF4-FFF2-40B4-BE49-F238E27FC236}">
                  <a16:creationId xmlns:a16="http://schemas.microsoft.com/office/drawing/2014/main" id="{33FA15E9-7BD9-1198-E095-1B2966130E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449" name="Graphic 448" descr="Deciduous tree with solid fill">
              <a:extLst>
                <a:ext uri="{FF2B5EF4-FFF2-40B4-BE49-F238E27FC236}">
                  <a16:creationId xmlns:a16="http://schemas.microsoft.com/office/drawing/2014/main" id="{501C814D-77F5-EC29-3C81-F0A365A50A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451" name="Graphic 450" descr="Deciduous tree with solid fill">
              <a:extLst>
                <a:ext uri="{FF2B5EF4-FFF2-40B4-BE49-F238E27FC236}">
                  <a16:creationId xmlns:a16="http://schemas.microsoft.com/office/drawing/2014/main" id="{2F1796EE-E57B-29AA-BEDB-38920F9C3E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453" name="Graphic 452" descr="Deciduous tree with solid fill">
              <a:extLst>
                <a:ext uri="{FF2B5EF4-FFF2-40B4-BE49-F238E27FC236}">
                  <a16:creationId xmlns:a16="http://schemas.microsoft.com/office/drawing/2014/main" id="{CC058BA2-05FE-337B-B8EB-9A9BF85E0D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455" name="Graphic 454" descr="Deciduous tree with solid fill">
              <a:extLst>
                <a:ext uri="{FF2B5EF4-FFF2-40B4-BE49-F238E27FC236}">
                  <a16:creationId xmlns:a16="http://schemas.microsoft.com/office/drawing/2014/main" id="{6147622E-8666-7810-958C-A83D6F82D9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457" name="Graphic 456" descr="Deciduous tree with solid fill">
              <a:extLst>
                <a:ext uri="{FF2B5EF4-FFF2-40B4-BE49-F238E27FC236}">
                  <a16:creationId xmlns:a16="http://schemas.microsoft.com/office/drawing/2014/main" id="{43624658-8C02-7763-968E-AAA39502A4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459" name="Graphic 458" descr="Deciduous tree with solid fill">
              <a:extLst>
                <a:ext uri="{FF2B5EF4-FFF2-40B4-BE49-F238E27FC236}">
                  <a16:creationId xmlns:a16="http://schemas.microsoft.com/office/drawing/2014/main" id="{0ADF1B3B-E60A-13BD-3989-4B26965A08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461" name="Graphic 460" descr="Deciduous tree with solid fill">
              <a:extLst>
                <a:ext uri="{FF2B5EF4-FFF2-40B4-BE49-F238E27FC236}">
                  <a16:creationId xmlns:a16="http://schemas.microsoft.com/office/drawing/2014/main" id="{FC8D65BA-235D-E5E2-C115-8DB859524E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463" name="Graphic 462" descr="Deciduous tree with solid fill">
              <a:extLst>
                <a:ext uri="{FF2B5EF4-FFF2-40B4-BE49-F238E27FC236}">
                  <a16:creationId xmlns:a16="http://schemas.microsoft.com/office/drawing/2014/main" id="{CF81C134-A34F-FB2A-CE96-49AA9D38ED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465" name="Graphic 464" descr="Deciduous tree with solid fill">
              <a:extLst>
                <a:ext uri="{FF2B5EF4-FFF2-40B4-BE49-F238E27FC236}">
                  <a16:creationId xmlns:a16="http://schemas.microsoft.com/office/drawing/2014/main" id="{4DEBD7E4-EBC2-35EE-2A8E-28BAB74423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473" name="Graphic 472" descr="Deciduous tree with solid fill">
              <a:extLst>
                <a:ext uri="{FF2B5EF4-FFF2-40B4-BE49-F238E27FC236}">
                  <a16:creationId xmlns:a16="http://schemas.microsoft.com/office/drawing/2014/main" id="{2C70EFD6-2594-62F8-2DA2-B94C6595B2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475" name="Graphic 474" descr="Deciduous tree with solid fill">
              <a:extLst>
                <a:ext uri="{FF2B5EF4-FFF2-40B4-BE49-F238E27FC236}">
                  <a16:creationId xmlns:a16="http://schemas.microsoft.com/office/drawing/2014/main" id="{3DC7341B-0646-F737-75F3-BF0D4E39FA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477" name="Graphic 476" descr="Deciduous tree with solid fill">
              <a:extLst>
                <a:ext uri="{FF2B5EF4-FFF2-40B4-BE49-F238E27FC236}">
                  <a16:creationId xmlns:a16="http://schemas.microsoft.com/office/drawing/2014/main" id="{7F632751-28E4-1B0F-EDFF-1F95F108EF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479" name="Graphic 478" descr="Deciduous tree with solid fill">
              <a:extLst>
                <a:ext uri="{FF2B5EF4-FFF2-40B4-BE49-F238E27FC236}">
                  <a16:creationId xmlns:a16="http://schemas.microsoft.com/office/drawing/2014/main" id="{05067090-DE95-B31F-9CED-0E6A50DB08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481" name="Graphic 480" descr="Deciduous tree with solid fill">
              <a:extLst>
                <a:ext uri="{FF2B5EF4-FFF2-40B4-BE49-F238E27FC236}">
                  <a16:creationId xmlns:a16="http://schemas.microsoft.com/office/drawing/2014/main" id="{3697E5B3-02FF-44AF-8A85-A9DF5BE518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483" name="Graphic 482" descr="Deciduous tree with solid fill">
              <a:extLst>
                <a:ext uri="{FF2B5EF4-FFF2-40B4-BE49-F238E27FC236}">
                  <a16:creationId xmlns:a16="http://schemas.microsoft.com/office/drawing/2014/main" id="{D15AFD02-5DC0-B288-645D-64668A3F79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485" name="Graphic 484" descr="Deciduous tree with solid fill">
              <a:extLst>
                <a:ext uri="{FF2B5EF4-FFF2-40B4-BE49-F238E27FC236}">
                  <a16:creationId xmlns:a16="http://schemas.microsoft.com/office/drawing/2014/main" id="{A7F1370D-C971-3540-7D81-B7B199EA59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487" name="Graphic 486" descr="Deciduous tree with solid fill">
              <a:extLst>
                <a:ext uri="{FF2B5EF4-FFF2-40B4-BE49-F238E27FC236}">
                  <a16:creationId xmlns:a16="http://schemas.microsoft.com/office/drawing/2014/main" id="{18513694-6381-F79F-212B-FBE8305F3D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489" name="Graphic 488" descr="Deciduous tree with solid fill">
              <a:extLst>
                <a:ext uri="{FF2B5EF4-FFF2-40B4-BE49-F238E27FC236}">
                  <a16:creationId xmlns:a16="http://schemas.microsoft.com/office/drawing/2014/main" id="{C80A19DC-693D-721F-0B83-00B271F5F8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491" name="Graphic 490" descr="Deciduous tree with solid fill">
              <a:extLst>
                <a:ext uri="{FF2B5EF4-FFF2-40B4-BE49-F238E27FC236}">
                  <a16:creationId xmlns:a16="http://schemas.microsoft.com/office/drawing/2014/main" id="{EC2FE6A1-32E1-5ED5-31DA-F0598330F9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499" name="Graphic 498" descr="Deciduous tree with solid fill">
              <a:extLst>
                <a:ext uri="{FF2B5EF4-FFF2-40B4-BE49-F238E27FC236}">
                  <a16:creationId xmlns:a16="http://schemas.microsoft.com/office/drawing/2014/main" id="{81839E52-78CA-E98D-B931-F5ED4A1898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501" name="Graphic 500" descr="Deciduous tree with solid fill">
              <a:extLst>
                <a:ext uri="{FF2B5EF4-FFF2-40B4-BE49-F238E27FC236}">
                  <a16:creationId xmlns:a16="http://schemas.microsoft.com/office/drawing/2014/main" id="{713E254E-47F2-FDBB-992E-AE2213B0D3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503" name="Graphic 502" descr="Deciduous tree with solid fill">
              <a:extLst>
                <a:ext uri="{FF2B5EF4-FFF2-40B4-BE49-F238E27FC236}">
                  <a16:creationId xmlns:a16="http://schemas.microsoft.com/office/drawing/2014/main" id="{473A3E45-2C50-8D56-FB46-96962CE7C4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505" name="Graphic 504" descr="Deciduous tree with solid fill">
              <a:extLst>
                <a:ext uri="{FF2B5EF4-FFF2-40B4-BE49-F238E27FC236}">
                  <a16:creationId xmlns:a16="http://schemas.microsoft.com/office/drawing/2014/main" id="{14444F3A-D965-2E70-ABCB-B33E741B1B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507" name="Graphic 506" descr="Deciduous tree with solid fill">
              <a:extLst>
                <a:ext uri="{FF2B5EF4-FFF2-40B4-BE49-F238E27FC236}">
                  <a16:creationId xmlns:a16="http://schemas.microsoft.com/office/drawing/2014/main" id="{490455CC-A406-9038-458E-AD9A9DAFB0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509" name="Graphic 508" descr="Deciduous tree with solid fill">
              <a:extLst>
                <a:ext uri="{FF2B5EF4-FFF2-40B4-BE49-F238E27FC236}">
                  <a16:creationId xmlns:a16="http://schemas.microsoft.com/office/drawing/2014/main" id="{0233D6B5-C023-DDDE-D517-441C5370F9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511" name="Graphic 510" descr="Deciduous tree with solid fill">
              <a:extLst>
                <a:ext uri="{FF2B5EF4-FFF2-40B4-BE49-F238E27FC236}">
                  <a16:creationId xmlns:a16="http://schemas.microsoft.com/office/drawing/2014/main" id="{D4830E95-C749-61AB-2BD5-A38FA82ABA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513" name="Graphic 512" descr="Deciduous tree with solid fill">
              <a:extLst>
                <a:ext uri="{FF2B5EF4-FFF2-40B4-BE49-F238E27FC236}">
                  <a16:creationId xmlns:a16="http://schemas.microsoft.com/office/drawing/2014/main" id="{CFA35164-3E41-CA5F-9677-540FA68DEA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515" name="Graphic 514" descr="Deciduous tree with solid fill">
              <a:extLst>
                <a:ext uri="{FF2B5EF4-FFF2-40B4-BE49-F238E27FC236}">
                  <a16:creationId xmlns:a16="http://schemas.microsoft.com/office/drawing/2014/main" id="{7D4C4FCC-725A-3FF0-18D7-E7EA36B361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517" name="Graphic 516" descr="Deciduous tree with solid fill">
              <a:extLst>
                <a:ext uri="{FF2B5EF4-FFF2-40B4-BE49-F238E27FC236}">
                  <a16:creationId xmlns:a16="http://schemas.microsoft.com/office/drawing/2014/main" id="{ECA43FF9-53AF-081E-944F-6F6478C2FD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525" name="Graphic 524" descr="Deciduous tree with solid fill">
              <a:extLst>
                <a:ext uri="{FF2B5EF4-FFF2-40B4-BE49-F238E27FC236}">
                  <a16:creationId xmlns:a16="http://schemas.microsoft.com/office/drawing/2014/main" id="{42E4413B-4374-EEA0-13BC-386D6DFBC6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0" y="2825413"/>
              <a:ext cx="209457" cy="196410"/>
            </a:xfrm>
            <a:prstGeom prst="rect">
              <a:avLst/>
            </a:prstGeom>
          </p:spPr>
        </p:pic>
        <p:pic>
          <p:nvPicPr>
            <p:cNvPr id="527" name="Graphic 526" descr="Deciduous tree with solid fill">
              <a:extLst>
                <a:ext uri="{FF2B5EF4-FFF2-40B4-BE49-F238E27FC236}">
                  <a16:creationId xmlns:a16="http://schemas.microsoft.com/office/drawing/2014/main" id="{B4C2B756-DFBA-CFF3-7A43-386111056B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4" y="2921273"/>
              <a:ext cx="209457" cy="196410"/>
            </a:xfrm>
            <a:prstGeom prst="rect">
              <a:avLst/>
            </a:prstGeom>
          </p:spPr>
        </p:pic>
        <p:pic>
          <p:nvPicPr>
            <p:cNvPr id="529" name="Graphic 528" descr="Deciduous tree with solid fill">
              <a:extLst>
                <a:ext uri="{FF2B5EF4-FFF2-40B4-BE49-F238E27FC236}">
                  <a16:creationId xmlns:a16="http://schemas.microsoft.com/office/drawing/2014/main" id="{DFA7FD60-A296-9198-3BCE-D31EC6BFC4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6" y="2737375"/>
              <a:ext cx="209457" cy="196410"/>
            </a:xfrm>
            <a:prstGeom prst="rect">
              <a:avLst/>
            </a:prstGeom>
          </p:spPr>
        </p:pic>
        <p:pic>
          <p:nvPicPr>
            <p:cNvPr id="533" name="Graphic 532" descr="Deciduous tree with solid fill">
              <a:extLst>
                <a:ext uri="{FF2B5EF4-FFF2-40B4-BE49-F238E27FC236}">
                  <a16:creationId xmlns:a16="http://schemas.microsoft.com/office/drawing/2014/main" id="{F400B9B0-F9B6-F867-5FF6-827F58FB1B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535" name="Graphic 534" descr="Deciduous tree with solid fill">
              <a:extLst>
                <a:ext uri="{FF2B5EF4-FFF2-40B4-BE49-F238E27FC236}">
                  <a16:creationId xmlns:a16="http://schemas.microsoft.com/office/drawing/2014/main" id="{AD20E0DF-1461-8F6C-E869-606C40DEF3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537" name="Graphic 536" descr="Deciduous tree with solid fill">
              <a:extLst>
                <a:ext uri="{FF2B5EF4-FFF2-40B4-BE49-F238E27FC236}">
                  <a16:creationId xmlns:a16="http://schemas.microsoft.com/office/drawing/2014/main" id="{F7029CAE-F00D-621C-D414-95B20A9E55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539" name="Graphic 538" descr="Deciduous tree with solid fill">
              <a:extLst>
                <a:ext uri="{FF2B5EF4-FFF2-40B4-BE49-F238E27FC236}">
                  <a16:creationId xmlns:a16="http://schemas.microsoft.com/office/drawing/2014/main" id="{418046BB-A729-C5D1-A800-FCBF463F55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541" name="Graphic 540" descr="Deciduous tree with solid fill">
              <a:extLst>
                <a:ext uri="{FF2B5EF4-FFF2-40B4-BE49-F238E27FC236}">
                  <a16:creationId xmlns:a16="http://schemas.microsoft.com/office/drawing/2014/main" id="{70BD6156-8CB2-15A6-68BE-D10754BA8B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543" name="Graphic 542" descr="Deciduous tree with solid fill">
              <a:extLst>
                <a:ext uri="{FF2B5EF4-FFF2-40B4-BE49-F238E27FC236}">
                  <a16:creationId xmlns:a16="http://schemas.microsoft.com/office/drawing/2014/main" id="{CCB3560E-4A28-80D7-4E00-696CA1CDB7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545" name="Graphic 544" descr="Deciduous tree with solid fill">
              <a:extLst>
                <a:ext uri="{FF2B5EF4-FFF2-40B4-BE49-F238E27FC236}">
                  <a16:creationId xmlns:a16="http://schemas.microsoft.com/office/drawing/2014/main" id="{3064D7CE-2F9C-DD5F-6D84-F70EED47E1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547" name="Graphic 546" descr="Deciduous tree with solid fill">
              <a:extLst>
                <a:ext uri="{FF2B5EF4-FFF2-40B4-BE49-F238E27FC236}">
                  <a16:creationId xmlns:a16="http://schemas.microsoft.com/office/drawing/2014/main" id="{926E35E5-B810-DA34-407C-1114DFBB14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549" name="Graphic 548" descr="Deciduous tree with solid fill">
              <a:extLst>
                <a:ext uri="{FF2B5EF4-FFF2-40B4-BE49-F238E27FC236}">
                  <a16:creationId xmlns:a16="http://schemas.microsoft.com/office/drawing/2014/main" id="{77BF22C7-92EF-80B0-5E3A-D188DB0ECF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559" name="Graphic 558" descr="Deciduous tree with solid fill">
              <a:extLst>
                <a:ext uri="{FF2B5EF4-FFF2-40B4-BE49-F238E27FC236}">
                  <a16:creationId xmlns:a16="http://schemas.microsoft.com/office/drawing/2014/main" id="{37D3ECA0-7DAE-0025-921B-EDC36B4F4A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561" name="Graphic 560" descr="Deciduous tree with solid fill">
              <a:extLst>
                <a:ext uri="{FF2B5EF4-FFF2-40B4-BE49-F238E27FC236}">
                  <a16:creationId xmlns:a16="http://schemas.microsoft.com/office/drawing/2014/main" id="{C4712E83-AB79-B296-6D6A-4DF569D94B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563" name="Graphic 562" descr="Deciduous tree with solid fill">
              <a:extLst>
                <a:ext uri="{FF2B5EF4-FFF2-40B4-BE49-F238E27FC236}">
                  <a16:creationId xmlns:a16="http://schemas.microsoft.com/office/drawing/2014/main" id="{967571E4-AB62-70E6-D696-8CB532DE2F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565" name="Graphic 564" descr="Deciduous tree with solid fill">
              <a:extLst>
                <a:ext uri="{FF2B5EF4-FFF2-40B4-BE49-F238E27FC236}">
                  <a16:creationId xmlns:a16="http://schemas.microsoft.com/office/drawing/2014/main" id="{1C7E1081-A9E6-72D9-3169-28A1820A58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567" name="Graphic 566" descr="Deciduous tree with solid fill">
              <a:extLst>
                <a:ext uri="{FF2B5EF4-FFF2-40B4-BE49-F238E27FC236}">
                  <a16:creationId xmlns:a16="http://schemas.microsoft.com/office/drawing/2014/main" id="{43499F54-173E-8994-84D8-CCD12F4C16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569" name="Graphic 568" descr="Deciduous tree with solid fill">
              <a:extLst>
                <a:ext uri="{FF2B5EF4-FFF2-40B4-BE49-F238E27FC236}">
                  <a16:creationId xmlns:a16="http://schemas.microsoft.com/office/drawing/2014/main" id="{C3325A68-186B-F3FC-71DE-9DA10BA4F9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571" name="Graphic 570" descr="Deciduous tree with solid fill">
              <a:extLst>
                <a:ext uri="{FF2B5EF4-FFF2-40B4-BE49-F238E27FC236}">
                  <a16:creationId xmlns:a16="http://schemas.microsoft.com/office/drawing/2014/main" id="{ECDEB575-5EE4-0029-4E92-C286151EF7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573" name="Graphic 572" descr="Deciduous tree with solid fill">
              <a:extLst>
                <a:ext uri="{FF2B5EF4-FFF2-40B4-BE49-F238E27FC236}">
                  <a16:creationId xmlns:a16="http://schemas.microsoft.com/office/drawing/2014/main" id="{FFA83193-1A0B-0A3F-34FC-692105FF19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575" name="Graphic 574" descr="Deciduous tree with solid fill">
              <a:extLst>
                <a:ext uri="{FF2B5EF4-FFF2-40B4-BE49-F238E27FC236}">
                  <a16:creationId xmlns:a16="http://schemas.microsoft.com/office/drawing/2014/main" id="{078207FD-8084-3F14-8A4F-FAE50DE4A8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585" name="Graphic 584" descr="Deciduous tree with solid fill">
              <a:extLst>
                <a:ext uri="{FF2B5EF4-FFF2-40B4-BE49-F238E27FC236}">
                  <a16:creationId xmlns:a16="http://schemas.microsoft.com/office/drawing/2014/main" id="{36EBC377-132E-0C44-A051-F8D39CE6FB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587" name="Graphic 586" descr="Deciduous tree with solid fill">
              <a:extLst>
                <a:ext uri="{FF2B5EF4-FFF2-40B4-BE49-F238E27FC236}">
                  <a16:creationId xmlns:a16="http://schemas.microsoft.com/office/drawing/2014/main" id="{CD84AF1A-9ACB-1144-05EA-A13E4FD3DA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589" name="Graphic 588" descr="Deciduous tree with solid fill">
              <a:extLst>
                <a:ext uri="{FF2B5EF4-FFF2-40B4-BE49-F238E27FC236}">
                  <a16:creationId xmlns:a16="http://schemas.microsoft.com/office/drawing/2014/main" id="{26A9CF5C-85DA-90A0-78B5-8648B6BB26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591" name="Graphic 590" descr="Deciduous tree with solid fill">
              <a:extLst>
                <a:ext uri="{FF2B5EF4-FFF2-40B4-BE49-F238E27FC236}">
                  <a16:creationId xmlns:a16="http://schemas.microsoft.com/office/drawing/2014/main" id="{786DBB6B-753F-771D-7292-AF01C58490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593" name="Graphic 592" descr="Deciduous tree with solid fill">
              <a:extLst>
                <a:ext uri="{FF2B5EF4-FFF2-40B4-BE49-F238E27FC236}">
                  <a16:creationId xmlns:a16="http://schemas.microsoft.com/office/drawing/2014/main" id="{B644C96C-742E-FB61-C996-62DD3929BD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595" name="Graphic 594" descr="Deciduous tree with solid fill">
              <a:extLst>
                <a:ext uri="{FF2B5EF4-FFF2-40B4-BE49-F238E27FC236}">
                  <a16:creationId xmlns:a16="http://schemas.microsoft.com/office/drawing/2014/main" id="{AA486E9E-5F9F-D507-8244-32BD6A3649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597" name="Graphic 596" descr="Deciduous tree with solid fill">
              <a:extLst>
                <a:ext uri="{FF2B5EF4-FFF2-40B4-BE49-F238E27FC236}">
                  <a16:creationId xmlns:a16="http://schemas.microsoft.com/office/drawing/2014/main" id="{CF466583-D0D6-2E61-FD6A-D16709F9E4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599" name="Graphic 598" descr="Deciduous tree with solid fill">
              <a:extLst>
                <a:ext uri="{FF2B5EF4-FFF2-40B4-BE49-F238E27FC236}">
                  <a16:creationId xmlns:a16="http://schemas.microsoft.com/office/drawing/2014/main" id="{09FC5795-23AB-8C3D-7262-0ABA8F4B97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601" name="Graphic 600" descr="Deciduous tree with solid fill">
              <a:extLst>
                <a:ext uri="{FF2B5EF4-FFF2-40B4-BE49-F238E27FC236}">
                  <a16:creationId xmlns:a16="http://schemas.microsoft.com/office/drawing/2014/main" id="{768E56EF-5C43-68EC-C323-E0B444F5FE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611" name="Graphic 610" descr="Deciduous tree with solid fill">
              <a:extLst>
                <a:ext uri="{FF2B5EF4-FFF2-40B4-BE49-F238E27FC236}">
                  <a16:creationId xmlns:a16="http://schemas.microsoft.com/office/drawing/2014/main" id="{580E5F6F-732E-A9FE-FE68-2CC349287A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4" y="2948904"/>
              <a:ext cx="209457" cy="196410"/>
            </a:xfrm>
            <a:prstGeom prst="rect">
              <a:avLst/>
            </a:prstGeom>
          </p:spPr>
        </p:pic>
        <p:pic>
          <p:nvPicPr>
            <p:cNvPr id="613" name="Graphic 612" descr="Deciduous tree with solid fill">
              <a:extLst>
                <a:ext uri="{FF2B5EF4-FFF2-40B4-BE49-F238E27FC236}">
                  <a16:creationId xmlns:a16="http://schemas.microsoft.com/office/drawing/2014/main" id="{DC3A5709-38BB-0A0A-C537-445AAB6B8B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38" y="3044764"/>
              <a:ext cx="209457" cy="196410"/>
            </a:xfrm>
            <a:prstGeom prst="rect">
              <a:avLst/>
            </a:prstGeom>
          </p:spPr>
        </p:pic>
        <p:pic>
          <p:nvPicPr>
            <p:cNvPr id="615" name="Graphic 614" descr="Deciduous tree with solid fill">
              <a:extLst>
                <a:ext uri="{FF2B5EF4-FFF2-40B4-BE49-F238E27FC236}">
                  <a16:creationId xmlns:a16="http://schemas.microsoft.com/office/drawing/2014/main" id="{CE0390A5-5397-DC3A-9E81-F0A143385C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1" y="2860866"/>
              <a:ext cx="209457" cy="196410"/>
            </a:xfrm>
            <a:prstGeom prst="rect">
              <a:avLst/>
            </a:prstGeom>
          </p:spPr>
        </p:pic>
        <p:pic>
          <p:nvPicPr>
            <p:cNvPr id="619" name="Graphic 618" descr="Deciduous tree with solid fill">
              <a:extLst>
                <a:ext uri="{FF2B5EF4-FFF2-40B4-BE49-F238E27FC236}">
                  <a16:creationId xmlns:a16="http://schemas.microsoft.com/office/drawing/2014/main" id="{7AE6DD48-A7B4-986A-9269-58385C81B5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621" name="Graphic 620" descr="Deciduous tree with solid fill">
              <a:extLst>
                <a:ext uri="{FF2B5EF4-FFF2-40B4-BE49-F238E27FC236}">
                  <a16:creationId xmlns:a16="http://schemas.microsoft.com/office/drawing/2014/main" id="{CEEDC215-1EBA-B115-C0B4-15BB216999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623" name="Graphic 622" descr="Deciduous tree with solid fill">
              <a:extLst>
                <a:ext uri="{FF2B5EF4-FFF2-40B4-BE49-F238E27FC236}">
                  <a16:creationId xmlns:a16="http://schemas.microsoft.com/office/drawing/2014/main" id="{EDCB8AC3-7325-23B7-331D-D079ECD4D5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625" name="Graphic 624" descr="Deciduous tree with solid fill">
              <a:extLst>
                <a:ext uri="{FF2B5EF4-FFF2-40B4-BE49-F238E27FC236}">
                  <a16:creationId xmlns:a16="http://schemas.microsoft.com/office/drawing/2014/main" id="{5FC37851-8E4A-9C5C-1EA7-06F9A1F9EE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627" name="Graphic 626" descr="Deciduous tree with solid fill">
              <a:extLst>
                <a:ext uri="{FF2B5EF4-FFF2-40B4-BE49-F238E27FC236}">
                  <a16:creationId xmlns:a16="http://schemas.microsoft.com/office/drawing/2014/main" id="{E3F0244A-9106-9FCE-53D5-AC5273DD7A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629" name="Graphic 628" descr="Deciduous tree with solid fill">
              <a:extLst>
                <a:ext uri="{FF2B5EF4-FFF2-40B4-BE49-F238E27FC236}">
                  <a16:creationId xmlns:a16="http://schemas.microsoft.com/office/drawing/2014/main" id="{F5D00504-281C-7FC4-8DF7-9B9092A013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631" name="Graphic 630" descr="Deciduous tree with solid fill">
              <a:extLst>
                <a:ext uri="{FF2B5EF4-FFF2-40B4-BE49-F238E27FC236}">
                  <a16:creationId xmlns:a16="http://schemas.microsoft.com/office/drawing/2014/main" id="{80BB0C48-0575-AE92-53F7-9128969D7D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633" name="Graphic 632" descr="Deciduous tree with solid fill">
              <a:extLst>
                <a:ext uri="{FF2B5EF4-FFF2-40B4-BE49-F238E27FC236}">
                  <a16:creationId xmlns:a16="http://schemas.microsoft.com/office/drawing/2014/main" id="{08BFBEBE-4408-7B69-C3C1-6AF8B07718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645" name="Graphic 644" descr="Deciduous tree with solid fill">
              <a:extLst>
                <a:ext uri="{FF2B5EF4-FFF2-40B4-BE49-F238E27FC236}">
                  <a16:creationId xmlns:a16="http://schemas.microsoft.com/office/drawing/2014/main" id="{D6530938-2E35-F57C-7778-503644C68B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647" name="Graphic 646" descr="Deciduous tree with solid fill">
              <a:extLst>
                <a:ext uri="{FF2B5EF4-FFF2-40B4-BE49-F238E27FC236}">
                  <a16:creationId xmlns:a16="http://schemas.microsoft.com/office/drawing/2014/main" id="{3A2B7CC4-5A41-1A60-24C8-56CC9B7E0C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649" name="Graphic 648" descr="Deciduous tree with solid fill">
              <a:extLst>
                <a:ext uri="{FF2B5EF4-FFF2-40B4-BE49-F238E27FC236}">
                  <a16:creationId xmlns:a16="http://schemas.microsoft.com/office/drawing/2014/main" id="{F65E447C-8EC5-1FF3-5AAE-A1F377EA6E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651" name="Graphic 650" descr="Deciduous tree with solid fill">
              <a:extLst>
                <a:ext uri="{FF2B5EF4-FFF2-40B4-BE49-F238E27FC236}">
                  <a16:creationId xmlns:a16="http://schemas.microsoft.com/office/drawing/2014/main" id="{1BD368C9-14CC-6733-58A5-74E8594330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653" name="Graphic 652" descr="Deciduous tree with solid fill">
              <a:extLst>
                <a:ext uri="{FF2B5EF4-FFF2-40B4-BE49-F238E27FC236}">
                  <a16:creationId xmlns:a16="http://schemas.microsoft.com/office/drawing/2014/main" id="{C82BA337-C8D2-A876-5D3C-5C5A6183D7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655" name="Graphic 654" descr="Deciduous tree with solid fill">
              <a:extLst>
                <a:ext uri="{FF2B5EF4-FFF2-40B4-BE49-F238E27FC236}">
                  <a16:creationId xmlns:a16="http://schemas.microsoft.com/office/drawing/2014/main" id="{86ECF05B-B689-F42E-6E46-DD5E13999D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657" name="Graphic 656" descr="Deciduous tree with solid fill">
              <a:extLst>
                <a:ext uri="{FF2B5EF4-FFF2-40B4-BE49-F238E27FC236}">
                  <a16:creationId xmlns:a16="http://schemas.microsoft.com/office/drawing/2014/main" id="{EF26B04F-BB2C-BF16-2CAB-3D4930DB23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659" name="Graphic 658" descr="Deciduous tree with solid fill">
              <a:extLst>
                <a:ext uri="{FF2B5EF4-FFF2-40B4-BE49-F238E27FC236}">
                  <a16:creationId xmlns:a16="http://schemas.microsoft.com/office/drawing/2014/main" id="{B3237DD0-2D4E-D2E2-EB52-6ECA80CDF6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671" name="Graphic 670" descr="Deciduous tree with solid fill">
              <a:extLst>
                <a:ext uri="{FF2B5EF4-FFF2-40B4-BE49-F238E27FC236}">
                  <a16:creationId xmlns:a16="http://schemas.microsoft.com/office/drawing/2014/main" id="{CEA7C298-1B0E-C32B-8F03-387C19A943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673" name="Graphic 672" descr="Deciduous tree with solid fill">
              <a:extLst>
                <a:ext uri="{FF2B5EF4-FFF2-40B4-BE49-F238E27FC236}">
                  <a16:creationId xmlns:a16="http://schemas.microsoft.com/office/drawing/2014/main" id="{8776DE59-29F5-F9B4-B056-2537623C44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675" name="Graphic 674" descr="Deciduous tree with solid fill">
              <a:extLst>
                <a:ext uri="{FF2B5EF4-FFF2-40B4-BE49-F238E27FC236}">
                  <a16:creationId xmlns:a16="http://schemas.microsoft.com/office/drawing/2014/main" id="{FADD86BF-3B19-B5FF-DC4A-46C15CBBDC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677" name="Graphic 676" descr="Deciduous tree with solid fill">
              <a:extLst>
                <a:ext uri="{FF2B5EF4-FFF2-40B4-BE49-F238E27FC236}">
                  <a16:creationId xmlns:a16="http://schemas.microsoft.com/office/drawing/2014/main" id="{B28A6E1E-EC96-A94E-42F6-FD95CD50D8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679" name="Graphic 678" descr="Deciduous tree with solid fill">
              <a:extLst>
                <a:ext uri="{FF2B5EF4-FFF2-40B4-BE49-F238E27FC236}">
                  <a16:creationId xmlns:a16="http://schemas.microsoft.com/office/drawing/2014/main" id="{28C48062-BE9D-B20C-46AA-183FF134D6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681" name="Graphic 680" descr="Deciduous tree with solid fill">
              <a:extLst>
                <a:ext uri="{FF2B5EF4-FFF2-40B4-BE49-F238E27FC236}">
                  <a16:creationId xmlns:a16="http://schemas.microsoft.com/office/drawing/2014/main" id="{B555E61F-C2D8-0423-C777-4F420CC6F5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683" name="Graphic 682" descr="Deciduous tree with solid fill">
              <a:extLst>
                <a:ext uri="{FF2B5EF4-FFF2-40B4-BE49-F238E27FC236}">
                  <a16:creationId xmlns:a16="http://schemas.microsoft.com/office/drawing/2014/main" id="{A2D79697-30DA-282E-0588-5AC8B1AB3E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685" name="Graphic 684" descr="Deciduous tree with solid fill">
              <a:extLst>
                <a:ext uri="{FF2B5EF4-FFF2-40B4-BE49-F238E27FC236}">
                  <a16:creationId xmlns:a16="http://schemas.microsoft.com/office/drawing/2014/main" id="{D684F578-6D22-72CA-7BCC-EC8300FCD0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697" name="Graphic 696" descr="Deciduous tree with solid fill">
              <a:extLst>
                <a:ext uri="{FF2B5EF4-FFF2-40B4-BE49-F238E27FC236}">
                  <a16:creationId xmlns:a16="http://schemas.microsoft.com/office/drawing/2014/main" id="{7B83E333-B706-CB1F-EE1F-0FE82D7B27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59" y="3072395"/>
              <a:ext cx="209457" cy="196410"/>
            </a:xfrm>
            <a:prstGeom prst="rect">
              <a:avLst/>
            </a:prstGeom>
          </p:spPr>
        </p:pic>
        <p:pic>
          <p:nvPicPr>
            <p:cNvPr id="699" name="Graphic 698" descr="Deciduous tree with solid fill">
              <a:extLst>
                <a:ext uri="{FF2B5EF4-FFF2-40B4-BE49-F238E27FC236}">
                  <a16:creationId xmlns:a16="http://schemas.microsoft.com/office/drawing/2014/main" id="{63090F1F-0BD1-61E8-A13E-AC0EA76C7E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3" y="3168255"/>
              <a:ext cx="209457" cy="196410"/>
            </a:xfrm>
            <a:prstGeom prst="rect">
              <a:avLst/>
            </a:prstGeom>
          </p:spPr>
        </p:pic>
        <p:pic>
          <p:nvPicPr>
            <p:cNvPr id="701" name="Graphic 700" descr="Deciduous tree with solid fill">
              <a:extLst>
                <a:ext uri="{FF2B5EF4-FFF2-40B4-BE49-F238E27FC236}">
                  <a16:creationId xmlns:a16="http://schemas.microsoft.com/office/drawing/2014/main" id="{1B5150CE-6C13-A138-00C0-418D62291B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5" y="2984357"/>
              <a:ext cx="209457" cy="196410"/>
            </a:xfrm>
            <a:prstGeom prst="rect">
              <a:avLst/>
            </a:prstGeom>
          </p:spPr>
        </p:pic>
        <p:pic>
          <p:nvPicPr>
            <p:cNvPr id="705" name="Graphic 704" descr="Deciduous tree with solid fill">
              <a:extLst>
                <a:ext uri="{FF2B5EF4-FFF2-40B4-BE49-F238E27FC236}">
                  <a16:creationId xmlns:a16="http://schemas.microsoft.com/office/drawing/2014/main" id="{E40A1D68-C8E5-BDA0-E682-835C93427D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707" name="Graphic 706" descr="Deciduous tree with solid fill">
              <a:extLst>
                <a:ext uri="{FF2B5EF4-FFF2-40B4-BE49-F238E27FC236}">
                  <a16:creationId xmlns:a16="http://schemas.microsoft.com/office/drawing/2014/main" id="{E1D6A0D6-3654-2027-D2F1-51F435F3A7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709" name="Graphic 708" descr="Deciduous tree with solid fill">
              <a:extLst>
                <a:ext uri="{FF2B5EF4-FFF2-40B4-BE49-F238E27FC236}">
                  <a16:creationId xmlns:a16="http://schemas.microsoft.com/office/drawing/2014/main" id="{57DB26FE-FBBA-2D49-83EB-9C16A11619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711" name="Graphic 710" descr="Deciduous tree with solid fill">
              <a:extLst>
                <a:ext uri="{FF2B5EF4-FFF2-40B4-BE49-F238E27FC236}">
                  <a16:creationId xmlns:a16="http://schemas.microsoft.com/office/drawing/2014/main" id="{59D85891-CC57-BFF4-E625-E61E195E96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713" name="Graphic 712" descr="Deciduous tree with solid fill">
              <a:extLst>
                <a:ext uri="{FF2B5EF4-FFF2-40B4-BE49-F238E27FC236}">
                  <a16:creationId xmlns:a16="http://schemas.microsoft.com/office/drawing/2014/main" id="{F37279B2-9517-1EDE-A922-01DB48A574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715" name="Graphic 714" descr="Deciduous tree with solid fill">
              <a:extLst>
                <a:ext uri="{FF2B5EF4-FFF2-40B4-BE49-F238E27FC236}">
                  <a16:creationId xmlns:a16="http://schemas.microsoft.com/office/drawing/2014/main" id="{B629BAAD-9244-64BE-4CC2-417C49DF7F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717" name="Graphic 716" descr="Deciduous tree with solid fill">
              <a:extLst>
                <a:ext uri="{FF2B5EF4-FFF2-40B4-BE49-F238E27FC236}">
                  <a16:creationId xmlns:a16="http://schemas.microsoft.com/office/drawing/2014/main" id="{B9D84FED-B171-54F5-1F31-4AB2211DED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731" name="Graphic 730" descr="Deciduous tree with solid fill">
              <a:extLst>
                <a:ext uri="{FF2B5EF4-FFF2-40B4-BE49-F238E27FC236}">
                  <a16:creationId xmlns:a16="http://schemas.microsoft.com/office/drawing/2014/main" id="{80A50DF9-5398-F1E3-2B89-211EB4D999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733" name="Graphic 732" descr="Deciduous tree with solid fill">
              <a:extLst>
                <a:ext uri="{FF2B5EF4-FFF2-40B4-BE49-F238E27FC236}">
                  <a16:creationId xmlns:a16="http://schemas.microsoft.com/office/drawing/2014/main" id="{57820C35-42BE-4F9F-C862-DE65EF3BBE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735" name="Graphic 734" descr="Deciduous tree with solid fill">
              <a:extLst>
                <a:ext uri="{FF2B5EF4-FFF2-40B4-BE49-F238E27FC236}">
                  <a16:creationId xmlns:a16="http://schemas.microsoft.com/office/drawing/2014/main" id="{D53A7A09-4D38-628E-B1F4-52932E9C17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737" name="Graphic 736" descr="Deciduous tree with solid fill">
              <a:extLst>
                <a:ext uri="{FF2B5EF4-FFF2-40B4-BE49-F238E27FC236}">
                  <a16:creationId xmlns:a16="http://schemas.microsoft.com/office/drawing/2014/main" id="{AE08EFCB-29F3-1C3F-ED3A-E99EB6DD66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739" name="Graphic 738" descr="Deciduous tree with solid fill">
              <a:extLst>
                <a:ext uri="{FF2B5EF4-FFF2-40B4-BE49-F238E27FC236}">
                  <a16:creationId xmlns:a16="http://schemas.microsoft.com/office/drawing/2014/main" id="{D97AFEF5-1724-D32D-7C29-145E03AAA9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741" name="Graphic 740" descr="Deciduous tree with solid fill">
              <a:extLst>
                <a:ext uri="{FF2B5EF4-FFF2-40B4-BE49-F238E27FC236}">
                  <a16:creationId xmlns:a16="http://schemas.microsoft.com/office/drawing/2014/main" id="{52B8889E-8DCB-9CE2-3430-A3A5E3F459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743" name="Graphic 742" descr="Deciduous tree with solid fill">
              <a:extLst>
                <a:ext uri="{FF2B5EF4-FFF2-40B4-BE49-F238E27FC236}">
                  <a16:creationId xmlns:a16="http://schemas.microsoft.com/office/drawing/2014/main" id="{5E18E72B-B177-84D1-B385-491C5895F4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757" name="Graphic 756" descr="Deciduous tree with solid fill">
              <a:extLst>
                <a:ext uri="{FF2B5EF4-FFF2-40B4-BE49-F238E27FC236}">
                  <a16:creationId xmlns:a16="http://schemas.microsoft.com/office/drawing/2014/main" id="{3EEC5248-1C51-5D9A-C545-198ECDD979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759" name="Graphic 758" descr="Deciduous tree with solid fill">
              <a:extLst>
                <a:ext uri="{FF2B5EF4-FFF2-40B4-BE49-F238E27FC236}">
                  <a16:creationId xmlns:a16="http://schemas.microsoft.com/office/drawing/2014/main" id="{3D49FE28-D311-32B8-6CF5-0E4E19B95F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761" name="Graphic 760" descr="Deciduous tree with solid fill">
              <a:extLst>
                <a:ext uri="{FF2B5EF4-FFF2-40B4-BE49-F238E27FC236}">
                  <a16:creationId xmlns:a16="http://schemas.microsoft.com/office/drawing/2014/main" id="{3775D742-6744-4B8D-ACFE-1ADA9234C5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763" name="Graphic 762" descr="Deciduous tree with solid fill">
              <a:extLst>
                <a:ext uri="{FF2B5EF4-FFF2-40B4-BE49-F238E27FC236}">
                  <a16:creationId xmlns:a16="http://schemas.microsoft.com/office/drawing/2014/main" id="{C60DEC00-4AB4-025B-04C8-4AB32C746A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765" name="Graphic 764" descr="Deciduous tree with solid fill">
              <a:extLst>
                <a:ext uri="{FF2B5EF4-FFF2-40B4-BE49-F238E27FC236}">
                  <a16:creationId xmlns:a16="http://schemas.microsoft.com/office/drawing/2014/main" id="{D665B2C3-ABC4-1ACF-FFEF-48A5FED107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767" name="Graphic 766" descr="Deciduous tree with solid fill">
              <a:extLst>
                <a:ext uri="{FF2B5EF4-FFF2-40B4-BE49-F238E27FC236}">
                  <a16:creationId xmlns:a16="http://schemas.microsoft.com/office/drawing/2014/main" id="{F61D7456-1DD6-0E76-8199-AE50F87BEC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769" name="Graphic 768" descr="Deciduous tree with solid fill">
              <a:extLst>
                <a:ext uri="{FF2B5EF4-FFF2-40B4-BE49-F238E27FC236}">
                  <a16:creationId xmlns:a16="http://schemas.microsoft.com/office/drawing/2014/main" id="{9F1DC0BC-4CE8-F460-559E-7DF766EC9A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783" name="Graphic 782" descr="Deciduous tree with solid fill">
              <a:extLst>
                <a:ext uri="{FF2B5EF4-FFF2-40B4-BE49-F238E27FC236}">
                  <a16:creationId xmlns:a16="http://schemas.microsoft.com/office/drawing/2014/main" id="{A4E6B638-E68A-67B7-6C26-877A9DE263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3" y="3195886"/>
              <a:ext cx="209457" cy="196410"/>
            </a:xfrm>
            <a:prstGeom prst="rect">
              <a:avLst/>
            </a:prstGeom>
          </p:spPr>
        </p:pic>
        <p:pic>
          <p:nvPicPr>
            <p:cNvPr id="785" name="Graphic 784" descr="Deciduous tree with solid fill">
              <a:extLst>
                <a:ext uri="{FF2B5EF4-FFF2-40B4-BE49-F238E27FC236}">
                  <a16:creationId xmlns:a16="http://schemas.microsoft.com/office/drawing/2014/main" id="{2B074BDB-120F-F285-6298-872108B962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27" y="3291746"/>
              <a:ext cx="209457" cy="196410"/>
            </a:xfrm>
            <a:prstGeom prst="rect">
              <a:avLst/>
            </a:prstGeom>
          </p:spPr>
        </p:pic>
        <p:pic>
          <p:nvPicPr>
            <p:cNvPr id="787" name="Graphic 786" descr="Deciduous tree with solid fill">
              <a:extLst>
                <a:ext uri="{FF2B5EF4-FFF2-40B4-BE49-F238E27FC236}">
                  <a16:creationId xmlns:a16="http://schemas.microsoft.com/office/drawing/2014/main" id="{C8D2A3E6-4E7B-1E87-3C39-810534D23A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0" y="3107848"/>
              <a:ext cx="209457" cy="196410"/>
            </a:xfrm>
            <a:prstGeom prst="rect">
              <a:avLst/>
            </a:prstGeom>
          </p:spPr>
        </p:pic>
        <p:pic>
          <p:nvPicPr>
            <p:cNvPr id="791" name="Graphic 790" descr="Deciduous tree with solid fill">
              <a:extLst>
                <a:ext uri="{FF2B5EF4-FFF2-40B4-BE49-F238E27FC236}">
                  <a16:creationId xmlns:a16="http://schemas.microsoft.com/office/drawing/2014/main" id="{9BD86743-44EF-AECA-BE00-6D044CA23A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793" name="Graphic 792" descr="Deciduous tree with solid fill">
              <a:extLst>
                <a:ext uri="{FF2B5EF4-FFF2-40B4-BE49-F238E27FC236}">
                  <a16:creationId xmlns:a16="http://schemas.microsoft.com/office/drawing/2014/main" id="{04F6AD51-46EA-148F-F4DD-BE24DC4392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795" name="Graphic 794" descr="Deciduous tree with solid fill">
              <a:extLst>
                <a:ext uri="{FF2B5EF4-FFF2-40B4-BE49-F238E27FC236}">
                  <a16:creationId xmlns:a16="http://schemas.microsoft.com/office/drawing/2014/main" id="{9674ED16-0608-AC97-73DE-0ED324BF43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797" name="Graphic 796" descr="Deciduous tree with solid fill">
              <a:extLst>
                <a:ext uri="{FF2B5EF4-FFF2-40B4-BE49-F238E27FC236}">
                  <a16:creationId xmlns:a16="http://schemas.microsoft.com/office/drawing/2014/main" id="{AE55A244-6F1F-F909-C4B8-C0682B10C4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799" name="Graphic 798" descr="Deciduous tree with solid fill">
              <a:extLst>
                <a:ext uri="{FF2B5EF4-FFF2-40B4-BE49-F238E27FC236}">
                  <a16:creationId xmlns:a16="http://schemas.microsoft.com/office/drawing/2014/main" id="{353DEAA7-16A6-6415-F156-F81780D890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801" name="Graphic 800" descr="Deciduous tree with solid fill">
              <a:extLst>
                <a:ext uri="{FF2B5EF4-FFF2-40B4-BE49-F238E27FC236}">
                  <a16:creationId xmlns:a16="http://schemas.microsoft.com/office/drawing/2014/main" id="{18860474-1FDC-0CE4-867A-076B5BCDD6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817" name="Graphic 816" descr="Deciduous tree with solid fill">
              <a:extLst>
                <a:ext uri="{FF2B5EF4-FFF2-40B4-BE49-F238E27FC236}">
                  <a16:creationId xmlns:a16="http://schemas.microsoft.com/office/drawing/2014/main" id="{C107D49D-5A46-4C1F-F821-6A806898E3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819" name="Graphic 818" descr="Deciduous tree with solid fill">
              <a:extLst>
                <a:ext uri="{FF2B5EF4-FFF2-40B4-BE49-F238E27FC236}">
                  <a16:creationId xmlns:a16="http://schemas.microsoft.com/office/drawing/2014/main" id="{21E33561-E055-B1A4-B9EB-A8FE39758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821" name="Graphic 820" descr="Deciduous tree with solid fill">
              <a:extLst>
                <a:ext uri="{FF2B5EF4-FFF2-40B4-BE49-F238E27FC236}">
                  <a16:creationId xmlns:a16="http://schemas.microsoft.com/office/drawing/2014/main" id="{39999CA3-C038-EB60-61B9-DFDC227AF3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823" name="Graphic 822" descr="Deciduous tree with solid fill">
              <a:extLst>
                <a:ext uri="{FF2B5EF4-FFF2-40B4-BE49-F238E27FC236}">
                  <a16:creationId xmlns:a16="http://schemas.microsoft.com/office/drawing/2014/main" id="{397A0BEB-E543-4C36-D3A9-66B51EC4CF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825" name="Graphic 824" descr="Deciduous tree with solid fill">
              <a:extLst>
                <a:ext uri="{FF2B5EF4-FFF2-40B4-BE49-F238E27FC236}">
                  <a16:creationId xmlns:a16="http://schemas.microsoft.com/office/drawing/2014/main" id="{48089C7E-4CBB-6953-0D0A-F931A5C365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827" name="Graphic 826" descr="Deciduous tree with solid fill">
              <a:extLst>
                <a:ext uri="{FF2B5EF4-FFF2-40B4-BE49-F238E27FC236}">
                  <a16:creationId xmlns:a16="http://schemas.microsoft.com/office/drawing/2014/main" id="{3130C9A9-6CFF-E8C9-31F5-6CBDD1053A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843" name="Graphic 842" descr="Deciduous tree with solid fill">
              <a:extLst>
                <a:ext uri="{FF2B5EF4-FFF2-40B4-BE49-F238E27FC236}">
                  <a16:creationId xmlns:a16="http://schemas.microsoft.com/office/drawing/2014/main" id="{8C3520F2-627D-D879-40CC-4CEC523CF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845" name="Graphic 844" descr="Deciduous tree with solid fill">
              <a:extLst>
                <a:ext uri="{FF2B5EF4-FFF2-40B4-BE49-F238E27FC236}">
                  <a16:creationId xmlns:a16="http://schemas.microsoft.com/office/drawing/2014/main" id="{73C24571-03FF-B415-57D0-4045218A52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847" name="Graphic 846" descr="Deciduous tree with solid fill">
              <a:extLst>
                <a:ext uri="{FF2B5EF4-FFF2-40B4-BE49-F238E27FC236}">
                  <a16:creationId xmlns:a16="http://schemas.microsoft.com/office/drawing/2014/main" id="{E01DBAE2-14DA-FFC1-7202-2CD813B105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849" name="Graphic 848" descr="Deciduous tree with solid fill">
              <a:extLst>
                <a:ext uri="{FF2B5EF4-FFF2-40B4-BE49-F238E27FC236}">
                  <a16:creationId xmlns:a16="http://schemas.microsoft.com/office/drawing/2014/main" id="{BE5C5AA7-30A5-C262-7482-AFCBDC550F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851" name="Graphic 850" descr="Deciduous tree with solid fill">
              <a:extLst>
                <a:ext uri="{FF2B5EF4-FFF2-40B4-BE49-F238E27FC236}">
                  <a16:creationId xmlns:a16="http://schemas.microsoft.com/office/drawing/2014/main" id="{E4102229-7CF5-57CD-1385-705CD15EDE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853" name="Graphic 852" descr="Deciduous tree with solid fill">
              <a:extLst>
                <a:ext uri="{FF2B5EF4-FFF2-40B4-BE49-F238E27FC236}">
                  <a16:creationId xmlns:a16="http://schemas.microsoft.com/office/drawing/2014/main" id="{BEA9D367-2E05-9963-F922-A735EFC3A6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869" name="Graphic 868" descr="Deciduous tree with solid fill">
              <a:extLst>
                <a:ext uri="{FF2B5EF4-FFF2-40B4-BE49-F238E27FC236}">
                  <a16:creationId xmlns:a16="http://schemas.microsoft.com/office/drawing/2014/main" id="{636326C5-EAC4-FC45-DCAB-52FBDE17F3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48" y="3319377"/>
              <a:ext cx="209457" cy="196410"/>
            </a:xfrm>
            <a:prstGeom prst="rect">
              <a:avLst/>
            </a:prstGeom>
          </p:spPr>
        </p:pic>
        <p:pic>
          <p:nvPicPr>
            <p:cNvPr id="871" name="Graphic 870" descr="Deciduous tree with solid fill">
              <a:extLst>
                <a:ext uri="{FF2B5EF4-FFF2-40B4-BE49-F238E27FC236}">
                  <a16:creationId xmlns:a16="http://schemas.microsoft.com/office/drawing/2014/main" id="{663F43A2-773E-AB36-3F77-1CF84022DA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1" y="3415237"/>
              <a:ext cx="209457" cy="196410"/>
            </a:xfrm>
            <a:prstGeom prst="rect">
              <a:avLst/>
            </a:prstGeom>
          </p:spPr>
        </p:pic>
        <p:pic>
          <p:nvPicPr>
            <p:cNvPr id="873" name="Graphic 872" descr="Deciduous tree with solid fill">
              <a:extLst>
                <a:ext uri="{FF2B5EF4-FFF2-40B4-BE49-F238E27FC236}">
                  <a16:creationId xmlns:a16="http://schemas.microsoft.com/office/drawing/2014/main" id="{D36BF0DB-9DA2-8254-CBF8-2521D93B82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4" y="3231339"/>
              <a:ext cx="209457" cy="196410"/>
            </a:xfrm>
            <a:prstGeom prst="rect">
              <a:avLst/>
            </a:prstGeom>
          </p:spPr>
        </p:pic>
        <p:pic>
          <p:nvPicPr>
            <p:cNvPr id="877" name="Graphic 876" descr="Deciduous tree with solid fill">
              <a:extLst>
                <a:ext uri="{FF2B5EF4-FFF2-40B4-BE49-F238E27FC236}">
                  <a16:creationId xmlns:a16="http://schemas.microsoft.com/office/drawing/2014/main" id="{59EC8EBD-5E40-9C4F-FE78-F358AB9CB7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879" name="Graphic 878" descr="Deciduous tree with solid fill">
              <a:extLst>
                <a:ext uri="{FF2B5EF4-FFF2-40B4-BE49-F238E27FC236}">
                  <a16:creationId xmlns:a16="http://schemas.microsoft.com/office/drawing/2014/main" id="{5C9B1B41-45A8-3352-70C1-9AB05288FA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881" name="Graphic 880" descr="Deciduous tree with solid fill">
              <a:extLst>
                <a:ext uri="{FF2B5EF4-FFF2-40B4-BE49-F238E27FC236}">
                  <a16:creationId xmlns:a16="http://schemas.microsoft.com/office/drawing/2014/main" id="{3FB85602-700A-6054-9AE5-3125D7022D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883" name="Graphic 882" descr="Deciduous tree with solid fill">
              <a:extLst>
                <a:ext uri="{FF2B5EF4-FFF2-40B4-BE49-F238E27FC236}">
                  <a16:creationId xmlns:a16="http://schemas.microsoft.com/office/drawing/2014/main" id="{71F0F511-15D4-620D-83F3-A7F6ED081B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885" name="Graphic 884" descr="Deciduous tree with solid fill">
              <a:extLst>
                <a:ext uri="{FF2B5EF4-FFF2-40B4-BE49-F238E27FC236}">
                  <a16:creationId xmlns:a16="http://schemas.microsoft.com/office/drawing/2014/main" id="{BEDCE394-0047-9B7C-2811-FD7110AB76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903" name="Graphic 902" descr="Deciduous tree with solid fill">
              <a:extLst>
                <a:ext uri="{FF2B5EF4-FFF2-40B4-BE49-F238E27FC236}">
                  <a16:creationId xmlns:a16="http://schemas.microsoft.com/office/drawing/2014/main" id="{39C86683-1B7F-D8B9-195C-C6C53AC14E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905" name="Graphic 904" descr="Deciduous tree with solid fill">
              <a:extLst>
                <a:ext uri="{FF2B5EF4-FFF2-40B4-BE49-F238E27FC236}">
                  <a16:creationId xmlns:a16="http://schemas.microsoft.com/office/drawing/2014/main" id="{02B7B167-7D23-7954-F095-2772B6E728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907" name="Graphic 906" descr="Deciduous tree with solid fill">
              <a:extLst>
                <a:ext uri="{FF2B5EF4-FFF2-40B4-BE49-F238E27FC236}">
                  <a16:creationId xmlns:a16="http://schemas.microsoft.com/office/drawing/2014/main" id="{82E1B8AB-FE24-0EBC-71EE-EA7F382685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909" name="Graphic 908" descr="Deciduous tree with solid fill">
              <a:extLst>
                <a:ext uri="{FF2B5EF4-FFF2-40B4-BE49-F238E27FC236}">
                  <a16:creationId xmlns:a16="http://schemas.microsoft.com/office/drawing/2014/main" id="{35828447-1CB4-F935-5A10-AE164D034E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911" name="Graphic 910" descr="Deciduous tree with solid fill">
              <a:extLst>
                <a:ext uri="{FF2B5EF4-FFF2-40B4-BE49-F238E27FC236}">
                  <a16:creationId xmlns:a16="http://schemas.microsoft.com/office/drawing/2014/main" id="{B7D8C497-80DA-C920-FDFA-5F51849B61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929" name="Graphic 928" descr="Deciduous tree with solid fill">
              <a:extLst>
                <a:ext uri="{FF2B5EF4-FFF2-40B4-BE49-F238E27FC236}">
                  <a16:creationId xmlns:a16="http://schemas.microsoft.com/office/drawing/2014/main" id="{17AA4378-9BB6-3282-A5F2-7B62315F1E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931" name="Graphic 930" descr="Deciduous tree with solid fill">
              <a:extLst>
                <a:ext uri="{FF2B5EF4-FFF2-40B4-BE49-F238E27FC236}">
                  <a16:creationId xmlns:a16="http://schemas.microsoft.com/office/drawing/2014/main" id="{CBF3A281-DBDA-EA86-4D1E-EBE7C9A7D7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933" name="Graphic 932" descr="Deciduous tree with solid fill">
              <a:extLst>
                <a:ext uri="{FF2B5EF4-FFF2-40B4-BE49-F238E27FC236}">
                  <a16:creationId xmlns:a16="http://schemas.microsoft.com/office/drawing/2014/main" id="{6FEF933C-2746-BEB9-73A7-97E59225EE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935" name="Graphic 934" descr="Deciduous tree with solid fill">
              <a:extLst>
                <a:ext uri="{FF2B5EF4-FFF2-40B4-BE49-F238E27FC236}">
                  <a16:creationId xmlns:a16="http://schemas.microsoft.com/office/drawing/2014/main" id="{B6441900-1011-5C6C-6E78-48E53FFB87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937" name="Graphic 936" descr="Deciduous tree with solid fill">
              <a:extLst>
                <a:ext uri="{FF2B5EF4-FFF2-40B4-BE49-F238E27FC236}">
                  <a16:creationId xmlns:a16="http://schemas.microsoft.com/office/drawing/2014/main" id="{D1F0F3E7-7DFC-03C6-B586-38EB21DF98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955" name="Graphic 954" descr="Deciduous tree with solid fill">
              <a:extLst>
                <a:ext uri="{FF2B5EF4-FFF2-40B4-BE49-F238E27FC236}">
                  <a16:creationId xmlns:a16="http://schemas.microsoft.com/office/drawing/2014/main" id="{0ABF5BB7-4097-947C-18DF-3AF21EC608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3" y="3442868"/>
              <a:ext cx="209457" cy="196410"/>
            </a:xfrm>
            <a:prstGeom prst="rect">
              <a:avLst/>
            </a:prstGeom>
          </p:spPr>
        </p:pic>
        <p:pic>
          <p:nvPicPr>
            <p:cNvPr id="957" name="Graphic 956" descr="Deciduous tree with solid fill">
              <a:extLst>
                <a:ext uri="{FF2B5EF4-FFF2-40B4-BE49-F238E27FC236}">
                  <a16:creationId xmlns:a16="http://schemas.microsoft.com/office/drawing/2014/main" id="{AC55C86A-A486-4767-9403-0EAD4E0A62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16" y="3538728"/>
              <a:ext cx="209457" cy="196410"/>
            </a:xfrm>
            <a:prstGeom prst="rect">
              <a:avLst/>
            </a:prstGeom>
          </p:spPr>
        </p:pic>
        <p:pic>
          <p:nvPicPr>
            <p:cNvPr id="959" name="Graphic 958" descr="Deciduous tree with solid fill">
              <a:extLst>
                <a:ext uri="{FF2B5EF4-FFF2-40B4-BE49-F238E27FC236}">
                  <a16:creationId xmlns:a16="http://schemas.microsoft.com/office/drawing/2014/main" id="{2C803914-0507-0E07-960F-587FA6C0E4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18" y="3354830"/>
              <a:ext cx="209457" cy="196410"/>
            </a:xfrm>
            <a:prstGeom prst="rect">
              <a:avLst/>
            </a:prstGeom>
          </p:spPr>
        </p:pic>
        <p:pic>
          <p:nvPicPr>
            <p:cNvPr id="963" name="Graphic 962" descr="Deciduous tree with solid fill">
              <a:extLst>
                <a:ext uri="{FF2B5EF4-FFF2-40B4-BE49-F238E27FC236}">
                  <a16:creationId xmlns:a16="http://schemas.microsoft.com/office/drawing/2014/main" id="{5D023689-E347-430B-892B-22000AFF28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965" name="Graphic 964" descr="Deciduous tree with solid fill">
              <a:extLst>
                <a:ext uri="{FF2B5EF4-FFF2-40B4-BE49-F238E27FC236}">
                  <a16:creationId xmlns:a16="http://schemas.microsoft.com/office/drawing/2014/main" id="{35BFE340-5C84-3CE2-F26C-CA7291812B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967" name="Graphic 966" descr="Deciduous tree with solid fill">
              <a:extLst>
                <a:ext uri="{FF2B5EF4-FFF2-40B4-BE49-F238E27FC236}">
                  <a16:creationId xmlns:a16="http://schemas.microsoft.com/office/drawing/2014/main" id="{8617B372-CA64-1CD0-B917-0BD6962951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969" name="Graphic 968" descr="Deciduous tree with solid fill">
              <a:extLst>
                <a:ext uri="{FF2B5EF4-FFF2-40B4-BE49-F238E27FC236}">
                  <a16:creationId xmlns:a16="http://schemas.microsoft.com/office/drawing/2014/main" id="{0894AE94-A9A5-BD09-F550-5020D21C2B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989" name="Graphic 988" descr="Deciduous tree with solid fill">
              <a:extLst>
                <a:ext uri="{FF2B5EF4-FFF2-40B4-BE49-F238E27FC236}">
                  <a16:creationId xmlns:a16="http://schemas.microsoft.com/office/drawing/2014/main" id="{C5C43E5B-1875-D992-9CF8-4CC408B591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991" name="Graphic 990" descr="Deciduous tree with solid fill">
              <a:extLst>
                <a:ext uri="{FF2B5EF4-FFF2-40B4-BE49-F238E27FC236}">
                  <a16:creationId xmlns:a16="http://schemas.microsoft.com/office/drawing/2014/main" id="{87C279A1-AB8E-2BB1-6EDA-3C944C53A2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993" name="Graphic 992" descr="Deciduous tree with solid fill">
              <a:extLst>
                <a:ext uri="{FF2B5EF4-FFF2-40B4-BE49-F238E27FC236}">
                  <a16:creationId xmlns:a16="http://schemas.microsoft.com/office/drawing/2014/main" id="{E7EFB66A-FBEB-CC74-2AE7-C8B01DBB9A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995" name="Graphic 994" descr="Deciduous tree with solid fill">
              <a:extLst>
                <a:ext uri="{FF2B5EF4-FFF2-40B4-BE49-F238E27FC236}">
                  <a16:creationId xmlns:a16="http://schemas.microsoft.com/office/drawing/2014/main" id="{194227AE-3216-D360-9DD9-CF9F8EF477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015" name="Graphic 1014" descr="Deciduous tree with solid fill">
              <a:extLst>
                <a:ext uri="{FF2B5EF4-FFF2-40B4-BE49-F238E27FC236}">
                  <a16:creationId xmlns:a16="http://schemas.microsoft.com/office/drawing/2014/main" id="{63071C2D-FBD2-32C7-2EB4-5F1B3782DC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017" name="Graphic 1016" descr="Deciduous tree with solid fill">
              <a:extLst>
                <a:ext uri="{FF2B5EF4-FFF2-40B4-BE49-F238E27FC236}">
                  <a16:creationId xmlns:a16="http://schemas.microsoft.com/office/drawing/2014/main" id="{4B28434B-76A7-80BC-5703-D5C0F39A9F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019" name="Graphic 1018" descr="Deciduous tree with solid fill">
              <a:extLst>
                <a:ext uri="{FF2B5EF4-FFF2-40B4-BE49-F238E27FC236}">
                  <a16:creationId xmlns:a16="http://schemas.microsoft.com/office/drawing/2014/main" id="{CE56D286-0872-8F75-D657-D63C9B1B2C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021" name="Graphic 1020" descr="Deciduous tree with solid fill">
              <a:extLst>
                <a:ext uri="{FF2B5EF4-FFF2-40B4-BE49-F238E27FC236}">
                  <a16:creationId xmlns:a16="http://schemas.microsoft.com/office/drawing/2014/main" id="{0EF833A0-F311-B192-A046-EFAABD1EB6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041" name="Graphic 1040" descr="Deciduous tree with solid fill">
              <a:extLst>
                <a:ext uri="{FF2B5EF4-FFF2-40B4-BE49-F238E27FC236}">
                  <a16:creationId xmlns:a16="http://schemas.microsoft.com/office/drawing/2014/main" id="{A42B483B-8C13-4438-2E3A-9CC36FD4D7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37" y="3566359"/>
              <a:ext cx="209457" cy="196410"/>
            </a:xfrm>
            <a:prstGeom prst="rect">
              <a:avLst/>
            </a:prstGeom>
          </p:spPr>
        </p:pic>
        <p:pic>
          <p:nvPicPr>
            <p:cNvPr id="1043" name="Graphic 1042" descr="Deciduous tree with solid fill">
              <a:extLst>
                <a:ext uri="{FF2B5EF4-FFF2-40B4-BE49-F238E27FC236}">
                  <a16:creationId xmlns:a16="http://schemas.microsoft.com/office/drawing/2014/main" id="{2BD8B4C2-7CCA-C06B-4ADA-20133EA5D4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1" y="3662218"/>
              <a:ext cx="209457" cy="196410"/>
            </a:xfrm>
            <a:prstGeom prst="rect">
              <a:avLst/>
            </a:prstGeom>
          </p:spPr>
        </p:pic>
        <p:pic>
          <p:nvPicPr>
            <p:cNvPr id="1045" name="Graphic 1044" descr="Deciduous tree with solid fill">
              <a:extLst>
                <a:ext uri="{FF2B5EF4-FFF2-40B4-BE49-F238E27FC236}">
                  <a16:creationId xmlns:a16="http://schemas.microsoft.com/office/drawing/2014/main" id="{F6996820-0FC6-1B2D-FF7A-DBF0A5E341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3" y="3478321"/>
              <a:ext cx="209457" cy="196410"/>
            </a:xfrm>
            <a:prstGeom prst="rect">
              <a:avLst/>
            </a:prstGeom>
          </p:spPr>
        </p:pic>
        <p:pic>
          <p:nvPicPr>
            <p:cNvPr id="1049" name="Graphic 1048" descr="Deciduous tree with solid fill">
              <a:extLst>
                <a:ext uri="{FF2B5EF4-FFF2-40B4-BE49-F238E27FC236}">
                  <a16:creationId xmlns:a16="http://schemas.microsoft.com/office/drawing/2014/main" id="{FBF1A9A3-336B-D86A-3B50-C01177D57D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051" name="Graphic 1050" descr="Deciduous tree with solid fill">
              <a:extLst>
                <a:ext uri="{FF2B5EF4-FFF2-40B4-BE49-F238E27FC236}">
                  <a16:creationId xmlns:a16="http://schemas.microsoft.com/office/drawing/2014/main" id="{946D3CBE-2AF2-07FA-9BBE-BA37B4E7DD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053" name="Graphic 1052" descr="Deciduous tree with solid fill">
              <a:extLst>
                <a:ext uri="{FF2B5EF4-FFF2-40B4-BE49-F238E27FC236}">
                  <a16:creationId xmlns:a16="http://schemas.microsoft.com/office/drawing/2014/main" id="{618B48A5-3576-E0FD-6730-C488F713D6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075" name="Graphic 1074" descr="Deciduous tree with solid fill">
              <a:extLst>
                <a:ext uri="{FF2B5EF4-FFF2-40B4-BE49-F238E27FC236}">
                  <a16:creationId xmlns:a16="http://schemas.microsoft.com/office/drawing/2014/main" id="{FC65697F-970A-7D0F-9C94-7BC54D7F1F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077" name="Graphic 1076" descr="Deciduous tree with solid fill">
              <a:extLst>
                <a:ext uri="{FF2B5EF4-FFF2-40B4-BE49-F238E27FC236}">
                  <a16:creationId xmlns:a16="http://schemas.microsoft.com/office/drawing/2014/main" id="{A16F78EB-ED58-4CC8-EF28-F5AB56F72C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079" name="Graphic 1078" descr="Deciduous tree with solid fill">
              <a:extLst>
                <a:ext uri="{FF2B5EF4-FFF2-40B4-BE49-F238E27FC236}">
                  <a16:creationId xmlns:a16="http://schemas.microsoft.com/office/drawing/2014/main" id="{B7279267-305C-EED6-BB13-6232E6B352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101" name="Graphic 1100" descr="Deciduous tree with solid fill">
              <a:extLst>
                <a:ext uri="{FF2B5EF4-FFF2-40B4-BE49-F238E27FC236}">
                  <a16:creationId xmlns:a16="http://schemas.microsoft.com/office/drawing/2014/main" id="{EC11CB28-D91C-8558-8AF8-951E785ED1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103" name="Graphic 1102" descr="Deciduous tree with solid fill">
              <a:extLst>
                <a:ext uri="{FF2B5EF4-FFF2-40B4-BE49-F238E27FC236}">
                  <a16:creationId xmlns:a16="http://schemas.microsoft.com/office/drawing/2014/main" id="{02C7E0E1-14B6-9B51-D1EA-6E2EBC4BC1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105" name="Graphic 1104" descr="Deciduous tree with solid fill">
              <a:extLst>
                <a:ext uri="{FF2B5EF4-FFF2-40B4-BE49-F238E27FC236}">
                  <a16:creationId xmlns:a16="http://schemas.microsoft.com/office/drawing/2014/main" id="{A2560A4E-8F58-7B24-459A-D6663F7ACC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127" name="Graphic 1126" descr="Deciduous tree with solid fill">
              <a:extLst>
                <a:ext uri="{FF2B5EF4-FFF2-40B4-BE49-F238E27FC236}">
                  <a16:creationId xmlns:a16="http://schemas.microsoft.com/office/drawing/2014/main" id="{1FB8F160-64A5-CFC5-AC7D-5FEC66E58C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1" y="3689850"/>
              <a:ext cx="209457" cy="196410"/>
            </a:xfrm>
            <a:prstGeom prst="rect">
              <a:avLst/>
            </a:prstGeom>
          </p:spPr>
        </p:pic>
        <p:pic>
          <p:nvPicPr>
            <p:cNvPr id="1129" name="Graphic 1128" descr="Deciduous tree with solid fill">
              <a:extLst>
                <a:ext uri="{FF2B5EF4-FFF2-40B4-BE49-F238E27FC236}">
                  <a16:creationId xmlns:a16="http://schemas.microsoft.com/office/drawing/2014/main" id="{1BA6EA29-9C24-6A2A-0EF8-FBA731BBBA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5" y="3785709"/>
              <a:ext cx="209457" cy="196410"/>
            </a:xfrm>
            <a:prstGeom prst="rect">
              <a:avLst/>
            </a:prstGeom>
          </p:spPr>
        </p:pic>
        <p:pic>
          <p:nvPicPr>
            <p:cNvPr id="1131" name="Graphic 1130" descr="Deciduous tree with solid fill">
              <a:extLst>
                <a:ext uri="{FF2B5EF4-FFF2-40B4-BE49-F238E27FC236}">
                  <a16:creationId xmlns:a16="http://schemas.microsoft.com/office/drawing/2014/main" id="{B91DC931-A2C9-6F54-E550-23AF556A27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08" y="3601812"/>
              <a:ext cx="209457" cy="196410"/>
            </a:xfrm>
            <a:prstGeom prst="rect">
              <a:avLst/>
            </a:prstGeom>
          </p:spPr>
        </p:pic>
        <p:pic>
          <p:nvPicPr>
            <p:cNvPr id="1135" name="Graphic 1134" descr="Deciduous tree with solid fill">
              <a:extLst>
                <a:ext uri="{FF2B5EF4-FFF2-40B4-BE49-F238E27FC236}">
                  <a16:creationId xmlns:a16="http://schemas.microsoft.com/office/drawing/2014/main" id="{B8CAEE0F-5CA4-2B8A-8B03-E550636D52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137" name="Graphic 1136" descr="Deciduous tree with solid fill">
              <a:extLst>
                <a:ext uri="{FF2B5EF4-FFF2-40B4-BE49-F238E27FC236}">
                  <a16:creationId xmlns:a16="http://schemas.microsoft.com/office/drawing/2014/main" id="{D328E284-903A-9D1E-7925-06258BFAB9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161" name="Graphic 1160" descr="Deciduous tree with solid fill">
              <a:extLst>
                <a:ext uri="{FF2B5EF4-FFF2-40B4-BE49-F238E27FC236}">
                  <a16:creationId xmlns:a16="http://schemas.microsoft.com/office/drawing/2014/main" id="{EB7BBD65-E479-49A0-E5CA-C61C7A3A72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163" name="Graphic 1162" descr="Deciduous tree with solid fill">
              <a:extLst>
                <a:ext uri="{FF2B5EF4-FFF2-40B4-BE49-F238E27FC236}">
                  <a16:creationId xmlns:a16="http://schemas.microsoft.com/office/drawing/2014/main" id="{CE703326-A340-895C-9EF2-8D0A8D424F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187" name="Graphic 1186" descr="Deciduous tree with solid fill">
              <a:extLst>
                <a:ext uri="{FF2B5EF4-FFF2-40B4-BE49-F238E27FC236}">
                  <a16:creationId xmlns:a16="http://schemas.microsoft.com/office/drawing/2014/main" id="{0ECE70A5-1608-2BB8-10C8-D9F082D2EE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189" name="Graphic 1188" descr="Deciduous tree with solid fill">
              <a:extLst>
                <a:ext uri="{FF2B5EF4-FFF2-40B4-BE49-F238E27FC236}">
                  <a16:creationId xmlns:a16="http://schemas.microsoft.com/office/drawing/2014/main" id="{08F6D871-B10A-B1D7-2910-B2827648A5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213" name="Graphic 1212" descr="Deciduous tree with solid fill">
              <a:extLst>
                <a:ext uri="{FF2B5EF4-FFF2-40B4-BE49-F238E27FC236}">
                  <a16:creationId xmlns:a16="http://schemas.microsoft.com/office/drawing/2014/main" id="{3D4B3690-99C6-5B89-ABBF-0D177A5B47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26" y="3813341"/>
              <a:ext cx="209457" cy="196410"/>
            </a:xfrm>
            <a:prstGeom prst="rect">
              <a:avLst/>
            </a:prstGeom>
          </p:spPr>
        </p:pic>
        <p:pic>
          <p:nvPicPr>
            <p:cNvPr id="1215" name="Graphic 1214" descr="Deciduous tree with solid fill">
              <a:extLst>
                <a:ext uri="{FF2B5EF4-FFF2-40B4-BE49-F238E27FC236}">
                  <a16:creationId xmlns:a16="http://schemas.microsoft.com/office/drawing/2014/main" id="{CDC090E3-3931-17FF-027B-4A59118F03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0" y="3909200"/>
              <a:ext cx="209457" cy="196410"/>
            </a:xfrm>
            <a:prstGeom prst="rect">
              <a:avLst/>
            </a:prstGeom>
          </p:spPr>
        </p:pic>
        <p:pic>
          <p:nvPicPr>
            <p:cNvPr id="1217" name="Graphic 1216" descr="Deciduous tree with solid fill">
              <a:extLst>
                <a:ext uri="{FF2B5EF4-FFF2-40B4-BE49-F238E27FC236}">
                  <a16:creationId xmlns:a16="http://schemas.microsoft.com/office/drawing/2014/main" id="{557D3289-FE3F-3B7F-18A6-FDED34FA28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2" y="3725303"/>
              <a:ext cx="209457" cy="196410"/>
            </a:xfrm>
            <a:prstGeom prst="rect">
              <a:avLst/>
            </a:prstGeom>
          </p:spPr>
        </p:pic>
        <p:pic>
          <p:nvPicPr>
            <p:cNvPr id="1221" name="Graphic 1220" descr="Deciduous tree with solid fill">
              <a:extLst>
                <a:ext uri="{FF2B5EF4-FFF2-40B4-BE49-F238E27FC236}">
                  <a16:creationId xmlns:a16="http://schemas.microsoft.com/office/drawing/2014/main" id="{BD4A1381-72E0-401E-FD75-13E85EF495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247" name="Graphic 1246" descr="Deciduous tree with solid fill">
              <a:extLst>
                <a:ext uri="{FF2B5EF4-FFF2-40B4-BE49-F238E27FC236}">
                  <a16:creationId xmlns:a16="http://schemas.microsoft.com/office/drawing/2014/main" id="{8E66E415-A580-AA2F-86CA-3A4B2903DE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273" name="Graphic 1272" descr="Deciduous tree with solid fill">
              <a:extLst>
                <a:ext uri="{FF2B5EF4-FFF2-40B4-BE49-F238E27FC236}">
                  <a16:creationId xmlns:a16="http://schemas.microsoft.com/office/drawing/2014/main" id="{ED7D1E80-5CD5-1B7F-FF79-2C31E7345B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299" name="Graphic 1298" descr="Deciduous tree with solid fill">
              <a:extLst>
                <a:ext uri="{FF2B5EF4-FFF2-40B4-BE49-F238E27FC236}">
                  <a16:creationId xmlns:a16="http://schemas.microsoft.com/office/drawing/2014/main" id="{3782A732-0BB1-8D0C-D608-30FA18F71A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0" y="3936832"/>
              <a:ext cx="209457" cy="196410"/>
            </a:xfrm>
            <a:prstGeom prst="rect">
              <a:avLst/>
            </a:prstGeom>
          </p:spPr>
        </p:pic>
        <p:pic>
          <p:nvPicPr>
            <p:cNvPr id="1301" name="Graphic 1300" descr="Deciduous tree with solid fill">
              <a:extLst>
                <a:ext uri="{FF2B5EF4-FFF2-40B4-BE49-F238E27FC236}">
                  <a16:creationId xmlns:a16="http://schemas.microsoft.com/office/drawing/2014/main" id="{42544614-504E-F337-186E-8F6300644C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4" y="4032692"/>
              <a:ext cx="209457" cy="196410"/>
            </a:xfrm>
            <a:prstGeom prst="rect">
              <a:avLst/>
            </a:prstGeom>
          </p:spPr>
        </p:pic>
        <p:pic>
          <p:nvPicPr>
            <p:cNvPr id="1303" name="Graphic 1302" descr="Deciduous tree with solid fill">
              <a:extLst>
                <a:ext uri="{FF2B5EF4-FFF2-40B4-BE49-F238E27FC236}">
                  <a16:creationId xmlns:a16="http://schemas.microsoft.com/office/drawing/2014/main" id="{AE103005-D948-2AFB-D6C3-946BBD90AC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897" y="3848794"/>
              <a:ext cx="209457" cy="196410"/>
            </a:xfrm>
            <a:prstGeom prst="rect">
              <a:avLst/>
            </a:prstGeom>
          </p:spPr>
        </p:pic>
        <p:pic>
          <p:nvPicPr>
            <p:cNvPr id="1471" name="Graphic 1470" descr="Deciduous tree with solid fill">
              <a:extLst>
                <a:ext uri="{FF2B5EF4-FFF2-40B4-BE49-F238E27FC236}">
                  <a16:creationId xmlns:a16="http://schemas.microsoft.com/office/drawing/2014/main" id="{89843F92-41F9-5077-E658-844448A4CD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815" y="2160326"/>
              <a:ext cx="209457" cy="196410"/>
            </a:xfrm>
            <a:prstGeom prst="rect">
              <a:avLst/>
            </a:prstGeom>
          </p:spPr>
        </p:pic>
        <p:pic>
          <p:nvPicPr>
            <p:cNvPr id="1473" name="Graphic 1472" descr="Deciduous tree with solid fill">
              <a:extLst>
                <a:ext uri="{FF2B5EF4-FFF2-40B4-BE49-F238E27FC236}">
                  <a16:creationId xmlns:a16="http://schemas.microsoft.com/office/drawing/2014/main" id="{C279BEE7-853F-0985-9341-0E31283310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7189" y="2256185"/>
              <a:ext cx="209457" cy="196410"/>
            </a:xfrm>
            <a:prstGeom prst="rect">
              <a:avLst/>
            </a:prstGeom>
          </p:spPr>
        </p:pic>
        <p:pic>
          <p:nvPicPr>
            <p:cNvPr id="1475" name="Graphic 1474" descr="Deciduous tree with solid fill">
              <a:extLst>
                <a:ext uri="{FF2B5EF4-FFF2-40B4-BE49-F238E27FC236}">
                  <a16:creationId xmlns:a16="http://schemas.microsoft.com/office/drawing/2014/main" id="{E41902A7-F81B-A5A8-4A99-04E6A2C025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3391" y="2072287"/>
              <a:ext cx="209457" cy="196410"/>
            </a:xfrm>
            <a:prstGeom prst="rect">
              <a:avLst/>
            </a:prstGeom>
          </p:spPr>
        </p:pic>
        <p:pic>
          <p:nvPicPr>
            <p:cNvPr id="1477" name="Graphic 1476" descr="Deciduous tree with solid fill">
              <a:extLst>
                <a:ext uri="{FF2B5EF4-FFF2-40B4-BE49-F238E27FC236}">
                  <a16:creationId xmlns:a16="http://schemas.microsoft.com/office/drawing/2014/main" id="{28043C63-FB10-E14E-D987-B528615526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54914" y="4168694"/>
              <a:ext cx="209457" cy="196410"/>
            </a:xfrm>
            <a:prstGeom prst="rect">
              <a:avLst/>
            </a:prstGeom>
          </p:spPr>
        </p:pic>
        <p:pic>
          <p:nvPicPr>
            <p:cNvPr id="1479" name="Graphic 1478" descr="Deciduous tree with solid fill">
              <a:extLst>
                <a:ext uri="{FF2B5EF4-FFF2-40B4-BE49-F238E27FC236}">
                  <a16:creationId xmlns:a16="http://schemas.microsoft.com/office/drawing/2014/main" id="{DF8FDAC2-1C93-6F00-9BED-75B3B8D4E7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8883" y="2379676"/>
              <a:ext cx="209457" cy="196410"/>
            </a:xfrm>
            <a:prstGeom prst="rect">
              <a:avLst/>
            </a:prstGeom>
          </p:spPr>
        </p:pic>
        <p:pic>
          <p:nvPicPr>
            <p:cNvPr id="1481" name="Graphic 1480" descr="Deciduous tree with solid fill">
              <a:extLst>
                <a:ext uri="{FF2B5EF4-FFF2-40B4-BE49-F238E27FC236}">
                  <a16:creationId xmlns:a16="http://schemas.microsoft.com/office/drawing/2014/main" id="{5BFAD095-62CA-C721-219E-56B75DE6B0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577" y="2503167"/>
              <a:ext cx="209457" cy="196410"/>
            </a:xfrm>
            <a:prstGeom prst="rect">
              <a:avLst/>
            </a:prstGeom>
          </p:spPr>
        </p:pic>
        <p:pic>
          <p:nvPicPr>
            <p:cNvPr id="1483" name="Graphic 1482" descr="Deciduous tree with solid fill">
              <a:extLst>
                <a:ext uri="{FF2B5EF4-FFF2-40B4-BE49-F238E27FC236}">
                  <a16:creationId xmlns:a16="http://schemas.microsoft.com/office/drawing/2014/main" id="{2C818E5D-4668-6EED-E349-0667763847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3" y="2626658"/>
              <a:ext cx="209457" cy="196410"/>
            </a:xfrm>
            <a:prstGeom prst="rect">
              <a:avLst/>
            </a:prstGeom>
          </p:spPr>
        </p:pic>
        <p:pic>
          <p:nvPicPr>
            <p:cNvPr id="1485" name="Graphic 1484" descr="Deciduous tree with solid fill">
              <a:extLst>
                <a:ext uri="{FF2B5EF4-FFF2-40B4-BE49-F238E27FC236}">
                  <a16:creationId xmlns:a16="http://schemas.microsoft.com/office/drawing/2014/main" id="{45832FD7-F863-B56A-8310-5456888440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3967" y="2750149"/>
              <a:ext cx="209457" cy="196410"/>
            </a:xfrm>
            <a:prstGeom prst="rect">
              <a:avLst/>
            </a:prstGeom>
          </p:spPr>
        </p:pic>
        <p:pic>
          <p:nvPicPr>
            <p:cNvPr id="1487" name="Graphic 1486" descr="Deciduous tree with solid fill">
              <a:extLst>
                <a:ext uri="{FF2B5EF4-FFF2-40B4-BE49-F238E27FC236}">
                  <a16:creationId xmlns:a16="http://schemas.microsoft.com/office/drawing/2014/main" id="{9DA522FC-8560-39A6-3A0A-4240D17052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661" y="2873640"/>
              <a:ext cx="209457" cy="196410"/>
            </a:xfrm>
            <a:prstGeom prst="rect">
              <a:avLst/>
            </a:prstGeom>
          </p:spPr>
        </p:pic>
        <p:pic>
          <p:nvPicPr>
            <p:cNvPr id="1489" name="Graphic 1488" descr="Deciduous tree with solid fill">
              <a:extLst>
                <a:ext uri="{FF2B5EF4-FFF2-40B4-BE49-F238E27FC236}">
                  <a16:creationId xmlns:a16="http://schemas.microsoft.com/office/drawing/2014/main" id="{9B00FD24-C264-2492-9F5C-62E8660E47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356" y="2997130"/>
              <a:ext cx="209457" cy="196410"/>
            </a:xfrm>
            <a:prstGeom prst="rect">
              <a:avLst/>
            </a:prstGeom>
          </p:spPr>
        </p:pic>
        <p:pic>
          <p:nvPicPr>
            <p:cNvPr id="1491" name="Graphic 1490" descr="Deciduous tree with solid fill">
              <a:extLst>
                <a:ext uri="{FF2B5EF4-FFF2-40B4-BE49-F238E27FC236}">
                  <a16:creationId xmlns:a16="http://schemas.microsoft.com/office/drawing/2014/main" id="{161DB266-7740-98A5-DC81-62CCA76F77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050" y="3120622"/>
              <a:ext cx="209457" cy="196410"/>
            </a:xfrm>
            <a:prstGeom prst="rect">
              <a:avLst/>
            </a:prstGeom>
          </p:spPr>
        </p:pic>
        <p:pic>
          <p:nvPicPr>
            <p:cNvPr id="1493" name="Graphic 1492" descr="Deciduous tree with solid fill">
              <a:extLst>
                <a:ext uri="{FF2B5EF4-FFF2-40B4-BE49-F238E27FC236}">
                  <a16:creationId xmlns:a16="http://schemas.microsoft.com/office/drawing/2014/main" id="{3AE66D2F-5379-84B7-2C2E-82D2944724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0745" y="3244113"/>
              <a:ext cx="209457" cy="196410"/>
            </a:xfrm>
            <a:prstGeom prst="rect">
              <a:avLst/>
            </a:prstGeom>
          </p:spPr>
        </p:pic>
        <p:pic>
          <p:nvPicPr>
            <p:cNvPr id="1495" name="Graphic 1494" descr="Deciduous tree with solid fill">
              <a:extLst>
                <a:ext uri="{FF2B5EF4-FFF2-40B4-BE49-F238E27FC236}">
                  <a16:creationId xmlns:a16="http://schemas.microsoft.com/office/drawing/2014/main" id="{0EE41D35-E234-9408-585B-33A89B1DC1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440" y="3367604"/>
              <a:ext cx="209457" cy="196410"/>
            </a:xfrm>
            <a:prstGeom prst="rect">
              <a:avLst/>
            </a:prstGeom>
          </p:spPr>
        </p:pic>
        <p:pic>
          <p:nvPicPr>
            <p:cNvPr id="1497" name="Graphic 1496" descr="Deciduous tree with solid fill">
              <a:extLst>
                <a:ext uri="{FF2B5EF4-FFF2-40B4-BE49-F238E27FC236}">
                  <a16:creationId xmlns:a16="http://schemas.microsoft.com/office/drawing/2014/main" id="{ADAE8E2D-2A59-217C-4C4A-E18DC4FF71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134" y="3491095"/>
              <a:ext cx="209457" cy="196410"/>
            </a:xfrm>
            <a:prstGeom prst="rect">
              <a:avLst/>
            </a:prstGeom>
          </p:spPr>
        </p:pic>
        <p:pic>
          <p:nvPicPr>
            <p:cNvPr id="1499" name="Graphic 1498" descr="Deciduous tree with solid fill">
              <a:extLst>
                <a:ext uri="{FF2B5EF4-FFF2-40B4-BE49-F238E27FC236}">
                  <a16:creationId xmlns:a16="http://schemas.microsoft.com/office/drawing/2014/main" id="{151C1069-D0D9-3493-586E-BE776F0F35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5828" y="3614585"/>
              <a:ext cx="209457" cy="196410"/>
            </a:xfrm>
            <a:prstGeom prst="rect">
              <a:avLst/>
            </a:prstGeom>
          </p:spPr>
        </p:pic>
        <p:pic>
          <p:nvPicPr>
            <p:cNvPr id="1501" name="Graphic 1500" descr="Deciduous tree with solid fill">
              <a:extLst>
                <a:ext uri="{FF2B5EF4-FFF2-40B4-BE49-F238E27FC236}">
                  <a16:creationId xmlns:a16="http://schemas.microsoft.com/office/drawing/2014/main" id="{84CF2323-6E97-9E1A-F07C-FC25B6261E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523" y="3738076"/>
              <a:ext cx="209457" cy="196410"/>
            </a:xfrm>
            <a:prstGeom prst="rect">
              <a:avLst/>
            </a:prstGeom>
          </p:spPr>
        </p:pic>
        <p:pic>
          <p:nvPicPr>
            <p:cNvPr id="1503" name="Graphic 1502" descr="Deciduous tree with solid fill">
              <a:extLst>
                <a:ext uri="{FF2B5EF4-FFF2-40B4-BE49-F238E27FC236}">
                  <a16:creationId xmlns:a16="http://schemas.microsoft.com/office/drawing/2014/main" id="{F24D8C25-F9E0-14D6-FB62-D3C6B8B514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217" y="3861567"/>
              <a:ext cx="209457" cy="196410"/>
            </a:xfrm>
            <a:prstGeom prst="rect">
              <a:avLst/>
            </a:prstGeom>
          </p:spPr>
        </p:pic>
        <p:pic>
          <p:nvPicPr>
            <p:cNvPr id="1505" name="Graphic 1504" descr="Deciduous tree with solid fill">
              <a:extLst>
                <a:ext uri="{FF2B5EF4-FFF2-40B4-BE49-F238E27FC236}">
                  <a16:creationId xmlns:a16="http://schemas.microsoft.com/office/drawing/2014/main" id="{09729965-83D2-6851-7949-DD28F18D39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4509" y="2283816"/>
              <a:ext cx="209457" cy="196410"/>
            </a:xfrm>
            <a:prstGeom prst="rect">
              <a:avLst/>
            </a:prstGeom>
          </p:spPr>
        </p:pic>
        <p:pic>
          <p:nvPicPr>
            <p:cNvPr id="1507" name="Graphic 1506" descr="Deciduous tree with solid fill">
              <a:extLst>
                <a:ext uri="{FF2B5EF4-FFF2-40B4-BE49-F238E27FC236}">
                  <a16:creationId xmlns:a16="http://schemas.microsoft.com/office/drawing/2014/main" id="{9604B1B0-F19A-0D85-9C0E-D7FE5A3B71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6204" y="2407307"/>
              <a:ext cx="209457" cy="196410"/>
            </a:xfrm>
            <a:prstGeom prst="rect">
              <a:avLst/>
            </a:prstGeom>
          </p:spPr>
        </p:pic>
        <p:pic>
          <p:nvPicPr>
            <p:cNvPr id="1509" name="Graphic 1508" descr="Deciduous tree with solid fill">
              <a:extLst>
                <a:ext uri="{FF2B5EF4-FFF2-40B4-BE49-F238E27FC236}">
                  <a16:creationId xmlns:a16="http://schemas.microsoft.com/office/drawing/2014/main" id="{3388EF24-35EB-31CD-9E21-FB4A685D65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899" y="2530799"/>
              <a:ext cx="209457" cy="196410"/>
            </a:xfrm>
            <a:prstGeom prst="rect">
              <a:avLst/>
            </a:prstGeom>
          </p:spPr>
        </p:pic>
        <p:pic>
          <p:nvPicPr>
            <p:cNvPr id="1511" name="Graphic 1510" descr="Deciduous tree with solid fill">
              <a:extLst>
                <a:ext uri="{FF2B5EF4-FFF2-40B4-BE49-F238E27FC236}">
                  <a16:creationId xmlns:a16="http://schemas.microsoft.com/office/drawing/2014/main" id="{B2D7EEAE-6271-26C0-3AE0-00668F6A75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593" y="2654290"/>
              <a:ext cx="209457" cy="196410"/>
            </a:xfrm>
            <a:prstGeom prst="rect">
              <a:avLst/>
            </a:prstGeom>
          </p:spPr>
        </p:pic>
        <p:pic>
          <p:nvPicPr>
            <p:cNvPr id="1513" name="Graphic 1512" descr="Deciduous tree with solid fill">
              <a:extLst>
                <a:ext uri="{FF2B5EF4-FFF2-40B4-BE49-F238E27FC236}">
                  <a16:creationId xmlns:a16="http://schemas.microsoft.com/office/drawing/2014/main" id="{4D08A84D-1BEE-E8F0-BC47-B222BB45E3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287" y="2777781"/>
              <a:ext cx="209457" cy="196410"/>
            </a:xfrm>
            <a:prstGeom prst="rect">
              <a:avLst/>
            </a:prstGeom>
          </p:spPr>
        </p:pic>
        <p:pic>
          <p:nvPicPr>
            <p:cNvPr id="1515" name="Graphic 1514" descr="Deciduous tree with solid fill">
              <a:extLst>
                <a:ext uri="{FF2B5EF4-FFF2-40B4-BE49-F238E27FC236}">
                  <a16:creationId xmlns:a16="http://schemas.microsoft.com/office/drawing/2014/main" id="{F8A168A4-6D35-74D1-637A-663C6F5328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2982" y="2901271"/>
              <a:ext cx="209457" cy="196410"/>
            </a:xfrm>
            <a:prstGeom prst="rect">
              <a:avLst/>
            </a:prstGeom>
          </p:spPr>
        </p:pic>
        <p:pic>
          <p:nvPicPr>
            <p:cNvPr id="1517" name="Graphic 1516" descr="Deciduous tree with solid fill">
              <a:extLst>
                <a:ext uri="{FF2B5EF4-FFF2-40B4-BE49-F238E27FC236}">
                  <a16:creationId xmlns:a16="http://schemas.microsoft.com/office/drawing/2014/main" id="{D99D8A62-1CF8-315C-8BFE-DA7FD359A0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677" y="3024762"/>
              <a:ext cx="209457" cy="196410"/>
            </a:xfrm>
            <a:prstGeom prst="rect">
              <a:avLst/>
            </a:prstGeom>
          </p:spPr>
        </p:pic>
        <p:pic>
          <p:nvPicPr>
            <p:cNvPr id="1519" name="Graphic 1518" descr="Deciduous tree with solid fill">
              <a:extLst>
                <a:ext uri="{FF2B5EF4-FFF2-40B4-BE49-F238E27FC236}">
                  <a16:creationId xmlns:a16="http://schemas.microsoft.com/office/drawing/2014/main" id="{1F437DEC-E55D-1A8E-2EB0-897189ACEF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371" y="3148253"/>
              <a:ext cx="209457" cy="196410"/>
            </a:xfrm>
            <a:prstGeom prst="rect">
              <a:avLst/>
            </a:prstGeom>
          </p:spPr>
        </p:pic>
        <p:pic>
          <p:nvPicPr>
            <p:cNvPr id="1521" name="Graphic 1520" descr="Deciduous tree with solid fill">
              <a:extLst>
                <a:ext uri="{FF2B5EF4-FFF2-40B4-BE49-F238E27FC236}">
                  <a16:creationId xmlns:a16="http://schemas.microsoft.com/office/drawing/2014/main" id="{FD6F84D3-3CE9-BEF3-8A78-7439D1BD61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066" y="3271744"/>
              <a:ext cx="209457" cy="196410"/>
            </a:xfrm>
            <a:prstGeom prst="rect">
              <a:avLst/>
            </a:prstGeom>
          </p:spPr>
        </p:pic>
        <p:pic>
          <p:nvPicPr>
            <p:cNvPr id="1523" name="Graphic 1522" descr="Deciduous tree with solid fill">
              <a:extLst>
                <a:ext uri="{FF2B5EF4-FFF2-40B4-BE49-F238E27FC236}">
                  <a16:creationId xmlns:a16="http://schemas.microsoft.com/office/drawing/2014/main" id="{A8F9F077-0A14-327D-770D-55E08A5EA6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9760" y="3395235"/>
              <a:ext cx="209457" cy="196410"/>
            </a:xfrm>
            <a:prstGeom prst="rect">
              <a:avLst/>
            </a:prstGeom>
          </p:spPr>
        </p:pic>
        <p:pic>
          <p:nvPicPr>
            <p:cNvPr id="1525" name="Graphic 1524" descr="Deciduous tree with solid fill">
              <a:extLst>
                <a:ext uri="{FF2B5EF4-FFF2-40B4-BE49-F238E27FC236}">
                  <a16:creationId xmlns:a16="http://schemas.microsoft.com/office/drawing/2014/main" id="{76B7640D-1E16-A672-668D-31DF187077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454" y="3518726"/>
              <a:ext cx="209457" cy="196410"/>
            </a:xfrm>
            <a:prstGeom prst="rect">
              <a:avLst/>
            </a:prstGeom>
          </p:spPr>
        </p:pic>
        <p:pic>
          <p:nvPicPr>
            <p:cNvPr id="1527" name="Graphic 1526" descr="Deciduous tree with solid fill">
              <a:extLst>
                <a:ext uri="{FF2B5EF4-FFF2-40B4-BE49-F238E27FC236}">
                  <a16:creationId xmlns:a16="http://schemas.microsoft.com/office/drawing/2014/main" id="{34D057B3-A1CE-9DBA-1E12-A60699954E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149" y="3642217"/>
              <a:ext cx="209457" cy="196410"/>
            </a:xfrm>
            <a:prstGeom prst="rect">
              <a:avLst/>
            </a:prstGeom>
          </p:spPr>
        </p:pic>
        <p:pic>
          <p:nvPicPr>
            <p:cNvPr id="1529" name="Graphic 1528" descr="Deciduous tree with solid fill">
              <a:extLst>
                <a:ext uri="{FF2B5EF4-FFF2-40B4-BE49-F238E27FC236}">
                  <a16:creationId xmlns:a16="http://schemas.microsoft.com/office/drawing/2014/main" id="{955BC652-2AA1-6DD5-1839-01EB267AEB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4844" y="3765708"/>
              <a:ext cx="209457" cy="196410"/>
            </a:xfrm>
            <a:prstGeom prst="rect">
              <a:avLst/>
            </a:prstGeom>
          </p:spPr>
        </p:pic>
        <p:pic>
          <p:nvPicPr>
            <p:cNvPr id="1531" name="Graphic 1530" descr="Deciduous tree with solid fill">
              <a:extLst>
                <a:ext uri="{FF2B5EF4-FFF2-40B4-BE49-F238E27FC236}">
                  <a16:creationId xmlns:a16="http://schemas.microsoft.com/office/drawing/2014/main" id="{24A59251-3C6A-C47D-C30F-DF77009BB5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5086" y="2195778"/>
              <a:ext cx="209457" cy="196410"/>
            </a:xfrm>
            <a:prstGeom prst="rect">
              <a:avLst/>
            </a:prstGeom>
          </p:spPr>
        </p:pic>
        <p:pic>
          <p:nvPicPr>
            <p:cNvPr id="1533" name="Graphic 1532" descr="Deciduous tree with solid fill">
              <a:extLst>
                <a:ext uri="{FF2B5EF4-FFF2-40B4-BE49-F238E27FC236}">
                  <a16:creationId xmlns:a16="http://schemas.microsoft.com/office/drawing/2014/main" id="{91A1A6C0-C171-2C8B-3320-5275824F91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6780" y="2319269"/>
              <a:ext cx="209457" cy="196410"/>
            </a:xfrm>
            <a:prstGeom prst="rect">
              <a:avLst/>
            </a:prstGeom>
          </p:spPr>
        </p:pic>
        <p:pic>
          <p:nvPicPr>
            <p:cNvPr id="1535" name="Graphic 1534" descr="Deciduous tree with solid fill">
              <a:extLst>
                <a:ext uri="{FF2B5EF4-FFF2-40B4-BE49-F238E27FC236}">
                  <a16:creationId xmlns:a16="http://schemas.microsoft.com/office/drawing/2014/main" id="{AF2A286E-533E-4E82-9B6E-0343C72691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8475" y="2442760"/>
              <a:ext cx="209457" cy="196410"/>
            </a:xfrm>
            <a:prstGeom prst="rect">
              <a:avLst/>
            </a:prstGeom>
          </p:spPr>
        </p:pic>
        <p:pic>
          <p:nvPicPr>
            <p:cNvPr id="1537" name="Graphic 1536" descr="Deciduous tree with solid fill">
              <a:extLst>
                <a:ext uri="{FF2B5EF4-FFF2-40B4-BE49-F238E27FC236}">
                  <a16:creationId xmlns:a16="http://schemas.microsoft.com/office/drawing/2014/main" id="{4D4EA9D7-4F72-3E33-EF49-49D619ABF7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170" y="2566251"/>
              <a:ext cx="209457" cy="196410"/>
            </a:xfrm>
            <a:prstGeom prst="rect">
              <a:avLst/>
            </a:prstGeom>
          </p:spPr>
        </p:pic>
        <p:pic>
          <p:nvPicPr>
            <p:cNvPr id="1539" name="Graphic 1538" descr="Deciduous tree with solid fill">
              <a:extLst>
                <a:ext uri="{FF2B5EF4-FFF2-40B4-BE49-F238E27FC236}">
                  <a16:creationId xmlns:a16="http://schemas.microsoft.com/office/drawing/2014/main" id="{4D2FBB6E-8C75-F44B-36C3-2ACCC0C7E5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1864" y="2689742"/>
              <a:ext cx="209457" cy="196410"/>
            </a:xfrm>
            <a:prstGeom prst="rect">
              <a:avLst/>
            </a:prstGeom>
          </p:spPr>
        </p:pic>
        <p:pic>
          <p:nvPicPr>
            <p:cNvPr id="1541" name="Graphic 1540" descr="Deciduous tree with solid fill">
              <a:extLst>
                <a:ext uri="{FF2B5EF4-FFF2-40B4-BE49-F238E27FC236}">
                  <a16:creationId xmlns:a16="http://schemas.microsoft.com/office/drawing/2014/main" id="{828729AB-2CCD-E908-55D0-2478786C42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558" y="2813233"/>
              <a:ext cx="209457" cy="196410"/>
            </a:xfrm>
            <a:prstGeom prst="rect">
              <a:avLst/>
            </a:prstGeom>
          </p:spPr>
        </p:pic>
        <p:pic>
          <p:nvPicPr>
            <p:cNvPr id="1543" name="Graphic 1542" descr="Deciduous tree with solid fill">
              <a:extLst>
                <a:ext uri="{FF2B5EF4-FFF2-40B4-BE49-F238E27FC236}">
                  <a16:creationId xmlns:a16="http://schemas.microsoft.com/office/drawing/2014/main" id="{BF70ED09-7CB2-6A1D-24E4-1986E05FDD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253" y="2936724"/>
              <a:ext cx="209457" cy="196410"/>
            </a:xfrm>
            <a:prstGeom prst="rect">
              <a:avLst/>
            </a:prstGeom>
          </p:spPr>
        </p:pic>
        <p:pic>
          <p:nvPicPr>
            <p:cNvPr id="1545" name="Graphic 1544" descr="Deciduous tree with solid fill">
              <a:extLst>
                <a:ext uri="{FF2B5EF4-FFF2-40B4-BE49-F238E27FC236}">
                  <a16:creationId xmlns:a16="http://schemas.microsoft.com/office/drawing/2014/main" id="{F5FF7EEC-139D-F6C4-73DE-14B6550AC7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947" y="3060215"/>
              <a:ext cx="209457" cy="196410"/>
            </a:xfrm>
            <a:prstGeom prst="rect">
              <a:avLst/>
            </a:prstGeom>
          </p:spPr>
        </p:pic>
        <p:pic>
          <p:nvPicPr>
            <p:cNvPr id="1547" name="Graphic 1546" descr="Deciduous tree with solid fill">
              <a:extLst>
                <a:ext uri="{FF2B5EF4-FFF2-40B4-BE49-F238E27FC236}">
                  <a16:creationId xmlns:a16="http://schemas.microsoft.com/office/drawing/2014/main" id="{451A83D5-E88F-3312-EAFD-B612615E09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642" y="3183706"/>
              <a:ext cx="209457" cy="196410"/>
            </a:xfrm>
            <a:prstGeom prst="rect">
              <a:avLst/>
            </a:prstGeom>
          </p:spPr>
        </p:pic>
        <p:pic>
          <p:nvPicPr>
            <p:cNvPr id="1549" name="Graphic 1548" descr="Deciduous tree with solid fill">
              <a:extLst>
                <a:ext uri="{FF2B5EF4-FFF2-40B4-BE49-F238E27FC236}">
                  <a16:creationId xmlns:a16="http://schemas.microsoft.com/office/drawing/2014/main" id="{D78006F3-AEB2-5A0D-6211-A262A3CE94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337" y="3307196"/>
              <a:ext cx="209457" cy="196410"/>
            </a:xfrm>
            <a:prstGeom prst="rect">
              <a:avLst/>
            </a:prstGeom>
          </p:spPr>
        </p:pic>
        <p:pic>
          <p:nvPicPr>
            <p:cNvPr id="1551" name="Graphic 1550" descr="Deciduous tree with solid fill">
              <a:extLst>
                <a:ext uri="{FF2B5EF4-FFF2-40B4-BE49-F238E27FC236}">
                  <a16:creationId xmlns:a16="http://schemas.microsoft.com/office/drawing/2014/main" id="{ABA26D7F-7B40-E984-1BFA-5FFCD32E2E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031" y="3430687"/>
              <a:ext cx="209457" cy="196410"/>
            </a:xfrm>
            <a:prstGeom prst="rect">
              <a:avLst/>
            </a:prstGeom>
          </p:spPr>
        </p:pic>
        <p:pic>
          <p:nvPicPr>
            <p:cNvPr id="1553" name="Graphic 1552" descr="Deciduous tree with solid fill">
              <a:extLst>
                <a:ext uri="{FF2B5EF4-FFF2-40B4-BE49-F238E27FC236}">
                  <a16:creationId xmlns:a16="http://schemas.microsoft.com/office/drawing/2014/main" id="{DCE31381-B22B-7C3D-EC54-D7DFF168C4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3726" y="3554178"/>
              <a:ext cx="209457" cy="196410"/>
            </a:xfrm>
            <a:prstGeom prst="rect">
              <a:avLst/>
            </a:prstGeom>
          </p:spPr>
        </p:pic>
        <p:pic>
          <p:nvPicPr>
            <p:cNvPr id="1555" name="Graphic 1554" descr="Deciduous tree with solid fill">
              <a:extLst>
                <a:ext uri="{FF2B5EF4-FFF2-40B4-BE49-F238E27FC236}">
                  <a16:creationId xmlns:a16="http://schemas.microsoft.com/office/drawing/2014/main" id="{37D9FF5B-1449-756A-4FE1-B0A8A8A565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420" y="3677670"/>
              <a:ext cx="209457" cy="196410"/>
            </a:xfrm>
            <a:prstGeom prst="rect">
              <a:avLst/>
            </a:prstGeom>
          </p:spPr>
        </p:pic>
        <p:pic>
          <p:nvPicPr>
            <p:cNvPr id="3277" name="Graphic 3276" descr="Deciduous tree with solid fill">
              <a:extLst>
                <a:ext uri="{FF2B5EF4-FFF2-40B4-BE49-F238E27FC236}">
                  <a16:creationId xmlns:a16="http://schemas.microsoft.com/office/drawing/2014/main" id="{473F141D-C746-3970-4D4E-31BD311178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33015" y="4082967"/>
              <a:ext cx="209457" cy="196410"/>
            </a:xfrm>
            <a:prstGeom prst="rect">
              <a:avLst/>
            </a:prstGeom>
          </p:spPr>
        </p:pic>
        <p:pic>
          <p:nvPicPr>
            <p:cNvPr id="3279" name="Graphic 3278" descr="Deciduous tree with solid fill">
              <a:extLst>
                <a:ext uri="{FF2B5EF4-FFF2-40B4-BE49-F238E27FC236}">
                  <a16:creationId xmlns:a16="http://schemas.microsoft.com/office/drawing/2014/main" id="{48A00D33-533B-FEFC-0694-A7BBAFDA3F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901" y="1867438"/>
              <a:ext cx="209457" cy="196410"/>
            </a:xfrm>
            <a:prstGeom prst="rect">
              <a:avLst/>
            </a:prstGeom>
          </p:spPr>
        </p:pic>
        <p:pic>
          <p:nvPicPr>
            <p:cNvPr id="3281" name="Graphic 3280" descr="Deciduous tree with solid fill">
              <a:extLst>
                <a:ext uri="{FF2B5EF4-FFF2-40B4-BE49-F238E27FC236}">
                  <a16:creationId xmlns:a16="http://schemas.microsoft.com/office/drawing/2014/main" id="{B8D86968-23C5-8EF1-0A1E-5FE4C3928F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4274" y="1963297"/>
              <a:ext cx="209457" cy="196410"/>
            </a:xfrm>
            <a:prstGeom prst="rect">
              <a:avLst/>
            </a:prstGeom>
          </p:spPr>
        </p:pic>
        <p:pic>
          <p:nvPicPr>
            <p:cNvPr id="3283" name="Graphic 3282" descr="Deciduous tree with solid fill">
              <a:extLst>
                <a:ext uri="{FF2B5EF4-FFF2-40B4-BE49-F238E27FC236}">
                  <a16:creationId xmlns:a16="http://schemas.microsoft.com/office/drawing/2014/main" id="{BDEA74C7-70EB-472B-3B64-DC74179BFE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477" y="1779399"/>
              <a:ext cx="209457" cy="196410"/>
            </a:xfrm>
            <a:prstGeom prst="rect">
              <a:avLst/>
            </a:prstGeom>
          </p:spPr>
        </p:pic>
        <p:pic>
          <p:nvPicPr>
            <p:cNvPr id="3285" name="Graphic 3284" descr="Deciduous tree with solid fill">
              <a:extLst>
                <a:ext uri="{FF2B5EF4-FFF2-40B4-BE49-F238E27FC236}">
                  <a16:creationId xmlns:a16="http://schemas.microsoft.com/office/drawing/2014/main" id="{925BFA62-8805-7D60-E7B7-7C7793E98E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69" y="2086788"/>
              <a:ext cx="209457" cy="196410"/>
            </a:xfrm>
            <a:prstGeom prst="rect">
              <a:avLst/>
            </a:prstGeom>
          </p:spPr>
        </p:pic>
        <p:pic>
          <p:nvPicPr>
            <p:cNvPr id="3287" name="Graphic 3286" descr="Deciduous tree with solid fill">
              <a:extLst>
                <a:ext uri="{FF2B5EF4-FFF2-40B4-BE49-F238E27FC236}">
                  <a16:creationId xmlns:a16="http://schemas.microsoft.com/office/drawing/2014/main" id="{F20A7DE9-C1D2-9D68-15B2-0DE52B2776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289" name="Graphic 3288" descr="Deciduous tree with solid fill">
              <a:extLst>
                <a:ext uri="{FF2B5EF4-FFF2-40B4-BE49-F238E27FC236}">
                  <a16:creationId xmlns:a16="http://schemas.microsoft.com/office/drawing/2014/main" id="{9D33DD3B-62E0-76D2-8C62-44F9C133D5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291" name="Graphic 3290" descr="Deciduous tree with solid fill">
              <a:extLst>
                <a:ext uri="{FF2B5EF4-FFF2-40B4-BE49-F238E27FC236}">
                  <a16:creationId xmlns:a16="http://schemas.microsoft.com/office/drawing/2014/main" id="{B6E02464-852A-C907-F4D2-3C1BD24EA4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293" name="Graphic 3292" descr="Deciduous tree with solid fill">
              <a:extLst>
                <a:ext uri="{FF2B5EF4-FFF2-40B4-BE49-F238E27FC236}">
                  <a16:creationId xmlns:a16="http://schemas.microsoft.com/office/drawing/2014/main" id="{2C1184B8-8D37-56DE-FEE2-CC2E7948CB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295" name="Graphic 3294" descr="Deciduous tree with solid fill">
              <a:extLst>
                <a:ext uri="{FF2B5EF4-FFF2-40B4-BE49-F238E27FC236}">
                  <a16:creationId xmlns:a16="http://schemas.microsoft.com/office/drawing/2014/main" id="{AAFF371D-685B-040A-6969-0F6D948FF0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297" name="Graphic 3296" descr="Deciduous tree with solid fill">
              <a:extLst>
                <a:ext uri="{FF2B5EF4-FFF2-40B4-BE49-F238E27FC236}">
                  <a16:creationId xmlns:a16="http://schemas.microsoft.com/office/drawing/2014/main" id="{ABCC9577-511E-3057-3AEC-E7186B1855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299" name="Graphic 3298" descr="Deciduous tree with solid fill">
              <a:extLst>
                <a:ext uri="{FF2B5EF4-FFF2-40B4-BE49-F238E27FC236}">
                  <a16:creationId xmlns:a16="http://schemas.microsoft.com/office/drawing/2014/main" id="{B11AC2BE-E324-1236-1039-9B98CE754E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301" name="Graphic 3300" descr="Deciduous tree with solid fill">
              <a:extLst>
                <a:ext uri="{FF2B5EF4-FFF2-40B4-BE49-F238E27FC236}">
                  <a16:creationId xmlns:a16="http://schemas.microsoft.com/office/drawing/2014/main" id="{288D022D-B80B-6082-6A6D-745E444AD1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303" name="Graphic 3302" descr="Deciduous tree with solid fill">
              <a:extLst>
                <a:ext uri="{FF2B5EF4-FFF2-40B4-BE49-F238E27FC236}">
                  <a16:creationId xmlns:a16="http://schemas.microsoft.com/office/drawing/2014/main" id="{F0AC48E3-A045-78F2-CCB6-634C769BDB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305" name="Graphic 3304" descr="Deciduous tree with solid fill">
              <a:extLst>
                <a:ext uri="{FF2B5EF4-FFF2-40B4-BE49-F238E27FC236}">
                  <a16:creationId xmlns:a16="http://schemas.microsoft.com/office/drawing/2014/main" id="{BBD3C251-A0BC-3EA5-FC24-5D00EE3F26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307" name="Graphic 3306" descr="Deciduous tree with solid fill">
              <a:extLst>
                <a:ext uri="{FF2B5EF4-FFF2-40B4-BE49-F238E27FC236}">
                  <a16:creationId xmlns:a16="http://schemas.microsoft.com/office/drawing/2014/main" id="{5170E86C-732A-9569-19FA-176974B990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309" name="Graphic 3308" descr="Deciduous tree with solid fill">
              <a:extLst>
                <a:ext uri="{FF2B5EF4-FFF2-40B4-BE49-F238E27FC236}">
                  <a16:creationId xmlns:a16="http://schemas.microsoft.com/office/drawing/2014/main" id="{3037DA23-E1BD-D002-C018-FC83CD17F3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596" y="1990929"/>
              <a:ext cx="209457" cy="196410"/>
            </a:xfrm>
            <a:prstGeom prst="rect">
              <a:avLst/>
            </a:prstGeom>
          </p:spPr>
        </p:pic>
        <p:pic>
          <p:nvPicPr>
            <p:cNvPr id="3311" name="Graphic 3310" descr="Deciduous tree with solid fill">
              <a:extLst>
                <a:ext uri="{FF2B5EF4-FFF2-40B4-BE49-F238E27FC236}">
                  <a16:creationId xmlns:a16="http://schemas.microsoft.com/office/drawing/2014/main" id="{54317930-846E-E30E-2F50-B234CCCBF0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313" name="Graphic 3312" descr="Deciduous tree with solid fill">
              <a:extLst>
                <a:ext uri="{FF2B5EF4-FFF2-40B4-BE49-F238E27FC236}">
                  <a16:creationId xmlns:a16="http://schemas.microsoft.com/office/drawing/2014/main" id="{4A92B390-4822-07E6-5B1D-E02F44ACFD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315" name="Graphic 3314" descr="Deciduous tree with solid fill">
              <a:extLst>
                <a:ext uri="{FF2B5EF4-FFF2-40B4-BE49-F238E27FC236}">
                  <a16:creationId xmlns:a16="http://schemas.microsoft.com/office/drawing/2014/main" id="{D481F242-59B7-C0B3-1149-4687FC1C86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317" name="Graphic 3316" descr="Deciduous tree with solid fill">
              <a:extLst>
                <a:ext uri="{FF2B5EF4-FFF2-40B4-BE49-F238E27FC236}">
                  <a16:creationId xmlns:a16="http://schemas.microsoft.com/office/drawing/2014/main" id="{A668CF46-6660-250F-BBC1-A96B14C4A1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319" name="Graphic 3318" descr="Deciduous tree with solid fill">
              <a:extLst>
                <a:ext uri="{FF2B5EF4-FFF2-40B4-BE49-F238E27FC236}">
                  <a16:creationId xmlns:a16="http://schemas.microsoft.com/office/drawing/2014/main" id="{95804A52-B1BE-590B-C88A-9617ED5D64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321" name="Graphic 3320" descr="Deciduous tree with solid fill">
              <a:extLst>
                <a:ext uri="{FF2B5EF4-FFF2-40B4-BE49-F238E27FC236}">
                  <a16:creationId xmlns:a16="http://schemas.microsoft.com/office/drawing/2014/main" id="{84824B3D-C170-D92A-4626-771A705EFF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323" name="Graphic 3322" descr="Deciduous tree with solid fill">
              <a:extLst>
                <a:ext uri="{FF2B5EF4-FFF2-40B4-BE49-F238E27FC236}">
                  <a16:creationId xmlns:a16="http://schemas.microsoft.com/office/drawing/2014/main" id="{0458406D-8489-ED68-6DC1-DCC842D384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325" name="Graphic 3324" descr="Deciduous tree with solid fill">
              <a:extLst>
                <a:ext uri="{FF2B5EF4-FFF2-40B4-BE49-F238E27FC236}">
                  <a16:creationId xmlns:a16="http://schemas.microsoft.com/office/drawing/2014/main" id="{4804D0A2-44B8-75CA-50A8-34A734DBC5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327" name="Graphic 3326" descr="Deciduous tree with solid fill">
              <a:extLst>
                <a:ext uri="{FF2B5EF4-FFF2-40B4-BE49-F238E27FC236}">
                  <a16:creationId xmlns:a16="http://schemas.microsoft.com/office/drawing/2014/main" id="{A4AFD730-C87E-2663-2A03-828503E6F8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329" name="Graphic 3328" descr="Deciduous tree with solid fill">
              <a:extLst>
                <a:ext uri="{FF2B5EF4-FFF2-40B4-BE49-F238E27FC236}">
                  <a16:creationId xmlns:a16="http://schemas.microsoft.com/office/drawing/2014/main" id="{8058C0BA-5609-700A-E0BB-2B64E22DBA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331" name="Graphic 3330" descr="Deciduous tree with solid fill">
              <a:extLst>
                <a:ext uri="{FF2B5EF4-FFF2-40B4-BE49-F238E27FC236}">
                  <a16:creationId xmlns:a16="http://schemas.microsoft.com/office/drawing/2014/main" id="{62162D81-05D3-57A4-7CBD-47092D1227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333" name="Graphic 3332" descr="Deciduous tree with solid fill">
              <a:extLst>
                <a:ext uri="{FF2B5EF4-FFF2-40B4-BE49-F238E27FC236}">
                  <a16:creationId xmlns:a16="http://schemas.microsoft.com/office/drawing/2014/main" id="{E3C2E6D9-B182-079C-9D0A-5D8DB90421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1" y="1902890"/>
              <a:ext cx="209457" cy="196410"/>
            </a:xfrm>
            <a:prstGeom prst="rect">
              <a:avLst/>
            </a:prstGeom>
          </p:spPr>
        </p:pic>
        <p:pic>
          <p:nvPicPr>
            <p:cNvPr id="3335" name="Graphic 3334" descr="Deciduous tree with solid fill">
              <a:extLst>
                <a:ext uri="{FF2B5EF4-FFF2-40B4-BE49-F238E27FC236}">
                  <a16:creationId xmlns:a16="http://schemas.microsoft.com/office/drawing/2014/main" id="{E776F21A-1962-C77A-35AF-8B598A1B52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337" name="Graphic 3336" descr="Deciduous tree with solid fill">
              <a:extLst>
                <a:ext uri="{FF2B5EF4-FFF2-40B4-BE49-F238E27FC236}">
                  <a16:creationId xmlns:a16="http://schemas.microsoft.com/office/drawing/2014/main" id="{FF08730E-454A-826D-6B61-4BD2A47078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339" name="Graphic 3338" descr="Deciduous tree with solid fill">
              <a:extLst>
                <a:ext uri="{FF2B5EF4-FFF2-40B4-BE49-F238E27FC236}">
                  <a16:creationId xmlns:a16="http://schemas.microsoft.com/office/drawing/2014/main" id="{DC4CC052-2D4B-A778-5F1C-CFD5AD2CA5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341" name="Graphic 3340" descr="Deciduous tree with solid fill">
              <a:extLst>
                <a:ext uri="{FF2B5EF4-FFF2-40B4-BE49-F238E27FC236}">
                  <a16:creationId xmlns:a16="http://schemas.microsoft.com/office/drawing/2014/main" id="{FA381B0E-8CBC-38E9-57B1-EA15896E0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343" name="Graphic 3342" descr="Deciduous tree with solid fill">
              <a:extLst>
                <a:ext uri="{FF2B5EF4-FFF2-40B4-BE49-F238E27FC236}">
                  <a16:creationId xmlns:a16="http://schemas.microsoft.com/office/drawing/2014/main" id="{410096BB-7A7D-57CE-388B-493045A778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345" name="Graphic 3344" descr="Deciduous tree with solid fill">
              <a:extLst>
                <a:ext uri="{FF2B5EF4-FFF2-40B4-BE49-F238E27FC236}">
                  <a16:creationId xmlns:a16="http://schemas.microsoft.com/office/drawing/2014/main" id="{4DA0F877-C352-38C9-AD7A-DAEB898829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347" name="Graphic 3346" descr="Deciduous tree with solid fill">
              <a:extLst>
                <a:ext uri="{FF2B5EF4-FFF2-40B4-BE49-F238E27FC236}">
                  <a16:creationId xmlns:a16="http://schemas.microsoft.com/office/drawing/2014/main" id="{57AA41D1-050F-CB09-081C-AC52A418E4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349" name="Graphic 3348" descr="Deciduous tree with solid fill">
              <a:extLst>
                <a:ext uri="{FF2B5EF4-FFF2-40B4-BE49-F238E27FC236}">
                  <a16:creationId xmlns:a16="http://schemas.microsoft.com/office/drawing/2014/main" id="{4100CCFE-FE2E-F40A-884D-DF77FE3181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351" name="Graphic 3350" descr="Deciduous tree with solid fill">
              <a:extLst>
                <a:ext uri="{FF2B5EF4-FFF2-40B4-BE49-F238E27FC236}">
                  <a16:creationId xmlns:a16="http://schemas.microsoft.com/office/drawing/2014/main" id="{A5A56C9C-37E4-1206-082B-633AC5D581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353" name="Graphic 3352" descr="Deciduous tree with solid fill">
              <a:extLst>
                <a:ext uri="{FF2B5EF4-FFF2-40B4-BE49-F238E27FC236}">
                  <a16:creationId xmlns:a16="http://schemas.microsoft.com/office/drawing/2014/main" id="{C110D37A-EDBD-85DA-B3DC-CCBEF695BE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355" name="Graphic 3354" descr="Deciduous tree with solid fill">
              <a:extLst>
                <a:ext uri="{FF2B5EF4-FFF2-40B4-BE49-F238E27FC236}">
                  <a16:creationId xmlns:a16="http://schemas.microsoft.com/office/drawing/2014/main" id="{FA6CB462-7889-84D4-D353-AAE70D3942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359" name="Graphic 3358" descr="Deciduous tree with solid fill">
              <a:extLst>
                <a:ext uri="{FF2B5EF4-FFF2-40B4-BE49-F238E27FC236}">
                  <a16:creationId xmlns:a16="http://schemas.microsoft.com/office/drawing/2014/main" id="{9C365CB9-2D23-7E40-DC36-3A22012E7D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596" y="1990929"/>
              <a:ext cx="209457" cy="196410"/>
            </a:xfrm>
            <a:prstGeom prst="rect">
              <a:avLst/>
            </a:prstGeom>
          </p:spPr>
        </p:pic>
        <p:pic>
          <p:nvPicPr>
            <p:cNvPr id="3361" name="Graphic 3360" descr="Deciduous tree with solid fill">
              <a:extLst>
                <a:ext uri="{FF2B5EF4-FFF2-40B4-BE49-F238E27FC236}">
                  <a16:creationId xmlns:a16="http://schemas.microsoft.com/office/drawing/2014/main" id="{E29440EB-115B-046A-FA44-7F699AD016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69" y="2086788"/>
              <a:ext cx="209457" cy="196410"/>
            </a:xfrm>
            <a:prstGeom prst="rect">
              <a:avLst/>
            </a:prstGeom>
          </p:spPr>
        </p:pic>
        <p:pic>
          <p:nvPicPr>
            <p:cNvPr id="3363" name="Graphic 3362" descr="Deciduous tree with solid fill">
              <a:extLst>
                <a:ext uri="{FF2B5EF4-FFF2-40B4-BE49-F238E27FC236}">
                  <a16:creationId xmlns:a16="http://schemas.microsoft.com/office/drawing/2014/main" id="{ED264C5F-6F5E-5A62-F1D6-8F3B32748A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1" y="1902890"/>
              <a:ext cx="209457" cy="196410"/>
            </a:xfrm>
            <a:prstGeom prst="rect">
              <a:avLst/>
            </a:prstGeom>
          </p:spPr>
        </p:pic>
        <p:pic>
          <p:nvPicPr>
            <p:cNvPr id="3365" name="Graphic 3364" descr="Deciduous tree with solid fill">
              <a:extLst>
                <a:ext uri="{FF2B5EF4-FFF2-40B4-BE49-F238E27FC236}">
                  <a16:creationId xmlns:a16="http://schemas.microsoft.com/office/drawing/2014/main" id="{4F53D7F7-D6D5-E3EC-F2AB-B1ACAFD5CE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367" name="Graphic 3366" descr="Deciduous tree with solid fill">
              <a:extLst>
                <a:ext uri="{FF2B5EF4-FFF2-40B4-BE49-F238E27FC236}">
                  <a16:creationId xmlns:a16="http://schemas.microsoft.com/office/drawing/2014/main" id="{125F43AC-ED08-198F-74DA-2CAE0204A2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369" name="Graphic 3368" descr="Deciduous tree with solid fill">
              <a:extLst>
                <a:ext uri="{FF2B5EF4-FFF2-40B4-BE49-F238E27FC236}">
                  <a16:creationId xmlns:a16="http://schemas.microsoft.com/office/drawing/2014/main" id="{7561734F-40AD-C443-4AD5-CFA9117935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371" name="Graphic 3370" descr="Deciduous tree with solid fill">
              <a:extLst>
                <a:ext uri="{FF2B5EF4-FFF2-40B4-BE49-F238E27FC236}">
                  <a16:creationId xmlns:a16="http://schemas.microsoft.com/office/drawing/2014/main" id="{10354037-A76A-D1C2-F99A-82DC53F78E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373" name="Graphic 3372" descr="Deciduous tree with solid fill">
              <a:extLst>
                <a:ext uri="{FF2B5EF4-FFF2-40B4-BE49-F238E27FC236}">
                  <a16:creationId xmlns:a16="http://schemas.microsoft.com/office/drawing/2014/main" id="{838CF305-C34C-4040-909B-34F330E675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375" name="Graphic 3374" descr="Deciduous tree with solid fill">
              <a:extLst>
                <a:ext uri="{FF2B5EF4-FFF2-40B4-BE49-F238E27FC236}">
                  <a16:creationId xmlns:a16="http://schemas.microsoft.com/office/drawing/2014/main" id="{AF8F2968-FB25-FC71-FF13-50545743C9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377" name="Graphic 3376" descr="Deciduous tree with solid fill">
              <a:extLst>
                <a:ext uri="{FF2B5EF4-FFF2-40B4-BE49-F238E27FC236}">
                  <a16:creationId xmlns:a16="http://schemas.microsoft.com/office/drawing/2014/main" id="{CBBDDCAD-23F9-F93B-DD63-5AEECFB00C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379" name="Graphic 3378" descr="Deciduous tree with solid fill">
              <a:extLst>
                <a:ext uri="{FF2B5EF4-FFF2-40B4-BE49-F238E27FC236}">
                  <a16:creationId xmlns:a16="http://schemas.microsoft.com/office/drawing/2014/main" id="{7BCAEA75-9565-2998-135B-1CF77931A5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381" name="Graphic 3380" descr="Deciduous tree with solid fill">
              <a:extLst>
                <a:ext uri="{FF2B5EF4-FFF2-40B4-BE49-F238E27FC236}">
                  <a16:creationId xmlns:a16="http://schemas.microsoft.com/office/drawing/2014/main" id="{939F9C11-D80B-328E-D79E-E81085B5A2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383" name="Graphic 3382" descr="Deciduous tree with solid fill">
              <a:extLst>
                <a:ext uri="{FF2B5EF4-FFF2-40B4-BE49-F238E27FC236}">
                  <a16:creationId xmlns:a16="http://schemas.microsoft.com/office/drawing/2014/main" id="{6B3EA29D-BB4A-C8E1-EF03-139D3BDA87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385" name="Graphic 3384" descr="Deciduous tree with solid fill">
              <a:extLst>
                <a:ext uri="{FF2B5EF4-FFF2-40B4-BE49-F238E27FC236}">
                  <a16:creationId xmlns:a16="http://schemas.microsoft.com/office/drawing/2014/main" id="{44457903-E7FF-AFA2-EA71-053DB8C3DD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387" name="Graphic 3386" descr="Deciduous tree with solid fill">
              <a:extLst>
                <a:ext uri="{FF2B5EF4-FFF2-40B4-BE49-F238E27FC236}">
                  <a16:creationId xmlns:a16="http://schemas.microsoft.com/office/drawing/2014/main" id="{183135AE-2EB2-620D-EB13-9C63BB57B9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389" name="Graphic 3388" descr="Deciduous tree with solid fill">
              <a:extLst>
                <a:ext uri="{FF2B5EF4-FFF2-40B4-BE49-F238E27FC236}">
                  <a16:creationId xmlns:a16="http://schemas.microsoft.com/office/drawing/2014/main" id="{D4B1555A-6A41-4EC6-8038-872BC004EE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391" name="Graphic 3390" descr="Deciduous tree with solid fill">
              <a:extLst>
                <a:ext uri="{FF2B5EF4-FFF2-40B4-BE49-F238E27FC236}">
                  <a16:creationId xmlns:a16="http://schemas.microsoft.com/office/drawing/2014/main" id="{52339454-9085-7630-A468-01B79495E2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393" name="Graphic 3392" descr="Deciduous tree with solid fill">
              <a:extLst>
                <a:ext uri="{FF2B5EF4-FFF2-40B4-BE49-F238E27FC236}">
                  <a16:creationId xmlns:a16="http://schemas.microsoft.com/office/drawing/2014/main" id="{01EA0C90-66BA-2895-9733-2D73664F19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395" name="Graphic 3394" descr="Deciduous tree with solid fill">
              <a:extLst>
                <a:ext uri="{FF2B5EF4-FFF2-40B4-BE49-F238E27FC236}">
                  <a16:creationId xmlns:a16="http://schemas.microsoft.com/office/drawing/2014/main" id="{CDBC548E-5144-6CD1-245B-F1DCD8D609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397" name="Graphic 3396" descr="Deciduous tree with solid fill">
              <a:extLst>
                <a:ext uri="{FF2B5EF4-FFF2-40B4-BE49-F238E27FC236}">
                  <a16:creationId xmlns:a16="http://schemas.microsoft.com/office/drawing/2014/main" id="{689814A6-F634-3B32-96A3-40800820BA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399" name="Graphic 3398" descr="Deciduous tree with solid fill">
              <a:extLst>
                <a:ext uri="{FF2B5EF4-FFF2-40B4-BE49-F238E27FC236}">
                  <a16:creationId xmlns:a16="http://schemas.microsoft.com/office/drawing/2014/main" id="{4F5C08C9-2A38-D7E8-0619-5EDE4618A3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401" name="Graphic 3400" descr="Deciduous tree with solid fill">
              <a:extLst>
                <a:ext uri="{FF2B5EF4-FFF2-40B4-BE49-F238E27FC236}">
                  <a16:creationId xmlns:a16="http://schemas.microsoft.com/office/drawing/2014/main" id="{B046F2E5-0232-DBC1-EE5D-E306E9B678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403" name="Graphic 3402" descr="Deciduous tree with solid fill">
              <a:extLst>
                <a:ext uri="{FF2B5EF4-FFF2-40B4-BE49-F238E27FC236}">
                  <a16:creationId xmlns:a16="http://schemas.microsoft.com/office/drawing/2014/main" id="{8519DBF4-B515-E596-F4F8-7D77AF77B2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405" name="Graphic 3404" descr="Deciduous tree with solid fill">
              <a:extLst>
                <a:ext uri="{FF2B5EF4-FFF2-40B4-BE49-F238E27FC236}">
                  <a16:creationId xmlns:a16="http://schemas.microsoft.com/office/drawing/2014/main" id="{01A50F83-D9BD-D076-792C-0AB94C6EC3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407" name="Graphic 3406" descr="Deciduous tree with solid fill">
              <a:extLst>
                <a:ext uri="{FF2B5EF4-FFF2-40B4-BE49-F238E27FC236}">
                  <a16:creationId xmlns:a16="http://schemas.microsoft.com/office/drawing/2014/main" id="{1522C445-AE8C-6AE5-9C79-AD0B0CB204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409" name="Graphic 3408" descr="Deciduous tree with solid fill">
              <a:extLst>
                <a:ext uri="{FF2B5EF4-FFF2-40B4-BE49-F238E27FC236}">
                  <a16:creationId xmlns:a16="http://schemas.microsoft.com/office/drawing/2014/main" id="{DFABB8A2-F7CC-7CD8-4994-D02BC470F8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411" name="Graphic 3410" descr="Deciduous tree with solid fill">
              <a:extLst>
                <a:ext uri="{FF2B5EF4-FFF2-40B4-BE49-F238E27FC236}">
                  <a16:creationId xmlns:a16="http://schemas.microsoft.com/office/drawing/2014/main" id="{CB65C07E-2CB2-4FD2-E491-85D2570645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413" name="Graphic 3412" descr="Deciduous tree with solid fill">
              <a:extLst>
                <a:ext uri="{FF2B5EF4-FFF2-40B4-BE49-F238E27FC236}">
                  <a16:creationId xmlns:a16="http://schemas.microsoft.com/office/drawing/2014/main" id="{4BAF41CE-3C34-95ED-4F90-B4344C7E8A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415" name="Graphic 3414" descr="Deciduous tree with solid fill">
              <a:extLst>
                <a:ext uri="{FF2B5EF4-FFF2-40B4-BE49-F238E27FC236}">
                  <a16:creationId xmlns:a16="http://schemas.microsoft.com/office/drawing/2014/main" id="{1C0B161C-7127-A8B2-EAE6-9C2ACDE378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417" name="Graphic 3416" descr="Deciduous tree with solid fill">
              <a:extLst>
                <a:ext uri="{FF2B5EF4-FFF2-40B4-BE49-F238E27FC236}">
                  <a16:creationId xmlns:a16="http://schemas.microsoft.com/office/drawing/2014/main" id="{2C5165EF-12FC-AE49-4C2C-BCEA203977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419" name="Graphic 3418" descr="Deciduous tree with solid fill">
              <a:extLst>
                <a:ext uri="{FF2B5EF4-FFF2-40B4-BE49-F238E27FC236}">
                  <a16:creationId xmlns:a16="http://schemas.microsoft.com/office/drawing/2014/main" id="{42BFE8BC-F5E0-C548-0088-0F250BDCFA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421" name="Graphic 3420" descr="Deciduous tree with solid fill">
              <a:extLst>
                <a:ext uri="{FF2B5EF4-FFF2-40B4-BE49-F238E27FC236}">
                  <a16:creationId xmlns:a16="http://schemas.microsoft.com/office/drawing/2014/main" id="{19A1C125-DED9-888C-0FC3-80FF0E7673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423" name="Graphic 3422" descr="Deciduous tree with solid fill">
              <a:extLst>
                <a:ext uri="{FF2B5EF4-FFF2-40B4-BE49-F238E27FC236}">
                  <a16:creationId xmlns:a16="http://schemas.microsoft.com/office/drawing/2014/main" id="{BF97F400-B727-D4E7-B16F-2A0197BA1C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425" name="Graphic 3424" descr="Deciduous tree with solid fill">
              <a:extLst>
                <a:ext uri="{FF2B5EF4-FFF2-40B4-BE49-F238E27FC236}">
                  <a16:creationId xmlns:a16="http://schemas.microsoft.com/office/drawing/2014/main" id="{FE180321-91C4-FA13-E0D9-3A167AB733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427" name="Graphic 3426" descr="Deciduous tree with solid fill">
              <a:extLst>
                <a:ext uri="{FF2B5EF4-FFF2-40B4-BE49-F238E27FC236}">
                  <a16:creationId xmlns:a16="http://schemas.microsoft.com/office/drawing/2014/main" id="{E19909E1-1065-5A1E-CCE7-5905436894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429" name="Graphic 3428" descr="Deciduous tree with solid fill">
              <a:extLst>
                <a:ext uri="{FF2B5EF4-FFF2-40B4-BE49-F238E27FC236}">
                  <a16:creationId xmlns:a16="http://schemas.microsoft.com/office/drawing/2014/main" id="{B356DA2C-C47C-572E-0503-0AC9448D1A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433" name="Graphic 3432" descr="Deciduous tree with solid fill">
              <a:extLst>
                <a:ext uri="{FF2B5EF4-FFF2-40B4-BE49-F238E27FC236}">
                  <a16:creationId xmlns:a16="http://schemas.microsoft.com/office/drawing/2014/main" id="{6E323155-98B2-F91D-2C33-EAD7D76B17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0" y="2114419"/>
              <a:ext cx="209457" cy="196410"/>
            </a:xfrm>
            <a:prstGeom prst="rect">
              <a:avLst/>
            </a:prstGeom>
          </p:spPr>
        </p:pic>
        <p:pic>
          <p:nvPicPr>
            <p:cNvPr id="3435" name="Graphic 3434" descr="Deciduous tree with solid fill">
              <a:extLst>
                <a:ext uri="{FF2B5EF4-FFF2-40B4-BE49-F238E27FC236}">
                  <a16:creationId xmlns:a16="http://schemas.microsoft.com/office/drawing/2014/main" id="{D5809A50-DAE9-0870-A116-47E39BAD46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4" y="2210278"/>
              <a:ext cx="209457" cy="196410"/>
            </a:xfrm>
            <a:prstGeom prst="rect">
              <a:avLst/>
            </a:prstGeom>
          </p:spPr>
        </p:pic>
        <p:pic>
          <p:nvPicPr>
            <p:cNvPr id="3437" name="Graphic 3436" descr="Deciduous tree with solid fill">
              <a:extLst>
                <a:ext uri="{FF2B5EF4-FFF2-40B4-BE49-F238E27FC236}">
                  <a16:creationId xmlns:a16="http://schemas.microsoft.com/office/drawing/2014/main" id="{B217C003-E55B-C3DB-AFC0-F0031428FD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66" y="2026381"/>
              <a:ext cx="209457" cy="196410"/>
            </a:xfrm>
            <a:prstGeom prst="rect">
              <a:avLst/>
            </a:prstGeom>
          </p:spPr>
        </p:pic>
        <p:pic>
          <p:nvPicPr>
            <p:cNvPr id="3439" name="Graphic 3438" descr="Deciduous tree with solid fill">
              <a:extLst>
                <a:ext uri="{FF2B5EF4-FFF2-40B4-BE49-F238E27FC236}">
                  <a16:creationId xmlns:a16="http://schemas.microsoft.com/office/drawing/2014/main" id="{880C866F-30DC-D767-7DAB-0E9FC43145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441" name="Graphic 3440" descr="Deciduous tree with solid fill">
              <a:extLst>
                <a:ext uri="{FF2B5EF4-FFF2-40B4-BE49-F238E27FC236}">
                  <a16:creationId xmlns:a16="http://schemas.microsoft.com/office/drawing/2014/main" id="{6486C6B7-3513-850E-50C8-83EA1286E3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443" name="Graphic 3442" descr="Deciduous tree with solid fill">
              <a:extLst>
                <a:ext uri="{FF2B5EF4-FFF2-40B4-BE49-F238E27FC236}">
                  <a16:creationId xmlns:a16="http://schemas.microsoft.com/office/drawing/2014/main" id="{305C9FA5-0AFB-7245-BF27-9A4E6BF915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445" name="Graphic 3444" descr="Deciduous tree with solid fill">
              <a:extLst>
                <a:ext uri="{FF2B5EF4-FFF2-40B4-BE49-F238E27FC236}">
                  <a16:creationId xmlns:a16="http://schemas.microsoft.com/office/drawing/2014/main" id="{44F0DB53-7A0F-91BC-3AB8-C3E1C831B8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447" name="Graphic 3446" descr="Deciduous tree with solid fill">
              <a:extLst>
                <a:ext uri="{FF2B5EF4-FFF2-40B4-BE49-F238E27FC236}">
                  <a16:creationId xmlns:a16="http://schemas.microsoft.com/office/drawing/2014/main" id="{2E62CF8B-18D5-C2B0-1A06-803EA8ECC4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449" name="Graphic 3448" descr="Deciduous tree with solid fill">
              <a:extLst>
                <a:ext uri="{FF2B5EF4-FFF2-40B4-BE49-F238E27FC236}">
                  <a16:creationId xmlns:a16="http://schemas.microsoft.com/office/drawing/2014/main" id="{8ABF62C4-082A-964E-1153-0F67EA2844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451" name="Graphic 3450" descr="Deciduous tree with solid fill">
              <a:extLst>
                <a:ext uri="{FF2B5EF4-FFF2-40B4-BE49-F238E27FC236}">
                  <a16:creationId xmlns:a16="http://schemas.microsoft.com/office/drawing/2014/main" id="{3D876053-758A-1CB5-4DB2-AE77CC151D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453" name="Graphic 3452" descr="Deciduous tree with solid fill">
              <a:extLst>
                <a:ext uri="{FF2B5EF4-FFF2-40B4-BE49-F238E27FC236}">
                  <a16:creationId xmlns:a16="http://schemas.microsoft.com/office/drawing/2014/main" id="{84FB879C-11F5-758B-3FA5-A9771FDAEA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455" name="Graphic 3454" descr="Deciduous tree with solid fill">
              <a:extLst>
                <a:ext uri="{FF2B5EF4-FFF2-40B4-BE49-F238E27FC236}">
                  <a16:creationId xmlns:a16="http://schemas.microsoft.com/office/drawing/2014/main" id="{66F3525C-3228-67C0-1DD1-4DC670409E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457" name="Graphic 3456" descr="Deciduous tree with solid fill">
              <a:extLst>
                <a:ext uri="{FF2B5EF4-FFF2-40B4-BE49-F238E27FC236}">
                  <a16:creationId xmlns:a16="http://schemas.microsoft.com/office/drawing/2014/main" id="{EF9BA6CE-9D69-FF22-A0BB-AFEAB4B98A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459" name="Graphic 3458" descr="Deciduous tree with solid fill">
              <a:extLst>
                <a:ext uri="{FF2B5EF4-FFF2-40B4-BE49-F238E27FC236}">
                  <a16:creationId xmlns:a16="http://schemas.microsoft.com/office/drawing/2014/main" id="{36F79BF0-7919-D54B-72DD-3F703A75CE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461" name="Graphic 3460" descr="Deciduous tree with solid fill">
              <a:extLst>
                <a:ext uri="{FF2B5EF4-FFF2-40B4-BE49-F238E27FC236}">
                  <a16:creationId xmlns:a16="http://schemas.microsoft.com/office/drawing/2014/main" id="{E103703C-68FB-2510-4190-7534BC46ED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463" name="Graphic 3462" descr="Deciduous tree with solid fill">
              <a:extLst>
                <a:ext uri="{FF2B5EF4-FFF2-40B4-BE49-F238E27FC236}">
                  <a16:creationId xmlns:a16="http://schemas.microsoft.com/office/drawing/2014/main" id="{D986A7B2-E0C0-B01F-C106-313159F11D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465" name="Graphic 3464" descr="Deciduous tree with solid fill">
              <a:extLst>
                <a:ext uri="{FF2B5EF4-FFF2-40B4-BE49-F238E27FC236}">
                  <a16:creationId xmlns:a16="http://schemas.microsoft.com/office/drawing/2014/main" id="{F4696E34-D4ED-EDDC-CCC6-962F9897BD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467" name="Graphic 3466" descr="Deciduous tree with solid fill">
              <a:extLst>
                <a:ext uri="{FF2B5EF4-FFF2-40B4-BE49-F238E27FC236}">
                  <a16:creationId xmlns:a16="http://schemas.microsoft.com/office/drawing/2014/main" id="{E421D09D-4DBA-78E9-9DD9-696A7A1A9E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469" name="Graphic 3468" descr="Deciduous tree with solid fill">
              <a:extLst>
                <a:ext uri="{FF2B5EF4-FFF2-40B4-BE49-F238E27FC236}">
                  <a16:creationId xmlns:a16="http://schemas.microsoft.com/office/drawing/2014/main" id="{DEA06795-D033-D1A6-3700-8E0C51EA05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471" name="Graphic 3470" descr="Deciduous tree with solid fill">
              <a:extLst>
                <a:ext uri="{FF2B5EF4-FFF2-40B4-BE49-F238E27FC236}">
                  <a16:creationId xmlns:a16="http://schemas.microsoft.com/office/drawing/2014/main" id="{00E8E47B-0E69-59F9-510E-9243E8F7F2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473" name="Graphic 3472" descr="Deciduous tree with solid fill">
              <a:extLst>
                <a:ext uri="{FF2B5EF4-FFF2-40B4-BE49-F238E27FC236}">
                  <a16:creationId xmlns:a16="http://schemas.microsoft.com/office/drawing/2014/main" id="{9C4CF861-3548-A752-634C-E4F87998B1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475" name="Graphic 3474" descr="Deciduous tree with solid fill">
              <a:extLst>
                <a:ext uri="{FF2B5EF4-FFF2-40B4-BE49-F238E27FC236}">
                  <a16:creationId xmlns:a16="http://schemas.microsoft.com/office/drawing/2014/main" id="{92C97999-EEC3-849F-6100-A265F6940F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477" name="Graphic 3476" descr="Deciduous tree with solid fill">
              <a:extLst>
                <a:ext uri="{FF2B5EF4-FFF2-40B4-BE49-F238E27FC236}">
                  <a16:creationId xmlns:a16="http://schemas.microsoft.com/office/drawing/2014/main" id="{27D63CB2-32A2-1496-B3C4-5927A6BA35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479" name="Graphic 3478" descr="Deciduous tree with solid fill">
              <a:extLst>
                <a:ext uri="{FF2B5EF4-FFF2-40B4-BE49-F238E27FC236}">
                  <a16:creationId xmlns:a16="http://schemas.microsoft.com/office/drawing/2014/main" id="{E8003A79-DE3D-82AB-BA64-5E92D4455E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481" name="Graphic 3480" descr="Deciduous tree with solid fill">
              <a:extLst>
                <a:ext uri="{FF2B5EF4-FFF2-40B4-BE49-F238E27FC236}">
                  <a16:creationId xmlns:a16="http://schemas.microsoft.com/office/drawing/2014/main" id="{90BC54D0-26C5-B176-ED42-AEA3C49ED8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483" name="Graphic 3482" descr="Deciduous tree with solid fill">
              <a:extLst>
                <a:ext uri="{FF2B5EF4-FFF2-40B4-BE49-F238E27FC236}">
                  <a16:creationId xmlns:a16="http://schemas.microsoft.com/office/drawing/2014/main" id="{D9D8D90A-8BE9-CF26-3B7F-512FE8F0C5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485" name="Graphic 3484" descr="Deciduous tree with solid fill">
              <a:extLst>
                <a:ext uri="{FF2B5EF4-FFF2-40B4-BE49-F238E27FC236}">
                  <a16:creationId xmlns:a16="http://schemas.microsoft.com/office/drawing/2014/main" id="{335B5253-D4C5-5F66-8668-A61D8C911D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487" name="Graphic 3486" descr="Deciduous tree with solid fill">
              <a:extLst>
                <a:ext uri="{FF2B5EF4-FFF2-40B4-BE49-F238E27FC236}">
                  <a16:creationId xmlns:a16="http://schemas.microsoft.com/office/drawing/2014/main" id="{2B8CFB3D-ABB4-3E41-EE64-8C7EA2051E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489" name="Graphic 3488" descr="Deciduous tree with solid fill">
              <a:extLst>
                <a:ext uri="{FF2B5EF4-FFF2-40B4-BE49-F238E27FC236}">
                  <a16:creationId xmlns:a16="http://schemas.microsoft.com/office/drawing/2014/main" id="{07A854F2-EE2C-0761-78F0-8A02996FFA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491" name="Graphic 3490" descr="Deciduous tree with solid fill">
              <a:extLst>
                <a:ext uri="{FF2B5EF4-FFF2-40B4-BE49-F238E27FC236}">
                  <a16:creationId xmlns:a16="http://schemas.microsoft.com/office/drawing/2014/main" id="{DDE92855-2845-D6F1-BB01-8E22F54570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493" name="Graphic 3492" descr="Deciduous tree with solid fill">
              <a:extLst>
                <a:ext uri="{FF2B5EF4-FFF2-40B4-BE49-F238E27FC236}">
                  <a16:creationId xmlns:a16="http://schemas.microsoft.com/office/drawing/2014/main" id="{BF09A6F2-5891-4061-6F24-CE9ADF47FC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495" name="Graphic 3494" descr="Deciduous tree with solid fill">
              <a:extLst>
                <a:ext uri="{FF2B5EF4-FFF2-40B4-BE49-F238E27FC236}">
                  <a16:creationId xmlns:a16="http://schemas.microsoft.com/office/drawing/2014/main" id="{BBEB49F7-392E-3C7D-5ED8-5B28EFB58D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497" name="Graphic 3496" descr="Deciduous tree with solid fill">
              <a:extLst>
                <a:ext uri="{FF2B5EF4-FFF2-40B4-BE49-F238E27FC236}">
                  <a16:creationId xmlns:a16="http://schemas.microsoft.com/office/drawing/2014/main" id="{2F83DECC-A097-677D-0AA3-E0D99DA2F7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501" name="Graphic 3500" descr="Deciduous tree with solid fill">
              <a:extLst>
                <a:ext uri="{FF2B5EF4-FFF2-40B4-BE49-F238E27FC236}">
                  <a16:creationId xmlns:a16="http://schemas.microsoft.com/office/drawing/2014/main" id="{842E93B3-3D6C-A339-5175-00F078BF00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4" y="2237910"/>
              <a:ext cx="209457" cy="196410"/>
            </a:xfrm>
            <a:prstGeom prst="rect">
              <a:avLst/>
            </a:prstGeom>
          </p:spPr>
        </p:pic>
        <p:pic>
          <p:nvPicPr>
            <p:cNvPr id="3503" name="Graphic 3502" descr="Deciduous tree with solid fill">
              <a:extLst>
                <a:ext uri="{FF2B5EF4-FFF2-40B4-BE49-F238E27FC236}">
                  <a16:creationId xmlns:a16="http://schemas.microsoft.com/office/drawing/2014/main" id="{794AB73E-AACF-8B44-6920-8E957D405A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58" y="2333769"/>
              <a:ext cx="209457" cy="196410"/>
            </a:xfrm>
            <a:prstGeom prst="rect">
              <a:avLst/>
            </a:prstGeom>
          </p:spPr>
        </p:pic>
        <p:pic>
          <p:nvPicPr>
            <p:cNvPr id="3505" name="Graphic 3504" descr="Deciduous tree with solid fill">
              <a:extLst>
                <a:ext uri="{FF2B5EF4-FFF2-40B4-BE49-F238E27FC236}">
                  <a16:creationId xmlns:a16="http://schemas.microsoft.com/office/drawing/2014/main" id="{28075A0B-83ED-2527-601F-3E00873F93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1" y="2149872"/>
              <a:ext cx="209457" cy="196410"/>
            </a:xfrm>
            <a:prstGeom prst="rect">
              <a:avLst/>
            </a:prstGeom>
          </p:spPr>
        </p:pic>
        <p:pic>
          <p:nvPicPr>
            <p:cNvPr id="3507" name="Graphic 3506" descr="Deciduous tree with solid fill">
              <a:extLst>
                <a:ext uri="{FF2B5EF4-FFF2-40B4-BE49-F238E27FC236}">
                  <a16:creationId xmlns:a16="http://schemas.microsoft.com/office/drawing/2014/main" id="{2D8475EF-4556-F064-102E-720B6A1C4C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509" name="Graphic 3508" descr="Deciduous tree with solid fill">
              <a:extLst>
                <a:ext uri="{FF2B5EF4-FFF2-40B4-BE49-F238E27FC236}">
                  <a16:creationId xmlns:a16="http://schemas.microsoft.com/office/drawing/2014/main" id="{C806C3EB-C7A3-77E1-F742-48EBF86F06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511" name="Graphic 3510" descr="Deciduous tree with solid fill">
              <a:extLst>
                <a:ext uri="{FF2B5EF4-FFF2-40B4-BE49-F238E27FC236}">
                  <a16:creationId xmlns:a16="http://schemas.microsoft.com/office/drawing/2014/main" id="{54D753A6-98CA-59F0-BA89-3F0C0D2987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513" name="Graphic 3512" descr="Deciduous tree with solid fill">
              <a:extLst>
                <a:ext uri="{FF2B5EF4-FFF2-40B4-BE49-F238E27FC236}">
                  <a16:creationId xmlns:a16="http://schemas.microsoft.com/office/drawing/2014/main" id="{F3A72512-D989-5491-0D32-EDEC94D722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515" name="Graphic 3514" descr="Deciduous tree with solid fill">
              <a:extLst>
                <a:ext uri="{FF2B5EF4-FFF2-40B4-BE49-F238E27FC236}">
                  <a16:creationId xmlns:a16="http://schemas.microsoft.com/office/drawing/2014/main" id="{D90684A6-3E22-055B-D8C1-400A54FAE4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517" name="Graphic 3516" descr="Deciduous tree with solid fill">
              <a:extLst>
                <a:ext uri="{FF2B5EF4-FFF2-40B4-BE49-F238E27FC236}">
                  <a16:creationId xmlns:a16="http://schemas.microsoft.com/office/drawing/2014/main" id="{DEE3D01A-586F-D146-0B3D-A49C0B0DAE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519" name="Graphic 3518" descr="Deciduous tree with solid fill">
              <a:extLst>
                <a:ext uri="{FF2B5EF4-FFF2-40B4-BE49-F238E27FC236}">
                  <a16:creationId xmlns:a16="http://schemas.microsoft.com/office/drawing/2014/main" id="{5406FC75-F5A0-10F3-B677-F299D3FCB9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521" name="Graphic 3520" descr="Deciduous tree with solid fill">
              <a:extLst>
                <a:ext uri="{FF2B5EF4-FFF2-40B4-BE49-F238E27FC236}">
                  <a16:creationId xmlns:a16="http://schemas.microsoft.com/office/drawing/2014/main" id="{B41B7EBD-6DBE-0A14-E3EF-7CC5097806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523" name="Graphic 3522" descr="Deciduous tree with solid fill">
              <a:extLst>
                <a:ext uri="{FF2B5EF4-FFF2-40B4-BE49-F238E27FC236}">
                  <a16:creationId xmlns:a16="http://schemas.microsoft.com/office/drawing/2014/main" id="{2A9F78A7-F607-CC5F-FEF9-57E293BF73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525" name="Graphic 3524" descr="Deciduous tree with solid fill">
              <a:extLst>
                <a:ext uri="{FF2B5EF4-FFF2-40B4-BE49-F238E27FC236}">
                  <a16:creationId xmlns:a16="http://schemas.microsoft.com/office/drawing/2014/main" id="{3D55927C-1E22-2CBB-5370-F9FAC95F00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527" name="Graphic 3526" descr="Deciduous tree with solid fill">
              <a:extLst>
                <a:ext uri="{FF2B5EF4-FFF2-40B4-BE49-F238E27FC236}">
                  <a16:creationId xmlns:a16="http://schemas.microsoft.com/office/drawing/2014/main" id="{106CF367-0798-798E-BAD4-731855607C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529" name="Graphic 3528" descr="Deciduous tree with solid fill">
              <a:extLst>
                <a:ext uri="{FF2B5EF4-FFF2-40B4-BE49-F238E27FC236}">
                  <a16:creationId xmlns:a16="http://schemas.microsoft.com/office/drawing/2014/main" id="{124ED15B-309C-F61C-41B7-213900512C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531" name="Graphic 3530" descr="Deciduous tree with solid fill">
              <a:extLst>
                <a:ext uri="{FF2B5EF4-FFF2-40B4-BE49-F238E27FC236}">
                  <a16:creationId xmlns:a16="http://schemas.microsoft.com/office/drawing/2014/main" id="{C2C7772F-1B43-EAA5-794B-6C7853DCC5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533" name="Graphic 3532" descr="Deciduous tree with solid fill">
              <a:extLst>
                <a:ext uri="{FF2B5EF4-FFF2-40B4-BE49-F238E27FC236}">
                  <a16:creationId xmlns:a16="http://schemas.microsoft.com/office/drawing/2014/main" id="{531C74B1-592D-3838-D9F2-44D28C09B0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535" name="Graphic 3534" descr="Deciduous tree with solid fill">
              <a:extLst>
                <a:ext uri="{FF2B5EF4-FFF2-40B4-BE49-F238E27FC236}">
                  <a16:creationId xmlns:a16="http://schemas.microsoft.com/office/drawing/2014/main" id="{A5045ADC-E623-B684-092D-49E8B2026C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537" name="Graphic 3536" descr="Deciduous tree with solid fill">
              <a:extLst>
                <a:ext uri="{FF2B5EF4-FFF2-40B4-BE49-F238E27FC236}">
                  <a16:creationId xmlns:a16="http://schemas.microsoft.com/office/drawing/2014/main" id="{058C91FD-A84B-61EB-5EEA-F09374B9A1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539" name="Graphic 3538" descr="Deciduous tree with solid fill">
              <a:extLst>
                <a:ext uri="{FF2B5EF4-FFF2-40B4-BE49-F238E27FC236}">
                  <a16:creationId xmlns:a16="http://schemas.microsoft.com/office/drawing/2014/main" id="{114F9FD1-CEC9-B365-0A2E-DA595BFFB3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541" name="Graphic 3540" descr="Deciduous tree with solid fill">
              <a:extLst>
                <a:ext uri="{FF2B5EF4-FFF2-40B4-BE49-F238E27FC236}">
                  <a16:creationId xmlns:a16="http://schemas.microsoft.com/office/drawing/2014/main" id="{66ADA3B6-5285-167E-C4AC-5042CCD6DC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543" name="Graphic 3542" descr="Deciduous tree with solid fill">
              <a:extLst>
                <a:ext uri="{FF2B5EF4-FFF2-40B4-BE49-F238E27FC236}">
                  <a16:creationId xmlns:a16="http://schemas.microsoft.com/office/drawing/2014/main" id="{567571CF-6003-97CC-E768-85F3DBE15F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545" name="Graphic 3544" descr="Deciduous tree with solid fill">
              <a:extLst>
                <a:ext uri="{FF2B5EF4-FFF2-40B4-BE49-F238E27FC236}">
                  <a16:creationId xmlns:a16="http://schemas.microsoft.com/office/drawing/2014/main" id="{CD170DE5-8C0E-1D2F-F036-1595FA6D74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547" name="Graphic 3546" descr="Deciduous tree with solid fill">
              <a:extLst>
                <a:ext uri="{FF2B5EF4-FFF2-40B4-BE49-F238E27FC236}">
                  <a16:creationId xmlns:a16="http://schemas.microsoft.com/office/drawing/2014/main" id="{585CE972-934E-34E5-1DBE-6CA6D509FC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549" name="Graphic 3548" descr="Deciduous tree with solid fill">
              <a:extLst>
                <a:ext uri="{FF2B5EF4-FFF2-40B4-BE49-F238E27FC236}">
                  <a16:creationId xmlns:a16="http://schemas.microsoft.com/office/drawing/2014/main" id="{923B8305-6413-20A3-6D79-B87EC48F56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551" name="Graphic 3550" descr="Deciduous tree with solid fill">
              <a:extLst>
                <a:ext uri="{FF2B5EF4-FFF2-40B4-BE49-F238E27FC236}">
                  <a16:creationId xmlns:a16="http://schemas.microsoft.com/office/drawing/2014/main" id="{3168FFF8-B2DF-08D2-4562-E14E6B6A9E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553" name="Graphic 3552" descr="Deciduous tree with solid fill">
              <a:extLst>
                <a:ext uri="{FF2B5EF4-FFF2-40B4-BE49-F238E27FC236}">
                  <a16:creationId xmlns:a16="http://schemas.microsoft.com/office/drawing/2014/main" id="{8DB4DA1C-5328-0C4A-922C-8E395B8ACC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555" name="Graphic 3554" descr="Deciduous tree with solid fill">
              <a:extLst>
                <a:ext uri="{FF2B5EF4-FFF2-40B4-BE49-F238E27FC236}">
                  <a16:creationId xmlns:a16="http://schemas.microsoft.com/office/drawing/2014/main" id="{A630BD5A-F873-29A5-ED87-B0410AE4F0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557" name="Graphic 3556" descr="Deciduous tree with solid fill">
              <a:extLst>
                <a:ext uri="{FF2B5EF4-FFF2-40B4-BE49-F238E27FC236}">
                  <a16:creationId xmlns:a16="http://schemas.microsoft.com/office/drawing/2014/main" id="{6757D598-5679-B5E1-990B-22A72B4937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559" name="Graphic 3558" descr="Deciduous tree with solid fill">
              <a:extLst>
                <a:ext uri="{FF2B5EF4-FFF2-40B4-BE49-F238E27FC236}">
                  <a16:creationId xmlns:a16="http://schemas.microsoft.com/office/drawing/2014/main" id="{17013E68-A77F-5977-1AEA-CD25F305E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563" name="Graphic 3562" descr="Deciduous tree with solid fill">
              <a:extLst>
                <a:ext uri="{FF2B5EF4-FFF2-40B4-BE49-F238E27FC236}">
                  <a16:creationId xmlns:a16="http://schemas.microsoft.com/office/drawing/2014/main" id="{1B80A826-5487-5282-B7B0-B28977A65E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79" y="2361401"/>
              <a:ext cx="209457" cy="196410"/>
            </a:xfrm>
            <a:prstGeom prst="rect">
              <a:avLst/>
            </a:prstGeom>
          </p:spPr>
        </p:pic>
        <p:pic>
          <p:nvPicPr>
            <p:cNvPr id="3565" name="Graphic 3564" descr="Deciduous tree with solid fill">
              <a:extLst>
                <a:ext uri="{FF2B5EF4-FFF2-40B4-BE49-F238E27FC236}">
                  <a16:creationId xmlns:a16="http://schemas.microsoft.com/office/drawing/2014/main" id="{FCEC2CE2-974B-D84C-372C-ECD855789E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3" y="2457261"/>
              <a:ext cx="209457" cy="196410"/>
            </a:xfrm>
            <a:prstGeom prst="rect">
              <a:avLst/>
            </a:prstGeom>
          </p:spPr>
        </p:pic>
        <p:pic>
          <p:nvPicPr>
            <p:cNvPr id="3567" name="Graphic 3566" descr="Deciduous tree with solid fill">
              <a:extLst>
                <a:ext uri="{FF2B5EF4-FFF2-40B4-BE49-F238E27FC236}">
                  <a16:creationId xmlns:a16="http://schemas.microsoft.com/office/drawing/2014/main" id="{84E3F25B-27C9-6B44-FBBD-C187FCB45A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55" y="2273363"/>
              <a:ext cx="209457" cy="196410"/>
            </a:xfrm>
            <a:prstGeom prst="rect">
              <a:avLst/>
            </a:prstGeom>
          </p:spPr>
        </p:pic>
        <p:pic>
          <p:nvPicPr>
            <p:cNvPr id="3569" name="Graphic 3568" descr="Deciduous tree with solid fill">
              <a:extLst>
                <a:ext uri="{FF2B5EF4-FFF2-40B4-BE49-F238E27FC236}">
                  <a16:creationId xmlns:a16="http://schemas.microsoft.com/office/drawing/2014/main" id="{6EFF0255-3420-A748-1505-7E4A4D4E5D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571" name="Graphic 3570" descr="Deciduous tree with solid fill">
              <a:extLst>
                <a:ext uri="{FF2B5EF4-FFF2-40B4-BE49-F238E27FC236}">
                  <a16:creationId xmlns:a16="http://schemas.microsoft.com/office/drawing/2014/main" id="{3C6FFD4E-654F-6E79-F870-A64522764F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573" name="Graphic 3572" descr="Deciduous tree with solid fill">
              <a:extLst>
                <a:ext uri="{FF2B5EF4-FFF2-40B4-BE49-F238E27FC236}">
                  <a16:creationId xmlns:a16="http://schemas.microsoft.com/office/drawing/2014/main" id="{53080128-24EC-C79B-53E8-2847C261F0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575" name="Graphic 3574" descr="Deciduous tree with solid fill">
              <a:extLst>
                <a:ext uri="{FF2B5EF4-FFF2-40B4-BE49-F238E27FC236}">
                  <a16:creationId xmlns:a16="http://schemas.microsoft.com/office/drawing/2014/main" id="{FA449339-754D-0C1D-8397-65FBC9F9B5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577" name="Graphic 3576" descr="Deciduous tree with solid fill">
              <a:extLst>
                <a:ext uri="{FF2B5EF4-FFF2-40B4-BE49-F238E27FC236}">
                  <a16:creationId xmlns:a16="http://schemas.microsoft.com/office/drawing/2014/main" id="{83FB4748-F7C9-7F6B-A516-41957F7B0C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579" name="Graphic 3578" descr="Deciduous tree with solid fill">
              <a:extLst>
                <a:ext uri="{FF2B5EF4-FFF2-40B4-BE49-F238E27FC236}">
                  <a16:creationId xmlns:a16="http://schemas.microsoft.com/office/drawing/2014/main" id="{8D07BEB5-8BD3-B9F5-C047-8D1E697888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581" name="Graphic 3580" descr="Deciduous tree with solid fill">
              <a:extLst>
                <a:ext uri="{FF2B5EF4-FFF2-40B4-BE49-F238E27FC236}">
                  <a16:creationId xmlns:a16="http://schemas.microsoft.com/office/drawing/2014/main" id="{300E9241-9611-1D41-1BD6-9EC56CE014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583" name="Graphic 3582" descr="Deciduous tree with solid fill">
              <a:extLst>
                <a:ext uri="{FF2B5EF4-FFF2-40B4-BE49-F238E27FC236}">
                  <a16:creationId xmlns:a16="http://schemas.microsoft.com/office/drawing/2014/main" id="{1FF8A7A2-6F1C-665D-3DA7-F098F087EC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585" name="Graphic 3584" descr="Deciduous tree with solid fill">
              <a:extLst>
                <a:ext uri="{FF2B5EF4-FFF2-40B4-BE49-F238E27FC236}">
                  <a16:creationId xmlns:a16="http://schemas.microsoft.com/office/drawing/2014/main" id="{2F614D21-4A9A-9469-093B-5FE916B4B2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587" name="Graphic 3586" descr="Deciduous tree with solid fill">
              <a:extLst>
                <a:ext uri="{FF2B5EF4-FFF2-40B4-BE49-F238E27FC236}">
                  <a16:creationId xmlns:a16="http://schemas.microsoft.com/office/drawing/2014/main" id="{56CB918B-E1E4-5EDD-D027-49131032D5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589" name="Graphic 3588" descr="Deciduous tree with solid fill">
              <a:extLst>
                <a:ext uri="{FF2B5EF4-FFF2-40B4-BE49-F238E27FC236}">
                  <a16:creationId xmlns:a16="http://schemas.microsoft.com/office/drawing/2014/main" id="{D3157BB9-E102-9F68-8714-94A7AE63CE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591" name="Graphic 3590" descr="Deciduous tree with solid fill">
              <a:extLst>
                <a:ext uri="{FF2B5EF4-FFF2-40B4-BE49-F238E27FC236}">
                  <a16:creationId xmlns:a16="http://schemas.microsoft.com/office/drawing/2014/main" id="{86874DD3-99B0-C9CF-7A01-BFE98FC054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593" name="Graphic 3592" descr="Deciduous tree with solid fill">
              <a:extLst>
                <a:ext uri="{FF2B5EF4-FFF2-40B4-BE49-F238E27FC236}">
                  <a16:creationId xmlns:a16="http://schemas.microsoft.com/office/drawing/2014/main" id="{8B59C1B0-FBB7-03B7-533E-CCD58EDE9C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595" name="Graphic 3594" descr="Deciduous tree with solid fill">
              <a:extLst>
                <a:ext uri="{FF2B5EF4-FFF2-40B4-BE49-F238E27FC236}">
                  <a16:creationId xmlns:a16="http://schemas.microsoft.com/office/drawing/2014/main" id="{49D8A16A-6B0C-88F3-8817-DFC731D86D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597" name="Graphic 3596" descr="Deciduous tree with solid fill">
              <a:extLst>
                <a:ext uri="{FF2B5EF4-FFF2-40B4-BE49-F238E27FC236}">
                  <a16:creationId xmlns:a16="http://schemas.microsoft.com/office/drawing/2014/main" id="{0A37C770-822A-C083-6A98-300CA2A6C1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599" name="Graphic 3598" descr="Deciduous tree with solid fill">
              <a:extLst>
                <a:ext uri="{FF2B5EF4-FFF2-40B4-BE49-F238E27FC236}">
                  <a16:creationId xmlns:a16="http://schemas.microsoft.com/office/drawing/2014/main" id="{A49AC59B-6D4D-450A-4C20-5B4308EC07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01" name="Graphic 3600" descr="Deciduous tree with solid fill">
              <a:extLst>
                <a:ext uri="{FF2B5EF4-FFF2-40B4-BE49-F238E27FC236}">
                  <a16:creationId xmlns:a16="http://schemas.microsoft.com/office/drawing/2014/main" id="{37DEEAAE-4444-09A8-A4CE-CC9572B9DA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603" name="Graphic 3602" descr="Deciduous tree with solid fill">
              <a:extLst>
                <a:ext uri="{FF2B5EF4-FFF2-40B4-BE49-F238E27FC236}">
                  <a16:creationId xmlns:a16="http://schemas.microsoft.com/office/drawing/2014/main" id="{F012F22C-1421-2B6D-21A1-45CD6F34C1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05" name="Graphic 3604" descr="Deciduous tree with solid fill">
              <a:extLst>
                <a:ext uri="{FF2B5EF4-FFF2-40B4-BE49-F238E27FC236}">
                  <a16:creationId xmlns:a16="http://schemas.microsoft.com/office/drawing/2014/main" id="{37D84363-F19C-415F-A7AE-82F7CFB999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607" name="Graphic 3606" descr="Deciduous tree with solid fill">
              <a:extLst>
                <a:ext uri="{FF2B5EF4-FFF2-40B4-BE49-F238E27FC236}">
                  <a16:creationId xmlns:a16="http://schemas.microsoft.com/office/drawing/2014/main" id="{7FF2138A-1F28-4F41-F82C-573FF2AE7D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609" name="Graphic 3608" descr="Deciduous tree with solid fill">
              <a:extLst>
                <a:ext uri="{FF2B5EF4-FFF2-40B4-BE49-F238E27FC236}">
                  <a16:creationId xmlns:a16="http://schemas.microsoft.com/office/drawing/2014/main" id="{DDEF7CBB-9EA5-4C7D-3EFB-FB08D58FC6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611" name="Graphic 3610" descr="Deciduous tree with solid fill">
              <a:extLst>
                <a:ext uri="{FF2B5EF4-FFF2-40B4-BE49-F238E27FC236}">
                  <a16:creationId xmlns:a16="http://schemas.microsoft.com/office/drawing/2014/main" id="{13391718-8FF9-79A9-2E6C-82F1D02845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613" name="Graphic 3612" descr="Deciduous tree with solid fill">
              <a:extLst>
                <a:ext uri="{FF2B5EF4-FFF2-40B4-BE49-F238E27FC236}">
                  <a16:creationId xmlns:a16="http://schemas.microsoft.com/office/drawing/2014/main" id="{2629D074-58CF-0B1D-C70B-7EFB38685C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615" name="Graphic 3614" descr="Deciduous tree with solid fill">
              <a:extLst>
                <a:ext uri="{FF2B5EF4-FFF2-40B4-BE49-F238E27FC236}">
                  <a16:creationId xmlns:a16="http://schemas.microsoft.com/office/drawing/2014/main" id="{CC549C25-B4D2-71FE-5F5A-50E155A579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619" name="Graphic 3618" descr="Deciduous tree with solid fill">
              <a:extLst>
                <a:ext uri="{FF2B5EF4-FFF2-40B4-BE49-F238E27FC236}">
                  <a16:creationId xmlns:a16="http://schemas.microsoft.com/office/drawing/2014/main" id="{25D4B844-16BD-45A5-A350-DBBA180181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3" y="2484892"/>
              <a:ext cx="209457" cy="196410"/>
            </a:xfrm>
            <a:prstGeom prst="rect">
              <a:avLst/>
            </a:prstGeom>
          </p:spPr>
        </p:pic>
        <p:pic>
          <p:nvPicPr>
            <p:cNvPr id="3621" name="Graphic 3620" descr="Deciduous tree with solid fill">
              <a:extLst>
                <a:ext uri="{FF2B5EF4-FFF2-40B4-BE49-F238E27FC236}">
                  <a16:creationId xmlns:a16="http://schemas.microsoft.com/office/drawing/2014/main" id="{E1BE2C7A-68AC-ECF9-C229-AC188E631A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47" y="2580752"/>
              <a:ext cx="209457" cy="196410"/>
            </a:xfrm>
            <a:prstGeom prst="rect">
              <a:avLst/>
            </a:prstGeom>
          </p:spPr>
        </p:pic>
        <p:pic>
          <p:nvPicPr>
            <p:cNvPr id="3623" name="Graphic 3622" descr="Deciduous tree with solid fill">
              <a:extLst>
                <a:ext uri="{FF2B5EF4-FFF2-40B4-BE49-F238E27FC236}">
                  <a16:creationId xmlns:a16="http://schemas.microsoft.com/office/drawing/2014/main" id="{9CC48B36-1F81-AD35-93B6-51EA614800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0" y="2396854"/>
              <a:ext cx="209457" cy="196410"/>
            </a:xfrm>
            <a:prstGeom prst="rect">
              <a:avLst/>
            </a:prstGeom>
          </p:spPr>
        </p:pic>
        <p:pic>
          <p:nvPicPr>
            <p:cNvPr id="3625" name="Graphic 3624" descr="Deciduous tree with solid fill">
              <a:extLst>
                <a:ext uri="{FF2B5EF4-FFF2-40B4-BE49-F238E27FC236}">
                  <a16:creationId xmlns:a16="http://schemas.microsoft.com/office/drawing/2014/main" id="{050C67BA-F1C6-EE58-8660-C892EF87D8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627" name="Graphic 3626" descr="Deciduous tree with solid fill">
              <a:extLst>
                <a:ext uri="{FF2B5EF4-FFF2-40B4-BE49-F238E27FC236}">
                  <a16:creationId xmlns:a16="http://schemas.microsoft.com/office/drawing/2014/main" id="{5AFC5F47-AE43-6A27-515C-7311E8A142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629" name="Graphic 3628" descr="Deciduous tree with solid fill">
              <a:extLst>
                <a:ext uri="{FF2B5EF4-FFF2-40B4-BE49-F238E27FC236}">
                  <a16:creationId xmlns:a16="http://schemas.microsoft.com/office/drawing/2014/main" id="{F3212EE6-26A9-4B6C-5FAB-F807C592E7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631" name="Graphic 3630" descr="Deciduous tree with solid fill">
              <a:extLst>
                <a:ext uri="{FF2B5EF4-FFF2-40B4-BE49-F238E27FC236}">
                  <a16:creationId xmlns:a16="http://schemas.microsoft.com/office/drawing/2014/main" id="{0FAE4756-3964-8BBF-5024-44C14E4E1B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633" name="Graphic 3632" descr="Deciduous tree with solid fill">
              <a:extLst>
                <a:ext uri="{FF2B5EF4-FFF2-40B4-BE49-F238E27FC236}">
                  <a16:creationId xmlns:a16="http://schemas.microsoft.com/office/drawing/2014/main" id="{CD7310BE-CD59-8DB7-2519-C18DBFCBE9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635" name="Graphic 3634" descr="Deciduous tree with solid fill">
              <a:extLst>
                <a:ext uri="{FF2B5EF4-FFF2-40B4-BE49-F238E27FC236}">
                  <a16:creationId xmlns:a16="http://schemas.microsoft.com/office/drawing/2014/main" id="{16A25492-F51C-B9F0-BD0C-481643C3E6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637" name="Graphic 3636" descr="Deciduous tree with solid fill">
              <a:extLst>
                <a:ext uri="{FF2B5EF4-FFF2-40B4-BE49-F238E27FC236}">
                  <a16:creationId xmlns:a16="http://schemas.microsoft.com/office/drawing/2014/main" id="{3985A232-012D-0168-27A9-276745156A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639" name="Graphic 3638" descr="Deciduous tree with solid fill">
              <a:extLst>
                <a:ext uri="{FF2B5EF4-FFF2-40B4-BE49-F238E27FC236}">
                  <a16:creationId xmlns:a16="http://schemas.microsoft.com/office/drawing/2014/main" id="{2C61D6FE-CCCC-BB4A-41BE-5D4482F58B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641" name="Graphic 3640" descr="Deciduous tree with solid fill">
              <a:extLst>
                <a:ext uri="{FF2B5EF4-FFF2-40B4-BE49-F238E27FC236}">
                  <a16:creationId xmlns:a16="http://schemas.microsoft.com/office/drawing/2014/main" id="{2086DA9D-9D59-6FCC-3A22-DA35E4AB11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643" name="Graphic 3642" descr="Deciduous tree with solid fill">
              <a:extLst>
                <a:ext uri="{FF2B5EF4-FFF2-40B4-BE49-F238E27FC236}">
                  <a16:creationId xmlns:a16="http://schemas.microsoft.com/office/drawing/2014/main" id="{65BBC8E8-FAB8-4851-9A05-217FA874B0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645" name="Graphic 3644" descr="Deciduous tree with solid fill">
              <a:extLst>
                <a:ext uri="{FF2B5EF4-FFF2-40B4-BE49-F238E27FC236}">
                  <a16:creationId xmlns:a16="http://schemas.microsoft.com/office/drawing/2014/main" id="{17E2EC8A-C752-E4C3-B9AD-0BD41B1737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647" name="Graphic 3646" descr="Deciduous tree with solid fill">
              <a:extLst>
                <a:ext uri="{FF2B5EF4-FFF2-40B4-BE49-F238E27FC236}">
                  <a16:creationId xmlns:a16="http://schemas.microsoft.com/office/drawing/2014/main" id="{F2E0920F-FC4B-092A-8CAB-CAFD63C1BF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649" name="Graphic 3648" descr="Deciduous tree with solid fill">
              <a:extLst>
                <a:ext uri="{FF2B5EF4-FFF2-40B4-BE49-F238E27FC236}">
                  <a16:creationId xmlns:a16="http://schemas.microsoft.com/office/drawing/2014/main" id="{1FF08981-D0FA-6CBF-4D3D-A804BD8C95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651" name="Graphic 3650" descr="Deciduous tree with solid fill">
              <a:extLst>
                <a:ext uri="{FF2B5EF4-FFF2-40B4-BE49-F238E27FC236}">
                  <a16:creationId xmlns:a16="http://schemas.microsoft.com/office/drawing/2014/main" id="{4C6008CC-B394-0596-1620-23E9F18F5B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53" name="Graphic 3652" descr="Deciduous tree with solid fill">
              <a:extLst>
                <a:ext uri="{FF2B5EF4-FFF2-40B4-BE49-F238E27FC236}">
                  <a16:creationId xmlns:a16="http://schemas.microsoft.com/office/drawing/2014/main" id="{357279B9-90A1-6C7E-F7CF-C2688D7103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55" name="Graphic 3654" descr="Deciduous tree with solid fill">
              <a:extLst>
                <a:ext uri="{FF2B5EF4-FFF2-40B4-BE49-F238E27FC236}">
                  <a16:creationId xmlns:a16="http://schemas.microsoft.com/office/drawing/2014/main" id="{8754EEF1-38AB-C927-F41D-CB49CC34CB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657" name="Graphic 3656" descr="Deciduous tree with solid fill">
              <a:extLst>
                <a:ext uri="{FF2B5EF4-FFF2-40B4-BE49-F238E27FC236}">
                  <a16:creationId xmlns:a16="http://schemas.microsoft.com/office/drawing/2014/main" id="{9D4E07FE-6072-B1DE-4DC8-1711115F26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659" name="Graphic 3658" descr="Deciduous tree with solid fill">
              <a:extLst>
                <a:ext uri="{FF2B5EF4-FFF2-40B4-BE49-F238E27FC236}">
                  <a16:creationId xmlns:a16="http://schemas.microsoft.com/office/drawing/2014/main" id="{94A2805C-26BB-A188-7FDB-DEC4193F32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661" name="Graphic 3660" descr="Deciduous tree with solid fill">
              <a:extLst>
                <a:ext uri="{FF2B5EF4-FFF2-40B4-BE49-F238E27FC236}">
                  <a16:creationId xmlns:a16="http://schemas.microsoft.com/office/drawing/2014/main" id="{AF0FEED5-95EF-F829-7377-837D130729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663" name="Graphic 3662" descr="Deciduous tree with solid fill">
              <a:extLst>
                <a:ext uri="{FF2B5EF4-FFF2-40B4-BE49-F238E27FC236}">
                  <a16:creationId xmlns:a16="http://schemas.microsoft.com/office/drawing/2014/main" id="{96A12324-7B51-0F2D-C505-E062921DEB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665" name="Graphic 3664" descr="Deciduous tree with solid fill">
              <a:extLst>
                <a:ext uri="{FF2B5EF4-FFF2-40B4-BE49-F238E27FC236}">
                  <a16:creationId xmlns:a16="http://schemas.microsoft.com/office/drawing/2014/main" id="{A0B3A3D2-CF77-33D4-335A-C01E480E7D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669" name="Graphic 3668" descr="Deciduous tree with solid fill">
              <a:extLst>
                <a:ext uri="{FF2B5EF4-FFF2-40B4-BE49-F238E27FC236}">
                  <a16:creationId xmlns:a16="http://schemas.microsoft.com/office/drawing/2014/main" id="{C85165BC-5FA1-3A58-8BE5-F7206DEA2D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68" y="2608383"/>
              <a:ext cx="209457" cy="196410"/>
            </a:xfrm>
            <a:prstGeom prst="rect">
              <a:avLst/>
            </a:prstGeom>
          </p:spPr>
        </p:pic>
        <p:pic>
          <p:nvPicPr>
            <p:cNvPr id="3671" name="Graphic 3670" descr="Deciduous tree with solid fill">
              <a:extLst>
                <a:ext uri="{FF2B5EF4-FFF2-40B4-BE49-F238E27FC236}">
                  <a16:creationId xmlns:a16="http://schemas.microsoft.com/office/drawing/2014/main" id="{471AE36A-FF93-30F6-99FA-E7925FC062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1" y="2704243"/>
              <a:ext cx="209457" cy="196410"/>
            </a:xfrm>
            <a:prstGeom prst="rect">
              <a:avLst/>
            </a:prstGeom>
          </p:spPr>
        </p:pic>
        <p:pic>
          <p:nvPicPr>
            <p:cNvPr id="3673" name="Graphic 3672" descr="Deciduous tree with solid fill">
              <a:extLst>
                <a:ext uri="{FF2B5EF4-FFF2-40B4-BE49-F238E27FC236}">
                  <a16:creationId xmlns:a16="http://schemas.microsoft.com/office/drawing/2014/main" id="{798F28D6-9332-25F6-7DB9-A8C388E5A7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44" y="2520345"/>
              <a:ext cx="209457" cy="196410"/>
            </a:xfrm>
            <a:prstGeom prst="rect">
              <a:avLst/>
            </a:prstGeom>
          </p:spPr>
        </p:pic>
        <p:pic>
          <p:nvPicPr>
            <p:cNvPr id="3675" name="Graphic 3674" descr="Deciduous tree with solid fill">
              <a:extLst>
                <a:ext uri="{FF2B5EF4-FFF2-40B4-BE49-F238E27FC236}">
                  <a16:creationId xmlns:a16="http://schemas.microsoft.com/office/drawing/2014/main" id="{D8C620C2-B141-A7CF-7251-5F2EC7CD4E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677" name="Graphic 3676" descr="Deciduous tree with solid fill">
              <a:extLst>
                <a:ext uri="{FF2B5EF4-FFF2-40B4-BE49-F238E27FC236}">
                  <a16:creationId xmlns:a16="http://schemas.microsoft.com/office/drawing/2014/main" id="{8F547B05-BE48-44D9-AC78-E8343385B2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679" name="Graphic 3678" descr="Deciduous tree with solid fill">
              <a:extLst>
                <a:ext uri="{FF2B5EF4-FFF2-40B4-BE49-F238E27FC236}">
                  <a16:creationId xmlns:a16="http://schemas.microsoft.com/office/drawing/2014/main" id="{93B7031C-AF86-AA2F-02A7-620E9E11DC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681" name="Graphic 3680" descr="Deciduous tree with solid fill">
              <a:extLst>
                <a:ext uri="{FF2B5EF4-FFF2-40B4-BE49-F238E27FC236}">
                  <a16:creationId xmlns:a16="http://schemas.microsoft.com/office/drawing/2014/main" id="{0D67D9A2-14E9-4274-CBFB-B00ACB3959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683" name="Graphic 3682" descr="Deciduous tree with solid fill">
              <a:extLst>
                <a:ext uri="{FF2B5EF4-FFF2-40B4-BE49-F238E27FC236}">
                  <a16:creationId xmlns:a16="http://schemas.microsoft.com/office/drawing/2014/main" id="{5E4ADBF8-80D7-C8E2-E86B-919E72B1CC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685" name="Graphic 3684" descr="Deciduous tree with solid fill">
              <a:extLst>
                <a:ext uri="{FF2B5EF4-FFF2-40B4-BE49-F238E27FC236}">
                  <a16:creationId xmlns:a16="http://schemas.microsoft.com/office/drawing/2014/main" id="{6B29F2B0-D7A1-F3ED-4273-001E09E7BB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687" name="Graphic 3686" descr="Deciduous tree with solid fill">
              <a:extLst>
                <a:ext uri="{FF2B5EF4-FFF2-40B4-BE49-F238E27FC236}">
                  <a16:creationId xmlns:a16="http://schemas.microsoft.com/office/drawing/2014/main" id="{8D16B691-DF49-F9F4-D119-97215906F0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689" name="Graphic 3688" descr="Deciduous tree with solid fill">
              <a:extLst>
                <a:ext uri="{FF2B5EF4-FFF2-40B4-BE49-F238E27FC236}">
                  <a16:creationId xmlns:a16="http://schemas.microsoft.com/office/drawing/2014/main" id="{D4705F3A-1B6B-3141-22C5-32D8773E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691" name="Graphic 3690" descr="Deciduous tree with solid fill">
              <a:extLst>
                <a:ext uri="{FF2B5EF4-FFF2-40B4-BE49-F238E27FC236}">
                  <a16:creationId xmlns:a16="http://schemas.microsoft.com/office/drawing/2014/main" id="{445BE600-5E7F-E94E-836D-3AD51A3CC8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693" name="Graphic 3692" descr="Deciduous tree with solid fill">
              <a:extLst>
                <a:ext uri="{FF2B5EF4-FFF2-40B4-BE49-F238E27FC236}">
                  <a16:creationId xmlns:a16="http://schemas.microsoft.com/office/drawing/2014/main" id="{6B03EC01-AFAA-932F-1E17-E23A10545A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695" name="Graphic 3694" descr="Deciduous tree with solid fill">
              <a:extLst>
                <a:ext uri="{FF2B5EF4-FFF2-40B4-BE49-F238E27FC236}">
                  <a16:creationId xmlns:a16="http://schemas.microsoft.com/office/drawing/2014/main" id="{4CEA0D9A-53A0-B040-6597-D6F4F0D13D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697" name="Graphic 3696" descr="Deciduous tree with solid fill">
              <a:extLst>
                <a:ext uri="{FF2B5EF4-FFF2-40B4-BE49-F238E27FC236}">
                  <a16:creationId xmlns:a16="http://schemas.microsoft.com/office/drawing/2014/main" id="{61FE8BD3-DBA9-194A-5CBF-4BF3FB6168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699" name="Graphic 3698" descr="Deciduous tree with solid fill">
              <a:extLst>
                <a:ext uri="{FF2B5EF4-FFF2-40B4-BE49-F238E27FC236}">
                  <a16:creationId xmlns:a16="http://schemas.microsoft.com/office/drawing/2014/main" id="{9328689A-BFE0-4B8A-A108-607B42F1A3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701" name="Graphic 3700" descr="Deciduous tree with solid fill">
              <a:extLst>
                <a:ext uri="{FF2B5EF4-FFF2-40B4-BE49-F238E27FC236}">
                  <a16:creationId xmlns:a16="http://schemas.microsoft.com/office/drawing/2014/main" id="{A620DB16-6107-25C2-B67B-DD2DD34D57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03" name="Graphic 3702" descr="Deciduous tree with solid fill">
              <a:extLst>
                <a:ext uri="{FF2B5EF4-FFF2-40B4-BE49-F238E27FC236}">
                  <a16:creationId xmlns:a16="http://schemas.microsoft.com/office/drawing/2014/main" id="{7199E39C-022C-6252-52B1-61AC74A8A7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05" name="Graphic 3704" descr="Deciduous tree with solid fill">
              <a:extLst>
                <a:ext uri="{FF2B5EF4-FFF2-40B4-BE49-F238E27FC236}">
                  <a16:creationId xmlns:a16="http://schemas.microsoft.com/office/drawing/2014/main" id="{5C2D6697-33EF-6BB7-6B42-BB5C8BE001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07" name="Graphic 3706" descr="Deciduous tree with solid fill">
              <a:extLst>
                <a:ext uri="{FF2B5EF4-FFF2-40B4-BE49-F238E27FC236}">
                  <a16:creationId xmlns:a16="http://schemas.microsoft.com/office/drawing/2014/main" id="{6963CF3C-3D7C-11BC-605D-C26A9FD1EE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09" name="Graphic 3708" descr="Deciduous tree with solid fill">
              <a:extLst>
                <a:ext uri="{FF2B5EF4-FFF2-40B4-BE49-F238E27FC236}">
                  <a16:creationId xmlns:a16="http://schemas.microsoft.com/office/drawing/2014/main" id="{E68C0BA2-D7B4-70A1-95F3-D386B39CC0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13" name="Graphic 3712" descr="Deciduous tree with solid fill">
              <a:extLst>
                <a:ext uri="{FF2B5EF4-FFF2-40B4-BE49-F238E27FC236}">
                  <a16:creationId xmlns:a16="http://schemas.microsoft.com/office/drawing/2014/main" id="{D4211FAB-972E-1760-3484-C713BBAD26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3" y="2731874"/>
              <a:ext cx="209457" cy="196410"/>
            </a:xfrm>
            <a:prstGeom prst="rect">
              <a:avLst/>
            </a:prstGeom>
          </p:spPr>
        </p:pic>
        <p:pic>
          <p:nvPicPr>
            <p:cNvPr id="3715" name="Graphic 3714" descr="Deciduous tree with solid fill">
              <a:extLst>
                <a:ext uri="{FF2B5EF4-FFF2-40B4-BE49-F238E27FC236}">
                  <a16:creationId xmlns:a16="http://schemas.microsoft.com/office/drawing/2014/main" id="{301399F1-B675-1A0E-A304-E9C6FE15FF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37" y="2827733"/>
              <a:ext cx="209457" cy="196410"/>
            </a:xfrm>
            <a:prstGeom prst="rect">
              <a:avLst/>
            </a:prstGeom>
          </p:spPr>
        </p:pic>
        <p:pic>
          <p:nvPicPr>
            <p:cNvPr id="3717" name="Graphic 3716" descr="Deciduous tree with solid fill">
              <a:extLst>
                <a:ext uri="{FF2B5EF4-FFF2-40B4-BE49-F238E27FC236}">
                  <a16:creationId xmlns:a16="http://schemas.microsoft.com/office/drawing/2014/main" id="{110B3A25-E22E-2AE5-BC57-4BE0D02E04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39" y="2643835"/>
              <a:ext cx="209457" cy="196410"/>
            </a:xfrm>
            <a:prstGeom prst="rect">
              <a:avLst/>
            </a:prstGeom>
          </p:spPr>
        </p:pic>
        <p:pic>
          <p:nvPicPr>
            <p:cNvPr id="3719" name="Graphic 3718" descr="Deciduous tree with solid fill">
              <a:extLst>
                <a:ext uri="{FF2B5EF4-FFF2-40B4-BE49-F238E27FC236}">
                  <a16:creationId xmlns:a16="http://schemas.microsoft.com/office/drawing/2014/main" id="{9D1C913E-2921-2DEA-B3B4-338DCB3423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721" name="Graphic 3720" descr="Deciduous tree with solid fill">
              <a:extLst>
                <a:ext uri="{FF2B5EF4-FFF2-40B4-BE49-F238E27FC236}">
                  <a16:creationId xmlns:a16="http://schemas.microsoft.com/office/drawing/2014/main" id="{2876D427-2784-C8D4-634A-DEAAB150C0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23" name="Graphic 3722" descr="Deciduous tree with solid fill">
              <a:extLst>
                <a:ext uri="{FF2B5EF4-FFF2-40B4-BE49-F238E27FC236}">
                  <a16:creationId xmlns:a16="http://schemas.microsoft.com/office/drawing/2014/main" id="{49986039-14B8-5656-EEDF-12E2132211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25" name="Graphic 3724" descr="Deciduous tree with solid fill">
              <a:extLst>
                <a:ext uri="{FF2B5EF4-FFF2-40B4-BE49-F238E27FC236}">
                  <a16:creationId xmlns:a16="http://schemas.microsoft.com/office/drawing/2014/main" id="{9E058C05-8537-6013-EC5F-F33BD3BEDA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27" name="Graphic 3726" descr="Deciduous tree with solid fill">
              <a:extLst>
                <a:ext uri="{FF2B5EF4-FFF2-40B4-BE49-F238E27FC236}">
                  <a16:creationId xmlns:a16="http://schemas.microsoft.com/office/drawing/2014/main" id="{2808043F-8664-268E-D1DF-BDA448A158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29" name="Graphic 3728" descr="Deciduous tree with solid fill">
              <a:extLst>
                <a:ext uri="{FF2B5EF4-FFF2-40B4-BE49-F238E27FC236}">
                  <a16:creationId xmlns:a16="http://schemas.microsoft.com/office/drawing/2014/main" id="{0FEA586A-F701-A6AA-806D-1EF8569E3D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731" name="Graphic 3730" descr="Deciduous tree with solid fill">
              <a:extLst>
                <a:ext uri="{FF2B5EF4-FFF2-40B4-BE49-F238E27FC236}">
                  <a16:creationId xmlns:a16="http://schemas.microsoft.com/office/drawing/2014/main" id="{3ACA465A-447F-767D-8472-FD7DB126E6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33" name="Graphic 3732" descr="Deciduous tree with solid fill">
              <a:extLst>
                <a:ext uri="{FF2B5EF4-FFF2-40B4-BE49-F238E27FC236}">
                  <a16:creationId xmlns:a16="http://schemas.microsoft.com/office/drawing/2014/main" id="{92079A53-1F3F-E1FD-5ECE-5DF00D9455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35" name="Graphic 3734" descr="Deciduous tree with solid fill">
              <a:extLst>
                <a:ext uri="{FF2B5EF4-FFF2-40B4-BE49-F238E27FC236}">
                  <a16:creationId xmlns:a16="http://schemas.microsoft.com/office/drawing/2014/main" id="{E39E6ED1-0C36-C217-4C6A-C2DB7AF0B3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37" name="Graphic 3736" descr="Deciduous tree with solid fill">
              <a:extLst>
                <a:ext uri="{FF2B5EF4-FFF2-40B4-BE49-F238E27FC236}">
                  <a16:creationId xmlns:a16="http://schemas.microsoft.com/office/drawing/2014/main" id="{EDFEA83F-CA67-3D47-B8D9-F3A3080E94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739" name="Graphic 3738" descr="Deciduous tree with solid fill">
              <a:extLst>
                <a:ext uri="{FF2B5EF4-FFF2-40B4-BE49-F238E27FC236}">
                  <a16:creationId xmlns:a16="http://schemas.microsoft.com/office/drawing/2014/main" id="{D977C564-DC84-9658-60B5-FB75247AF2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41" name="Graphic 3740" descr="Deciduous tree with solid fill">
              <a:extLst>
                <a:ext uri="{FF2B5EF4-FFF2-40B4-BE49-F238E27FC236}">
                  <a16:creationId xmlns:a16="http://schemas.microsoft.com/office/drawing/2014/main" id="{55BCD0E2-F176-FC23-711D-3FA6412C37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43" name="Graphic 3742" descr="Deciduous tree with solid fill">
              <a:extLst>
                <a:ext uri="{FF2B5EF4-FFF2-40B4-BE49-F238E27FC236}">
                  <a16:creationId xmlns:a16="http://schemas.microsoft.com/office/drawing/2014/main" id="{A2E79D9A-4D22-636B-AD96-79BD08756F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45" name="Graphic 3744" descr="Deciduous tree with solid fill">
              <a:extLst>
                <a:ext uri="{FF2B5EF4-FFF2-40B4-BE49-F238E27FC236}">
                  <a16:creationId xmlns:a16="http://schemas.microsoft.com/office/drawing/2014/main" id="{9175EB55-C863-91C5-7B3E-CE377811A9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47" name="Graphic 3746" descr="Deciduous tree with solid fill">
              <a:extLst>
                <a:ext uri="{FF2B5EF4-FFF2-40B4-BE49-F238E27FC236}">
                  <a16:creationId xmlns:a16="http://schemas.microsoft.com/office/drawing/2014/main" id="{F5BF8974-4B02-F0B7-7F82-849AE2CE7E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51" name="Graphic 3750" descr="Deciduous tree with solid fill">
              <a:extLst>
                <a:ext uri="{FF2B5EF4-FFF2-40B4-BE49-F238E27FC236}">
                  <a16:creationId xmlns:a16="http://schemas.microsoft.com/office/drawing/2014/main" id="{DFA78E3F-F086-63B2-CF55-E74E9843E8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57" y="2855365"/>
              <a:ext cx="209457" cy="196410"/>
            </a:xfrm>
            <a:prstGeom prst="rect">
              <a:avLst/>
            </a:prstGeom>
          </p:spPr>
        </p:pic>
        <p:pic>
          <p:nvPicPr>
            <p:cNvPr id="3753" name="Graphic 3752" descr="Deciduous tree with solid fill">
              <a:extLst>
                <a:ext uri="{FF2B5EF4-FFF2-40B4-BE49-F238E27FC236}">
                  <a16:creationId xmlns:a16="http://schemas.microsoft.com/office/drawing/2014/main" id="{1DA66E02-3660-A42A-2ED9-B5CE8AB232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1" y="2951224"/>
              <a:ext cx="209457" cy="196410"/>
            </a:xfrm>
            <a:prstGeom prst="rect">
              <a:avLst/>
            </a:prstGeom>
          </p:spPr>
        </p:pic>
        <p:pic>
          <p:nvPicPr>
            <p:cNvPr id="3755" name="Graphic 3754" descr="Deciduous tree with solid fill">
              <a:extLst>
                <a:ext uri="{FF2B5EF4-FFF2-40B4-BE49-F238E27FC236}">
                  <a16:creationId xmlns:a16="http://schemas.microsoft.com/office/drawing/2014/main" id="{2FAE6EF7-DDAD-D1D3-CA3C-0DDBC2DCB5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34" y="2767326"/>
              <a:ext cx="209457" cy="196410"/>
            </a:xfrm>
            <a:prstGeom prst="rect">
              <a:avLst/>
            </a:prstGeom>
          </p:spPr>
        </p:pic>
        <p:pic>
          <p:nvPicPr>
            <p:cNvPr id="3757" name="Graphic 3756" descr="Deciduous tree with solid fill">
              <a:extLst>
                <a:ext uri="{FF2B5EF4-FFF2-40B4-BE49-F238E27FC236}">
                  <a16:creationId xmlns:a16="http://schemas.microsoft.com/office/drawing/2014/main" id="{B8F21794-DAF9-570A-ED1A-5C30CF20F7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59" name="Graphic 3758" descr="Deciduous tree with solid fill">
              <a:extLst>
                <a:ext uri="{FF2B5EF4-FFF2-40B4-BE49-F238E27FC236}">
                  <a16:creationId xmlns:a16="http://schemas.microsoft.com/office/drawing/2014/main" id="{01A49052-F059-B070-FD92-9847E1E4BC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61" name="Graphic 3760" descr="Deciduous tree with solid fill">
              <a:extLst>
                <a:ext uri="{FF2B5EF4-FFF2-40B4-BE49-F238E27FC236}">
                  <a16:creationId xmlns:a16="http://schemas.microsoft.com/office/drawing/2014/main" id="{078B2B37-24CE-C718-8642-AC2B977889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63" name="Graphic 3762" descr="Deciduous tree with solid fill">
              <a:extLst>
                <a:ext uri="{FF2B5EF4-FFF2-40B4-BE49-F238E27FC236}">
                  <a16:creationId xmlns:a16="http://schemas.microsoft.com/office/drawing/2014/main" id="{A0E651AC-4EBA-AD96-3A43-64A03568D5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65" name="Graphic 3764" descr="Deciduous tree with solid fill">
              <a:extLst>
                <a:ext uri="{FF2B5EF4-FFF2-40B4-BE49-F238E27FC236}">
                  <a16:creationId xmlns:a16="http://schemas.microsoft.com/office/drawing/2014/main" id="{FC01CCC3-A8D9-EB9B-D6E0-C23D28DBB8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67" name="Graphic 3766" descr="Deciduous tree with solid fill">
              <a:extLst>
                <a:ext uri="{FF2B5EF4-FFF2-40B4-BE49-F238E27FC236}">
                  <a16:creationId xmlns:a16="http://schemas.microsoft.com/office/drawing/2014/main" id="{35BEE6C6-8CA5-BF33-A7C5-8A9CD87E7A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69" name="Graphic 3768" descr="Deciduous tree with solid fill">
              <a:extLst>
                <a:ext uri="{FF2B5EF4-FFF2-40B4-BE49-F238E27FC236}">
                  <a16:creationId xmlns:a16="http://schemas.microsoft.com/office/drawing/2014/main" id="{38397222-A822-D654-8E6D-5662012E15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71" name="Graphic 3770" descr="Deciduous tree with solid fill">
              <a:extLst>
                <a:ext uri="{FF2B5EF4-FFF2-40B4-BE49-F238E27FC236}">
                  <a16:creationId xmlns:a16="http://schemas.microsoft.com/office/drawing/2014/main" id="{75872155-284A-7895-D295-2235E97AEB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773" name="Graphic 3772" descr="Deciduous tree with solid fill">
              <a:extLst>
                <a:ext uri="{FF2B5EF4-FFF2-40B4-BE49-F238E27FC236}">
                  <a16:creationId xmlns:a16="http://schemas.microsoft.com/office/drawing/2014/main" id="{3FD56F7D-AAF6-F0E5-1C52-63DE1865E3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75" name="Graphic 3774" descr="Deciduous tree with solid fill">
              <a:extLst>
                <a:ext uri="{FF2B5EF4-FFF2-40B4-BE49-F238E27FC236}">
                  <a16:creationId xmlns:a16="http://schemas.microsoft.com/office/drawing/2014/main" id="{6E816502-6E8A-2ED0-32E1-8A289982EC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777" name="Graphic 3776" descr="Deciduous tree with solid fill">
              <a:extLst>
                <a:ext uri="{FF2B5EF4-FFF2-40B4-BE49-F238E27FC236}">
                  <a16:creationId xmlns:a16="http://schemas.microsoft.com/office/drawing/2014/main" id="{5325D4EE-3AF0-4D6D-00C1-EA2905FC23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779" name="Graphic 3778" descr="Deciduous tree with solid fill">
              <a:extLst>
                <a:ext uri="{FF2B5EF4-FFF2-40B4-BE49-F238E27FC236}">
                  <a16:creationId xmlns:a16="http://schemas.microsoft.com/office/drawing/2014/main" id="{FD228D0A-5142-1414-03E3-E1CFD5E4A3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783" name="Graphic 3782" descr="Deciduous tree with solid fill">
              <a:extLst>
                <a:ext uri="{FF2B5EF4-FFF2-40B4-BE49-F238E27FC236}">
                  <a16:creationId xmlns:a16="http://schemas.microsoft.com/office/drawing/2014/main" id="{B9E5C271-F24C-A4BA-89B5-868DCC655D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1" y="2978856"/>
              <a:ext cx="209457" cy="196410"/>
            </a:xfrm>
            <a:prstGeom prst="rect">
              <a:avLst/>
            </a:prstGeom>
          </p:spPr>
        </p:pic>
        <p:pic>
          <p:nvPicPr>
            <p:cNvPr id="3785" name="Graphic 3784" descr="Deciduous tree with solid fill">
              <a:extLst>
                <a:ext uri="{FF2B5EF4-FFF2-40B4-BE49-F238E27FC236}">
                  <a16:creationId xmlns:a16="http://schemas.microsoft.com/office/drawing/2014/main" id="{330B5469-1322-43CA-1112-B54F7FD4A2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25" y="3074715"/>
              <a:ext cx="209457" cy="196410"/>
            </a:xfrm>
            <a:prstGeom prst="rect">
              <a:avLst/>
            </a:prstGeom>
          </p:spPr>
        </p:pic>
        <p:pic>
          <p:nvPicPr>
            <p:cNvPr id="3787" name="Graphic 3786" descr="Deciduous tree with solid fill">
              <a:extLst>
                <a:ext uri="{FF2B5EF4-FFF2-40B4-BE49-F238E27FC236}">
                  <a16:creationId xmlns:a16="http://schemas.microsoft.com/office/drawing/2014/main" id="{08CDCB2C-0E20-09B9-FA2F-42B0369538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28" y="2890818"/>
              <a:ext cx="209457" cy="196410"/>
            </a:xfrm>
            <a:prstGeom prst="rect">
              <a:avLst/>
            </a:prstGeom>
          </p:spPr>
        </p:pic>
        <p:pic>
          <p:nvPicPr>
            <p:cNvPr id="3789" name="Graphic 3788" descr="Deciduous tree with solid fill">
              <a:extLst>
                <a:ext uri="{FF2B5EF4-FFF2-40B4-BE49-F238E27FC236}">
                  <a16:creationId xmlns:a16="http://schemas.microsoft.com/office/drawing/2014/main" id="{51F1C551-8F7A-6997-04F7-C582810FCF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791" name="Graphic 3790" descr="Deciduous tree with solid fill">
              <a:extLst>
                <a:ext uri="{FF2B5EF4-FFF2-40B4-BE49-F238E27FC236}">
                  <a16:creationId xmlns:a16="http://schemas.microsoft.com/office/drawing/2014/main" id="{94DD7942-817F-9629-6A36-0E6420B063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793" name="Graphic 3792" descr="Deciduous tree with solid fill">
              <a:extLst>
                <a:ext uri="{FF2B5EF4-FFF2-40B4-BE49-F238E27FC236}">
                  <a16:creationId xmlns:a16="http://schemas.microsoft.com/office/drawing/2014/main" id="{ABCEB4B7-0B88-FE51-15EE-F5EAE5DBE8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795" name="Graphic 3794" descr="Deciduous tree with solid fill">
              <a:extLst>
                <a:ext uri="{FF2B5EF4-FFF2-40B4-BE49-F238E27FC236}">
                  <a16:creationId xmlns:a16="http://schemas.microsoft.com/office/drawing/2014/main" id="{5B701DED-CC12-B768-93DB-7267E7027C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797" name="Graphic 3796" descr="Deciduous tree with solid fill">
              <a:extLst>
                <a:ext uri="{FF2B5EF4-FFF2-40B4-BE49-F238E27FC236}">
                  <a16:creationId xmlns:a16="http://schemas.microsoft.com/office/drawing/2014/main" id="{7423089E-1C46-61F3-216D-ED1077D4B6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799" name="Graphic 3798" descr="Deciduous tree with solid fill">
              <a:extLst>
                <a:ext uri="{FF2B5EF4-FFF2-40B4-BE49-F238E27FC236}">
                  <a16:creationId xmlns:a16="http://schemas.microsoft.com/office/drawing/2014/main" id="{B9585B63-0502-AFFE-1406-E1624D1B25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01" name="Graphic 3800" descr="Deciduous tree with solid fill">
              <a:extLst>
                <a:ext uri="{FF2B5EF4-FFF2-40B4-BE49-F238E27FC236}">
                  <a16:creationId xmlns:a16="http://schemas.microsoft.com/office/drawing/2014/main" id="{6BEA696B-28A6-333D-A872-11B5D57CD1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803" name="Graphic 3802" descr="Deciduous tree with solid fill">
              <a:extLst>
                <a:ext uri="{FF2B5EF4-FFF2-40B4-BE49-F238E27FC236}">
                  <a16:creationId xmlns:a16="http://schemas.microsoft.com/office/drawing/2014/main" id="{2AA4EB7B-C9BD-9968-535C-F0E0A761C3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05" name="Graphic 3804" descr="Deciduous tree with solid fill">
              <a:extLst>
                <a:ext uri="{FF2B5EF4-FFF2-40B4-BE49-F238E27FC236}">
                  <a16:creationId xmlns:a16="http://schemas.microsoft.com/office/drawing/2014/main" id="{73A97F42-16AA-C4CA-D0BF-1B4FEB5B0F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09" name="Graphic 3808" descr="Deciduous tree with solid fill">
              <a:extLst>
                <a:ext uri="{FF2B5EF4-FFF2-40B4-BE49-F238E27FC236}">
                  <a16:creationId xmlns:a16="http://schemas.microsoft.com/office/drawing/2014/main" id="{2C18DE6B-F824-10DF-F563-8F05D5353A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46" y="3102347"/>
              <a:ext cx="209457" cy="196410"/>
            </a:xfrm>
            <a:prstGeom prst="rect">
              <a:avLst/>
            </a:prstGeom>
          </p:spPr>
        </p:pic>
        <p:pic>
          <p:nvPicPr>
            <p:cNvPr id="3811" name="Graphic 3810" descr="Deciduous tree with solid fill">
              <a:extLst>
                <a:ext uri="{FF2B5EF4-FFF2-40B4-BE49-F238E27FC236}">
                  <a16:creationId xmlns:a16="http://schemas.microsoft.com/office/drawing/2014/main" id="{771DEEB2-066A-2506-694F-9095929800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0" y="3198206"/>
              <a:ext cx="209457" cy="196410"/>
            </a:xfrm>
            <a:prstGeom prst="rect">
              <a:avLst/>
            </a:prstGeom>
          </p:spPr>
        </p:pic>
        <p:pic>
          <p:nvPicPr>
            <p:cNvPr id="3813" name="Graphic 3812" descr="Deciduous tree with solid fill">
              <a:extLst>
                <a:ext uri="{FF2B5EF4-FFF2-40B4-BE49-F238E27FC236}">
                  <a16:creationId xmlns:a16="http://schemas.microsoft.com/office/drawing/2014/main" id="{7E2C386E-8A80-C850-4E50-658E1F32FD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2" y="3014309"/>
              <a:ext cx="209457" cy="196410"/>
            </a:xfrm>
            <a:prstGeom prst="rect">
              <a:avLst/>
            </a:prstGeom>
          </p:spPr>
        </p:pic>
        <p:pic>
          <p:nvPicPr>
            <p:cNvPr id="3815" name="Graphic 3814" descr="Deciduous tree with solid fill">
              <a:extLst>
                <a:ext uri="{FF2B5EF4-FFF2-40B4-BE49-F238E27FC236}">
                  <a16:creationId xmlns:a16="http://schemas.microsoft.com/office/drawing/2014/main" id="{EA34A900-2458-0341-BE6E-9F9B1E6F92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817" name="Graphic 3816" descr="Deciduous tree with solid fill">
              <a:extLst>
                <a:ext uri="{FF2B5EF4-FFF2-40B4-BE49-F238E27FC236}">
                  <a16:creationId xmlns:a16="http://schemas.microsoft.com/office/drawing/2014/main" id="{AEF5D4AD-2162-EBAF-14A3-6370CD09F3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19" name="Graphic 3818" descr="Deciduous tree with solid fill">
              <a:extLst>
                <a:ext uri="{FF2B5EF4-FFF2-40B4-BE49-F238E27FC236}">
                  <a16:creationId xmlns:a16="http://schemas.microsoft.com/office/drawing/2014/main" id="{33FD2C23-BF5C-305C-D20A-ED873EEA86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821" name="Graphic 3820" descr="Deciduous tree with solid fill">
              <a:extLst>
                <a:ext uri="{FF2B5EF4-FFF2-40B4-BE49-F238E27FC236}">
                  <a16:creationId xmlns:a16="http://schemas.microsoft.com/office/drawing/2014/main" id="{90720156-861B-CF25-CFC6-D78B90A631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23" name="Graphic 3822" descr="Deciduous tree with solid fill">
              <a:extLst>
                <a:ext uri="{FF2B5EF4-FFF2-40B4-BE49-F238E27FC236}">
                  <a16:creationId xmlns:a16="http://schemas.microsoft.com/office/drawing/2014/main" id="{C12D0BBA-1BBA-6F37-7D5B-629C2FB3FE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25" name="Graphic 3824" descr="Deciduous tree with solid fill">
              <a:extLst>
                <a:ext uri="{FF2B5EF4-FFF2-40B4-BE49-F238E27FC236}">
                  <a16:creationId xmlns:a16="http://schemas.microsoft.com/office/drawing/2014/main" id="{4AB6A97F-18FD-586E-3B10-65868197F9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29" name="Graphic 3828" descr="Deciduous tree with solid fill">
              <a:extLst>
                <a:ext uri="{FF2B5EF4-FFF2-40B4-BE49-F238E27FC236}">
                  <a16:creationId xmlns:a16="http://schemas.microsoft.com/office/drawing/2014/main" id="{1ABDA42E-9B6B-3F29-0041-12022B80B1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1" y="3225838"/>
              <a:ext cx="209457" cy="196410"/>
            </a:xfrm>
            <a:prstGeom prst="rect">
              <a:avLst/>
            </a:prstGeom>
          </p:spPr>
        </p:pic>
        <p:pic>
          <p:nvPicPr>
            <p:cNvPr id="3831" name="Graphic 3830" descr="Deciduous tree with solid fill">
              <a:extLst>
                <a:ext uri="{FF2B5EF4-FFF2-40B4-BE49-F238E27FC236}">
                  <a16:creationId xmlns:a16="http://schemas.microsoft.com/office/drawing/2014/main" id="{A1B877EB-8D60-0C0B-44F0-873C9BBC04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14" y="3321697"/>
              <a:ext cx="209457" cy="196410"/>
            </a:xfrm>
            <a:prstGeom prst="rect">
              <a:avLst/>
            </a:prstGeom>
          </p:spPr>
        </p:pic>
        <p:pic>
          <p:nvPicPr>
            <p:cNvPr id="3833" name="Graphic 3832" descr="Deciduous tree with solid fill">
              <a:extLst>
                <a:ext uri="{FF2B5EF4-FFF2-40B4-BE49-F238E27FC236}">
                  <a16:creationId xmlns:a16="http://schemas.microsoft.com/office/drawing/2014/main" id="{49F6B43B-4DEC-B7BD-9D25-2AE254A2C7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17" y="3137800"/>
              <a:ext cx="209457" cy="196410"/>
            </a:xfrm>
            <a:prstGeom prst="rect">
              <a:avLst/>
            </a:prstGeom>
          </p:spPr>
        </p:pic>
        <p:pic>
          <p:nvPicPr>
            <p:cNvPr id="3835" name="Graphic 3834" descr="Deciduous tree with solid fill">
              <a:extLst>
                <a:ext uri="{FF2B5EF4-FFF2-40B4-BE49-F238E27FC236}">
                  <a16:creationId xmlns:a16="http://schemas.microsoft.com/office/drawing/2014/main" id="{B68800F2-D1A1-0279-8074-0F1BB9F0E8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37" name="Graphic 3836" descr="Deciduous tree with solid fill">
              <a:extLst>
                <a:ext uri="{FF2B5EF4-FFF2-40B4-BE49-F238E27FC236}">
                  <a16:creationId xmlns:a16="http://schemas.microsoft.com/office/drawing/2014/main" id="{DED7D753-4F33-DFBA-4907-BCD0664A5A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39" name="Graphic 3838" descr="Deciduous tree with solid fill">
              <a:extLst>
                <a:ext uri="{FF2B5EF4-FFF2-40B4-BE49-F238E27FC236}">
                  <a16:creationId xmlns:a16="http://schemas.microsoft.com/office/drawing/2014/main" id="{62950316-3D97-CDFA-681A-5472AB70F0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43" name="Graphic 3842" descr="Deciduous tree with solid fill">
              <a:extLst>
                <a:ext uri="{FF2B5EF4-FFF2-40B4-BE49-F238E27FC236}">
                  <a16:creationId xmlns:a16="http://schemas.microsoft.com/office/drawing/2014/main" id="{792A62E1-0B0D-8B25-DD09-5D2E14FFBE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35" y="3349329"/>
              <a:ext cx="209457" cy="196410"/>
            </a:xfrm>
            <a:prstGeom prst="rect">
              <a:avLst/>
            </a:prstGeom>
          </p:spPr>
        </p:pic>
        <p:pic>
          <p:nvPicPr>
            <p:cNvPr id="3845" name="Graphic 3844" descr="Deciduous tree with solid fill">
              <a:extLst>
                <a:ext uri="{FF2B5EF4-FFF2-40B4-BE49-F238E27FC236}">
                  <a16:creationId xmlns:a16="http://schemas.microsoft.com/office/drawing/2014/main" id="{0E7280A9-EB82-5FB4-15F9-0521448A92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09" y="3445188"/>
              <a:ext cx="209457" cy="196410"/>
            </a:xfrm>
            <a:prstGeom prst="rect">
              <a:avLst/>
            </a:prstGeom>
          </p:spPr>
        </p:pic>
        <p:pic>
          <p:nvPicPr>
            <p:cNvPr id="3847" name="Graphic 3846" descr="Deciduous tree with solid fill">
              <a:extLst>
                <a:ext uri="{FF2B5EF4-FFF2-40B4-BE49-F238E27FC236}">
                  <a16:creationId xmlns:a16="http://schemas.microsoft.com/office/drawing/2014/main" id="{36961AC0-0C4F-D9BF-EDBD-A423980362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1" y="3261290"/>
              <a:ext cx="209457" cy="196410"/>
            </a:xfrm>
            <a:prstGeom prst="rect">
              <a:avLst/>
            </a:prstGeom>
          </p:spPr>
        </p:pic>
        <p:pic>
          <p:nvPicPr>
            <p:cNvPr id="3853" name="Graphic 3852" descr="Deciduous tree with solid fill">
              <a:extLst>
                <a:ext uri="{FF2B5EF4-FFF2-40B4-BE49-F238E27FC236}">
                  <a16:creationId xmlns:a16="http://schemas.microsoft.com/office/drawing/2014/main" id="{0FACE361-158F-8278-DFFE-7429118705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31729" y="1572822"/>
              <a:ext cx="209457" cy="196410"/>
            </a:xfrm>
            <a:prstGeom prst="rect">
              <a:avLst/>
            </a:prstGeom>
          </p:spPr>
        </p:pic>
        <p:pic>
          <p:nvPicPr>
            <p:cNvPr id="3855" name="Graphic 3854" descr="Deciduous tree with solid fill">
              <a:extLst>
                <a:ext uri="{FF2B5EF4-FFF2-40B4-BE49-F238E27FC236}">
                  <a16:creationId xmlns:a16="http://schemas.microsoft.com/office/drawing/2014/main" id="{DE2588E1-1CBC-931B-3388-DAADF8AF7F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6103" y="1668682"/>
              <a:ext cx="209457" cy="196410"/>
            </a:xfrm>
            <a:prstGeom prst="rect">
              <a:avLst/>
            </a:prstGeom>
          </p:spPr>
        </p:pic>
        <p:pic>
          <p:nvPicPr>
            <p:cNvPr id="3857" name="Graphic 3856" descr="Deciduous tree with solid fill">
              <a:extLst>
                <a:ext uri="{FF2B5EF4-FFF2-40B4-BE49-F238E27FC236}">
                  <a16:creationId xmlns:a16="http://schemas.microsoft.com/office/drawing/2014/main" id="{3796246B-769F-6F89-1B8F-7760843149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2306" y="1484784"/>
              <a:ext cx="209457" cy="196410"/>
            </a:xfrm>
            <a:prstGeom prst="rect">
              <a:avLst/>
            </a:prstGeom>
          </p:spPr>
        </p:pic>
        <p:pic>
          <p:nvPicPr>
            <p:cNvPr id="3859" name="Graphic 3858" descr="Deciduous tree with solid fill">
              <a:extLst>
                <a:ext uri="{FF2B5EF4-FFF2-40B4-BE49-F238E27FC236}">
                  <a16:creationId xmlns:a16="http://schemas.microsoft.com/office/drawing/2014/main" id="{9AF942AA-361A-F0B8-7752-E82C892223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23828" y="3581191"/>
              <a:ext cx="209457" cy="196410"/>
            </a:xfrm>
            <a:prstGeom prst="rect">
              <a:avLst/>
            </a:prstGeom>
          </p:spPr>
        </p:pic>
        <p:pic>
          <p:nvPicPr>
            <p:cNvPr id="3861" name="Graphic 3860" descr="Deciduous tree with solid fill">
              <a:extLst>
                <a:ext uri="{FF2B5EF4-FFF2-40B4-BE49-F238E27FC236}">
                  <a16:creationId xmlns:a16="http://schemas.microsoft.com/office/drawing/2014/main" id="{EF43DECC-EDD1-18EF-61DA-82280DC646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77798" y="1792173"/>
              <a:ext cx="209457" cy="196410"/>
            </a:xfrm>
            <a:prstGeom prst="rect">
              <a:avLst/>
            </a:prstGeom>
          </p:spPr>
        </p:pic>
        <p:pic>
          <p:nvPicPr>
            <p:cNvPr id="3863" name="Graphic 3862" descr="Deciduous tree with solid fill">
              <a:extLst>
                <a:ext uri="{FF2B5EF4-FFF2-40B4-BE49-F238E27FC236}">
                  <a16:creationId xmlns:a16="http://schemas.microsoft.com/office/drawing/2014/main" id="{4C0BF477-8993-A2F0-E02B-E4744B20FE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3" y="1915664"/>
              <a:ext cx="209457" cy="196410"/>
            </a:xfrm>
            <a:prstGeom prst="rect">
              <a:avLst/>
            </a:prstGeom>
          </p:spPr>
        </p:pic>
        <p:pic>
          <p:nvPicPr>
            <p:cNvPr id="3865" name="Graphic 3864" descr="Deciduous tree with solid fill">
              <a:extLst>
                <a:ext uri="{FF2B5EF4-FFF2-40B4-BE49-F238E27FC236}">
                  <a16:creationId xmlns:a16="http://schemas.microsoft.com/office/drawing/2014/main" id="{632AE6A1-DE31-5A38-40B2-F2AF3B2801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41187" y="2039155"/>
              <a:ext cx="209457" cy="196410"/>
            </a:xfrm>
            <a:prstGeom prst="rect">
              <a:avLst/>
            </a:prstGeom>
          </p:spPr>
        </p:pic>
        <p:pic>
          <p:nvPicPr>
            <p:cNvPr id="3867" name="Graphic 3866" descr="Deciduous tree with solid fill">
              <a:extLst>
                <a:ext uri="{FF2B5EF4-FFF2-40B4-BE49-F238E27FC236}">
                  <a16:creationId xmlns:a16="http://schemas.microsoft.com/office/drawing/2014/main" id="{C661F400-3A08-CC87-B373-0BE3762B36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2881" y="2162645"/>
              <a:ext cx="209457" cy="196410"/>
            </a:xfrm>
            <a:prstGeom prst="rect">
              <a:avLst/>
            </a:prstGeom>
          </p:spPr>
        </p:pic>
        <p:pic>
          <p:nvPicPr>
            <p:cNvPr id="3869" name="Graphic 3868" descr="Deciduous tree with solid fill">
              <a:extLst>
                <a:ext uri="{FF2B5EF4-FFF2-40B4-BE49-F238E27FC236}">
                  <a16:creationId xmlns:a16="http://schemas.microsoft.com/office/drawing/2014/main" id="{C0B77E74-3B46-197B-AD3E-7907B9A84A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04576" y="2286136"/>
              <a:ext cx="209457" cy="196410"/>
            </a:xfrm>
            <a:prstGeom prst="rect">
              <a:avLst/>
            </a:prstGeom>
          </p:spPr>
        </p:pic>
        <p:pic>
          <p:nvPicPr>
            <p:cNvPr id="3871" name="Graphic 3870" descr="Deciduous tree with solid fill">
              <a:extLst>
                <a:ext uri="{FF2B5EF4-FFF2-40B4-BE49-F238E27FC236}">
                  <a16:creationId xmlns:a16="http://schemas.microsoft.com/office/drawing/2014/main" id="{B8180E8D-A8E1-6E2A-6DE4-13F3552DE8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6270" y="2409627"/>
              <a:ext cx="209457" cy="196410"/>
            </a:xfrm>
            <a:prstGeom prst="rect">
              <a:avLst/>
            </a:prstGeom>
          </p:spPr>
        </p:pic>
        <p:pic>
          <p:nvPicPr>
            <p:cNvPr id="3873" name="Graphic 3872" descr="Deciduous tree with solid fill">
              <a:extLst>
                <a:ext uri="{FF2B5EF4-FFF2-40B4-BE49-F238E27FC236}">
                  <a16:creationId xmlns:a16="http://schemas.microsoft.com/office/drawing/2014/main" id="{E1A3174E-D99A-D263-F1B2-7179A98541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7965" y="2533118"/>
              <a:ext cx="209457" cy="196410"/>
            </a:xfrm>
            <a:prstGeom prst="rect">
              <a:avLst/>
            </a:prstGeom>
          </p:spPr>
        </p:pic>
        <p:pic>
          <p:nvPicPr>
            <p:cNvPr id="3875" name="Graphic 3874" descr="Deciduous tree with solid fill">
              <a:extLst>
                <a:ext uri="{FF2B5EF4-FFF2-40B4-BE49-F238E27FC236}">
                  <a16:creationId xmlns:a16="http://schemas.microsoft.com/office/drawing/2014/main" id="{133FDB3B-868D-C8C1-0B4D-E4C5B74057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99660" y="2656610"/>
              <a:ext cx="209457" cy="196410"/>
            </a:xfrm>
            <a:prstGeom prst="rect">
              <a:avLst/>
            </a:prstGeom>
          </p:spPr>
        </p:pic>
        <p:pic>
          <p:nvPicPr>
            <p:cNvPr id="3877" name="Graphic 3876" descr="Deciduous tree with solid fill">
              <a:extLst>
                <a:ext uri="{FF2B5EF4-FFF2-40B4-BE49-F238E27FC236}">
                  <a16:creationId xmlns:a16="http://schemas.microsoft.com/office/drawing/2014/main" id="{68289632-2AB3-3006-C41E-A2E9D9CB7E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54" y="2780100"/>
              <a:ext cx="209457" cy="196410"/>
            </a:xfrm>
            <a:prstGeom prst="rect">
              <a:avLst/>
            </a:prstGeom>
          </p:spPr>
        </p:pic>
        <p:pic>
          <p:nvPicPr>
            <p:cNvPr id="3879" name="Graphic 3878" descr="Deciduous tree with solid fill">
              <a:extLst>
                <a:ext uri="{FF2B5EF4-FFF2-40B4-BE49-F238E27FC236}">
                  <a16:creationId xmlns:a16="http://schemas.microsoft.com/office/drawing/2014/main" id="{3B3859FB-82E7-031C-0D8E-30658E4B75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63048" y="2903591"/>
              <a:ext cx="209457" cy="196410"/>
            </a:xfrm>
            <a:prstGeom prst="rect">
              <a:avLst/>
            </a:prstGeom>
          </p:spPr>
        </p:pic>
        <p:pic>
          <p:nvPicPr>
            <p:cNvPr id="3881" name="Graphic 3880" descr="Deciduous tree with solid fill">
              <a:extLst>
                <a:ext uri="{FF2B5EF4-FFF2-40B4-BE49-F238E27FC236}">
                  <a16:creationId xmlns:a16="http://schemas.microsoft.com/office/drawing/2014/main" id="{BBAA7D46-A066-44BE-8686-B96F339E98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4743" y="3027082"/>
              <a:ext cx="209457" cy="196410"/>
            </a:xfrm>
            <a:prstGeom prst="rect">
              <a:avLst/>
            </a:prstGeom>
          </p:spPr>
        </p:pic>
        <p:pic>
          <p:nvPicPr>
            <p:cNvPr id="3883" name="Graphic 3882" descr="Deciduous tree with solid fill">
              <a:extLst>
                <a:ext uri="{FF2B5EF4-FFF2-40B4-BE49-F238E27FC236}">
                  <a16:creationId xmlns:a16="http://schemas.microsoft.com/office/drawing/2014/main" id="{D0138CFE-B7CE-8185-BF44-A9057B1BDA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6438" y="3150573"/>
              <a:ext cx="209457" cy="196410"/>
            </a:xfrm>
            <a:prstGeom prst="rect">
              <a:avLst/>
            </a:prstGeom>
          </p:spPr>
        </p:pic>
        <p:pic>
          <p:nvPicPr>
            <p:cNvPr id="3885" name="Graphic 3884" descr="Deciduous tree with solid fill">
              <a:extLst>
                <a:ext uri="{FF2B5EF4-FFF2-40B4-BE49-F238E27FC236}">
                  <a16:creationId xmlns:a16="http://schemas.microsoft.com/office/drawing/2014/main" id="{1B9B8BBC-7251-313C-3073-3B3024ECD7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8132" y="3274064"/>
              <a:ext cx="209457" cy="196410"/>
            </a:xfrm>
            <a:prstGeom prst="rect">
              <a:avLst/>
            </a:prstGeom>
          </p:spPr>
        </p:pic>
        <p:pic>
          <p:nvPicPr>
            <p:cNvPr id="3887" name="Graphic 3886" descr="Deciduous tree with solid fill">
              <a:extLst>
                <a:ext uri="{FF2B5EF4-FFF2-40B4-BE49-F238E27FC236}">
                  <a16:creationId xmlns:a16="http://schemas.microsoft.com/office/drawing/2014/main" id="{8D2E6600-0A05-DC56-9592-D08F1F1E62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3424" y="1696313"/>
              <a:ext cx="209457" cy="196410"/>
            </a:xfrm>
            <a:prstGeom prst="rect">
              <a:avLst/>
            </a:prstGeom>
          </p:spPr>
        </p:pic>
        <p:pic>
          <p:nvPicPr>
            <p:cNvPr id="3889" name="Graphic 3888" descr="Deciduous tree with solid fill">
              <a:extLst>
                <a:ext uri="{FF2B5EF4-FFF2-40B4-BE49-F238E27FC236}">
                  <a16:creationId xmlns:a16="http://schemas.microsoft.com/office/drawing/2014/main" id="{F3F56D62-04C4-BDCB-C653-B8CB5C982B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95119" y="1819804"/>
              <a:ext cx="209457" cy="196410"/>
            </a:xfrm>
            <a:prstGeom prst="rect">
              <a:avLst/>
            </a:prstGeom>
          </p:spPr>
        </p:pic>
        <p:pic>
          <p:nvPicPr>
            <p:cNvPr id="3891" name="Graphic 3890" descr="Deciduous tree with solid fill">
              <a:extLst>
                <a:ext uri="{FF2B5EF4-FFF2-40B4-BE49-F238E27FC236}">
                  <a16:creationId xmlns:a16="http://schemas.microsoft.com/office/drawing/2014/main" id="{13CE4371-68D6-B701-E601-38EBC7B559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6813" y="1943295"/>
              <a:ext cx="209457" cy="196410"/>
            </a:xfrm>
            <a:prstGeom prst="rect">
              <a:avLst/>
            </a:prstGeom>
          </p:spPr>
        </p:pic>
        <p:pic>
          <p:nvPicPr>
            <p:cNvPr id="3893" name="Graphic 3892" descr="Deciduous tree with solid fill">
              <a:extLst>
                <a:ext uri="{FF2B5EF4-FFF2-40B4-BE49-F238E27FC236}">
                  <a16:creationId xmlns:a16="http://schemas.microsoft.com/office/drawing/2014/main" id="{E74DC487-903C-40B8-B154-316BBD6625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8507" y="2066786"/>
              <a:ext cx="209457" cy="196410"/>
            </a:xfrm>
            <a:prstGeom prst="rect">
              <a:avLst/>
            </a:prstGeom>
          </p:spPr>
        </p:pic>
        <p:pic>
          <p:nvPicPr>
            <p:cNvPr id="3895" name="Graphic 3894" descr="Deciduous tree with solid fill">
              <a:extLst>
                <a:ext uri="{FF2B5EF4-FFF2-40B4-BE49-F238E27FC236}">
                  <a16:creationId xmlns:a16="http://schemas.microsoft.com/office/drawing/2014/main" id="{15BDC516-7046-38D4-9AF1-4D3B08529B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90202" y="2190277"/>
              <a:ext cx="209457" cy="196410"/>
            </a:xfrm>
            <a:prstGeom prst="rect">
              <a:avLst/>
            </a:prstGeom>
          </p:spPr>
        </p:pic>
        <p:pic>
          <p:nvPicPr>
            <p:cNvPr id="3897" name="Graphic 3896" descr="Deciduous tree with solid fill">
              <a:extLst>
                <a:ext uri="{FF2B5EF4-FFF2-40B4-BE49-F238E27FC236}">
                  <a16:creationId xmlns:a16="http://schemas.microsoft.com/office/drawing/2014/main" id="{95A069BA-2590-2B30-55E0-2D299F6DDE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1897" y="2313768"/>
              <a:ext cx="209457" cy="196410"/>
            </a:xfrm>
            <a:prstGeom prst="rect">
              <a:avLst/>
            </a:prstGeom>
          </p:spPr>
        </p:pic>
        <p:pic>
          <p:nvPicPr>
            <p:cNvPr id="3899" name="Graphic 3898" descr="Deciduous tree with solid fill">
              <a:extLst>
                <a:ext uri="{FF2B5EF4-FFF2-40B4-BE49-F238E27FC236}">
                  <a16:creationId xmlns:a16="http://schemas.microsoft.com/office/drawing/2014/main" id="{27955540-783C-7020-1D4E-EC9E9A8C6A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53591" y="2437259"/>
              <a:ext cx="209457" cy="196410"/>
            </a:xfrm>
            <a:prstGeom prst="rect">
              <a:avLst/>
            </a:prstGeom>
          </p:spPr>
        </p:pic>
        <p:pic>
          <p:nvPicPr>
            <p:cNvPr id="3901" name="Graphic 3900" descr="Deciduous tree with solid fill">
              <a:extLst>
                <a:ext uri="{FF2B5EF4-FFF2-40B4-BE49-F238E27FC236}">
                  <a16:creationId xmlns:a16="http://schemas.microsoft.com/office/drawing/2014/main" id="{77F816CD-73D8-9D35-6481-BFEDA74FC1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85286" y="2560750"/>
              <a:ext cx="209457" cy="196410"/>
            </a:xfrm>
            <a:prstGeom prst="rect">
              <a:avLst/>
            </a:prstGeom>
          </p:spPr>
        </p:pic>
        <p:pic>
          <p:nvPicPr>
            <p:cNvPr id="3903" name="Graphic 3902" descr="Deciduous tree with solid fill">
              <a:extLst>
                <a:ext uri="{FF2B5EF4-FFF2-40B4-BE49-F238E27FC236}">
                  <a16:creationId xmlns:a16="http://schemas.microsoft.com/office/drawing/2014/main" id="{9546D844-FC4C-4A82-12EC-820A412289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16980" y="2684241"/>
              <a:ext cx="209457" cy="196410"/>
            </a:xfrm>
            <a:prstGeom prst="rect">
              <a:avLst/>
            </a:prstGeom>
          </p:spPr>
        </p:pic>
        <p:pic>
          <p:nvPicPr>
            <p:cNvPr id="3905" name="Graphic 3904" descr="Deciduous tree with solid fill">
              <a:extLst>
                <a:ext uri="{FF2B5EF4-FFF2-40B4-BE49-F238E27FC236}">
                  <a16:creationId xmlns:a16="http://schemas.microsoft.com/office/drawing/2014/main" id="{2E104560-3715-4273-267D-7DA92A76FF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8674" y="2807732"/>
              <a:ext cx="209457" cy="196410"/>
            </a:xfrm>
            <a:prstGeom prst="rect">
              <a:avLst/>
            </a:prstGeom>
          </p:spPr>
        </p:pic>
        <p:pic>
          <p:nvPicPr>
            <p:cNvPr id="3907" name="Graphic 3906" descr="Deciduous tree with solid fill">
              <a:extLst>
                <a:ext uri="{FF2B5EF4-FFF2-40B4-BE49-F238E27FC236}">
                  <a16:creationId xmlns:a16="http://schemas.microsoft.com/office/drawing/2014/main" id="{9A02275D-ABF1-89FE-409A-72ECAAEE18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80369" y="2931222"/>
              <a:ext cx="209457" cy="196410"/>
            </a:xfrm>
            <a:prstGeom prst="rect">
              <a:avLst/>
            </a:prstGeom>
          </p:spPr>
        </p:pic>
        <p:pic>
          <p:nvPicPr>
            <p:cNvPr id="3909" name="Graphic 3908" descr="Deciduous tree with solid fill">
              <a:extLst>
                <a:ext uri="{FF2B5EF4-FFF2-40B4-BE49-F238E27FC236}">
                  <a16:creationId xmlns:a16="http://schemas.microsoft.com/office/drawing/2014/main" id="{681BA35A-EF82-68CD-0F63-28A35301D1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12064" y="3054713"/>
              <a:ext cx="209457" cy="196410"/>
            </a:xfrm>
            <a:prstGeom prst="rect">
              <a:avLst/>
            </a:prstGeom>
          </p:spPr>
        </p:pic>
        <p:pic>
          <p:nvPicPr>
            <p:cNvPr id="3911" name="Graphic 3910" descr="Deciduous tree with solid fill">
              <a:extLst>
                <a:ext uri="{FF2B5EF4-FFF2-40B4-BE49-F238E27FC236}">
                  <a16:creationId xmlns:a16="http://schemas.microsoft.com/office/drawing/2014/main" id="{B124D3C4-E8D2-E2D1-3D97-67FBDF3AA4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3758" y="3178205"/>
              <a:ext cx="209457" cy="196410"/>
            </a:xfrm>
            <a:prstGeom prst="rect">
              <a:avLst/>
            </a:prstGeom>
          </p:spPr>
        </p:pic>
        <p:pic>
          <p:nvPicPr>
            <p:cNvPr id="3913" name="Graphic 3912" descr="Deciduous tree with solid fill">
              <a:extLst>
                <a:ext uri="{FF2B5EF4-FFF2-40B4-BE49-F238E27FC236}">
                  <a16:creationId xmlns:a16="http://schemas.microsoft.com/office/drawing/2014/main" id="{E27DACFB-BB6C-8166-2FD3-4A98FC1D8E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34000" y="1608275"/>
              <a:ext cx="209457" cy="196410"/>
            </a:xfrm>
            <a:prstGeom prst="rect">
              <a:avLst/>
            </a:prstGeom>
          </p:spPr>
        </p:pic>
        <p:pic>
          <p:nvPicPr>
            <p:cNvPr id="3915" name="Graphic 3914" descr="Deciduous tree with solid fill">
              <a:extLst>
                <a:ext uri="{FF2B5EF4-FFF2-40B4-BE49-F238E27FC236}">
                  <a16:creationId xmlns:a16="http://schemas.microsoft.com/office/drawing/2014/main" id="{786288EE-8837-8C0B-5A8B-185DEAE304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5695" y="1731766"/>
              <a:ext cx="209457" cy="196410"/>
            </a:xfrm>
            <a:prstGeom prst="rect">
              <a:avLst/>
            </a:prstGeom>
          </p:spPr>
        </p:pic>
        <p:pic>
          <p:nvPicPr>
            <p:cNvPr id="3917" name="Graphic 3916" descr="Deciduous tree with solid fill">
              <a:extLst>
                <a:ext uri="{FF2B5EF4-FFF2-40B4-BE49-F238E27FC236}">
                  <a16:creationId xmlns:a16="http://schemas.microsoft.com/office/drawing/2014/main" id="{CC91D629-A5CB-B601-6E47-2BBA98DF67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7390" y="1855257"/>
              <a:ext cx="209457" cy="196410"/>
            </a:xfrm>
            <a:prstGeom prst="rect">
              <a:avLst/>
            </a:prstGeom>
          </p:spPr>
        </p:pic>
        <p:pic>
          <p:nvPicPr>
            <p:cNvPr id="3919" name="Graphic 3918" descr="Deciduous tree with solid fill">
              <a:extLst>
                <a:ext uri="{FF2B5EF4-FFF2-40B4-BE49-F238E27FC236}">
                  <a16:creationId xmlns:a16="http://schemas.microsoft.com/office/drawing/2014/main" id="{CDF2B90E-EF4A-D1F7-4A75-A16B6D7DAC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9084" y="1978747"/>
              <a:ext cx="209457" cy="196410"/>
            </a:xfrm>
            <a:prstGeom prst="rect">
              <a:avLst/>
            </a:prstGeom>
          </p:spPr>
        </p:pic>
        <p:pic>
          <p:nvPicPr>
            <p:cNvPr id="3921" name="Graphic 3920" descr="Deciduous tree with solid fill">
              <a:extLst>
                <a:ext uri="{FF2B5EF4-FFF2-40B4-BE49-F238E27FC236}">
                  <a16:creationId xmlns:a16="http://schemas.microsoft.com/office/drawing/2014/main" id="{CB359D57-2DAF-0E59-AC39-F029FBFAF1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60778" y="2102239"/>
              <a:ext cx="209457" cy="196410"/>
            </a:xfrm>
            <a:prstGeom prst="rect">
              <a:avLst/>
            </a:prstGeom>
          </p:spPr>
        </p:pic>
        <p:pic>
          <p:nvPicPr>
            <p:cNvPr id="3923" name="Graphic 3922" descr="Deciduous tree with solid fill">
              <a:extLst>
                <a:ext uri="{FF2B5EF4-FFF2-40B4-BE49-F238E27FC236}">
                  <a16:creationId xmlns:a16="http://schemas.microsoft.com/office/drawing/2014/main" id="{D1A6B4C1-9595-9A0D-6731-83669EDE8A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73" y="2225730"/>
              <a:ext cx="209457" cy="196410"/>
            </a:xfrm>
            <a:prstGeom prst="rect">
              <a:avLst/>
            </a:prstGeom>
          </p:spPr>
        </p:pic>
        <p:pic>
          <p:nvPicPr>
            <p:cNvPr id="3925" name="Graphic 3924" descr="Deciduous tree with solid fill">
              <a:extLst>
                <a:ext uri="{FF2B5EF4-FFF2-40B4-BE49-F238E27FC236}">
                  <a16:creationId xmlns:a16="http://schemas.microsoft.com/office/drawing/2014/main" id="{4305E674-4F5E-49C9-FB66-465B95E7B1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24167" y="2349221"/>
              <a:ext cx="209457" cy="196410"/>
            </a:xfrm>
            <a:prstGeom prst="rect">
              <a:avLst/>
            </a:prstGeom>
          </p:spPr>
        </p:pic>
        <p:pic>
          <p:nvPicPr>
            <p:cNvPr id="3927" name="Graphic 3926" descr="Deciduous tree with solid fill">
              <a:extLst>
                <a:ext uri="{FF2B5EF4-FFF2-40B4-BE49-F238E27FC236}">
                  <a16:creationId xmlns:a16="http://schemas.microsoft.com/office/drawing/2014/main" id="{F088732A-53AA-B6CB-A834-D66244E1BB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5862" y="2472712"/>
              <a:ext cx="209457" cy="196410"/>
            </a:xfrm>
            <a:prstGeom prst="rect">
              <a:avLst/>
            </a:prstGeom>
          </p:spPr>
        </p:pic>
        <p:pic>
          <p:nvPicPr>
            <p:cNvPr id="3929" name="Graphic 3928" descr="Deciduous tree with solid fill">
              <a:extLst>
                <a:ext uri="{FF2B5EF4-FFF2-40B4-BE49-F238E27FC236}">
                  <a16:creationId xmlns:a16="http://schemas.microsoft.com/office/drawing/2014/main" id="{8E2D7ABC-421A-ADAD-74B4-E7B5284CE5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7557" y="2596202"/>
              <a:ext cx="209457" cy="196410"/>
            </a:xfrm>
            <a:prstGeom prst="rect">
              <a:avLst/>
            </a:prstGeom>
          </p:spPr>
        </p:pic>
        <p:pic>
          <p:nvPicPr>
            <p:cNvPr id="3931" name="Graphic 3930" descr="Deciduous tree with solid fill">
              <a:extLst>
                <a:ext uri="{FF2B5EF4-FFF2-40B4-BE49-F238E27FC236}">
                  <a16:creationId xmlns:a16="http://schemas.microsoft.com/office/drawing/2014/main" id="{94DD712E-70D9-68E5-86A5-905690B0FD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9251" y="2719693"/>
              <a:ext cx="209457" cy="196410"/>
            </a:xfrm>
            <a:prstGeom prst="rect">
              <a:avLst/>
            </a:prstGeom>
          </p:spPr>
        </p:pic>
        <p:pic>
          <p:nvPicPr>
            <p:cNvPr id="3933" name="Graphic 3932" descr="Deciduous tree with solid fill">
              <a:extLst>
                <a:ext uri="{FF2B5EF4-FFF2-40B4-BE49-F238E27FC236}">
                  <a16:creationId xmlns:a16="http://schemas.microsoft.com/office/drawing/2014/main" id="{B001CE6C-7CD6-B374-683C-13C49EEFD6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0945" y="2843184"/>
              <a:ext cx="209457" cy="196410"/>
            </a:xfrm>
            <a:prstGeom prst="rect">
              <a:avLst/>
            </a:prstGeom>
          </p:spPr>
        </p:pic>
        <p:pic>
          <p:nvPicPr>
            <p:cNvPr id="3935" name="Graphic 3934" descr="Deciduous tree with solid fill">
              <a:extLst>
                <a:ext uri="{FF2B5EF4-FFF2-40B4-BE49-F238E27FC236}">
                  <a16:creationId xmlns:a16="http://schemas.microsoft.com/office/drawing/2014/main" id="{24DD583A-FB4B-30FD-43A2-09EF316F8C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2640" y="2966675"/>
              <a:ext cx="209457" cy="196410"/>
            </a:xfrm>
            <a:prstGeom prst="rect">
              <a:avLst/>
            </a:prstGeom>
          </p:spPr>
        </p:pic>
        <p:pic>
          <p:nvPicPr>
            <p:cNvPr id="3937" name="Graphic 3936" descr="Deciduous tree with solid fill">
              <a:extLst>
                <a:ext uri="{FF2B5EF4-FFF2-40B4-BE49-F238E27FC236}">
                  <a16:creationId xmlns:a16="http://schemas.microsoft.com/office/drawing/2014/main" id="{0474D774-0878-C085-9660-2D02703999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14335" y="3090167"/>
              <a:ext cx="209457" cy="196410"/>
            </a:xfrm>
            <a:prstGeom prst="rect">
              <a:avLst/>
            </a:prstGeom>
          </p:spPr>
        </p:pic>
        <p:pic>
          <p:nvPicPr>
            <p:cNvPr id="3939" name="Graphic 3938" descr="Deciduous tree with solid fill">
              <a:extLst>
                <a:ext uri="{FF2B5EF4-FFF2-40B4-BE49-F238E27FC236}">
                  <a16:creationId xmlns:a16="http://schemas.microsoft.com/office/drawing/2014/main" id="{D96841F6-7774-717E-DA43-F5BE02E65C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01930" y="3495464"/>
              <a:ext cx="209457" cy="196410"/>
            </a:xfrm>
            <a:prstGeom prst="rect">
              <a:avLst/>
            </a:prstGeom>
          </p:spPr>
        </p:pic>
        <p:pic>
          <p:nvPicPr>
            <p:cNvPr id="3948" name="Graphic 3947" descr="Deciduous tree with solid fill">
              <a:extLst>
                <a:ext uri="{FF2B5EF4-FFF2-40B4-BE49-F238E27FC236}">
                  <a16:creationId xmlns:a16="http://schemas.microsoft.com/office/drawing/2014/main" id="{D5A1DBEC-0E18-7CAF-BA8B-120617A247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93211" y="3413690"/>
              <a:ext cx="209457" cy="196410"/>
            </a:xfrm>
            <a:prstGeom prst="rect">
              <a:avLst/>
            </a:prstGeom>
          </p:spPr>
        </p:pic>
        <p:pic>
          <p:nvPicPr>
            <p:cNvPr id="3950" name="Graphic 3949" descr="Deciduous tree with solid fill">
              <a:extLst>
                <a:ext uri="{FF2B5EF4-FFF2-40B4-BE49-F238E27FC236}">
                  <a16:creationId xmlns:a16="http://schemas.microsoft.com/office/drawing/2014/main" id="{70CCB76C-1B6C-E386-1810-7CC3B7385A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24297" y="4001194"/>
              <a:ext cx="209457" cy="196410"/>
            </a:xfrm>
            <a:prstGeom prst="rect">
              <a:avLst/>
            </a:prstGeom>
          </p:spPr>
        </p:pic>
      </p:grpSp>
      <p:sp>
        <p:nvSpPr>
          <p:cNvPr id="3953" name="Title 3952">
            <a:extLst>
              <a:ext uri="{FF2B5EF4-FFF2-40B4-BE49-F238E27FC236}">
                <a16:creationId xmlns:a16="http://schemas.microsoft.com/office/drawing/2014/main" id="{F0D545B5-C3EA-4C94-D09F-1C2493431B8C}"/>
              </a:ext>
            </a:extLst>
          </p:cNvPr>
          <p:cNvSpPr>
            <a:spLocks noGrp="1"/>
          </p:cNvSpPr>
          <p:nvPr>
            <p:ph type="title"/>
          </p:nvPr>
        </p:nvSpPr>
        <p:spPr>
          <a:xfrm>
            <a:off x="270669" y="236627"/>
            <a:ext cx="11650662" cy="625944"/>
          </a:xfrm>
        </p:spPr>
        <p:txBody>
          <a:bodyPr/>
          <a:lstStyle/>
          <a:p>
            <a:r>
              <a:rPr lang="en-US" dirty="0"/>
              <a:t>Solution</a:t>
            </a:r>
            <a:endParaRPr lang="en-US" noProof="0" dirty="0"/>
          </a:p>
        </p:txBody>
      </p:sp>
      <p:sp>
        <p:nvSpPr>
          <p:cNvPr id="4055" name="Rectangle: Rounded Corners 4054">
            <a:extLst>
              <a:ext uri="{FF2B5EF4-FFF2-40B4-BE49-F238E27FC236}">
                <a16:creationId xmlns:a16="http://schemas.microsoft.com/office/drawing/2014/main" id="{8F9FF91C-E666-60D0-11AA-857E660408C7}"/>
              </a:ext>
            </a:extLst>
          </p:cNvPr>
          <p:cNvSpPr/>
          <p:nvPr/>
        </p:nvSpPr>
        <p:spPr>
          <a:xfrm>
            <a:off x="4511824" y="1268760"/>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057" name="TextBox 4056">
            <a:extLst>
              <a:ext uri="{FF2B5EF4-FFF2-40B4-BE49-F238E27FC236}">
                <a16:creationId xmlns:a16="http://schemas.microsoft.com/office/drawing/2014/main" id="{2D7E189A-DF6F-9048-E01B-E4ABF12C56AB}"/>
              </a:ext>
            </a:extLst>
          </p:cNvPr>
          <p:cNvSpPr txBox="1"/>
          <p:nvPr/>
        </p:nvSpPr>
        <p:spPr>
          <a:xfrm>
            <a:off x="4943872" y="4715954"/>
            <a:ext cx="2304256" cy="844590"/>
          </a:xfrm>
          <a:prstGeom prst="rect">
            <a:avLst/>
          </a:prstGeom>
          <a:noFill/>
        </p:spPr>
        <p:txBody>
          <a:bodyPr wrap="square" lIns="0" tIns="0" rIns="0" bIns="0" rtlCol="0">
            <a:spAutoFit/>
          </a:bodyPr>
          <a:lstStyle/>
          <a:p>
            <a:pPr algn="ctr"/>
            <a:r>
              <a:rPr lang="en-US" sz="2800" b="1" noProof="0" dirty="0">
                <a:latin typeface="Aptos" panose="020B0004020202020204" pitchFamily="34" charset="0"/>
              </a:rPr>
              <a:t>Every genome maintained</a:t>
            </a:r>
          </a:p>
        </p:txBody>
      </p:sp>
      <p:sp>
        <p:nvSpPr>
          <p:cNvPr id="4095" name="TextBox 4094">
            <a:extLst>
              <a:ext uri="{FF2B5EF4-FFF2-40B4-BE49-F238E27FC236}">
                <a16:creationId xmlns:a16="http://schemas.microsoft.com/office/drawing/2014/main" id="{4CCB4777-FD34-6ACF-4826-49DF473A3882}"/>
              </a:ext>
            </a:extLst>
          </p:cNvPr>
          <p:cNvSpPr txBox="1"/>
          <p:nvPr/>
        </p:nvSpPr>
        <p:spPr>
          <a:xfrm>
            <a:off x="8766472" y="4662344"/>
            <a:ext cx="2514104" cy="1447832"/>
          </a:xfrm>
          <a:prstGeom prst="rect">
            <a:avLst/>
          </a:prstGeom>
          <a:noFill/>
        </p:spPr>
        <p:txBody>
          <a:bodyPr wrap="square" lIns="0" tIns="0" rIns="0" bIns="0" rtlCol="0">
            <a:spAutoFit/>
          </a:bodyPr>
          <a:lstStyle/>
          <a:p>
            <a:pPr algn="ctr"/>
            <a:r>
              <a:rPr lang="en-US" sz="2400" b="1" noProof="0" dirty="0">
                <a:latin typeface="Aptos" panose="020B0004020202020204" pitchFamily="34" charset="0"/>
              </a:rPr>
              <a:t>Every genome, of every individual, over thousands of generations</a:t>
            </a:r>
          </a:p>
        </p:txBody>
      </p:sp>
      <p:grpSp>
        <p:nvGrpSpPr>
          <p:cNvPr id="2" name="Group 1">
            <a:extLst>
              <a:ext uri="{FF2B5EF4-FFF2-40B4-BE49-F238E27FC236}">
                <a16:creationId xmlns:a16="http://schemas.microsoft.com/office/drawing/2014/main" id="{1E90F0F8-69FB-9C1C-5697-63BE33E5500E}"/>
              </a:ext>
            </a:extLst>
          </p:cNvPr>
          <p:cNvGrpSpPr/>
          <p:nvPr/>
        </p:nvGrpSpPr>
        <p:grpSpPr>
          <a:xfrm>
            <a:off x="5357072" y="1379029"/>
            <a:ext cx="1637391" cy="3065341"/>
            <a:chOff x="5357072" y="1379029"/>
            <a:chExt cx="1637391" cy="3065341"/>
          </a:xfrm>
          <a:effectLst>
            <a:outerShdw blurRad="50800" dist="38100" dir="2700000" algn="tl" rotWithShape="0">
              <a:prstClr val="black">
                <a:alpha val="40000"/>
              </a:prstClr>
            </a:outerShdw>
          </a:effectLst>
        </p:grpSpPr>
        <p:grpSp>
          <p:nvGrpSpPr>
            <p:cNvPr id="75" name="Group 74">
              <a:extLst>
                <a:ext uri="{FF2B5EF4-FFF2-40B4-BE49-F238E27FC236}">
                  <a16:creationId xmlns:a16="http://schemas.microsoft.com/office/drawing/2014/main" id="{301FF72C-F47D-7AD7-040F-E8DD5EC5A8B6}"/>
                </a:ext>
              </a:extLst>
            </p:cNvPr>
            <p:cNvGrpSpPr/>
            <p:nvPr/>
          </p:nvGrpSpPr>
          <p:grpSpPr>
            <a:xfrm>
              <a:off x="5357072" y="1968288"/>
              <a:ext cx="848176" cy="618515"/>
              <a:chOff x="4095789" y="-170912"/>
              <a:chExt cx="2016049" cy="1522331"/>
            </a:xfrm>
          </p:grpSpPr>
          <p:pic>
            <p:nvPicPr>
              <p:cNvPr id="144" name="Graphic 143" descr="Deciduous tree with solid fill">
                <a:extLst>
                  <a:ext uri="{FF2B5EF4-FFF2-40B4-BE49-F238E27FC236}">
                    <a16:creationId xmlns:a16="http://schemas.microsoft.com/office/drawing/2014/main" id="{959B59A1-E087-A4F1-D370-2201CC5BC24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46" name="Group 145">
                <a:extLst>
                  <a:ext uri="{FF2B5EF4-FFF2-40B4-BE49-F238E27FC236}">
                    <a16:creationId xmlns:a16="http://schemas.microsoft.com/office/drawing/2014/main" id="{590BAC0C-0166-4BE1-8627-5E96F683C368}"/>
                  </a:ext>
                </a:extLst>
              </p:cNvPr>
              <p:cNvGrpSpPr/>
              <p:nvPr/>
            </p:nvGrpSpPr>
            <p:grpSpPr>
              <a:xfrm>
                <a:off x="4655840" y="236627"/>
                <a:ext cx="792088" cy="936104"/>
                <a:chOff x="4655840" y="164619"/>
                <a:chExt cx="792088" cy="936104"/>
              </a:xfrm>
            </p:grpSpPr>
            <p:sp>
              <p:nvSpPr>
                <p:cNvPr id="148" name="Rectangle: Rounded Corners 147">
                  <a:extLst>
                    <a:ext uri="{FF2B5EF4-FFF2-40B4-BE49-F238E27FC236}">
                      <a16:creationId xmlns:a16="http://schemas.microsoft.com/office/drawing/2014/main" id="{7B236191-F603-D16A-BF67-DEEB3EDDDE34}"/>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50" name="Graphic 149" descr="DNA outline">
                  <a:extLst>
                    <a:ext uri="{FF2B5EF4-FFF2-40B4-BE49-F238E27FC236}">
                      <a16:creationId xmlns:a16="http://schemas.microsoft.com/office/drawing/2014/main" id="{ED9022CB-713D-BBFD-DDCD-6BE56541BF6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76" name="Group 75">
              <a:extLst>
                <a:ext uri="{FF2B5EF4-FFF2-40B4-BE49-F238E27FC236}">
                  <a16:creationId xmlns:a16="http://schemas.microsoft.com/office/drawing/2014/main" id="{892F7A16-CC9E-2B9B-079A-3FAFFA5B2625}"/>
                </a:ext>
              </a:extLst>
            </p:cNvPr>
            <p:cNvGrpSpPr/>
            <p:nvPr/>
          </p:nvGrpSpPr>
          <p:grpSpPr>
            <a:xfrm>
              <a:off x="6144732" y="1968287"/>
              <a:ext cx="848176" cy="618515"/>
              <a:chOff x="4095789" y="-170912"/>
              <a:chExt cx="2016049" cy="1522331"/>
            </a:xfrm>
          </p:grpSpPr>
          <p:pic>
            <p:nvPicPr>
              <p:cNvPr id="136" name="Graphic 135" descr="Deciduous tree with solid fill">
                <a:extLst>
                  <a:ext uri="{FF2B5EF4-FFF2-40B4-BE49-F238E27FC236}">
                    <a16:creationId xmlns:a16="http://schemas.microsoft.com/office/drawing/2014/main" id="{8CF243CF-5CC7-F377-3D24-653EA88D9A9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38" name="Group 137">
                <a:extLst>
                  <a:ext uri="{FF2B5EF4-FFF2-40B4-BE49-F238E27FC236}">
                    <a16:creationId xmlns:a16="http://schemas.microsoft.com/office/drawing/2014/main" id="{8D8A7212-8955-DA42-4E46-BED0D081D8B2}"/>
                  </a:ext>
                </a:extLst>
              </p:cNvPr>
              <p:cNvGrpSpPr/>
              <p:nvPr/>
            </p:nvGrpSpPr>
            <p:grpSpPr>
              <a:xfrm>
                <a:off x="4655840" y="236627"/>
                <a:ext cx="792088" cy="936104"/>
                <a:chOff x="4655840" y="164619"/>
                <a:chExt cx="792088" cy="936104"/>
              </a:xfrm>
            </p:grpSpPr>
            <p:sp>
              <p:nvSpPr>
                <p:cNvPr id="140" name="Rectangle: Rounded Corners 139">
                  <a:extLst>
                    <a:ext uri="{FF2B5EF4-FFF2-40B4-BE49-F238E27FC236}">
                      <a16:creationId xmlns:a16="http://schemas.microsoft.com/office/drawing/2014/main" id="{ED598BD2-13AE-D985-6F48-98B5E37F5EB0}"/>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42" name="Graphic 141" descr="DNA outline">
                  <a:extLst>
                    <a:ext uri="{FF2B5EF4-FFF2-40B4-BE49-F238E27FC236}">
                      <a16:creationId xmlns:a16="http://schemas.microsoft.com/office/drawing/2014/main" id="{8C66FFC8-756F-1A71-A9BB-566925A487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77" name="Group 76">
              <a:extLst>
                <a:ext uri="{FF2B5EF4-FFF2-40B4-BE49-F238E27FC236}">
                  <a16:creationId xmlns:a16="http://schemas.microsoft.com/office/drawing/2014/main" id="{7FF4B198-99A7-6AEC-2E17-E4898AC30595}"/>
                </a:ext>
              </a:extLst>
            </p:cNvPr>
            <p:cNvGrpSpPr/>
            <p:nvPr/>
          </p:nvGrpSpPr>
          <p:grpSpPr>
            <a:xfrm>
              <a:off x="5357072" y="2587814"/>
              <a:ext cx="848176" cy="618515"/>
              <a:chOff x="4095789" y="-170912"/>
              <a:chExt cx="2016049" cy="1522331"/>
            </a:xfrm>
          </p:grpSpPr>
          <p:pic>
            <p:nvPicPr>
              <p:cNvPr id="128" name="Graphic 127" descr="Deciduous tree with solid fill">
                <a:extLst>
                  <a:ext uri="{FF2B5EF4-FFF2-40B4-BE49-F238E27FC236}">
                    <a16:creationId xmlns:a16="http://schemas.microsoft.com/office/drawing/2014/main" id="{2782DBEC-F59C-A2B5-F2A1-20E648B833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30" name="Group 129">
                <a:extLst>
                  <a:ext uri="{FF2B5EF4-FFF2-40B4-BE49-F238E27FC236}">
                    <a16:creationId xmlns:a16="http://schemas.microsoft.com/office/drawing/2014/main" id="{4A1E6B90-F085-706C-A7C2-024DBB4E5AD1}"/>
                  </a:ext>
                </a:extLst>
              </p:cNvPr>
              <p:cNvGrpSpPr/>
              <p:nvPr/>
            </p:nvGrpSpPr>
            <p:grpSpPr>
              <a:xfrm>
                <a:off x="4655840" y="236627"/>
                <a:ext cx="792088" cy="936104"/>
                <a:chOff x="4655840" y="164619"/>
                <a:chExt cx="792088" cy="936104"/>
              </a:xfrm>
            </p:grpSpPr>
            <p:sp>
              <p:nvSpPr>
                <p:cNvPr id="132" name="Rectangle: Rounded Corners 131">
                  <a:extLst>
                    <a:ext uri="{FF2B5EF4-FFF2-40B4-BE49-F238E27FC236}">
                      <a16:creationId xmlns:a16="http://schemas.microsoft.com/office/drawing/2014/main" id="{F7F622F1-FA41-B8FF-E551-AAD44BE8097B}"/>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34" name="Graphic 133" descr="DNA outline">
                  <a:extLst>
                    <a:ext uri="{FF2B5EF4-FFF2-40B4-BE49-F238E27FC236}">
                      <a16:creationId xmlns:a16="http://schemas.microsoft.com/office/drawing/2014/main" id="{EA98D3DD-3F38-E2AD-2D8D-338C875E039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78" name="Group 77">
              <a:extLst>
                <a:ext uri="{FF2B5EF4-FFF2-40B4-BE49-F238E27FC236}">
                  <a16:creationId xmlns:a16="http://schemas.microsoft.com/office/drawing/2014/main" id="{E28742C5-AD3B-37BE-E1B8-4032EF7F042D}"/>
                </a:ext>
              </a:extLst>
            </p:cNvPr>
            <p:cNvGrpSpPr/>
            <p:nvPr/>
          </p:nvGrpSpPr>
          <p:grpSpPr>
            <a:xfrm>
              <a:off x="6144732" y="2587814"/>
              <a:ext cx="848176" cy="618515"/>
              <a:chOff x="4095789" y="-170912"/>
              <a:chExt cx="2016049" cy="1522331"/>
            </a:xfrm>
          </p:grpSpPr>
          <p:pic>
            <p:nvPicPr>
              <p:cNvPr id="122" name="Graphic 121" descr="Deciduous tree with solid fill">
                <a:extLst>
                  <a:ext uri="{FF2B5EF4-FFF2-40B4-BE49-F238E27FC236}">
                    <a16:creationId xmlns:a16="http://schemas.microsoft.com/office/drawing/2014/main" id="{1ADCDD36-820E-E653-97DB-CB987E983C7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24" name="Group 123">
                <a:extLst>
                  <a:ext uri="{FF2B5EF4-FFF2-40B4-BE49-F238E27FC236}">
                    <a16:creationId xmlns:a16="http://schemas.microsoft.com/office/drawing/2014/main" id="{A3DDD555-485C-2861-FECC-F56A109252C8}"/>
                  </a:ext>
                </a:extLst>
              </p:cNvPr>
              <p:cNvGrpSpPr/>
              <p:nvPr/>
            </p:nvGrpSpPr>
            <p:grpSpPr>
              <a:xfrm>
                <a:off x="4655840" y="236627"/>
                <a:ext cx="792088" cy="936104"/>
                <a:chOff x="4655840" y="164619"/>
                <a:chExt cx="792088" cy="936104"/>
              </a:xfrm>
            </p:grpSpPr>
            <p:sp>
              <p:nvSpPr>
                <p:cNvPr id="126" name="Rectangle: Rounded Corners 125">
                  <a:extLst>
                    <a:ext uri="{FF2B5EF4-FFF2-40B4-BE49-F238E27FC236}">
                      <a16:creationId xmlns:a16="http://schemas.microsoft.com/office/drawing/2014/main" id="{1FED97B7-8750-2322-DF82-920DA46D4574}"/>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27" name="Graphic 126" descr="DNA outline">
                  <a:extLst>
                    <a:ext uri="{FF2B5EF4-FFF2-40B4-BE49-F238E27FC236}">
                      <a16:creationId xmlns:a16="http://schemas.microsoft.com/office/drawing/2014/main" id="{F79ECF21-8271-207C-E05C-5CE93C4FBE5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79" name="Group 78">
              <a:extLst>
                <a:ext uri="{FF2B5EF4-FFF2-40B4-BE49-F238E27FC236}">
                  <a16:creationId xmlns:a16="http://schemas.microsoft.com/office/drawing/2014/main" id="{3B6DA003-7CB6-5BC9-C248-C08C031A9D5F}"/>
                </a:ext>
              </a:extLst>
            </p:cNvPr>
            <p:cNvGrpSpPr/>
            <p:nvPr/>
          </p:nvGrpSpPr>
          <p:grpSpPr>
            <a:xfrm>
              <a:off x="5358627" y="3206329"/>
              <a:ext cx="848176" cy="618515"/>
              <a:chOff x="4095789" y="-170912"/>
              <a:chExt cx="2016049" cy="1522331"/>
            </a:xfrm>
          </p:grpSpPr>
          <p:pic>
            <p:nvPicPr>
              <p:cNvPr id="114" name="Graphic 113" descr="Deciduous tree with solid fill">
                <a:extLst>
                  <a:ext uri="{FF2B5EF4-FFF2-40B4-BE49-F238E27FC236}">
                    <a16:creationId xmlns:a16="http://schemas.microsoft.com/office/drawing/2014/main" id="{3C6E00F8-B221-BAE8-6B0F-4D2E119AE50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16" name="Group 115">
                <a:extLst>
                  <a:ext uri="{FF2B5EF4-FFF2-40B4-BE49-F238E27FC236}">
                    <a16:creationId xmlns:a16="http://schemas.microsoft.com/office/drawing/2014/main" id="{AFE6D1D6-B33D-CF9D-7E11-B8984397159B}"/>
                  </a:ext>
                </a:extLst>
              </p:cNvPr>
              <p:cNvGrpSpPr/>
              <p:nvPr/>
            </p:nvGrpSpPr>
            <p:grpSpPr>
              <a:xfrm>
                <a:off x="4655840" y="236627"/>
                <a:ext cx="792088" cy="936104"/>
                <a:chOff x="4655840" y="164619"/>
                <a:chExt cx="792088" cy="936104"/>
              </a:xfrm>
            </p:grpSpPr>
            <p:sp>
              <p:nvSpPr>
                <p:cNvPr id="118" name="Rectangle: Rounded Corners 117">
                  <a:extLst>
                    <a:ext uri="{FF2B5EF4-FFF2-40B4-BE49-F238E27FC236}">
                      <a16:creationId xmlns:a16="http://schemas.microsoft.com/office/drawing/2014/main" id="{7430BC61-D5F0-3D0E-1ABC-6D70D651F72E}"/>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20" name="Graphic 119" descr="DNA outline">
                  <a:extLst>
                    <a:ext uri="{FF2B5EF4-FFF2-40B4-BE49-F238E27FC236}">
                      <a16:creationId xmlns:a16="http://schemas.microsoft.com/office/drawing/2014/main" id="{6EE51182-9E47-F67D-D17E-BE2C82CACE7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80" name="Group 79">
              <a:extLst>
                <a:ext uri="{FF2B5EF4-FFF2-40B4-BE49-F238E27FC236}">
                  <a16:creationId xmlns:a16="http://schemas.microsoft.com/office/drawing/2014/main" id="{0E017269-B01B-1C25-0332-3DF70F642F9A}"/>
                </a:ext>
              </a:extLst>
            </p:cNvPr>
            <p:cNvGrpSpPr/>
            <p:nvPr/>
          </p:nvGrpSpPr>
          <p:grpSpPr>
            <a:xfrm>
              <a:off x="6146287" y="3206328"/>
              <a:ext cx="848176" cy="618515"/>
              <a:chOff x="4095789" y="-170912"/>
              <a:chExt cx="2016049" cy="1522331"/>
            </a:xfrm>
          </p:grpSpPr>
          <p:pic>
            <p:nvPicPr>
              <p:cNvPr id="106" name="Graphic 105" descr="Deciduous tree with solid fill">
                <a:extLst>
                  <a:ext uri="{FF2B5EF4-FFF2-40B4-BE49-F238E27FC236}">
                    <a16:creationId xmlns:a16="http://schemas.microsoft.com/office/drawing/2014/main" id="{9FCE6365-07B0-244B-D465-AF9F012FF99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08" name="Group 107">
                <a:extLst>
                  <a:ext uri="{FF2B5EF4-FFF2-40B4-BE49-F238E27FC236}">
                    <a16:creationId xmlns:a16="http://schemas.microsoft.com/office/drawing/2014/main" id="{1D9A0226-AD3E-A3FD-55DD-BA69CDF146D0}"/>
                  </a:ext>
                </a:extLst>
              </p:cNvPr>
              <p:cNvGrpSpPr/>
              <p:nvPr/>
            </p:nvGrpSpPr>
            <p:grpSpPr>
              <a:xfrm>
                <a:off x="4655840" y="236627"/>
                <a:ext cx="792088" cy="936104"/>
                <a:chOff x="4655840" y="164619"/>
                <a:chExt cx="792088" cy="936104"/>
              </a:xfrm>
            </p:grpSpPr>
            <p:sp>
              <p:nvSpPr>
                <p:cNvPr id="110" name="Rectangle: Rounded Corners 109">
                  <a:extLst>
                    <a:ext uri="{FF2B5EF4-FFF2-40B4-BE49-F238E27FC236}">
                      <a16:creationId xmlns:a16="http://schemas.microsoft.com/office/drawing/2014/main" id="{4648944C-FE5E-0E6A-A156-E258545939A9}"/>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2" name="Graphic 111" descr="DNA outline">
                  <a:extLst>
                    <a:ext uri="{FF2B5EF4-FFF2-40B4-BE49-F238E27FC236}">
                      <a16:creationId xmlns:a16="http://schemas.microsoft.com/office/drawing/2014/main" id="{EB31172D-8185-D92D-07AF-7835211C28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81" name="Group 80">
              <a:extLst>
                <a:ext uri="{FF2B5EF4-FFF2-40B4-BE49-F238E27FC236}">
                  <a16:creationId xmlns:a16="http://schemas.microsoft.com/office/drawing/2014/main" id="{91ACB270-BFE6-AF74-7CA1-525CCD169EB1}"/>
                </a:ext>
              </a:extLst>
            </p:cNvPr>
            <p:cNvGrpSpPr/>
            <p:nvPr/>
          </p:nvGrpSpPr>
          <p:grpSpPr>
            <a:xfrm>
              <a:off x="5358627" y="3825855"/>
              <a:ext cx="848176" cy="618515"/>
              <a:chOff x="4095789" y="-170912"/>
              <a:chExt cx="2016049" cy="1522331"/>
            </a:xfrm>
          </p:grpSpPr>
          <p:pic>
            <p:nvPicPr>
              <p:cNvPr id="100" name="Graphic 99" descr="Deciduous tree with solid fill">
                <a:extLst>
                  <a:ext uri="{FF2B5EF4-FFF2-40B4-BE49-F238E27FC236}">
                    <a16:creationId xmlns:a16="http://schemas.microsoft.com/office/drawing/2014/main" id="{69F85733-714D-7221-D487-85EC8F6DBD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101" name="Group 100">
                <a:extLst>
                  <a:ext uri="{FF2B5EF4-FFF2-40B4-BE49-F238E27FC236}">
                    <a16:creationId xmlns:a16="http://schemas.microsoft.com/office/drawing/2014/main" id="{6ACC9F59-97C2-5BFC-4DE5-A15866B6793E}"/>
                  </a:ext>
                </a:extLst>
              </p:cNvPr>
              <p:cNvGrpSpPr/>
              <p:nvPr/>
            </p:nvGrpSpPr>
            <p:grpSpPr>
              <a:xfrm>
                <a:off x="4655840" y="236627"/>
                <a:ext cx="792088" cy="936104"/>
                <a:chOff x="4655840" y="164619"/>
                <a:chExt cx="792088" cy="936104"/>
              </a:xfrm>
            </p:grpSpPr>
            <p:sp>
              <p:nvSpPr>
                <p:cNvPr id="102" name="Rectangle: Rounded Corners 101">
                  <a:extLst>
                    <a:ext uri="{FF2B5EF4-FFF2-40B4-BE49-F238E27FC236}">
                      <a16:creationId xmlns:a16="http://schemas.microsoft.com/office/drawing/2014/main" id="{2C9EF113-E4FB-702F-58C4-3A4466BD28F6}"/>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04" name="Graphic 103" descr="DNA outline">
                  <a:extLst>
                    <a:ext uri="{FF2B5EF4-FFF2-40B4-BE49-F238E27FC236}">
                      <a16:creationId xmlns:a16="http://schemas.microsoft.com/office/drawing/2014/main" id="{913BE9B4-30BF-00BE-86B1-B748D03AD04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82" name="Group 81">
              <a:extLst>
                <a:ext uri="{FF2B5EF4-FFF2-40B4-BE49-F238E27FC236}">
                  <a16:creationId xmlns:a16="http://schemas.microsoft.com/office/drawing/2014/main" id="{9831B9C3-8671-403D-A037-BAB8DEA4EB77}"/>
                </a:ext>
              </a:extLst>
            </p:cNvPr>
            <p:cNvGrpSpPr/>
            <p:nvPr/>
          </p:nvGrpSpPr>
          <p:grpSpPr>
            <a:xfrm>
              <a:off x="6146287" y="3825855"/>
              <a:ext cx="848176" cy="618515"/>
              <a:chOff x="4095789" y="-170912"/>
              <a:chExt cx="2016049" cy="1522331"/>
            </a:xfrm>
          </p:grpSpPr>
          <p:pic>
            <p:nvPicPr>
              <p:cNvPr id="96" name="Graphic 95" descr="Deciduous tree with solid fill">
                <a:extLst>
                  <a:ext uri="{FF2B5EF4-FFF2-40B4-BE49-F238E27FC236}">
                    <a16:creationId xmlns:a16="http://schemas.microsoft.com/office/drawing/2014/main" id="{902900A0-D39C-90EB-6A9C-9FDBFC9500B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97" name="Group 96">
                <a:extLst>
                  <a:ext uri="{FF2B5EF4-FFF2-40B4-BE49-F238E27FC236}">
                    <a16:creationId xmlns:a16="http://schemas.microsoft.com/office/drawing/2014/main" id="{F341D3CF-DD61-72C9-0DA2-4945B7DB6B3F}"/>
                  </a:ext>
                </a:extLst>
              </p:cNvPr>
              <p:cNvGrpSpPr/>
              <p:nvPr/>
            </p:nvGrpSpPr>
            <p:grpSpPr>
              <a:xfrm>
                <a:off x="4655840" y="236627"/>
                <a:ext cx="792088" cy="936104"/>
                <a:chOff x="4655840" y="164619"/>
                <a:chExt cx="792088" cy="936104"/>
              </a:xfrm>
            </p:grpSpPr>
            <p:sp>
              <p:nvSpPr>
                <p:cNvPr id="98" name="Rectangle: Rounded Corners 97">
                  <a:extLst>
                    <a:ext uri="{FF2B5EF4-FFF2-40B4-BE49-F238E27FC236}">
                      <a16:creationId xmlns:a16="http://schemas.microsoft.com/office/drawing/2014/main" id="{3B7784BD-55A6-5446-C587-805E7201127E}"/>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9" name="Graphic 98" descr="DNA outline">
                  <a:extLst>
                    <a:ext uri="{FF2B5EF4-FFF2-40B4-BE49-F238E27FC236}">
                      <a16:creationId xmlns:a16="http://schemas.microsoft.com/office/drawing/2014/main" id="{D67A8433-4ACB-5167-A9A3-068D8389735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84" name="Group 83">
              <a:extLst>
                <a:ext uri="{FF2B5EF4-FFF2-40B4-BE49-F238E27FC236}">
                  <a16:creationId xmlns:a16="http://schemas.microsoft.com/office/drawing/2014/main" id="{0CCD39AD-2BA0-B51E-5BE7-D66E186208FF}"/>
                </a:ext>
              </a:extLst>
            </p:cNvPr>
            <p:cNvGrpSpPr/>
            <p:nvPr/>
          </p:nvGrpSpPr>
          <p:grpSpPr>
            <a:xfrm>
              <a:off x="5357072" y="1379029"/>
              <a:ext cx="848176" cy="618515"/>
              <a:chOff x="4095789" y="-170912"/>
              <a:chExt cx="2016049" cy="1522331"/>
            </a:xfrm>
          </p:grpSpPr>
          <p:pic>
            <p:nvPicPr>
              <p:cNvPr id="90" name="Graphic 89" descr="Deciduous tree with solid fill">
                <a:extLst>
                  <a:ext uri="{FF2B5EF4-FFF2-40B4-BE49-F238E27FC236}">
                    <a16:creationId xmlns:a16="http://schemas.microsoft.com/office/drawing/2014/main" id="{94A0FD1F-E7B6-78B6-CCFE-16562E4B76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92" name="Group 91">
                <a:extLst>
                  <a:ext uri="{FF2B5EF4-FFF2-40B4-BE49-F238E27FC236}">
                    <a16:creationId xmlns:a16="http://schemas.microsoft.com/office/drawing/2014/main" id="{10C24D37-F028-87CE-8269-C5461942061C}"/>
                  </a:ext>
                </a:extLst>
              </p:cNvPr>
              <p:cNvGrpSpPr/>
              <p:nvPr/>
            </p:nvGrpSpPr>
            <p:grpSpPr>
              <a:xfrm>
                <a:off x="4655840" y="236627"/>
                <a:ext cx="792088" cy="936104"/>
                <a:chOff x="4655840" y="164619"/>
                <a:chExt cx="792088" cy="936104"/>
              </a:xfrm>
            </p:grpSpPr>
            <p:sp>
              <p:nvSpPr>
                <p:cNvPr id="94" name="Rectangle: Rounded Corners 93">
                  <a:extLst>
                    <a:ext uri="{FF2B5EF4-FFF2-40B4-BE49-F238E27FC236}">
                      <a16:creationId xmlns:a16="http://schemas.microsoft.com/office/drawing/2014/main" id="{6B97B509-318E-C1D6-097F-683E69676B17}"/>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5" name="Graphic 94" descr="DNA outline">
                  <a:extLst>
                    <a:ext uri="{FF2B5EF4-FFF2-40B4-BE49-F238E27FC236}">
                      <a16:creationId xmlns:a16="http://schemas.microsoft.com/office/drawing/2014/main" id="{64C1B3A5-CF97-CC1B-77DD-2993AB59A5D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85" name="Group 84">
              <a:extLst>
                <a:ext uri="{FF2B5EF4-FFF2-40B4-BE49-F238E27FC236}">
                  <a16:creationId xmlns:a16="http://schemas.microsoft.com/office/drawing/2014/main" id="{09A97A99-1EC8-4B24-5A4A-2542C0AC3ABB}"/>
                </a:ext>
              </a:extLst>
            </p:cNvPr>
            <p:cNvGrpSpPr/>
            <p:nvPr/>
          </p:nvGrpSpPr>
          <p:grpSpPr>
            <a:xfrm>
              <a:off x="6144732" y="1379029"/>
              <a:ext cx="848176" cy="618515"/>
              <a:chOff x="4095789" y="-170912"/>
              <a:chExt cx="2016049" cy="1522331"/>
            </a:xfrm>
          </p:grpSpPr>
          <p:pic>
            <p:nvPicPr>
              <p:cNvPr id="86" name="Graphic 85" descr="Deciduous tree with solid fill">
                <a:extLst>
                  <a:ext uri="{FF2B5EF4-FFF2-40B4-BE49-F238E27FC236}">
                    <a16:creationId xmlns:a16="http://schemas.microsoft.com/office/drawing/2014/main" id="{C5383ABF-F4D7-34C4-366C-41DBFFD0FC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87" name="Group 86">
                <a:extLst>
                  <a:ext uri="{FF2B5EF4-FFF2-40B4-BE49-F238E27FC236}">
                    <a16:creationId xmlns:a16="http://schemas.microsoft.com/office/drawing/2014/main" id="{4A2C01C2-342E-5FD3-2DDA-5E23BA8E35EA}"/>
                  </a:ext>
                </a:extLst>
              </p:cNvPr>
              <p:cNvGrpSpPr/>
              <p:nvPr/>
            </p:nvGrpSpPr>
            <p:grpSpPr>
              <a:xfrm>
                <a:off x="4655840" y="236627"/>
                <a:ext cx="792088" cy="936104"/>
                <a:chOff x="4655840" y="164619"/>
                <a:chExt cx="792088" cy="936104"/>
              </a:xfrm>
            </p:grpSpPr>
            <p:sp>
              <p:nvSpPr>
                <p:cNvPr id="88" name="Rectangle: Rounded Corners 87">
                  <a:extLst>
                    <a:ext uri="{FF2B5EF4-FFF2-40B4-BE49-F238E27FC236}">
                      <a16:creationId xmlns:a16="http://schemas.microsoft.com/office/drawing/2014/main" id="{51052000-5132-C4BA-CF40-F7B51B1BBE97}"/>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89" name="Graphic 88" descr="DNA outline">
                  <a:extLst>
                    <a:ext uri="{FF2B5EF4-FFF2-40B4-BE49-F238E27FC236}">
                      <a16:creationId xmlns:a16="http://schemas.microsoft.com/office/drawing/2014/main" id="{1E4C4BB3-8579-D75E-D100-E935538FE1B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grpSp>
        <p:nvGrpSpPr>
          <p:cNvPr id="326" name="Group 325">
            <a:extLst>
              <a:ext uri="{FF2B5EF4-FFF2-40B4-BE49-F238E27FC236}">
                <a16:creationId xmlns:a16="http://schemas.microsoft.com/office/drawing/2014/main" id="{CDD97F51-5525-6BDD-C63F-DC502F0D6AD7}"/>
              </a:ext>
            </a:extLst>
          </p:cNvPr>
          <p:cNvGrpSpPr/>
          <p:nvPr/>
        </p:nvGrpSpPr>
        <p:grpSpPr>
          <a:xfrm>
            <a:off x="8040216" y="1484784"/>
            <a:ext cx="3744416" cy="2952328"/>
            <a:chOff x="3215049" y="1626811"/>
            <a:chExt cx="5601245" cy="4697434"/>
          </a:xfrm>
          <a:effectLst>
            <a:outerShdw blurRad="50800" dist="38100" dir="2700000" algn="tl" rotWithShape="0">
              <a:prstClr val="black">
                <a:alpha val="40000"/>
              </a:prstClr>
            </a:outerShdw>
          </a:effectLst>
        </p:grpSpPr>
        <p:grpSp>
          <p:nvGrpSpPr>
            <p:cNvPr id="327" name="Group 326">
              <a:extLst>
                <a:ext uri="{FF2B5EF4-FFF2-40B4-BE49-F238E27FC236}">
                  <a16:creationId xmlns:a16="http://schemas.microsoft.com/office/drawing/2014/main" id="{162C1743-A02E-DAE4-7E5E-6E6A87E6ACE0}"/>
                </a:ext>
              </a:extLst>
            </p:cNvPr>
            <p:cNvGrpSpPr/>
            <p:nvPr/>
          </p:nvGrpSpPr>
          <p:grpSpPr>
            <a:xfrm>
              <a:off x="4007768" y="1628800"/>
              <a:ext cx="848176" cy="618515"/>
              <a:chOff x="4095789" y="-170912"/>
              <a:chExt cx="2016049" cy="1522331"/>
            </a:xfrm>
          </p:grpSpPr>
          <p:pic>
            <p:nvPicPr>
              <p:cNvPr id="406" name="Graphic 405" descr="Deciduous tree with solid fill">
                <a:extLst>
                  <a:ext uri="{FF2B5EF4-FFF2-40B4-BE49-F238E27FC236}">
                    <a16:creationId xmlns:a16="http://schemas.microsoft.com/office/drawing/2014/main" id="{AF93BA60-BFA1-1113-6064-EFE1F5001B1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408" name="Group 407">
                <a:extLst>
                  <a:ext uri="{FF2B5EF4-FFF2-40B4-BE49-F238E27FC236}">
                    <a16:creationId xmlns:a16="http://schemas.microsoft.com/office/drawing/2014/main" id="{E914113E-1035-8380-E98C-5E7C8C2A1708}"/>
                  </a:ext>
                </a:extLst>
              </p:cNvPr>
              <p:cNvGrpSpPr/>
              <p:nvPr/>
            </p:nvGrpSpPr>
            <p:grpSpPr>
              <a:xfrm>
                <a:off x="4655840" y="236627"/>
                <a:ext cx="792088" cy="936104"/>
                <a:chOff x="4655840" y="164619"/>
                <a:chExt cx="792088" cy="936104"/>
              </a:xfrm>
            </p:grpSpPr>
            <p:sp>
              <p:nvSpPr>
                <p:cNvPr id="409" name="Rectangle: Rounded Corners 408">
                  <a:extLst>
                    <a:ext uri="{FF2B5EF4-FFF2-40B4-BE49-F238E27FC236}">
                      <a16:creationId xmlns:a16="http://schemas.microsoft.com/office/drawing/2014/main" id="{46D864AB-64CA-B925-E108-7FD8E668C55B}"/>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0" name="Graphic 409" descr="DNA outline">
                  <a:extLst>
                    <a:ext uri="{FF2B5EF4-FFF2-40B4-BE49-F238E27FC236}">
                      <a16:creationId xmlns:a16="http://schemas.microsoft.com/office/drawing/2014/main" id="{820F29D2-B9DA-E5D9-0712-83D6C4747C0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328" name="Group 327">
              <a:extLst>
                <a:ext uri="{FF2B5EF4-FFF2-40B4-BE49-F238E27FC236}">
                  <a16:creationId xmlns:a16="http://schemas.microsoft.com/office/drawing/2014/main" id="{BE3D4EA5-C02B-0DDF-58B9-6362C27CEDD3}"/>
                </a:ext>
              </a:extLst>
            </p:cNvPr>
            <p:cNvGrpSpPr/>
            <p:nvPr/>
          </p:nvGrpSpPr>
          <p:grpSpPr>
            <a:xfrm>
              <a:off x="4781955" y="1628799"/>
              <a:ext cx="848176" cy="618515"/>
              <a:chOff x="4095789" y="-170912"/>
              <a:chExt cx="2016049" cy="1522331"/>
            </a:xfrm>
          </p:grpSpPr>
          <p:pic>
            <p:nvPicPr>
              <p:cNvPr id="398" name="Graphic 397" descr="Deciduous tree with solid fill">
                <a:extLst>
                  <a:ext uri="{FF2B5EF4-FFF2-40B4-BE49-F238E27FC236}">
                    <a16:creationId xmlns:a16="http://schemas.microsoft.com/office/drawing/2014/main" id="{06C598E6-2360-1FE6-50AA-2E45D45755A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400" name="Group 399">
                <a:extLst>
                  <a:ext uri="{FF2B5EF4-FFF2-40B4-BE49-F238E27FC236}">
                    <a16:creationId xmlns:a16="http://schemas.microsoft.com/office/drawing/2014/main" id="{BA2F65EC-AD3B-4BCD-565F-A3BA08DF0D0B}"/>
                  </a:ext>
                </a:extLst>
              </p:cNvPr>
              <p:cNvGrpSpPr/>
              <p:nvPr/>
            </p:nvGrpSpPr>
            <p:grpSpPr>
              <a:xfrm>
                <a:off x="4655840" y="236627"/>
                <a:ext cx="792088" cy="936104"/>
                <a:chOff x="4655840" y="164619"/>
                <a:chExt cx="792088" cy="936104"/>
              </a:xfrm>
            </p:grpSpPr>
            <p:sp>
              <p:nvSpPr>
                <p:cNvPr id="402" name="Rectangle: Rounded Corners 401">
                  <a:extLst>
                    <a:ext uri="{FF2B5EF4-FFF2-40B4-BE49-F238E27FC236}">
                      <a16:creationId xmlns:a16="http://schemas.microsoft.com/office/drawing/2014/main" id="{31AA38DE-D0C4-27D9-3FB6-71F410C081D2}"/>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04" name="Graphic 403" descr="DNA outline">
                  <a:extLst>
                    <a:ext uri="{FF2B5EF4-FFF2-40B4-BE49-F238E27FC236}">
                      <a16:creationId xmlns:a16="http://schemas.microsoft.com/office/drawing/2014/main" id="{AC187D87-E6C4-4495-24DF-FC4B5E83FF8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329" name="Group 328">
              <a:extLst>
                <a:ext uri="{FF2B5EF4-FFF2-40B4-BE49-F238E27FC236}">
                  <a16:creationId xmlns:a16="http://schemas.microsoft.com/office/drawing/2014/main" id="{FCD1835B-6C36-C3E5-BC30-19619A6C6EDD}"/>
                </a:ext>
              </a:extLst>
            </p:cNvPr>
            <p:cNvGrpSpPr/>
            <p:nvPr/>
          </p:nvGrpSpPr>
          <p:grpSpPr>
            <a:xfrm>
              <a:off x="6118597" y="1626811"/>
              <a:ext cx="848176" cy="618515"/>
              <a:chOff x="4095789" y="-170912"/>
              <a:chExt cx="2016049" cy="1522331"/>
            </a:xfrm>
          </p:grpSpPr>
          <p:pic>
            <p:nvPicPr>
              <p:cNvPr id="390" name="Graphic 389" descr="Deciduous tree with solid fill">
                <a:extLst>
                  <a:ext uri="{FF2B5EF4-FFF2-40B4-BE49-F238E27FC236}">
                    <a16:creationId xmlns:a16="http://schemas.microsoft.com/office/drawing/2014/main" id="{195E553F-B5DB-1E8E-5067-E8267CC6A90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392" name="Group 391">
                <a:extLst>
                  <a:ext uri="{FF2B5EF4-FFF2-40B4-BE49-F238E27FC236}">
                    <a16:creationId xmlns:a16="http://schemas.microsoft.com/office/drawing/2014/main" id="{527866E4-73E8-F33A-114C-1FBBCA3BB8DE}"/>
                  </a:ext>
                </a:extLst>
              </p:cNvPr>
              <p:cNvGrpSpPr/>
              <p:nvPr/>
            </p:nvGrpSpPr>
            <p:grpSpPr>
              <a:xfrm>
                <a:off x="4655840" y="236627"/>
                <a:ext cx="792088" cy="936104"/>
                <a:chOff x="4655840" y="164619"/>
                <a:chExt cx="792088" cy="936104"/>
              </a:xfrm>
            </p:grpSpPr>
            <p:sp>
              <p:nvSpPr>
                <p:cNvPr id="394" name="Rectangle: Rounded Corners 393">
                  <a:extLst>
                    <a:ext uri="{FF2B5EF4-FFF2-40B4-BE49-F238E27FC236}">
                      <a16:creationId xmlns:a16="http://schemas.microsoft.com/office/drawing/2014/main" id="{F7A51320-2619-C9CC-D88D-5A1FB5C5E8B4}"/>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96" name="Graphic 395" descr="DNA outline">
                  <a:extLst>
                    <a:ext uri="{FF2B5EF4-FFF2-40B4-BE49-F238E27FC236}">
                      <a16:creationId xmlns:a16="http://schemas.microsoft.com/office/drawing/2014/main" id="{BD2D8BBB-A748-5E67-97E1-CF18DFD3931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330" name="Group 329">
              <a:extLst>
                <a:ext uri="{FF2B5EF4-FFF2-40B4-BE49-F238E27FC236}">
                  <a16:creationId xmlns:a16="http://schemas.microsoft.com/office/drawing/2014/main" id="{2DA90B55-D4F7-1F0C-9218-1FE037F22A9A}"/>
                </a:ext>
              </a:extLst>
            </p:cNvPr>
            <p:cNvGrpSpPr/>
            <p:nvPr/>
          </p:nvGrpSpPr>
          <p:grpSpPr>
            <a:xfrm>
              <a:off x="6923078" y="1626811"/>
              <a:ext cx="848176" cy="618515"/>
              <a:chOff x="4095789" y="-170912"/>
              <a:chExt cx="2016049" cy="1522331"/>
            </a:xfrm>
          </p:grpSpPr>
          <p:pic>
            <p:nvPicPr>
              <p:cNvPr id="384" name="Graphic 383" descr="Deciduous tree with solid fill">
                <a:extLst>
                  <a:ext uri="{FF2B5EF4-FFF2-40B4-BE49-F238E27FC236}">
                    <a16:creationId xmlns:a16="http://schemas.microsoft.com/office/drawing/2014/main" id="{D43F8EDD-69B0-4EA0-EEAD-274680FC4C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385" name="Group 384">
                <a:extLst>
                  <a:ext uri="{FF2B5EF4-FFF2-40B4-BE49-F238E27FC236}">
                    <a16:creationId xmlns:a16="http://schemas.microsoft.com/office/drawing/2014/main" id="{A8AF3770-9F3F-3C95-0887-2E927E1F240D}"/>
                  </a:ext>
                </a:extLst>
              </p:cNvPr>
              <p:cNvGrpSpPr/>
              <p:nvPr/>
            </p:nvGrpSpPr>
            <p:grpSpPr>
              <a:xfrm>
                <a:off x="4655840" y="236627"/>
                <a:ext cx="792088" cy="936104"/>
                <a:chOff x="4655840" y="164619"/>
                <a:chExt cx="792088" cy="936104"/>
              </a:xfrm>
            </p:grpSpPr>
            <p:sp>
              <p:nvSpPr>
                <p:cNvPr id="386" name="Rectangle: Rounded Corners 385">
                  <a:extLst>
                    <a:ext uri="{FF2B5EF4-FFF2-40B4-BE49-F238E27FC236}">
                      <a16:creationId xmlns:a16="http://schemas.microsoft.com/office/drawing/2014/main" id="{01F4A1C1-8B32-2625-CBF4-79851C0A0CE3}"/>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8" name="Graphic 387" descr="DNA outline">
                  <a:extLst>
                    <a:ext uri="{FF2B5EF4-FFF2-40B4-BE49-F238E27FC236}">
                      <a16:creationId xmlns:a16="http://schemas.microsoft.com/office/drawing/2014/main" id="{4A2E93C7-BE93-649E-4461-9D30C016776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331" name="Group 330">
              <a:extLst>
                <a:ext uri="{FF2B5EF4-FFF2-40B4-BE49-F238E27FC236}">
                  <a16:creationId xmlns:a16="http://schemas.microsoft.com/office/drawing/2014/main" id="{8CCB7E06-F67E-629F-8EA7-7D609CEAE720}"/>
                </a:ext>
              </a:extLst>
            </p:cNvPr>
            <p:cNvGrpSpPr/>
            <p:nvPr/>
          </p:nvGrpSpPr>
          <p:grpSpPr>
            <a:xfrm>
              <a:off x="3215049" y="1626811"/>
              <a:ext cx="848176" cy="618515"/>
              <a:chOff x="4095789" y="-170912"/>
              <a:chExt cx="2016049" cy="1522331"/>
            </a:xfrm>
          </p:grpSpPr>
          <p:pic>
            <p:nvPicPr>
              <p:cNvPr id="378" name="Graphic 377" descr="Deciduous tree with solid fill">
                <a:extLst>
                  <a:ext uri="{FF2B5EF4-FFF2-40B4-BE49-F238E27FC236}">
                    <a16:creationId xmlns:a16="http://schemas.microsoft.com/office/drawing/2014/main" id="{043C3224-3695-414F-B6BA-A4C258D858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380" name="Group 379">
                <a:extLst>
                  <a:ext uri="{FF2B5EF4-FFF2-40B4-BE49-F238E27FC236}">
                    <a16:creationId xmlns:a16="http://schemas.microsoft.com/office/drawing/2014/main" id="{A0033197-C9A0-AB0B-0C0A-471218ECA480}"/>
                  </a:ext>
                </a:extLst>
              </p:cNvPr>
              <p:cNvGrpSpPr/>
              <p:nvPr/>
            </p:nvGrpSpPr>
            <p:grpSpPr>
              <a:xfrm>
                <a:off x="4655840" y="236627"/>
                <a:ext cx="792088" cy="936104"/>
                <a:chOff x="4655840" y="164619"/>
                <a:chExt cx="792088" cy="936104"/>
              </a:xfrm>
            </p:grpSpPr>
            <p:sp>
              <p:nvSpPr>
                <p:cNvPr id="382" name="Rectangle: Rounded Corners 381">
                  <a:extLst>
                    <a:ext uri="{FF2B5EF4-FFF2-40B4-BE49-F238E27FC236}">
                      <a16:creationId xmlns:a16="http://schemas.microsoft.com/office/drawing/2014/main" id="{988B2060-9558-2A2E-C49A-A756FDE6A9C9}"/>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3" name="Graphic 382" descr="DNA outline">
                  <a:extLst>
                    <a:ext uri="{FF2B5EF4-FFF2-40B4-BE49-F238E27FC236}">
                      <a16:creationId xmlns:a16="http://schemas.microsoft.com/office/drawing/2014/main" id="{887991FB-A367-7375-D24B-48DC75932E7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sp>
          <p:nvSpPr>
            <p:cNvPr id="332" name="Left Bracket 331">
              <a:extLst>
                <a:ext uri="{FF2B5EF4-FFF2-40B4-BE49-F238E27FC236}">
                  <a16:creationId xmlns:a16="http://schemas.microsoft.com/office/drawing/2014/main" id="{C3021186-CDD3-725D-5725-A6850E9A45AA}"/>
                </a:ext>
              </a:extLst>
            </p:cNvPr>
            <p:cNvSpPr/>
            <p:nvPr/>
          </p:nvSpPr>
          <p:spPr>
            <a:xfrm rot="16200000">
              <a:off x="6816394" y="2115352"/>
              <a:ext cx="208190" cy="799300"/>
            </a:xfrm>
            <a:prstGeom prst="leftBracket">
              <a:avLst/>
            </a:prstGeom>
            <a:ln>
              <a:solidFill>
                <a:schemeClr val="tx1"/>
              </a:solidFill>
            </a:ln>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txBody>
            <a:bodyPr rtlCol="0" anchor="ctr"/>
            <a:lstStyle/>
            <a:p>
              <a:pPr algn="ctr"/>
              <a:endParaRPr lang="en-US" noProof="0" dirty="0"/>
            </a:p>
          </p:txBody>
        </p:sp>
        <p:grpSp>
          <p:nvGrpSpPr>
            <p:cNvPr id="333" name="Group 332">
              <a:extLst>
                <a:ext uri="{FF2B5EF4-FFF2-40B4-BE49-F238E27FC236}">
                  <a16:creationId xmlns:a16="http://schemas.microsoft.com/office/drawing/2014/main" id="{6B0F141A-0D4B-1794-7E33-F6B3A1395E08}"/>
                </a:ext>
              </a:extLst>
            </p:cNvPr>
            <p:cNvGrpSpPr/>
            <p:nvPr/>
          </p:nvGrpSpPr>
          <p:grpSpPr>
            <a:xfrm>
              <a:off x="3594840" y="2410907"/>
              <a:ext cx="1637063" cy="1162109"/>
              <a:chOff x="3594840" y="2410907"/>
              <a:chExt cx="1637063" cy="1162109"/>
            </a:xfrm>
          </p:grpSpPr>
          <p:sp>
            <p:nvSpPr>
              <p:cNvPr id="374" name="Left Bracket 373">
                <a:extLst>
                  <a:ext uri="{FF2B5EF4-FFF2-40B4-BE49-F238E27FC236}">
                    <a16:creationId xmlns:a16="http://schemas.microsoft.com/office/drawing/2014/main" id="{B6529552-C636-2ACC-1C13-C9BF7EB02344}"/>
                  </a:ext>
                </a:extLst>
              </p:cNvPr>
              <p:cNvSpPr/>
              <p:nvPr/>
            </p:nvSpPr>
            <p:spPr>
              <a:xfrm rot="16200000">
                <a:off x="4309277" y="1696470"/>
                <a:ext cx="208190" cy="1637063"/>
              </a:xfrm>
              <a:prstGeom prst="leftBracket">
                <a:avLst/>
              </a:prstGeom>
              <a:ln>
                <a:solidFill>
                  <a:schemeClr val="tx1"/>
                </a:solidFill>
              </a:ln>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txBody>
              <a:bodyPr rtlCol="0" anchor="ctr"/>
              <a:lstStyle/>
              <a:p>
                <a:pPr algn="ctr"/>
                <a:endParaRPr lang="en-US" noProof="0" dirty="0"/>
              </a:p>
            </p:txBody>
          </p:sp>
          <p:cxnSp>
            <p:nvCxnSpPr>
              <p:cNvPr id="376" name="Straight Connector 375">
                <a:extLst>
                  <a:ext uri="{FF2B5EF4-FFF2-40B4-BE49-F238E27FC236}">
                    <a16:creationId xmlns:a16="http://schemas.microsoft.com/office/drawing/2014/main" id="{FEA923D2-B55F-71EB-6635-1FA4AFB4E2E7}"/>
                  </a:ext>
                </a:extLst>
              </p:cNvPr>
              <p:cNvCxnSpPr>
                <a:cxnSpLocks/>
                <a:stCxn id="374" idx="1"/>
              </p:cNvCxnSpPr>
              <p:nvPr/>
            </p:nvCxnSpPr>
            <p:spPr>
              <a:xfrm>
                <a:off x="4413373" y="2619097"/>
                <a:ext cx="0" cy="953919"/>
              </a:xfrm>
              <a:prstGeom prst="line">
                <a:avLst/>
              </a:prstGeom>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cxnSp>
          <p:nvCxnSpPr>
            <p:cNvPr id="334" name="Straight Connector 333">
              <a:extLst>
                <a:ext uri="{FF2B5EF4-FFF2-40B4-BE49-F238E27FC236}">
                  <a16:creationId xmlns:a16="http://schemas.microsoft.com/office/drawing/2014/main" id="{6EE46606-7140-77E0-FF14-701F374753CF}"/>
                </a:ext>
              </a:extLst>
            </p:cNvPr>
            <p:cNvCxnSpPr>
              <a:cxnSpLocks/>
              <a:stCxn id="332" idx="1"/>
            </p:cNvCxnSpPr>
            <p:nvPr/>
          </p:nvCxnSpPr>
          <p:spPr>
            <a:xfrm>
              <a:off x="6920489" y="2619097"/>
              <a:ext cx="11602" cy="1043742"/>
            </a:xfrm>
            <a:prstGeom prst="line">
              <a:avLst/>
            </a:prstGeom>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335" name="Group 334">
              <a:extLst>
                <a:ext uri="{FF2B5EF4-FFF2-40B4-BE49-F238E27FC236}">
                  <a16:creationId xmlns:a16="http://schemas.microsoft.com/office/drawing/2014/main" id="{53DA5E4F-3C29-E9C7-157E-11101C243CC2}"/>
                </a:ext>
              </a:extLst>
            </p:cNvPr>
            <p:cNvGrpSpPr/>
            <p:nvPr/>
          </p:nvGrpSpPr>
          <p:grpSpPr>
            <a:xfrm>
              <a:off x="4007768" y="3735712"/>
              <a:ext cx="848176" cy="618515"/>
              <a:chOff x="4095789" y="-170912"/>
              <a:chExt cx="2016049" cy="1522331"/>
            </a:xfrm>
          </p:grpSpPr>
          <p:pic>
            <p:nvPicPr>
              <p:cNvPr id="366" name="Graphic 365" descr="Deciduous tree with solid fill">
                <a:extLst>
                  <a:ext uri="{FF2B5EF4-FFF2-40B4-BE49-F238E27FC236}">
                    <a16:creationId xmlns:a16="http://schemas.microsoft.com/office/drawing/2014/main" id="{3706CC3B-2F4B-AD3E-B51C-72ABCE1FF6E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368" name="Group 367">
                <a:extLst>
                  <a:ext uri="{FF2B5EF4-FFF2-40B4-BE49-F238E27FC236}">
                    <a16:creationId xmlns:a16="http://schemas.microsoft.com/office/drawing/2014/main" id="{CF9593AE-5DB4-45C6-0722-4EE1E086BB83}"/>
                  </a:ext>
                </a:extLst>
              </p:cNvPr>
              <p:cNvGrpSpPr/>
              <p:nvPr/>
            </p:nvGrpSpPr>
            <p:grpSpPr>
              <a:xfrm>
                <a:off x="4655840" y="236627"/>
                <a:ext cx="792088" cy="936104"/>
                <a:chOff x="4655840" y="164619"/>
                <a:chExt cx="792088" cy="936104"/>
              </a:xfrm>
            </p:grpSpPr>
            <p:sp>
              <p:nvSpPr>
                <p:cNvPr id="370" name="Rectangle: Rounded Corners 369">
                  <a:extLst>
                    <a:ext uri="{FF2B5EF4-FFF2-40B4-BE49-F238E27FC236}">
                      <a16:creationId xmlns:a16="http://schemas.microsoft.com/office/drawing/2014/main" id="{F2E02C39-C340-603C-D812-E90B2A45808F}"/>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72" name="Graphic 371" descr="DNA outline">
                  <a:extLst>
                    <a:ext uri="{FF2B5EF4-FFF2-40B4-BE49-F238E27FC236}">
                      <a16:creationId xmlns:a16="http://schemas.microsoft.com/office/drawing/2014/main" id="{7D911488-BBAB-A056-82DE-5F7B8A6C39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336" name="Group 335">
              <a:extLst>
                <a:ext uri="{FF2B5EF4-FFF2-40B4-BE49-F238E27FC236}">
                  <a16:creationId xmlns:a16="http://schemas.microsoft.com/office/drawing/2014/main" id="{A1151F8A-B143-8B77-7B0B-1991D6EBE4F6}"/>
                </a:ext>
              </a:extLst>
            </p:cNvPr>
            <p:cNvGrpSpPr/>
            <p:nvPr/>
          </p:nvGrpSpPr>
          <p:grpSpPr>
            <a:xfrm>
              <a:off x="6542685" y="3749780"/>
              <a:ext cx="848176" cy="618515"/>
              <a:chOff x="4095789" y="-170912"/>
              <a:chExt cx="2016049" cy="1522331"/>
            </a:xfrm>
          </p:grpSpPr>
          <p:pic>
            <p:nvPicPr>
              <p:cNvPr id="359" name="Graphic 358" descr="Deciduous tree with solid fill">
                <a:extLst>
                  <a:ext uri="{FF2B5EF4-FFF2-40B4-BE49-F238E27FC236}">
                    <a16:creationId xmlns:a16="http://schemas.microsoft.com/office/drawing/2014/main" id="{99E868D4-4F6C-6989-35B7-D1664A138B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360" name="Group 359">
                <a:extLst>
                  <a:ext uri="{FF2B5EF4-FFF2-40B4-BE49-F238E27FC236}">
                    <a16:creationId xmlns:a16="http://schemas.microsoft.com/office/drawing/2014/main" id="{39B5B8BC-F0AB-9116-65C7-23D6AA115343}"/>
                  </a:ext>
                </a:extLst>
              </p:cNvPr>
              <p:cNvGrpSpPr/>
              <p:nvPr/>
            </p:nvGrpSpPr>
            <p:grpSpPr>
              <a:xfrm>
                <a:off x="4655840" y="236627"/>
                <a:ext cx="792088" cy="936104"/>
                <a:chOff x="4655840" y="164619"/>
                <a:chExt cx="792088" cy="936104"/>
              </a:xfrm>
            </p:grpSpPr>
            <p:sp>
              <p:nvSpPr>
                <p:cNvPr id="362" name="Rectangle: Rounded Corners 361">
                  <a:extLst>
                    <a:ext uri="{FF2B5EF4-FFF2-40B4-BE49-F238E27FC236}">
                      <a16:creationId xmlns:a16="http://schemas.microsoft.com/office/drawing/2014/main" id="{7A3E6203-2485-EB93-FAFC-5F065F03AC1D}"/>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64" name="Graphic 363" descr="DNA outline">
                  <a:extLst>
                    <a:ext uri="{FF2B5EF4-FFF2-40B4-BE49-F238E27FC236}">
                      <a16:creationId xmlns:a16="http://schemas.microsoft.com/office/drawing/2014/main" id="{FB37146E-982F-7C01-5271-B027B7C43D4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337" name="Group 336">
              <a:extLst>
                <a:ext uri="{FF2B5EF4-FFF2-40B4-BE49-F238E27FC236}">
                  <a16:creationId xmlns:a16="http://schemas.microsoft.com/office/drawing/2014/main" id="{DE4A28CC-9DE3-FABC-FEDD-94277DBB14B0}"/>
                </a:ext>
              </a:extLst>
            </p:cNvPr>
            <p:cNvGrpSpPr/>
            <p:nvPr/>
          </p:nvGrpSpPr>
          <p:grpSpPr>
            <a:xfrm>
              <a:off x="4413372" y="4516923"/>
              <a:ext cx="2553401" cy="1162109"/>
              <a:chOff x="3594840" y="2410907"/>
              <a:chExt cx="1637063" cy="1162109"/>
            </a:xfrm>
          </p:grpSpPr>
          <p:sp>
            <p:nvSpPr>
              <p:cNvPr id="356" name="Left Bracket 355">
                <a:extLst>
                  <a:ext uri="{FF2B5EF4-FFF2-40B4-BE49-F238E27FC236}">
                    <a16:creationId xmlns:a16="http://schemas.microsoft.com/office/drawing/2014/main" id="{E44534D1-DAD7-52A8-E9B9-6E7698BD6E56}"/>
                  </a:ext>
                </a:extLst>
              </p:cNvPr>
              <p:cNvSpPr/>
              <p:nvPr/>
            </p:nvSpPr>
            <p:spPr>
              <a:xfrm rot="16200000">
                <a:off x="4309277" y="1696470"/>
                <a:ext cx="208190" cy="1637063"/>
              </a:xfrm>
              <a:prstGeom prst="leftBracket">
                <a:avLst/>
              </a:prstGeom>
              <a:ln>
                <a:solidFill>
                  <a:schemeClr val="tx1"/>
                </a:solidFill>
              </a:ln>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txBody>
              <a:bodyPr rtlCol="0" anchor="ctr"/>
              <a:lstStyle/>
              <a:p>
                <a:pPr algn="ctr"/>
                <a:endParaRPr lang="en-US" noProof="0" dirty="0"/>
              </a:p>
            </p:txBody>
          </p:sp>
          <p:cxnSp>
            <p:nvCxnSpPr>
              <p:cNvPr id="358" name="Straight Connector 357">
                <a:extLst>
                  <a:ext uri="{FF2B5EF4-FFF2-40B4-BE49-F238E27FC236}">
                    <a16:creationId xmlns:a16="http://schemas.microsoft.com/office/drawing/2014/main" id="{6B3A67CA-5FA7-384B-DFEA-D764AEA485B8}"/>
                  </a:ext>
                </a:extLst>
              </p:cNvPr>
              <p:cNvCxnSpPr>
                <a:cxnSpLocks/>
                <a:stCxn id="356" idx="1"/>
              </p:cNvCxnSpPr>
              <p:nvPr/>
            </p:nvCxnSpPr>
            <p:spPr>
              <a:xfrm>
                <a:off x="4413373" y="2619097"/>
                <a:ext cx="0" cy="953919"/>
              </a:xfrm>
              <a:prstGeom prst="line">
                <a:avLst/>
              </a:prstGeom>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grpSp>
          <p:nvGrpSpPr>
            <p:cNvPr id="338" name="Group 337">
              <a:extLst>
                <a:ext uri="{FF2B5EF4-FFF2-40B4-BE49-F238E27FC236}">
                  <a16:creationId xmlns:a16="http://schemas.microsoft.com/office/drawing/2014/main" id="{8AA1CAEB-7435-BFD6-EEB8-124BE73B10B2}"/>
                </a:ext>
              </a:extLst>
            </p:cNvPr>
            <p:cNvGrpSpPr/>
            <p:nvPr/>
          </p:nvGrpSpPr>
          <p:grpSpPr>
            <a:xfrm>
              <a:off x="7963179" y="1626811"/>
              <a:ext cx="848176" cy="618515"/>
              <a:chOff x="4095789" y="-170912"/>
              <a:chExt cx="2016049" cy="1522331"/>
            </a:xfrm>
          </p:grpSpPr>
          <p:pic>
            <p:nvPicPr>
              <p:cNvPr id="350" name="Graphic 349" descr="Deciduous tree with solid fill">
                <a:extLst>
                  <a:ext uri="{FF2B5EF4-FFF2-40B4-BE49-F238E27FC236}">
                    <a16:creationId xmlns:a16="http://schemas.microsoft.com/office/drawing/2014/main" id="{F62D1D41-90C3-FDB1-7738-D889F0750BB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351" name="Group 350">
                <a:extLst>
                  <a:ext uri="{FF2B5EF4-FFF2-40B4-BE49-F238E27FC236}">
                    <a16:creationId xmlns:a16="http://schemas.microsoft.com/office/drawing/2014/main" id="{DA2BBFAE-2F47-F1A2-7B57-7EC07C7B1260}"/>
                  </a:ext>
                </a:extLst>
              </p:cNvPr>
              <p:cNvGrpSpPr/>
              <p:nvPr/>
            </p:nvGrpSpPr>
            <p:grpSpPr>
              <a:xfrm>
                <a:off x="4655840" y="236627"/>
                <a:ext cx="792088" cy="936104"/>
                <a:chOff x="4655840" y="164619"/>
                <a:chExt cx="792088" cy="936104"/>
              </a:xfrm>
            </p:grpSpPr>
            <p:sp>
              <p:nvSpPr>
                <p:cNvPr id="352" name="Rectangle: Rounded Corners 351">
                  <a:extLst>
                    <a:ext uri="{FF2B5EF4-FFF2-40B4-BE49-F238E27FC236}">
                      <a16:creationId xmlns:a16="http://schemas.microsoft.com/office/drawing/2014/main" id="{56B61747-3EBA-77AD-7541-7B082F20BE34}"/>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54" name="Graphic 353" descr="DNA outline">
                  <a:extLst>
                    <a:ext uri="{FF2B5EF4-FFF2-40B4-BE49-F238E27FC236}">
                      <a16:creationId xmlns:a16="http://schemas.microsoft.com/office/drawing/2014/main" id="{0A8378C5-8280-B5DB-2A66-67D63A607E7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cxnSp>
          <p:nvCxnSpPr>
            <p:cNvPr id="339" name="Straight Connector 338">
              <a:extLst>
                <a:ext uri="{FF2B5EF4-FFF2-40B4-BE49-F238E27FC236}">
                  <a16:creationId xmlns:a16="http://schemas.microsoft.com/office/drawing/2014/main" id="{FC400EF2-3E47-1CDB-A341-1B4F686E5387}"/>
                </a:ext>
              </a:extLst>
            </p:cNvPr>
            <p:cNvCxnSpPr>
              <a:cxnSpLocks/>
            </p:cNvCxnSpPr>
            <p:nvPr/>
          </p:nvCxnSpPr>
          <p:spPr>
            <a:xfrm>
              <a:off x="8359618" y="2619097"/>
              <a:ext cx="11602" cy="1043742"/>
            </a:xfrm>
            <a:prstGeom prst="line">
              <a:avLst/>
            </a:prstGeom>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340" name="Group 339">
              <a:extLst>
                <a:ext uri="{FF2B5EF4-FFF2-40B4-BE49-F238E27FC236}">
                  <a16:creationId xmlns:a16="http://schemas.microsoft.com/office/drawing/2014/main" id="{3DB93DEE-FFD6-9A06-D19B-ED37AA3DF28C}"/>
                </a:ext>
              </a:extLst>
            </p:cNvPr>
            <p:cNvGrpSpPr/>
            <p:nvPr/>
          </p:nvGrpSpPr>
          <p:grpSpPr>
            <a:xfrm>
              <a:off x="7968118" y="3749780"/>
              <a:ext cx="848176" cy="618515"/>
              <a:chOff x="4095789" y="-170912"/>
              <a:chExt cx="2016049" cy="1522331"/>
            </a:xfrm>
          </p:grpSpPr>
          <p:pic>
            <p:nvPicPr>
              <p:cNvPr id="346" name="Graphic 345" descr="Deciduous tree with solid fill">
                <a:extLst>
                  <a:ext uri="{FF2B5EF4-FFF2-40B4-BE49-F238E27FC236}">
                    <a16:creationId xmlns:a16="http://schemas.microsoft.com/office/drawing/2014/main" id="{606688D7-F94C-0BAE-27A1-987232C61A6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347" name="Group 346">
                <a:extLst>
                  <a:ext uri="{FF2B5EF4-FFF2-40B4-BE49-F238E27FC236}">
                    <a16:creationId xmlns:a16="http://schemas.microsoft.com/office/drawing/2014/main" id="{B36F8ECC-D459-8636-BA63-ADA7E337F0D4}"/>
                  </a:ext>
                </a:extLst>
              </p:cNvPr>
              <p:cNvGrpSpPr/>
              <p:nvPr/>
            </p:nvGrpSpPr>
            <p:grpSpPr>
              <a:xfrm>
                <a:off x="4655840" y="236627"/>
                <a:ext cx="792088" cy="936104"/>
                <a:chOff x="4655840" y="164619"/>
                <a:chExt cx="792088" cy="936104"/>
              </a:xfrm>
            </p:grpSpPr>
            <p:sp>
              <p:nvSpPr>
                <p:cNvPr id="348" name="Rectangle: Rounded Corners 347">
                  <a:extLst>
                    <a:ext uri="{FF2B5EF4-FFF2-40B4-BE49-F238E27FC236}">
                      <a16:creationId xmlns:a16="http://schemas.microsoft.com/office/drawing/2014/main" id="{248407B3-B90D-3DAD-1FFF-C54CF35F1B06}"/>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49" name="Graphic 348" descr="DNA outline">
                  <a:extLst>
                    <a:ext uri="{FF2B5EF4-FFF2-40B4-BE49-F238E27FC236}">
                      <a16:creationId xmlns:a16="http://schemas.microsoft.com/office/drawing/2014/main" id="{998E64AD-45D8-A59A-6562-14A12C6A630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nvGrpSpPr>
            <p:cNvPr id="341" name="Group 340">
              <a:extLst>
                <a:ext uri="{FF2B5EF4-FFF2-40B4-BE49-F238E27FC236}">
                  <a16:creationId xmlns:a16="http://schemas.microsoft.com/office/drawing/2014/main" id="{343B915D-C932-E4DF-E981-5552477D51F4}"/>
                </a:ext>
              </a:extLst>
            </p:cNvPr>
            <p:cNvGrpSpPr/>
            <p:nvPr/>
          </p:nvGrpSpPr>
          <p:grpSpPr>
            <a:xfrm>
              <a:off x="5320522" y="5705730"/>
              <a:ext cx="848176" cy="618515"/>
              <a:chOff x="4095789" y="-170912"/>
              <a:chExt cx="2016049" cy="1522331"/>
            </a:xfrm>
          </p:grpSpPr>
          <p:pic>
            <p:nvPicPr>
              <p:cNvPr id="342" name="Graphic 341" descr="Deciduous tree with solid fill">
                <a:extLst>
                  <a:ext uri="{FF2B5EF4-FFF2-40B4-BE49-F238E27FC236}">
                    <a16:creationId xmlns:a16="http://schemas.microsoft.com/office/drawing/2014/main" id="{8BBE48C5-6FC5-B1DF-E51F-8E9C56587D3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5789" y="-170912"/>
                <a:ext cx="2016049" cy="1522331"/>
              </a:xfrm>
              <a:prstGeom prst="rect">
                <a:avLst/>
              </a:prstGeom>
            </p:spPr>
          </p:pic>
          <p:grpSp>
            <p:nvGrpSpPr>
              <p:cNvPr id="343" name="Group 342">
                <a:extLst>
                  <a:ext uri="{FF2B5EF4-FFF2-40B4-BE49-F238E27FC236}">
                    <a16:creationId xmlns:a16="http://schemas.microsoft.com/office/drawing/2014/main" id="{5EAD4774-D8B9-1E84-415B-6EB669A79F77}"/>
                  </a:ext>
                </a:extLst>
              </p:cNvPr>
              <p:cNvGrpSpPr/>
              <p:nvPr/>
            </p:nvGrpSpPr>
            <p:grpSpPr>
              <a:xfrm>
                <a:off x="4655840" y="236627"/>
                <a:ext cx="792088" cy="936104"/>
                <a:chOff x="4655840" y="164619"/>
                <a:chExt cx="792088" cy="936104"/>
              </a:xfrm>
            </p:grpSpPr>
            <p:sp>
              <p:nvSpPr>
                <p:cNvPr id="344" name="Rectangle: Rounded Corners 343">
                  <a:extLst>
                    <a:ext uri="{FF2B5EF4-FFF2-40B4-BE49-F238E27FC236}">
                      <a16:creationId xmlns:a16="http://schemas.microsoft.com/office/drawing/2014/main" id="{364B7A77-78EC-D7E1-7AC3-0E7DA2DD7E62}"/>
                    </a:ext>
                  </a:extLst>
                </p:cNvPr>
                <p:cNvSpPr/>
                <p:nvPr/>
              </p:nvSpPr>
              <p:spPr>
                <a:xfrm>
                  <a:off x="4727848" y="164619"/>
                  <a:ext cx="648072" cy="9361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45" name="Graphic 344" descr="DNA outline">
                  <a:extLst>
                    <a:ext uri="{FF2B5EF4-FFF2-40B4-BE49-F238E27FC236}">
                      <a16:creationId xmlns:a16="http://schemas.microsoft.com/office/drawing/2014/main" id="{E3840C06-E30D-A100-0CF5-2E69B66AF77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40" y="236627"/>
                  <a:ext cx="792088" cy="792088"/>
                </a:xfrm>
                <a:prstGeom prst="rect">
                  <a:avLst/>
                </a:prstGeom>
                <a:effectLst>
                  <a:outerShdw blurRad="50800" dist="38100" dir="2700000" algn="tl" rotWithShape="0">
                    <a:prstClr val="black">
                      <a:alpha val="40000"/>
                    </a:prstClr>
                  </a:outerShdw>
                </a:effectLst>
              </p:spPr>
            </p:pic>
          </p:grpSp>
        </p:grpSp>
      </p:grpSp>
      <p:sp>
        <p:nvSpPr>
          <p:cNvPr id="3" name="Date Placeholder 2">
            <a:extLst>
              <a:ext uri="{FF2B5EF4-FFF2-40B4-BE49-F238E27FC236}">
                <a16:creationId xmlns:a16="http://schemas.microsoft.com/office/drawing/2014/main" id="{A5A4A48D-B91A-BC44-DA0F-85AF642AA692}"/>
              </a:ext>
            </a:extLst>
          </p:cNvPr>
          <p:cNvSpPr>
            <a:spLocks noGrp="1"/>
          </p:cNvSpPr>
          <p:nvPr>
            <p:ph type="dt" sz="half" idx="10"/>
          </p:nvPr>
        </p:nvSpPr>
        <p:spPr/>
        <p:txBody>
          <a:bodyPr/>
          <a:lstStyle/>
          <a:p>
            <a:fld id="{135D9EB5-A27D-4A40-BCF7-C700A4676451}"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9F73E116-3FD9-B8B0-2A91-E1D2EA819F8D}"/>
              </a:ext>
            </a:extLst>
          </p:cNvPr>
          <p:cNvSpPr>
            <a:spLocks noGrp="1"/>
          </p:cNvSpPr>
          <p:nvPr>
            <p:ph type="sldNum" sz="quarter" idx="12"/>
          </p:nvPr>
        </p:nvSpPr>
        <p:spPr/>
        <p:txBody>
          <a:bodyPr/>
          <a:lstStyle/>
          <a:p>
            <a:fld id="{442AD375-037F-43D0-B059-5172DA06796A}" type="slidenum">
              <a:rPr lang="en-GB" noProof="0" smtClean="0"/>
              <a:pPr/>
              <a:t>22</a:t>
            </a:fld>
            <a:endParaRPr lang="en-GB" noProof="0" dirty="0"/>
          </a:p>
        </p:txBody>
      </p:sp>
    </p:spTree>
    <p:extLst>
      <p:ext uri="{BB962C8B-B14F-4D97-AF65-F5344CB8AC3E}">
        <p14:creationId xmlns:p14="http://schemas.microsoft.com/office/powerpoint/2010/main" val="157201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AAB45-667D-3DF8-8833-E53E57D07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F6302-F6DB-43A1-BDDE-C9F8BC9CB94C}"/>
              </a:ext>
            </a:extLst>
          </p:cNvPr>
          <p:cNvSpPr>
            <a:spLocks noGrp="1"/>
          </p:cNvSpPr>
          <p:nvPr>
            <p:ph type="title"/>
          </p:nvPr>
        </p:nvSpPr>
        <p:spPr/>
        <p:txBody>
          <a:bodyPr/>
          <a:lstStyle/>
          <a:p>
            <a:r>
              <a:rPr lang="en-US" sz="2400" b="1" noProof="0" dirty="0">
                <a:solidFill>
                  <a:srgbClr val="0B0B0B"/>
                </a:solidFill>
                <a:latin typeface="Arial"/>
              </a:rPr>
              <a:t>Solution</a:t>
            </a:r>
          </a:p>
        </p:txBody>
      </p:sp>
      <p:sp>
        <p:nvSpPr>
          <p:cNvPr id="3" name="Date Placeholder 2">
            <a:extLst>
              <a:ext uri="{FF2B5EF4-FFF2-40B4-BE49-F238E27FC236}">
                <a16:creationId xmlns:a16="http://schemas.microsoft.com/office/drawing/2014/main" id="{2EE90ED0-13C2-F2D5-AFC3-AECFBC651CF1}"/>
              </a:ext>
            </a:extLst>
          </p:cNvPr>
          <p:cNvSpPr>
            <a:spLocks noGrp="1"/>
          </p:cNvSpPr>
          <p:nvPr>
            <p:ph type="dt" sz="half" idx="10"/>
          </p:nvPr>
        </p:nvSpPr>
        <p:spPr/>
        <p:txBody>
          <a:bodyPr/>
          <a:lstStyle/>
          <a:p>
            <a:fld id="{83F49B24-CFD1-4F25-87C7-8730BF5E4464}"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DE7268D8-C08B-643C-792A-304BFE8856C8}"/>
              </a:ext>
            </a:extLst>
          </p:cNvPr>
          <p:cNvSpPr>
            <a:spLocks noGrp="1"/>
          </p:cNvSpPr>
          <p:nvPr>
            <p:ph type="sldNum" sz="quarter" idx="12"/>
          </p:nvPr>
        </p:nvSpPr>
        <p:spPr/>
        <p:txBody>
          <a:bodyPr/>
          <a:lstStyle/>
          <a:p>
            <a:fld id="{442AD375-037F-43D0-B059-5172DA06796A}" type="slidenum">
              <a:rPr lang="en-GB" noProof="0" smtClean="0"/>
              <a:pPr/>
              <a:t>23</a:t>
            </a:fld>
            <a:endParaRPr lang="en-GB" noProof="0" dirty="0"/>
          </a:p>
        </p:txBody>
      </p:sp>
    </p:spTree>
    <p:extLst>
      <p:ext uri="{BB962C8B-B14F-4D97-AF65-F5344CB8AC3E}">
        <p14:creationId xmlns:p14="http://schemas.microsoft.com/office/powerpoint/2010/main" val="3851696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8C769-854F-8032-4DF7-64FCB8464F51}"/>
            </a:ext>
          </a:extLst>
        </p:cNvPr>
        <p:cNvGrpSpPr/>
        <p:nvPr/>
      </p:nvGrpSpPr>
      <p:grpSpPr>
        <a:xfrm>
          <a:off x="0" y="0"/>
          <a:ext cx="0" cy="0"/>
          <a:chOff x="0" y="0"/>
          <a:chExt cx="0" cy="0"/>
        </a:xfrm>
      </p:grpSpPr>
      <p:sp>
        <p:nvSpPr>
          <p:cNvPr id="3953" name="Title 3952">
            <a:extLst>
              <a:ext uri="{FF2B5EF4-FFF2-40B4-BE49-F238E27FC236}">
                <a16:creationId xmlns:a16="http://schemas.microsoft.com/office/drawing/2014/main" id="{ECD4190E-C134-E9A8-1D10-B80C1DB39992}"/>
              </a:ext>
            </a:extLst>
          </p:cNvPr>
          <p:cNvSpPr>
            <a:spLocks noGrp="1"/>
          </p:cNvSpPr>
          <p:nvPr>
            <p:ph type="title"/>
          </p:nvPr>
        </p:nvSpPr>
        <p:spPr>
          <a:xfrm>
            <a:off x="270669" y="236627"/>
            <a:ext cx="11650662" cy="625944"/>
          </a:xfrm>
        </p:spPr>
        <p:txBody>
          <a:bodyPr/>
          <a:lstStyle/>
          <a:p>
            <a:r>
              <a:rPr lang="en-US" noProof="0" dirty="0"/>
              <a:t>Problem</a:t>
            </a:r>
          </a:p>
        </p:txBody>
      </p:sp>
      <p:grpSp>
        <p:nvGrpSpPr>
          <p:cNvPr id="2" name="Group 1">
            <a:extLst>
              <a:ext uri="{FF2B5EF4-FFF2-40B4-BE49-F238E27FC236}">
                <a16:creationId xmlns:a16="http://schemas.microsoft.com/office/drawing/2014/main" id="{08B63380-D01F-91F9-0270-7F4A010CD5BA}"/>
              </a:ext>
            </a:extLst>
          </p:cNvPr>
          <p:cNvGrpSpPr/>
          <p:nvPr/>
        </p:nvGrpSpPr>
        <p:grpSpPr>
          <a:xfrm>
            <a:off x="4296000" y="1115386"/>
            <a:ext cx="3600000" cy="3600000"/>
            <a:chOff x="4294800" y="1944000"/>
            <a:chExt cx="3600000" cy="3600000"/>
          </a:xfrm>
        </p:grpSpPr>
        <p:sp>
          <p:nvSpPr>
            <p:cNvPr id="3" name="Oval 2">
              <a:extLst>
                <a:ext uri="{FF2B5EF4-FFF2-40B4-BE49-F238E27FC236}">
                  <a16:creationId xmlns:a16="http://schemas.microsoft.com/office/drawing/2014/main" id="{2EBA0294-CE20-5F27-F81D-0F310FEA7A86}"/>
                </a:ext>
              </a:extLst>
            </p:cNvPr>
            <p:cNvSpPr/>
            <p:nvPr/>
          </p:nvSpPr>
          <p:spPr>
            <a:xfrm>
              <a:off x="4294800" y="1944000"/>
              <a:ext cx="3600000" cy="3600000"/>
            </a:xfrm>
            <a:prstGeom prst="ellipse">
              <a:avLst/>
            </a:prstGeom>
            <a:solidFill>
              <a:srgbClr val="E7F0FB"/>
            </a:solidFill>
            <a:ln w="28575">
              <a:solidFill>
                <a:srgbClr val="0B0B0B"/>
              </a:solidFill>
            </a:ln>
            <a:effectLst/>
          </p:spPr>
          <p:txBody>
            <a:bodyPr rtlCol="0" anchor="ctr"/>
            <a:lstStyle/>
            <a:p>
              <a:pPr algn="ctr"/>
              <a:endParaRPr/>
            </a:p>
          </p:txBody>
        </p:sp>
        <p:sp>
          <p:nvSpPr>
            <p:cNvPr id="4" name="Pie 2">
              <a:extLst>
                <a:ext uri="{FF2B5EF4-FFF2-40B4-BE49-F238E27FC236}">
                  <a16:creationId xmlns:a16="http://schemas.microsoft.com/office/drawing/2014/main" id="{F6E62E67-073F-DBA6-A31D-8D6E4813E8AC}"/>
                </a:ext>
              </a:extLst>
            </p:cNvPr>
            <p:cNvSpPr/>
            <p:nvPr/>
          </p:nvSpPr>
          <p:spPr>
            <a:xfrm>
              <a:off x="4294800" y="1944000"/>
              <a:ext cx="3600000" cy="3600000"/>
            </a:xfrm>
            <a:prstGeom prst="pie">
              <a:avLst>
                <a:gd name="adj1" fmla="val 16200000"/>
                <a:gd name="adj2" fmla="val 5400000"/>
              </a:avLst>
            </a:prstGeom>
            <a:solidFill>
              <a:srgbClr val="F0EFEC"/>
            </a:solidFill>
            <a:ln>
              <a:noFill/>
            </a:ln>
            <a:effectLst/>
          </p:spPr>
          <p:txBody>
            <a:bodyPr rtlCol="0" anchor="ctr"/>
            <a:lstStyle/>
            <a:p>
              <a:pPr algn="ctr"/>
              <a:endParaRPr/>
            </a:p>
          </p:txBody>
        </p:sp>
        <p:sp>
          <p:nvSpPr>
            <p:cNvPr id="5" name="Oval 4">
              <a:extLst>
                <a:ext uri="{FF2B5EF4-FFF2-40B4-BE49-F238E27FC236}">
                  <a16:creationId xmlns:a16="http://schemas.microsoft.com/office/drawing/2014/main" id="{FF5C8C36-3E2C-5AAC-38B4-92E4AE713575}"/>
                </a:ext>
              </a:extLst>
            </p:cNvPr>
            <p:cNvSpPr/>
            <p:nvPr/>
          </p:nvSpPr>
          <p:spPr>
            <a:xfrm>
              <a:off x="5194800" y="1944000"/>
              <a:ext cx="1800000" cy="1800000"/>
            </a:xfrm>
            <a:prstGeom prst="ellipse">
              <a:avLst/>
            </a:prstGeom>
            <a:solidFill>
              <a:srgbClr val="F0EFEC"/>
            </a:solidFill>
            <a:ln>
              <a:noFill/>
            </a:ln>
            <a:effectLst/>
          </p:spPr>
          <p:txBody>
            <a:bodyPr rtlCol="0" anchor="ctr"/>
            <a:lstStyle/>
            <a:p>
              <a:pPr algn="ctr"/>
              <a:endParaRPr/>
            </a:p>
          </p:txBody>
        </p:sp>
        <p:sp>
          <p:nvSpPr>
            <p:cNvPr id="6" name="Oval 5">
              <a:extLst>
                <a:ext uri="{FF2B5EF4-FFF2-40B4-BE49-F238E27FC236}">
                  <a16:creationId xmlns:a16="http://schemas.microsoft.com/office/drawing/2014/main" id="{F71D58A4-A219-DD90-B0E7-65AB708F51A4}"/>
                </a:ext>
              </a:extLst>
            </p:cNvPr>
            <p:cNvSpPr/>
            <p:nvPr/>
          </p:nvSpPr>
          <p:spPr>
            <a:xfrm>
              <a:off x="5194800" y="3744000"/>
              <a:ext cx="1800000" cy="1800000"/>
            </a:xfrm>
            <a:prstGeom prst="ellipse">
              <a:avLst/>
            </a:prstGeom>
            <a:solidFill>
              <a:srgbClr val="E7F0FB"/>
            </a:solidFill>
            <a:ln>
              <a:noFill/>
            </a:ln>
            <a:effectLst/>
          </p:spPr>
          <p:txBody>
            <a:bodyPr rtlCol="0" anchor="ctr"/>
            <a:lstStyle/>
            <a:p>
              <a:pPr algn="ctr"/>
              <a:endParaRPr/>
            </a:p>
          </p:txBody>
        </p:sp>
        <p:sp>
          <p:nvSpPr>
            <p:cNvPr id="7" name="Oval 6">
              <a:extLst>
                <a:ext uri="{FF2B5EF4-FFF2-40B4-BE49-F238E27FC236}">
                  <a16:creationId xmlns:a16="http://schemas.microsoft.com/office/drawing/2014/main" id="{B1F0E4AE-6DE5-1DA0-C2C7-6CDE3BEB5246}"/>
                </a:ext>
              </a:extLst>
            </p:cNvPr>
            <p:cNvSpPr/>
            <p:nvPr/>
          </p:nvSpPr>
          <p:spPr>
            <a:xfrm>
              <a:off x="4294800" y="1944000"/>
              <a:ext cx="3600000" cy="3600000"/>
            </a:xfrm>
            <a:prstGeom prst="ellipse">
              <a:avLst/>
            </a:prstGeom>
            <a:noFill/>
            <a:ln w="28575">
              <a:solidFill>
                <a:srgbClr val="0B0B0B"/>
              </a:solidFill>
            </a:ln>
            <a:effectLst/>
          </p:spPr>
          <p:txBody>
            <a:bodyPr rtlCol="0" anchor="ctr"/>
            <a:lstStyle/>
            <a:p>
              <a:pPr algn="ctr"/>
              <a:endParaRPr/>
            </a:p>
          </p:txBody>
        </p:sp>
      </p:grpSp>
      <p:sp>
        <p:nvSpPr>
          <p:cNvPr id="9" name="Date Placeholder 8">
            <a:extLst>
              <a:ext uri="{FF2B5EF4-FFF2-40B4-BE49-F238E27FC236}">
                <a16:creationId xmlns:a16="http://schemas.microsoft.com/office/drawing/2014/main" id="{DC83A7FE-0544-9A0D-A4C2-8A6D498D97AE}"/>
              </a:ext>
            </a:extLst>
          </p:cNvPr>
          <p:cNvSpPr>
            <a:spLocks noGrp="1"/>
          </p:cNvSpPr>
          <p:nvPr>
            <p:ph type="dt" sz="half" idx="10"/>
          </p:nvPr>
        </p:nvSpPr>
        <p:spPr/>
        <p:txBody>
          <a:bodyPr/>
          <a:lstStyle/>
          <a:p>
            <a:fld id="{17FCCDD0-6B65-4267-8954-7D3504B7EB7A}" type="datetime1">
              <a:rPr lang="en-GB" noProof="0" smtClean="0"/>
              <a:t>16/09/2026</a:t>
            </a:fld>
            <a:endParaRPr lang="en-GB" noProof="0" dirty="0"/>
          </a:p>
        </p:txBody>
      </p:sp>
      <p:sp>
        <p:nvSpPr>
          <p:cNvPr id="12" name="Slide Number Placeholder 11">
            <a:extLst>
              <a:ext uri="{FF2B5EF4-FFF2-40B4-BE49-F238E27FC236}">
                <a16:creationId xmlns:a16="http://schemas.microsoft.com/office/drawing/2014/main" id="{230403EB-154A-F104-C247-70E42A3A989A}"/>
              </a:ext>
            </a:extLst>
          </p:cNvPr>
          <p:cNvSpPr>
            <a:spLocks noGrp="1"/>
          </p:cNvSpPr>
          <p:nvPr>
            <p:ph type="sldNum" sz="quarter" idx="12"/>
          </p:nvPr>
        </p:nvSpPr>
        <p:spPr/>
        <p:txBody>
          <a:bodyPr/>
          <a:lstStyle/>
          <a:p>
            <a:fld id="{442AD375-037F-43D0-B059-5172DA06796A}" type="slidenum">
              <a:rPr lang="en-GB" noProof="0" smtClean="0"/>
              <a:pPr/>
              <a:t>24</a:t>
            </a:fld>
            <a:endParaRPr lang="en-GB" noProof="0" dirty="0"/>
          </a:p>
        </p:txBody>
      </p:sp>
    </p:spTree>
    <p:extLst>
      <p:ext uri="{BB962C8B-B14F-4D97-AF65-F5344CB8AC3E}">
        <p14:creationId xmlns:p14="http://schemas.microsoft.com/office/powerpoint/2010/main" val="2102597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25FE7-9FF2-75D6-8714-7693BB8AE0AB}"/>
            </a:ext>
          </a:extLst>
        </p:cNvPr>
        <p:cNvGrpSpPr/>
        <p:nvPr/>
      </p:nvGrpSpPr>
      <p:grpSpPr>
        <a:xfrm>
          <a:off x="0" y="0"/>
          <a:ext cx="0" cy="0"/>
          <a:chOff x="0" y="0"/>
          <a:chExt cx="0" cy="0"/>
        </a:xfrm>
      </p:grpSpPr>
      <p:sp>
        <p:nvSpPr>
          <p:cNvPr id="3953" name="Title 3952">
            <a:extLst>
              <a:ext uri="{FF2B5EF4-FFF2-40B4-BE49-F238E27FC236}">
                <a16:creationId xmlns:a16="http://schemas.microsoft.com/office/drawing/2014/main" id="{EA7FB078-BD9D-0EC5-E2B8-131328E6A416}"/>
              </a:ext>
            </a:extLst>
          </p:cNvPr>
          <p:cNvSpPr>
            <a:spLocks noGrp="1"/>
          </p:cNvSpPr>
          <p:nvPr>
            <p:ph type="title"/>
          </p:nvPr>
        </p:nvSpPr>
        <p:spPr>
          <a:xfrm>
            <a:off x="270669" y="236627"/>
            <a:ext cx="11650662" cy="625944"/>
          </a:xfrm>
        </p:spPr>
        <p:txBody>
          <a:bodyPr/>
          <a:lstStyle/>
          <a:p>
            <a:r>
              <a:rPr lang="en-US" noProof="0" dirty="0"/>
              <a:t>Problem</a:t>
            </a:r>
          </a:p>
        </p:txBody>
      </p:sp>
      <p:grpSp>
        <p:nvGrpSpPr>
          <p:cNvPr id="2" name="Group 1">
            <a:extLst>
              <a:ext uri="{FF2B5EF4-FFF2-40B4-BE49-F238E27FC236}">
                <a16:creationId xmlns:a16="http://schemas.microsoft.com/office/drawing/2014/main" id="{91B203B8-A6AE-D69A-20E0-266D9C60B9D8}"/>
              </a:ext>
            </a:extLst>
          </p:cNvPr>
          <p:cNvGrpSpPr/>
          <p:nvPr/>
        </p:nvGrpSpPr>
        <p:grpSpPr>
          <a:xfrm>
            <a:off x="4296000" y="1115386"/>
            <a:ext cx="3600000" cy="3600000"/>
            <a:chOff x="4294800" y="1944000"/>
            <a:chExt cx="3600000" cy="3600000"/>
          </a:xfrm>
        </p:grpSpPr>
        <p:sp>
          <p:nvSpPr>
            <p:cNvPr id="3" name="Oval 2">
              <a:extLst>
                <a:ext uri="{FF2B5EF4-FFF2-40B4-BE49-F238E27FC236}">
                  <a16:creationId xmlns:a16="http://schemas.microsoft.com/office/drawing/2014/main" id="{AEA42099-6299-DF5C-9535-E0A9711059FC}"/>
                </a:ext>
              </a:extLst>
            </p:cNvPr>
            <p:cNvSpPr/>
            <p:nvPr/>
          </p:nvSpPr>
          <p:spPr>
            <a:xfrm>
              <a:off x="4294800" y="1944000"/>
              <a:ext cx="3600000" cy="3600000"/>
            </a:xfrm>
            <a:prstGeom prst="ellipse">
              <a:avLst/>
            </a:prstGeom>
            <a:solidFill>
              <a:srgbClr val="E7F0FB"/>
            </a:solidFill>
            <a:ln w="28575">
              <a:solidFill>
                <a:srgbClr val="0B0B0B"/>
              </a:solidFill>
            </a:ln>
            <a:effectLst/>
          </p:spPr>
          <p:txBody>
            <a:bodyPr rtlCol="0" anchor="ctr"/>
            <a:lstStyle/>
            <a:p>
              <a:pPr algn="ctr"/>
              <a:endParaRPr/>
            </a:p>
          </p:txBody>
        </p:sp>
        <p:sp>
          <p:nvSpPr>
            <p:cNvPr id="4" name="Pie 2">
              <a:extLst>
                <a:ext uri="{FF2B5EF4-FFF2-40B4-BE49-F238E27FC236}">
                  <a16:creationId xmlns:a16="http://schemas.microsoft.com/office/drawing/2014/main" id="{9374F2C3-3ED3-2671-4AC8-55F624427615}"/>
                </a:ext>
              </a:extLst>
            </p:cNvPr>
            <p:cNvSpPr/>
            <p:nvPr/>
          </p:nvSpPr>
          <p:spPr>
            <a:xfrm>
              <a:off x="4294800" y="1944000"/>
              <a:ext cx="3600000" cy="3600000"/>
            </a:xfrm>
            <a:prstGeom prst="pie">
              <a:avLst>
                <a:gd name="adj1" fmla="val 16200000"/>
                <a:gd name="adj2" fmla="val 5400000"/>
              </a:avLst>
            </a:prstGeom>
            <a:solidFill>
              <a:srgbClr val="F0EFEC"/>
            </a:solidFill>
            <a:ln>
              <a:noFill/>
            </a:ln>
            <a:effectLst/>
          </p:spPr>
          <p:txBody>
            <a:bodyPr rtlCol="0" anchor="ctr"/>
            <a:lstStyle/>
            <a:p>
              <a:pPr algn="ctr"/>
              <a:endParaRPr/>
            </a:p>
          </p:txBody>
        </p:sp>
        <p:sp>
          <p:nvSpPr>
            <p:cNvPr id="5" name="Oval 4">
              <a:extLst>
                <a:ext uri="{FF2B5EF4-FFF2-40B4-BE49-F238E27FC236}">
                  <a16:creationId xmlns:a16="http://schemas.microsoft.com/office/drawing/2014/main" id="{6C560723-8315-7691-0177-BCD268C5BA29}"/>
                </a:ext>
              </a:extLst>
            </p:cNvPr>
            <p:cNvSpPr/>
            <p:nvPr/>
          </p:nvSpPr>
          <p:spPr>
            <a:xfrm>
              <a:off x="5194800" y="1944000"/>
              <a:ext cx="1800000" cy="1800000"/>
            </a:xfrm>
            <a:prstGeom prst="ellipse">
              <a:avLst/>
            </a:prstGeom>
            <a:solidFill>
              <a:srgbClr val="F0EFEC"/>
            </a:solidFill>
            <a:ln>
              <a:noFill/>
            </a:ln>
            <a:effectLst/>
          </p:spPr>
          <p:txBody>
            <a:bodyPr rtlCol="0" anchor="ctr"/>
            <a:lstStyle/>
            <a:p>
              <a:pPr algn="ctr"/>
              <a:endParaRPr/>
            </a:p>
          </p:txBody>
        </p:sp>
        <p:sp>
          <p:nvSpPr>
            <p:cNvPr id="6" name="Oval 5">
              <a:extLst>
                <a:ext uri="{FF2B5EF4-FFF2-40B4-BE49-F238E27FC236}">
                  <a16:creationId xmlns:a16="http://schemas.microsoft.com/office/drawing/2014/main" id="{EE54EAB4-B5F9-154B-1F83-C7D7E46677EC}"/>
                </a:ext>
              </a:extLst>
            </p:cNvPr>
            <p:cNvSpPr/>
            <p:nvPr/>
          </p:nvSpPr>
          <p:spPr>
            <a:xfrm>
              <a:off x="5194800" y="3744000"/>
              <a:ext cx="1800000" cy="1800000"/>
            </a:xfrm>
            <a:prstGeom prst="ellipse">
              <a:avLst/>
            </a:prstGeom>
            <a:solidFill>
              <a:srgbClr val="E7F0FB"/>
            </a:solidFill>
            <a:ln>
              <a:noFill/>
            </a:ln>
            <a:effectLst/>
          </p:spPr>
          <p:txBody>
            <a:bodyPr rtlCol="0" anchor="ctr"/>
            <a:lstStyle/>
            <a:p>
              <a:pPr algn="ctr"/>
              <a:endParaRPr/>
            </a:p>
          </p:txBody>
        </p:sp>
        <p:sp>
          <p:nvSpPr>
            <p:cNvPr id="7" name="Oval 6">
              <a:extLst>
                <a:ext uri="{FF2B5EF4-FFF2-40B4-BE49-F238E27FC236}">
                  <a16:creationId xmlns:a16="http://schemas.microsoft.com/office/drawing/2014/main" id="{E6FB9343-A72A-ADD2-3CED-4D57372C3A8B}"/>
                </a:ext>
              </a:extLst>
            </p:cNvPr>
            <p:cNvSpPr/>
            <p:nvPr/>
          </p:nvSpPr>
          <p:spPr>
            <a:xfrm>
              <a:off x="4294800" y="1944000"/>
              <a:ext cx="3600000" cy="3600000"/>
            </a:xfrm>
            <a:prstGeom prst="ellipse">
              <a:avLst/>
            </a:prstGeom>
            <a:noFill/>
            <a:ln w="28575">
              <a:solidFill>
                <a:srgbClr val="0B0B0B"/>
              </a:solidFill>
            </a:ln>
            <a:effectLst/>
          </p:spPr>
          <p:txBody>
            <a:bodyPr rtlCol="0" anchor="ctr"/>
            <a:lstStyle/>
            <a:p>
              <a:pPr algn="ctr"/>
              <a:endParaRPr/>
            </a:p>
          </p:txBody>
        </p:sp>
        <p:sp>
          <p:nvSpPr>
            <p:cNvPr id="8" name="Oval 7">
              <a:extLst>
                <a:ext uri="{FF2B5EF4-FFF2-40B4-BE49-F238E27FC236}">
                  <a16:creationId xmlns:a16="http://schemas.microsoft.com/office/drawing/2014/main" id="{97E06074-B1F6-4B34-1971-D5125A7F1332}"/>
                </a:ext>
              </a:extLst>
            </p:cNvPr>
            <p:cNvSpPr/>
            <p:nvPr/>
          </p:nvSpPr>
          <p:spPr>
            <a:xfrm>
              <a:off x="5410800" y="2160000"/>
              <a:ext cx="1368000" cy="1368000"/>
            </a:xfrm>
            <a:prstGeom prst="ellipse">
              <a:avLst/>
            </a:prstGeom>
            <a:solidFill>
              <a:srgbClr val="FFFFFF"/>
            </a:solidFill>
            <a:ln>
              <a:noFill/>
            </a:ln>
            <a:effectLst/>
          </p:spPr>
          <p:txBody>
            <a:bodyPr wrap="none" lIns="0" tIns="0" rIns="0" bIns="0" rtlCol="0" anchor="ctr"/>
            <a:lstStyle/>
            <a:p>
              <a:pPr algn="ctr"/>
              <a:r>
                <a:rPr sz="1300" b="1" dirty="0">
                  <a:solidFill>
                    <a:srgbClr val="FF0000"/>
                  </a:solidFill>
                  <a:latin typeface="Arial"/>
                </a:rPr>
                <a:t>Real</a:t>
              </a:r>
            </a:p>
            <a:p>
              <a:pPr algn="ctr"/>
              <a:r>
                <a:rPr sz="1300" b="1" dirty="0">
                  <a:solidFill>
                    <a:srgbClr val="FF0000"/>
                  </a:solidFill>
                  <a:latin typeface="Arial"/>
                </a:rPr>
                <a:t>data</a:t>
              </a:r>
            </a:p>
          </p:txBody>
        </p:sp>
      </p:grpSp>
      <p:sp>
        <p:nvSpPr>
          <p:cNvPr id="11" name="TextBox 10">
            <a:extLst>
              <a:ext uri="{FF2B5EF4-FFF2-40B4-BE49-F238E27FC236}">
                <a16:creationId xmlns:a16="http://schemas.microsoft.com/office/drawing/2014/main" id="{4A4BDE03-D811-BC35-D6A6-87E4D462A457}"/>
              </a:ext>
            </a:extLst>
          </p:cNvPr>
          <p:cNvSpPr txBox="1"/>
          <p:nvPr/>
        </p:nvSpPr>
        <p:spPr>
          <a:xfrm>
            <a:off x="6574727" y="832880"/>
            <a:ext cx="3708736"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True by construction</a:t>
            </a:r>
          </a:p>
        </p:txBody>
      </p:sp>
      <p:sp>
        <p:nvSpPr>
          <p:cNvPr id="13" name="TextBox 12">
            <a:extLst>
              <a:ext uri="{FF2B5EF4-FFF2-40B4-BE49-F238E27FC236}">
                <a16:creationId xmlns:a16="http://schemas.microsoft.com/office/drawing/2014/main" id="{A12C7A22-D8D8-C70F-1364-22FB829D6424}"/>
              </a:ext>
            </a:extLst>
          </p:cNvPr>
          <p:cNvSpPr txBox="1"/>
          <p:nvPr/>
        </p:nvSpPr>
        <p:spPr>
          <a:xfrm>
            <a:off x="8076014" y="2123298"/>
            <a:ext cx="2888310"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Signal :  Noise</a:t>
            </a:r>
          </a:p>
        </p:txBody>
      </p:sp>
      <p:sp>
        <p:nvSpPr>
          <p:cNvPr id="15" name="TextBox 14">
            <a:extLst>
              <a:ext uri="{FF2B5EF4-FFF2-40B4-BE49-F238E27FC236}">
                <a16:creationId xmlns:a16="http://schemas.microsoft.com/office/drawing/2014/main" id="{EDD0EC7E-503F-3EB5-DD05-16EBFED18DCE}"/>
              </a:ext>
            </a:extLst>
          </p:cNvPr>
          <p:cNvSpPr txBox="1"/>
          <p:nvPr/>
        </p:nvSpPr>
        <p:spPr>
          <a:xfrm>
            <a:off x="7896000" y="3798859"/>
            <a:ext cx="2452024"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Snapshot</a:t>
            </a:r>
          </a:p>
        </p:txBody>
      </p:sp>
      <p:sp>
        <p:nvSpPr>
          <p:cNvPr id="10" name="Date Placeholder 9">
            <a:extLst>
              <a:ext uri="{FF2B5EF4-FFF2-40B4-BE49-F238E27FC236}">
                <a16:creationId xmlns:a16="http://schemas.microsoft.com/office/drawing/2014/main" id="{C7C3AB6E-0C3D-E965-6A66-8C6A7A1D56C0}"/>
              </a:ext>
            </a:extLst>
          </p:cNvPr>
          <p:cNvSpPr>
            <a:spLocks noGrp="1"/>
          </p:cNvSpPr>
          <p:nvPr>
            <p:ph type="dt" sz="half" idx="10"/>
          </p:nvPr>
        </p:nvSpPr>
        <p:spPr/>
        <p:txBody>
          <a:bodyPr/>
          <a:lstStyle/>
          <a:p>
            <a:fld id="{282094F5-91A9-4999-A66A-3BAE014301CE}" type="datetime1">
              <a:rPr lang="en-GB" noProof="0" smtClean="0"/>
              <a:t>16/09/2026</a:t>
            </a:fld>
            <a:endParaRPr lang="en-GB" noProof="0" dirty="0"/>
          </a:p>
        </p:txBody>
      </p:sp>
      <p:sp>
        <p:nvSpPr>
          <p:cNvPr id="14" name="Slide Number Placeholder 13">
            <a:extLst>
              <a:ext uri="{FF2B5EF4-FFF2-40B4-BE49-F238E27FC236}">
                <a16:creationId xmlns:a16="http://schemas.microsoft.com/office/drawing/2014/main" id="{C884AAF5-FD75-54F7-A626-48637308F064}"/>
              </a:ext>
            </a:extLst>
          </p:cNvPr>
          <p:cNvSpPr>
            <a:spLocks noGrp="1"/>
          </p:cNvSpPr>
          <p:nvPr>
            <p:ph type="sldNum" sz="quarter" idx="12"/>
          </p:nvPr>
        </p:nvSpPr>
        <p:spPr/>
        <p:txBody>
          <a:bodyPr/>
          <a:lstStyle/>
          <a:p>
            <a:fld id="{442AD375-037F-43D0-B059-5172DA06796A}" type="slidenum">
              <a:rPr lang="en-GB" noProof="0" smtClean="0"/>
              <a:pPr/>
              <a:t>25</a:t>
            </a:fld>
            <a:endParaRPr lang="en-GB" noProof="0" dirty="0"/>
          </a:p>
        </p:txBody>
      </p:sp>
    </p:spTree>
    <p:extLst>
      <p:ext uri="{BB962C8B-B14F-4D97-AF65-F5344CB8AC3E}">
        <p14:creationId xmlns:p14="http://schemas.microsoft.com/office/powerpoint/2010/main" val="9312977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9545D-6EEE-816A-566B-05EF11981AC6}"/>
            </a:ext>
          </a:extLst>
        </p:cNvPr>
        <p:cNvGrpSpPr/>
        <p:nvPr/>
      </p:nvGrpSpPr>
      <p:grpSpPr>
        <a:xfrm>
          <a:off x="0" y="0"/>
          <a:ext cx="0" cy="0"/>
          <a:chOff x="0" y="0"/>
          <a:chExt cx="0" cy="0"/>
        </a:xfrm>
      </p:grpSpPr>
      <p:sp>
        <p:nvSpPr>
          <p:cNvPr id="3953" name="Title 3952">
            <a:extLst>
              <a:ext uri="{FF2B5EF4-FFF2-40B4-BE49-F238E27FC236}">
                <a16:creationId xmlns:a16="http://schemas.microsoft.com/office/drawing/2014/main" id="{5908CA05-3318-3E19-D019-34D108E30331}"/>
              </a:ext>
            </a:extLst>
          </p:cNvPr>
          <p:cNvSpPr>
            <a:spLocks noGrp="1"/>
          </p:cNvSpPr>
          <p:nvPr>
            <p:ph type="title"/>
          </p:nvPr>
        </p:nvSpPr>
        <p:spPr>
          <a:xfrm>
            <a:off x="270669" y="236627"/>
            <a:ext cx="11650662" cy="625944"/>
          </a:xfrm>
        </p:spPr>
        <p:txBody>
          <a:bodyPr/>
          <a:lstStyle/>
          <a:p>
            <a:r>
              <a:rPr lang="en-US" noProof="0" dirty="0"/>
              <a:t>Problem</a:t>
            </a:r>
          </a:p>
        </p:txBody>
      </p:sp>
      <p:grpSp>
        <p:nvGrpSpPr>
          <p:cNvPr id="2" name="Group 1">
            <a:extLst>
              <a:ext uri="{FF2B5EF4-FFF2-40B4-BE49-F238E27FC236}">
                <a16:creationId xmlns:a16="http://schemas.microsoft.com/office/drawing/2014/main" id="{BF6B62D0-774C-E30D-5C93-D77B01B0B298}"/>
              </a:ext>
            </a:extLst>
          </p:cNvPr>
          <p:cNvGrpSpPr/>
          <p:nvPr/>
        </p:nvGrpSpPr>
        <p:grpSpPr>
          <a:xfrm>
            <a:off x="4296000" y="1115386"/>
            <a:ext cx="3600000" cy="3600000"/>
            <a:chOff x="4294800" y="1944000"/>
            <a:chExt cx="3600000" cy="3600000"/>
          </a:xfrm>
        </p:grpSpPr>
        <p:sp>
          <p:nvSpPr>
            <p:cNvPr id="3" name="Oval 2">
              <a:extLst>
                <a:ext uri="{FF2B5EF4-FFF2-40B4-BE49-F238E27FC236}">
                  <a16:creationId xmlns:a16="http://schemas.microsoft.com/office/drawing/2014/main" id="{1F42DC40-86C3-FB41-CB8C-165886F079FC}"/>
                </a:ext>
              </a:extLst>
            </p:cNvPr>
            <p:cNvSpPr/>
            <p:nvPr/>
          </p:nvSpPr>
          <p:spPr>
            <a:xfrm>
              <a:off x="4294800" y="1944000"/>
              <a:ext cx="3600000" cy="3600000"/>
            </a:xfrm>
            <a:prstGeom prst="ellipse">
              <a:avLst/>
            </a:prstGeom>
            <a:solidFill>
              <a:srgbClr val="E7F0FB"/>
            </a:solidFill>
            <a:ln w="28575">
              <a:solidFill>
                <a:srgbClr val="0B0B0B"/>
              </a:solidFill>
            </a:ln>
            <a:effectLst/>
          </p:spPr>
          <p:txBody>
            <a:bodyPr rtlCol="0" anchor="ctr"/>
            <a:lstStyle/>
            <a:p>
              <a:pPr algn="ctr"/>
              <a:endParaRPr/>
            </a:p>
          </p:txBody>
        </p:sp>
        <p:sp>
          <p:nvSpPr>
            <p:cNvPr id="4" name="Pie 2">
              <a:extLst>
                <a:ext uri="{FF2B5EF4-FFF2-40B4-BE49-F238E27FC236}">
                  <a16:creationId xmlns:a16="http://schemas.microsoft.com/office/drawing/2014/main" id="{8DB80563-8C7F-E89F-B5C3-CF0B96F5C8E8}"/>
                </a:ext>
              </a:extLst>
            </p:cNvPr>
            <p:cNvSpPr/>
            <p:nvPr/>
          </p:nvSpPr>
          <p:spPr>
            <a:xfrm>
              <a:off x="4294800" y="1944000"/>
              <a:ext cx="3600000" cy="3600000"/>
            </a:xfrm>
            <a:prstGeom prst="pie">
              <a:avLst>
                <a:gd name="adj1" fmla="val 16200000"/>
                <a:gd name="adj2" fmla="val 5400000"/>
              </a:avLst>
            </a:prstGeom>
            <a:solidFill>
              <a:srgbClr val="F0EFEC"/>
            </a:solidFill>
            <a:ln>
              <a:noFill/>
            </a:ln>
            <a:effectLst/>
          </p:spPr>
          <p:txBody>
            <a:bodyPr rtlCol="0" anchor="ctr"/>
            <a:lstStyle/>
            <a:p>
              <a:pPr algn="ctr"/>
              <a:endParaRPr/>
            </a:p>
          </p:txBody>
        </p:sp>
        <p:sp>
          <p:nvSpPr>
            <p:cNvPr id="5" name="Oval 4">
              <a:extLst>
                <a:ext uri="{FF2B5EF4-FFF2-40B4-BE49-F238E27FC236}">
                  <a16:creationId xmlns:a16="http://schemas.microsoft.com/office/drawing/2014/main" id="{CC4C9F5D-9E74-9FCE-25E6-8C6C43E19342}"/>
                </a:ext>
              </a:extLst>
            </p:cNvPr>
            <p:cNvSpPr/>
            <p:nvPr/>
          </p:nvSpPr>
          <p:spPr>
            <a:xfrm>
              <a:off x="5194800" y="1944000"/>
              <a:ext cx="1800000" cy="1800000"/>
            </a:xfrm>
            <a:prstGeom prst="ellipse">
              <a:avLst/>
            </a:prstGeom>
            <a:solidFill>
              <a:srgbClr val="F0EFEC"/>
            </a:solidFill>
            <a:ln>
              <a:noFill/>
            </a:ln>
            <a:effectLst/>
          </p:spPr>
          <p:txBody>
            <a:bodyPr rtlCol="0" anchor="ctr"/>
            <a:lstStyle/>
            <a:p>
              <a:pPr algn="ctr"/>
              <a:endParaRPr/>
            </a:p>
          </p:txBody>
        </p:sp>
        <p:sp>
          <p:nvSpPr>
            <p:cNvPr id="6" name="Oval 5">
              <a:extLst>
                <a:ext uri="{FF2B5EF4-FFF2-40B4-BE49-F238E27FC236}">
                  <a16:creationId xmlns:a16="http://schemas.microsoft.com/office/drawing/2014/main" id="{56EBAD45-0E4E-0BD9-4718-49C40BDF25F5}"/>
                </a:ext>
              </a:extLst>
            </p:cNvPr>
            <p:cNvSpPr/>
            <p:nvPr/>
          </p:nvSpPr>
          <p:spPr>
            <a:xfrm>
              <a:off x="5194800" y="3744000"/>
              <a:ext cx="1800000" cy="1800000"/>
            </a:xfrm>
            <a:prstGeom prst="ellipse">
              <a:avLst/>
            </a:prstGeom>
            <a:solidFill>
              <a:srgbClr val="E7F0FB"/>
            </a:solidFill>
            <a:ln>
              <a:noFill/>
            </a:ln>
            <a:effectLst/>
          </p:spPr>
          <p:txBody>
            <a:bodyPr rtlCol="0" anchor="ctr"/>
            <a:lstStyle/>
            <a:p>
              <a:pPr algn="ctr"/>
              <a:endParaRPr/>
            </a:p>
          </p:txBody>
        </p:sp>
        <p:sp>
          <p:nvSpPr>
            <p:cNvPr id="7" name="Oval 6">
              <a:extLst>
                <a:ext uri="{FF2B5EF4-FFF2-40B4-BE49-F238E27FC236}">
                  <a16:creationId xmlns:a16="http://schemas.microsoft.com/office/drawing/2014/main" id="{DDE1A026-9201-A5FC-A768-7B57E5FB9D84}"/>
                </a:ext>
              </a:extLst>
            </p:cNvPr>
            <p:cNvSpPr/>
            <p:nvPr/>
          </p:nvSpPr>
          <p:spPr>
            <a:xfrm>
              <a:off x="4294800" y="1944000"/>
              <a:ext cx="3600000" cy="3600000"/>
            </a:xfrm>
            <a:prstGeom prst="ellipse">
              <a:avLst/>
            </a:prstGeom>
            <a:noFill/>
            <a:ln w="28575">
              <a:solidFill>
                <a:srgbClr val="0B0B0B"/>
              </a:solidFill>
            </a:ln>
            <a:effectLst/>
          </p:spPr>
          <p:txBody>
            <a:bodyPr rtlCol="0" anchor="ctr"/>
            <a:lstStyle/>
            <a:p>
              <a:pPr algn="ctr"/>
              <a:endParaRPr/>
            </a:p>
          </p:txBody>
        </p:sp>
        <p:sp>
          <p:nvSpPr>
            <p:cNvPr id="8" name="Oval 7">
              <a:extLst>
                <a:ext uri="{FF2B5EF4-FFF2-40B4-BE49-F238E27FC236}">
                  <a16:creationId xmlns:a16="http://schemas.microsoft.com/office/drawing/2014/main" id="{04A2D194-F7A9-5EE4-C4DE-FE7FD077A47B}"/>
                </a:ext>
              </a:extLst>
            </p:cNvPr>
            <p:cNvSpPr/>
            <p:nvPr/>
          </p:nvSpPr>
          <p:spPr>
            <a:xfrm>
              <a:off x="5410800" y="2160000"/>
              <a:ext cx="1368000" cy="1368000"/>
            </a:xfrm>
            <a:prstGeom prst="ellipse">
              <a:avLst/>
            </a:prstGeom>
            <a:solidFill>
              <a:srgbClr val="FFFFFF"/>
            </a:solidFill>
            <a:ln>
              <a:noFill/>
            </a:ln>
            <a:effectLst/>
          </p:spPr>
          <p:txBody>
            <a:bodyPr wrap="none" lIns="0" tIns="0" rIns="0" bIns="0" rtlCol="0" anchor="ctr"/>
            <a:lstStyle/>
            <a:p>
              <a:pPr algn="ctr"/>
              <a:r>
                <a:rPr sz="1300" b="1" dirty="0">
                  <a:solidFill>
                    <a:srgbClr val="FF0000"/>
                  </a:solidFill>
                  <a:latin typeface="Arial"/>
                </a:rPr>
                <a:t>Real</a:t>
              </a:r>
            </a:p>
            <a:p>
              <a:pPr algn="ctr"/>
              <a:r>
                <a:rPr sz="1300" b="1" dirty="0">
                  <a:solidFill>
                    <a:srgbClr val="FF0000"/>
                  </a:solidFill>
                  <a:latin typeface="Arial"/>
                </a:rPr>
                <a:t>data</a:t>
              </a:r>
            </a:p>
          </p:txBody>
        </p:sp>
        <p:sp>
          <p:nvSpPr>
            <p:cNvPr id="9" name="Oval 8">
              <a:extLst>
                <a:ext uri="{FF2B5EF4-FFF2-40B4-BE49-F238E27FC236}">
                  <a16:creationId xmlns:a16="http://schemas.microsoft.com/office/drawing/2014/main" id="{AE34CA6D-061D-27D1-9FDF-0B49CBD3CC7F}"/>
                </a:ext>
              </a:extLst>
            </p:cNvPr>
            <p:cNvSpPr/>
            <p:nvPr/>
          </p:nvSpPr>
          <p:spPr>
            <a:xfrm>
              <a:off x="5410800" y="3960000"/>
              <a:ext cx="1368000" cy="1368000"/>
            </a:xfrm>
            <a:prstGeom prst="ellipse">
              <a:avLst/>
            </a:prstGeom>
            <a:solidFill>
              <a:srgbClr val="FFFFFF"/>
            </a:solidFill>
            <a:ln>
              <a:noFill/>
            </a:ln>
            <a:effectLst/>
          </p:spPr>
          <p:txBody>
            <a:bodyPr wrap="none" lIns="0" tIns="0" rIns="0" bIns="0" rtlCol="0" anchor="ctr"/>
            <a:lstStyle/>
            <a:p>
              <a:pPr algn="ctr"/>
              <a:r>
                <a:rPr sz="1300" b="1">
                  <a:solidFill>
                    <a:srgbClr val="2A78D6"/>
                  </a:solidFill>
                  <a:latin typeface="Arial"/>
                </a:rPr>
                <a:t>Simulated</a:t>
              </a:r>
            </a:p>
            <a:p>
              <a:pPr algn="ctr"/>
              <a:r>
                <a:rPr sz="1300" b="1">
                  <a:solidFill>
                    <a:srgbClr val="2A78D6"/>
                  </a:solidFill>
                  <a:latin typeface="Arial"/>
                </a:rPr>
                <a:t>data</a:t>
              </a:r>
            </a:p>
          </p:txBody>
        </p:sp>
      </p:grpSp>
      <p:sp>
        <p:nvSpPr>
          <p:cNvPr id="11" name="TextBox 10">
            <a:extLst>
              <a:ext uri="{FF2B5EF4-FFF2-40B4-BE49-F238E27FC236}">
                <a16:creationId xmlns:a16="http://schemas.microsoft.com/office/drawing/2014/main" id="{777B43AB-13BF-8D51-5B43-35356C6BCD9D}"/>
              </a:ext>
            </a:extLst>
          </p:cNvPr>
          <p:cNvSpPr txBox="1"/>
          <p:nvPr/>
        </p:nvSpPr>
        <p:spPr>
          <a:xfrm>
            <a:off x="6574727" y="832880"/>
            <a:ext cx="3708736"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True by construction</a:t>
            </a:r>
          </a:p>
        </p:txBody>
      </p:sp>
      <p:sp>
        <p:nvSpPr>
          <p:cNvPr id="13" name="TextBox 12">
            <a:extLst>
              <a:ext uri="{FF2B5EF4-FFF2-40B4-BE49-F238E27FC236}">
                <a16:creationId xmlns:a16="http://schemas.microsoft.com/office/drawing/2014/main" id="{ADA41281-0039-8901-BFD6-119A1016B65F}"/>
              </a:ext>
            </a:extLst>
          </p:cNvPr>
          <p:cNvSpPr txBox="1"/>
          <p:nvPr/>
        </p:nvSpPr>
        <p:spPr>
          <a:xfrm>
            <a:off x="8076014" y="2123298"/>
            <a:ext cx="2888310"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Signal :  Noise</a:t>
            </a:r>
          </a:p>
        </p:txBody>
      </p:sp>
      <p:sp>
        <p:nvSpPr>
          <p:cNvPr id="15" name="TextBox 14">
            <a:extLst>
              <a:ext uri="{FF2B5EF4-FFF2-40B4-BE49-F238E27FC236}">
                <a16:creationId xmlns:a16="http://schemas.microsoft.com/office/drawing/2014/main" id="{5472D540-157E-84C1-53E9-D06E360F31ED}"/>
              </a:ext>
            </a:extLst>
          </p:cNvPr>
          <p:cNvSpPr txBox="1"/>
          <p:nvPr/>
        </p:nvSpPr>
        <p:spPr>
          <a:xfrm>
            <a:off x="7896000" y="3798859"/>
            <a:ext cx="2452024"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Snapshot</a:t>
            </a:r>
          </a:p>
        </p:txBody>
      </p:sp>
      <p:sp>
        <p:nvSpPr>
          <p:cNvPr id="17" name="TextBox 16">
            <a:extLst>
              <a:ext uri="{FF2B5EF4-FFF2-40B4-BE49-F238E27FC236}">
                <a16:creationId xmlns:a16="http://schemas.microsoft.com/office/drawing/2014/main" id="{3E0E002B-F18E-7AC5-5AD7-C7043BD7EE60}"/>
              </a:ext>
            </a:extLst>
          </p:cNvPr>
          <p:cNvSpPr txBox="1"/>
          <p:nvPr/>
        </p:nvSpPr>
        <p:spPr>
          <a:xfrm>
            <a:off x="621552" y="2627184"/>
            <a:ext cx="3674448"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Context using real data</a:t>
            </a:r>
          </a:p>
        </p:txBody>
      </p:sp>
      <p:sp>
        <p:nvSpPr>
          <p:cNvPr id="19" name="TextBox 18">
            <a:extLst>
              <a:ext uri="{FF2B5EF4-FFF2-40B4-BE49-F238E27FC236}">
                <a16:creationId xmlns:a16="http://schemas.microsoft.com/office/drawing/2014/main" id="{E38F7B14-E40A-70E2-BC99-8395DFCD2AE8}"/>
              </a:ext>
            </a:extLst>
          </p:cNvPr>
          <p:cNvSpPr txBox="1"/>
          <p:nvPr/>
        </p:nvSpPr>
        <p:spPr>
          <a:xfrm>
            <a:off x="644930" y="3815386"/>
            <a:ext cx="4754880"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Complete and replicated</a:t>
            </a:r>
          </a:p>
        </p:txBody>
      </p:sp>
      <p:sp>
        <p:nvSpPr>
          <p:cNvPr id="21" name="TextBox 20">
            <a:extLst>
              <a:ext uri="{FF2B5EF4-FFF2-40B4-BE49-F238E27FC236}">
                <a16:creationId xmlns:a16="http://schemas.microsoft.com/office/drawing/2014/main" id="{84EA2BFE-0A49-0681-611F-3AFF79D1AC86}"/>
              </a:ext>
            </a:extLst>
          </p:cNvPr>
          <p:cNvSpPr txBox="1"/>
          <p:nvPr/>
        </p:nvSpPr>
        <p:spPr>
          <a:xfrm>
            <a:off x="1877258" y="1480962"/>
            <a:ext cx="3352024"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Cheap and fast</a:t>
            </a:r>
          </a:p>
        </p:txBody>
      </p:sp>
      <p:sp>
        <p:nvSpPr>
          <p:cNvPr id="10" name="Date Placeholder 9">
            <a:extLst>
              <a:ext uri="{FF2B5EF4-FFF2-40B4-BE49-F238E27FC236}">
                <a16:creationId xmlns:a16="http://schemas.microsoft.com/office/drawing/2014/main" id="{2862D4B6-43F7-268D-35B0-445BB96C2309}"/>
              </a:ext>
            </a:extLst>
          </p:cNvPr>
          <p:cNvSpPr>
            <a:spLocks noGrp="1"/>
          </p:cNvSpPr>
          <p:nvPr>
            <p:ph type="dt" sz="half" idx="10"/>
          </p:nvPr>
        </p:nvSpPr>
        <p:spPr/>
        <p:txBody>
          <a:bodyPr/>
          <a:lstStyle/>
          <a:p>
            <a:fld id="{B53991BA-02C3-4B7A-B016-D28F919595DB}" type="datetime1">
              <a:rPr lang="en-GB" noProof="0" smtClean="0"/>
              <a:t>16/09/2026</a:t>
            </a:fld>
            <a:endParaRPr lang="en-GB" noProof="0" dirty="0"/>
          </a:p>
        </p:txBody>
      </p:sp>
      <p:sp>
        <p:nvSpPr>
          <p:cNvPr id="14" name="Slide Number Placeholder 13">
            <a:extLst>
              <a:ext uri="{FF2B5EF4-FFF2-40B4-BE49-F238E27FC236}">
                <a16:creationId xmlns:a16="http://schemas.microsoft.com/office/drawing/2014/main" id="{9B304CCB-2896-AAFB-BBA2-5628DD16DA64}"/>
              </a:ext>
            </a:extLst>
          </p:cNvPr>
          <p:cNvSpPr>
            <a:spLocks noGrp="1"/>
          </p:cNvSpPr>
          <p:nvPr>
            <p:ph type="sldNum" sz="quarter" idx="12"/>
          </p:nvPr>
        </p:nvSpPr>
        <p:spPr/>
        <p:txBody>
          <a:bodyPr/>
          <a:lstStyle/>
          <a:p>
            <a:fld id="{442AD375-037F-43D0-B059-5172DA06796A}" type="slidenum">
              <a:rPr lang="en-GB" noProof="0" smtClean="0"/>
              <a:pPr/>
              <a:t>26</a:t>
            </a:fld>
            <a:endParaRPr lang="en-GB" noProof="0" dirty="0"/>
          </a:p>
        </p:txBody>
      </p:sp>
    </p:spTree>
    <p:extLst>
      <p:ext uri="{BB962C8B-B14F-4D97-AF65-F5344CB8AC3E}">
        <p14:creationId xmlns:p14="http://schemas.microsoft.com/office/powerpoint/2010/main" val="30564374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BA262-89C8-9995-63C0-4B6354378867}"/>
            </a:ext>
          </a:extLst>
        </p:cNvPr>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77F4FF81-5631-8F32-C33B-64B097C90C62}"/>
              </a:ext>
            </a:extLst>
          </p:cNvPr>
          <p:cNvSpPr/>
          <p:nvPr/>
        </p:nvSpPr>
        <p:spPr>
          <a:xfrm>
            <a:off x="3251484" y="5365547"/>
            <a:ext cx="5688632" cy="139237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spcAft>
                <a:spcPts val="800"/>
              </a:spcAft>
            </a:pPr>
            <a:r>
              <a:rPr lang="en-US" sz="2400" b="1" dirty="0">
                <a:solidFill>
                  <a:srgbClr val="0B0B0B"/>
                </a:solidFill>
                <a:latin typeface="Arial"/>
              </a:rPr>
              <a:t>Field data informs assumptions.</a:t>
            </a:r>
          </a:p>
          <a:p>
            <a:pPr algn="ctr">
              <a:lnSpc>
                <a:spcPct val="130000"/>
              </a:lnSpc>
              <a:spcAft>
                <a:spcPts val="800"/>
              </a:spcAft>
            </a:pPr>
            <a:r>
              <a:rPr lang="en-US" sz="2400" b="1" dirty="0">
                <a:solidFill>
                  <a:srgbClr val="0B0B0B"/>
                </a:solidFill>
                <a:latin typeface="Arial"/>
              </a:rPr>
              <a:t>Simulation informs field data.</a:t>
            </a:r>
            <a:endParaRPr lang="en-CH" sz="2400" dirty="0"/>
          </a:p>
        </p:txBody>
      </p:sp>
      <p:sp>
        <p:nvSpPr>
          <p:cNvPr id="3953" name="Title 3952">
            <a:extLst>
              <a:ext uri="{FF2B5EF4-FFF2-40B4-BE49-F238E27FC236}">
                <a16:creationId xmlns:a16="http://schemas.microsoft.com/office/drawing/2014/main" id="{1719B330-EA67-1D71-4272-EA8A5D67294E}"/>
              </a:ext>
            </a:extLst>
          </p:cNvPr>
          <p:cNvSpPr>
            <a:spLocks noGrp="1"/>
          </p:cNvSpPr>
          <p:nvPr>
            <p:ph type="title"/>
          </p:nvPr>
        </p:nvSpPr>
        <p:spPr>
          <a:xfrm>
            <a:off x="270669" y="236627"/>
            <a:ext cx="11650662" cy="625944"/>
          </a:xfrm>
        </p:spPr>
        <p:txBody>
          <a:bodyPr/>
          <a:lstStyle/>
          <a:p>
            <a:r>
              <a:rPr lang="en-US" noProof="0" dirty="0"/>
              <a:t>Problem</a:t>
            </a:r>
          </a:p>
        </p:txBody>
      </p:sp>
      <p:grpSp>
        <p:nvGrpSpPr>
          <p:cNvPr id="2" name="Group 1">
            <a:extLst>
              <a:ext uri="{FF2B5EF4-FFF2-40B4-BE49-F238E27FC236}">
                <a16:creationId xmlns:a16="http://schemas.microsoft.com/office/drawing/2014/main" id="{8B80A118-5922-E323-22D8-9B763434BDF7}"/>
              </a:ext>
            </a:extLst>
          </p:cNvPr>
          <p:cNvGrpSpPr/>
          <p:nvPr/>
        </p:nvGrpSpPr>
        <p:grpSpPr>
          <a:xfrm>
            <a:off x="4296000" y="1115386"/>
            <a:ext cx="3600000" cy="3600000"/>
            <a:chOff x="4294800" y="1944000"/>
            <a:chExt cx="3600000" cy="3600000"/>
          </a:xfrm>
        </p:grpSpPr>
        <p:sp>
          <p:nvSpPr>
            <p:cNvPr id="3" name="Oval 2">
              <a:extLst>
                <a:ext uri="{FF2B5EF4-FFF2-40B4-BE49-F238E27FC236}">
                  <a16:creationId xmlns:a16="http://schemas.microsoft.com/office/drawing/2014/main" id="{D4343304-9497-683D-D1AE-A30BF4DFE8D6}"/>
                </a:ext>
              </a:extLst>
            </p:cNvPr>
            <p:cNvSpPr/>
            <p:nvPr/>
          </p:nvSpPr>
          <p:spPr>
            <a:xfrm>
              <a:off x="4294800" y="1944000"/>
              <a:ext cx="3600000" cy="3600000"/>
            </a:xfrm>
            <a:prstGeom prst="ellipse">
              <a:avLst/>
            </a:prstGeom>
            <a:solidFill>
              <a:srgbClr val="E7F0FB"/>
            </a:solidFill>
            <a:ln w="28575">
              <a:solidFill>
                <a:srgbClr val="0B0B0B"/>
              </a:solidFill>
            </a:ln>
            <a:effectLst/>
          </p:spPr>
          <p:txBody>
            <a:bodyPr rtlCol="0" anchor="ctr"/>
            <a:lstStyle/>
            <a:p>
              <a:pPr algn="ctr"/>
              <a:endParaRPr/>
            </a:p>
          </p:txBody>
        </p:sp>
        <p:sp>
          <p:nvSpPr>
            <p:cNvPr id="4" name="Pie 2">
              <a:extLst>
                <a:ext uri="{FF2B5EF4-FFF2-40B4-BE49-F238E27FC236}">
                  <a16:creationId xmlns:a16="http://schemas.microsoft.com/office/drawing/2014/main" id="{15799296-9A93-3A99-4F09-5663AD8D075B}"/>
                </a:ext>
              </a:extLst>
            </p:cNvPr>
            <p:cNvSpPr/>
            <p:nvPr/>
          </p:nvSpPr>
          <p:spPr>
            <a:xfrm>
              <a:off x="4294800" y="1944000"/>
              <a:ext cx="3600000" cy="3600000"/>
            </a:xfrm>
            <a:prstGeom prst="pie">
              <a:avLst>
                <a:gd name="adj1" fmla="val 16200000"/>
                <a:gd name="adj2" fmla="val 5400000"/>
              </a:avLst>
            </a:prstGeom>
            <a:solidFill>
              <a:srgbClr val="F0EFEC"/>
            </a:solidFill>
            <a:ln>
              <a:noFill/>
            </a:ln>
            <a:effectLst/>
          </p:spPr>
          <p:txBody>
            <a:bodyPr rtlCol="0" anchor="ctr"/>
            <a:lstStyle/>
            <a:p>
              <a:pPr algn="ctr"/>
              <a:endParaRPr/>
            </a:p>
          </p:txBody>
        </p:sp>
        <p:sp>
          <p:nvSpPr>
            <p:cNvPr id="5" name="Oval 4">
              <a:extLst>
                <a:ext uri="{FF2B5EF4-FFF2-40B4-BE49-F238E27FC236}">
                  <a16:creationId xmlns:a16="http://schemas.microsoft.com/office/drawing/2014/main" id="{59F7C0C0-A868-89EB-0287-7557B6A5FC78}"/>
                </a:ext>
              </a:extLst>
            </p:cNvPr>
            <p:cNvSpPr/>
            <p:nvPr/>
          </p:nvSpPr>
          <p:spPr>
            <a:xfrm>
              <a:off x="5194800" y="1944000"/>
              <a:ext cx="1800000" cy="1800000"/>
            </a:xfrm>
            <a:prstGeom prst="ellipse">
              <a:avLst/>
            </a:prstGeom>
            <a:solidFill>
              <a:srgbClr val="F0EFEC"/>
            </a:solidFill>
            <a:ln>
              <a:noFill/>
            </a:ln>
            <a:effectLst/>
          </p:spPr>
          <p:txBody>
            <a:bodyPr rtlCol="0" anchor="ctr"/>
            <a:lstStyle/>
            <a:p>
              <a:pPr algn="ctr"/>
              <a:endParaRPr/>
            </a:p>
          </p:txBody>
        </p:sp>
        <p:sp>
          <p:nvSpPr>
            <p:cNvPr id="6" name="Oval 5">
              <a:extLst>
                <a:ext uri="{FF2B5EF4-FFF2-40B4-BE49-F238E27FC236}">
                  <a16:creationId xmlns:a16="http://schemas.microsoft.com/office/drawing/2014/main" id="{2A4BF428-D8C1-C2E9-DA1E-C533198CD5A3}"/>
                </a:ext>
              </a:extLst>
            </p:cNvPr>
            <p:cNvSpPr/>
            <p:nvPr/>
          </p:nvSpPr>
          <p:spPr>
            <a:xfrm>
              <a:off x="5194800" y="3744000"/>
              <a:ext cx="1800000" cy="1800000"/>
            </a:xfrm>
            <a:prstGeom prst="ellipse">
              <a:avLst/>
            </a:prstGeom>
            <a:solidFill>
              <a:srgbClr val="E7F0FB"/>
            </a:solidFill>
            <a:ln>
              <a:noFill/>
            </a:ln>
            <a:effectLst/>
          </p:spPr>
          <p:txBody>
            <a:bodyPr rtlCol="0" anchor="ctr"/>
            <a:lstStyle/>
            <a:p>
              <a:pPr algn="ctr"/>
              <a:endParaRPr/>
            </a:p>
          </p:txBody>
        </p:sp>
        <p:sp>
          <p:nvSpPr>
            <p:cNvPr id="7" name="Oval 6">
              <a:extLst>
                <a:ext uri="{FF2B5EF4-FFF2-40B4-BE49-F238E27FC236}">
                  <a16:creationId xmlns:a16="http://schemas.microsoft.com/office/drawing/2014/main" id="{355F7799-5AC5-5BCE-4DD2-A8613C06EAEF}"/>
                </a:ext>
              </a:extLst>
            </p:cNvPr>
            <p:cNvSpPr/>
            <p:nvPr/>
          </p:nvSpPr>
          <p:spPr>
            <a:xfrm>
              <a:off x="4294800" y="1944000"/>
              <a:ext cx="3600000" cy="3600000"/>
            </a:xfrm>
            <a:prstGeom prst="ellipse">
              <a:avLst/>
            </a:prstGeom>
            <a:noFill/>
            <a:ln w="28575">
              <a:solidFill>
                <a:srgbClr val="0B0B0B"/>
              </a:solidFill>
            </a:ln>
            <a:effectLst/>
          </p:spPr>
          <p:txBody>
            <a:bodyPr rtlCol="0" anchor="ctr"/>
            <a:lstStyle/>
            <a:p>
              <a:pPr algn="ctr"/>
              <a:endParaRPr/>
            </a:p>
          </p:txBody>
        </p:sp>
        <p:sp>
          <p:nvSpPr>
            <p:cNvPr id="8" name="Oval 7">
              <a:extLst>
                <a:ext uri="{FF2B5EF4-FFF2-40B4-BE49-F238E27FC236}">
                  <a16:creationId xmlns:a16="http://schemas.microsoft.com/office/drawing/2014/main" id="{6CCAC21F-3CC6-8383-773E-2D262C839C93}"/>
                </a:ext>
              </a:extLst>
            </p:cNvPr>
            <p:cNvSpPr/>
            <p:nvPr/>
          </p:nvSpPr>
          <p:spPr>
            <a:xfrm>
              <a:off x="5410800" y="2160000"/>
              <a:ext cx="1368000" cy="1368000"/>
            </a:xfrm>
            <a:prstGeom prst="ellipse">
              <a:avLst/>
            </a:prstGeom>
            <a:solidFill>
              <a:srgbClr val="FFFFFF"/>
            </a:solidFill>
            <a:ln>
              <a:noFill/>
            </a:ln>
            <a:effectLst/>
          </p:spPr>
          <p:txBody>
            <a:bodyPr wrap="none" lIns="0" tIns="0" rIns="0" bIns="0" rtlCol="0" anchor="ctr"/>
            <a:lstStyle/>
            <a:p>
              <a:pPr algn="ctr"/>
              <a:r>
                <a:rPr sz="1300" b="1" dirty="0">
                  <a:solidFill>
                    <a:srgbClr val="FF0000"/>
                  </a:solidFill>
                  <a:latin typeface="Arial"/>
                </a:rPr>
                <a:t>Real</a:t>
              </a:r>
            </a:p>
            <a:p>
              <a:pPr algn="ctr"/>
              <a:r>
                <a:rPr sz="1300" b="1" dirty="0">
                  <a:solidFill>
                    <a:srgbClr val="FF0000"/>
                  </a:solidFill>
                  <a:latin typeface="Arial"/>
                </a:rPr>
                <a:t>data</a:t>
              </a:r>
            </a:p>
          </p:txBody>
        </p:sp>
        <p:sp>
          <p:nvSpPr>
            <p:cNvPr id="9" name="Oval 8">
              <a:extLst>
                <a:ext uri="{FF2B5EF4-FFF2-40B4-BE49-F238E27FC236}">
                  <a16:creationId xmlns:a16="http://schemas.microsoft.com/office/drawing/2014/main" id="{67C497FD-B265-E56A-074D-FA5E222343FC}"/>
                </a:ext>
              </a:extLst>
            </p:cNvPr>
            <p:cNvSpPr/>
            <p:nvPr/>
          </p:nvSpPr>
          <p:spPr>
            <a:xfrm>
              <a:off x="5410800" y="3960000"/>
              <a:ext cx="1368000" cy="1368000"/>
            </a:xfrm>
            <a:prstGeom prst="ellipse">
              <a:avLst/>
            </a:prstGeom>
            <a:solidFill>
              <a:srgbClr val="FFFFFF"/>
            </a:solidFill>
            <a:ln>
              <a:noFill/>
            </a:ln>
            <a:effectLst/>
          </p:spPr>
          <p:txBody>
            <a:bodyPr wrap="none" lIns="0" tIns="0" rIns="0" bIns="0" rtlCol="0" anchor="ctr"/>
            <a:lstStyle/>
            <a:p>
              <a:pPr algn="ctr"/>
              <a:r>
                <a:rPr sz="1300" b="1">
                  <a:solidFill>
                    <a:srgbClr val="2A78D6"/>
                  </a:solidFill>
                  <a:latin typeface="Arial"/>
                </a:rPr>
                <a:t>Simulated</a:t>
              </a:r>
            </a:p>
            <a:p>
              <a:pPr algn="ctr"/>
              <a:r>
                <a:rPr sz="1300" b="1">
                  <a:solidFill>
                    <a:srgbClr val="2A78D6"/>
                  </a:solidFill>
                  <a:latin typeface="Arial"/>
                </a:rPr>
                <a:t>data</a:t>
              </a:r>
            </a:p>
          </p:txBody>
        </p:sp>
      </p:grpSp>
      <p:sp>
        <p:nvSpPr>
          <p:cNvPr id="11" name="TextBox 10">
            <a:extLst>
              <a:ext uri="{FF2B5EF4-FFF2-40B4-BE49-F238E27FC236}">
                <a16:creationId xmlns:a16="http://schemas.microsoft.com/office/drawing/2014/main" id="{E3713B43-8CDA-379D-20FF-AC55493C09FE}"/>
              </a:ext>
            </a:extLst>
          </p:cNvPr>
          <p:cNvSpPr txBox="1"/>
          <p:nvPr/>
        </p:nvSpPr>
        <p:spPr>
          <a:xfrm>
            <a:off x="6574727" y="832880"/>
            <a:ext cx="3708736"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True by construction</a:t>
            </a:r>
          </a:p>
        </p:txBody>
      </p:sp>
      <p:sp>
        <p:nvSpPr>
          <p:cNvPr id="13" name="TextBox 12">
            <a:extLst>
              <a:ext uri="{FF2B5EF4-FFF2-40B4-BE49-F238E27FC236}">
                <a16:creationId xmlns:a16="http://schemas.microsoft.com/office/drawing/2014/main" id="{5D32453A-836A-BD1F-0795-7691AFBD6A6A}"/>
              </a:ext>
            </a:extLst>
          </p:cNvPr>
          <p:cNvSpPr txBox="1"/>
          <p:nvPr/>
        </p:nvSpPr>
        <p:spPr>
          <a:xfrm>
            <a:off x="8076014" y="2123298"/>
            <a:ext cx="2888310"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Signal :  Noise</a:t>
            </a:r>
          </a:p>
        </p:txBody>
      </p:sp>
      <p:sp>
        <p:nvSpPr>
          <p:cNvPr id="15" name="TextBox 14">
            <a:extLst>
              <a:ext uri="{FF2B5EF4-FFF2-40B4-BE49-F238E27FC236}">
                <a16:creationId xmlns:a16="http://schemas.microsoft.com/office/drawing/2014/main" id="{88D20BE8-CCB8-3934-CEF9-F475BFDCF68B}"/>
              </a:ext>
            </a:extLst>
          </p:cNvPr>
          <p:cNvSpPr txBox="1"/>
          <p:nvPr/>
        </p:nvSpPr>
        <p:spPr>
          <a:xfrm>
            <a:off x="7896000" y="3798859"/>
            <a:ext cx="2452024"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Snapshot</a:t>
            </a:r>
          </a:p>
        </p:txBody>
      </p:sp>
      <p:sp>
        <p:nvSpPr>
          <p:cNvPr id="17" name="TextBox 16">
            <a:extLst>
              <a:ext uri="{FF2B5EF4-FFF2-40B4-BE49-F238E27FC236}">
                <a16:creationId xmlns:a16="http://schemas.microsoft.com/office/drawing/2014/main" id="{1B328E06-5C04-F7BD-2044-4363A25CF2CE}"/>
              </a:ext>
            </a:extLst>
          </p:cNvPr>
          <p:cNvSpPr txBox="1"/>
          <p:nvPr/>
        </p:nvSpPr>
        <p:spPr>
          <a:xfrm>
            <a:off x="621552" y="2627184"/>
            <a:ext cx="3674448"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Context using real data</a:t>
            </a:r>
          </a:p>
        </p:txBody>
      </p:sp>
      <p:sp>
        <p:nvSpPr>
          <p:cNvPr id="19" name="TextBox 18">
            <a:extLst>
              <a:ext uri="{FF2B5EF4-FFF2-40B4-BE49-F238E27FC236}">
                <a16:creationId xmlns:a16="http://schemas.microsoft.com/office/drawing/2014/main" id="{E3F6D5C2-9C42-0E8D-7C6B-A58C789BCC2F}"/>
              </a:ext>
            </a:extLst>
          </p:cNvPr>
          <p:cNvSpPr txBox="1"/>
          <p:nvPr/>
        </p:nvSpPr>
        <p:spPr>
          <a:xfrm>
            <a:off x="644930" y="3815386"/>
            <a:ext cx="4754880"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Complete and replicated</a:t>
            </a:r>
          </a:p>
        </p:txBody>
      </p:sp>
      <p:sp>
        <p:nvSpPr>
          <p:cNvPr id="21" name="TextBox 20">
            <a:extLst>
              <a:ext uri="{FF2B5EF4-FFF2-40B4-BE49-F238E27FC236}">
                <a16:creationId xmlns:a16="http://schemas.microsoft.com/office/drawing/2014/main" id="{B59F7C41-2D05-3A49-B885-F764EC56D7B1}"/>
              </a:ext>
            </a:extLst>
          </p:cNvPr>
          <p:cNvSpPr txBox="1"/>
          <p:nvPr/>
        </p:nvSpPr>
        <p:spPr>
          <a:xfrm>
            <a:off x="1877258" y="1480962"/>
            <a:ext cx="3352024" cy="361959"/>
          </a:xfrm>
          <a:prstGeom prst="rect">
            <a:avLst/>
          </a:prstGeom>
          <a:noFill/>
        </p:spPr>
        <p:txBody>
          <a:bodyPr wrap="square" lIns="0" tIns="0" rIns="0" bIns="0" anchor="t">
            <a:spAutoFit/>
          </a:bodyPr>
          <a:lstStyle/>
          <a:p>
            <a:pPr marL="285750" indent="-285750" algn="l">
              <a:spcAft>
                <a:spcPts val="800"/>
              </a:spcAft>
              <a:buFont typeface="Arial" panose="020B0604020202020204" pitchFamily="34" charset="0"/>
              <a:buChar char="•"/>
            </a:pPr>
            <a:r>
              <a:rPr lang="en-US" sz="2400" b="1" i="0" noProof="0" dirty="0">
                <a:solidFill>
                  <a:srgbClr val="0B0B0B"/>
                </a:solidFill>
                <a:latin typeface="Arial"/>
              </a:rPr>
              <a:t>Cheap and fast</a:t>
            </a:r>
          </a:p>
        </p:txBody>
      </p:sp>
      <p:sp>
        <p:nvSpPr>
          <p:cNvPr id="10" name="Date Placeholder 9">
            <a:extLst>
              <a:ext uri="{FF2B5EF4-FFF2-40B4-BE49-F238E27FC236}">
                <a16:creationId xmlns:a16="http://schemas.microsoft.com/office/drawing/2014/main" id="{8AB71F27-999A-A458-B326-8588DDADA959}"/>
              </a:ext>
            </a:extLst>
          </p:cNvPr>
          <p:cNvSpPr>
            <a:spLocks noGrp="1"/>
          </p:cNvSpPr>
          <p:nvPr>
            <p:ph type="dt" sz="half" idx="10"/>
          </p:nvPr>
        </p:nvSpPr>
        <p:spPr/>
        <p:txBody>
          <a:bodyPr/>
          <a:lstStyle/>
          <a:p>
            <a:fld id="{D87BBB82-31AA-4AFA-9DB9-2F13E8419044}" type="datetime1">
              <a:rPr lang="en-GB" noProof="0" smtClean="0"/>
              <a:t>16/09/2026</a:t>
            </a:fld>
            <a:endParaRPr lang="en-GB" noProof="0" dirty="0"/>
          </a:p>
        </p:txBody>
      </p:sp>
      <p:sp>
        <p:nvSpPr>
          <p:cNvPr id="14" name="Slide Number Placeholder 13">
            <a:extLst>
              <a:ext uri="{FF2B5EF4-FFF2-40B4-BE49-F238E27FC236}">
                <a16:creationId xmlns:a16="http://schemas.microsoft.com/office/drawing/2014/main" id="{121CDA65-84AE-4264-470A-222058CAC814}"/>
              </a:ext>
            </a:extLst>
          </p:cNvPr>
          <p:cNvSpPr>
            <a:spLocks noGrp="1"/>
          </p:cNvSpPr>
          <p:nvPr>
            <p:ph type="sldNum" sz="quarter" idx="12"/>
          </p:nvPr>
        </p:nvSpPr>
        <p:spPr/>
        <p:txBody>
          <a:bodyPr/>
          <a:lstStyle/>
          <a:p>
            <a:fld id="{442AD375-037F-43D0-B059-5172DA06796A}" type="slidenum">
              <a:rPr lang="en-GB" noProof="0" smtClean="0"/>
              <a:pPr/>
              <a:t>27</a:t>
            </a:fld>
            <a:endParaRPr lang="en-GB" noProof="0" dirty="0"/>
          </a:p>
        </p:txBody>
      </p:sp>
    </p:spTree>
    <p:extLst>
      <p:ext uri="{BB962C8B-B14F-4D97-AF65-F5344CB8AC3E}">
        <p14:creationId xmlns:p14="http://schemas.microsoft.com/office/powerpoint/2010/main" val="1675012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0718E-80DF-9E79-E91B-DA544D2DF294}"/>
            </a:ext>
          </a:extLst>
        </p:cNvPr>
        <p:cNvGrpSpPr/>
        <p:nvPr/>
      </p:nvGrpSpPr>
      <p:grpSpPr>
        <a:xfrm>
          <a:off x="0" y="0"/>
          <a:ext cx="0" cy="0"/>
          <a:chOff x="0" y="0"/>
          <a:chExt cx="0" cy="0"/>
        </a:xfrm>
      </p:grpSpPr>
      <p:sp>
        <p:nvSpPr>
          <p:cNvPr id="8" name="Inhaltsplatzhalter 7">
            <a:extLst>
              <a:ext uri="{FF2B5EF4-FFF2-40B4-BE49-F238E27FC236}">
                <a16:creationId xmlns:a16="http://schemas.microsoft.com/office/drawing/2014/main" id="{A4DAC6BE-8DC6-37AE-C19B-F549C057D467}"/>
              </a:ext>
            </a:extLst>
          </p:cNvPr>
          <p:cNvSpPr>
            <a:spLocks noGrp="1"/>
          </p:cNvSpPr>
          <p:nvPr>
            <p:ph idx="1"/>
          </p:nvPr>
        </p:nvSpPr>
        <p:spPr/>
        <p:txBody>
          <a:bodyPr/>
          <a:lstStyle/>
          <a:p>
            <a:r>
              <a:rPr lang="de-DE" sz="9600" dirty="0"/>
              <a:t>3.Method</a:t>
            </a:r>
          </a:p>
        </p:txBody>
      </p:sp>
      <p:sp>
        <p:nvSpPr>
          <p:cNvPr id="4" name="Datumsplatzhalter 3">
            <a:extLst>
              <a:ext uri="{FF2B5EF4-FFF2-40B4-BE49-F238E27FC236}">
                <a16:creationId xmlns:a16="http://schemas.microsoft.com/office/drawing/2014/main" id="{F33F7993-8F5B-3A3D-A6E3-668C82772BEC}"/>
              </a:ext>
            </a:extLst>
          </p:cNvPr>
          <p:cNvSpPr>
            <a:spLocks noGrp="1"/>
          </p:cNvSpPr>
          <p:nvPr>
            <p:ph type="dt" sz="half" idx="10"/>
          </p:nvPr>
        </p:nvSpPr>
        <p:spPr/>
        <p:txBody>
          <a:bodyPr/>
          <a:lstStyle/>
          <a:p>
            <a:fld id="{AA0DD29A-7AD5-40CA-AEE1-9B40EAD5F278}" type="datetime1">
              <a:rPr lang="en-GB" noProof="0" smtClean="0"/>
              <a:t>16/09/2026</a:t>
            </a:fld>
            <a:endParaRPr lang="en-GB" noProof="0" dirty="0"/>
          </a:p>
        </p:txBody>
      </p:sp>
      <p:sp>
        <p:nvSpPr>
          <p:cNvPr id="6" name="Foliennummernplatzhalter 5">
            <a:extLst>
              <a:ext uri="{FF2B5EF4-FFF2-40B4-BE49-F238E27FC236}">
                <a16:creationId xmlns:a16="http://schemas.microsoft.com/office/drawing/2014/main" id="{807E8FDF-BEED-584F-764A-EF9FA7215568}"/>
              </a:ext>
            </a:extLst>
          </p:cNvPr>
          <p:cNvSpPr>
            <a:spLocks noGrp="1"/>
          </p:cNvSpPr>
          <p:nvPr>
            <p:ph type="sldNum" sz="quarter" idx="12"/>
          </p:nvPr>
        </p:nvSpPr>
        <p:spPr/>
        <p:txBody>
          <a:bodyPr/>
          <a:lstStyle/>
          <a:p>
            <a:fld id="{442AD375-037F-43D0-B059-5172DA06796A}" type="slidenum">
              <a:rPr lang="en-GB" noProof="0" smtClean="0"/>
              <a:pPr/>
              <a:t>28</a:t>
            </a:fld>
            <a:endParaRPr lang="en-GB" noProof="0" dirty="0"/>
          </a:p>
        </p:txBody>
      </p:sp>
    </p:spTree>
    <p:extLst>
      <p:ext uri="{BB962C8B-B14F-4D97-AF65-F5344CB8AC3E}">
        <p14:creationId xmlns:p14="http://schemas.microsoft.com/office/powerpoint/2010/main" val="2939541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8762C91-BDFD-9538-FAF4-DAF7FE7683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5360" y="1689995"/>
            <a:ext cx="3478010" cy="3478010"/>
          </a:xfrm>
          <a:prstGeom prst="rect">
            <a:avLst/>
          </a:prstGeom>
        </p:spPr>
      </p:pic>
      <p:pic>
        <p:nvPicPr>
          <p:cNvPr id="7" name="Picture 6">
            <a:extLst>
              <a:ext uri="{FF2B5EF4-FFF2-40B4-BE49-F238E27FC236}">
                <a16:creationId xmlns:a16="http://schemas.microsoft.com/office/drawing/2014/main" id="{FFE3522D-4E55-4424-7A42-6B0E0CAFE5E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03984" y="2395549"/>
            <a:ext cx="6384032" cy="2066901"/>
          </a:xfrm>
          <a:prstGeom prst="rect">
            <a:avLst/>
          </a:prstGeom>
        </p:spPr>
      </p:pic>
      <p:sp>
        <p:nvSpPr>
          <p:cNvPr id="2" name="Date Placeholder 1">
            <a:extLst>
              <a:ext uri="{FF2B5EF4-FFF2-40B4-BE49-F238E27FC236}">
                <a16:creationId xmlns:a16="http://schemas.microsoft.com/office/drawing/2014/main" id="{2BAF1ADE-E328-1A72-9999-541F37B3E491}"/>
              </a:ext>
            </a:extLst>
          </p:cNvPr>
          <p:cNvSpPr>
            <a:spLocks noGrp="1"/>
          </p:cNvSpPr>
          <p:nvPr>
            <p:ph type="dt" sz="half" idx="10"/>
          </p:nvPr>
        </p:nvSpPr>
        <p:spPr/>
        <p:txBody>
          <a:bodyPr/>
          <a:lstStyle/>
          <a:p>
            <a:fld id="{B3DA9463-89CC-401A-809F-E6F15A0EB4BB}" type="datetime1">
              <a:rPr lang="en-GB" smtClean="0"/>
              <a:t>16/09/2026</a:t>
            </a:fld>
            <a:endParaRPr lang="de-CH" dirty="0"/>
          </a:p>
        </p:txBody>
      </p:sp>
      <p:sp>
        <p:nvSpPr>
          <p:cNvPr id="3" name="Slide Number Placeholder 2">
            <a:extLst>
              <a:ext uri="{FF2B5EF4-FFF2-40B4-BE49-F238E27FC236}">
                <a16:creationId xmlns:a16="http://schemas.microsoft.com/office/drawing/2014/main" id="{415748A3-283C-8421-D5A7-6E6DF965F15A}"/>
              </a:ext>
            </a:extLst>
          </p:cNvPr>
          <p:cNvSpPr>
            <a:spLocks noGrp="1"/>
          </p:cNvSpPr>
          <p:nvPr>
            <p:ph type="sldNum" sz="quarter" idx="12"/>
          </p:nvPr>
        </p:nvSpPr>
        <p:spPr/>
        <p:txBody>
          <a:bodyPr/>
          <a:lstStyle/>
          <a:p>
            <a:fld id="{442AD375-037F-43D0-B059-5172DA06796A}" type="slidenum">
              <a:rPr lang="de-CH" smtClean="0"/>
              <a:pPr/>
              <a:t>29</a:t>
            </a:fld>
            <a:endParaRPr lang="de-CH"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E27BC-BE90-F75F-8097-4FB4C1D0F4A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C81924A-0B88-6C85-337E-84C9F26897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5400" y="548680"/>
            <a:ext cx="4207673" cy="5445224"/>
          </a:xfrm>
          <a:prstGeom prst="rect">
            <a:avLst/>
          </a:prstGeom>
          <a:ln>
            <a:solidFill>
              <a:schemeClr val="tx1"/>
            </a:solidFill>
          </a:ln>
          <a:effectLst>
            <a:outerShdw blurRad="50800" dist="38100" dir="2700000" algn="tl" rotWithShape="0">
              <a:prstClr val="black">
                <a:alpha val="40000"/>
              </a:prstClr>
            </a:outerShdw>
          </a:effectLst>
          <a:scene3d>
            <a:camera prst="perspectiveLeft"/>
            <a:lightRig rig="balanced" dir="t"/>
          </a:scene3d>
          <a:sp3d extrusionH="508000" prstMaterial="matte">
            <a:extrusionClr>
              <a:schemeClr val="bg1">
                <a:lumMod val="95000"/>
              </a:schemeClr>
            </a:extrusionClr>
          </a:sp3d>
        </p:spPr>
      </p:pic>
      <p:sp>
        <p:nvSpPr>
          <p:cNvPr id="2" name="Date Placeholder 1">
            <a:extLst>
              <a:ext uri="{FF2B5EF4-FFF2-40B4-BE49-F238E27FC236}">
                <a16:creationId xmlns:a16="http://schemas.microsoft.com/office/drawing/2014/main" id="{6A9BB563-3E5F-CE9C-AA86-01DFA25D2C85}"/>
              </a:ext>
            </a:extLst>
          </p:cNvPr>
          <p:cNvSpPr>
            <a:spLocks noGrp="1"/>
          </p:cNvSpPr>
          <p:nvPr>
            <p:ph type="dt" sz="half" idx="10"/>
          </p:nvPr>
        </p:nvSpPr>
        <p:spPr/>
        <p:txBody>
          <a:bodyPr/>
          <a:lstStyle/>
          <a:p>
            <a:fld id="{13B7F247-91C0-44F7-AA55-A1EAB12176AF}" type="datetime1">
              <a:rPr lang="en-GB" smtClean="0"/>
              <a:t>16/09/2026</a:t>
            </a:fld>
            <a:endParaRPr lang="de-CH" dirty="0"/>
          </a:p>
        </p:txBody>
      </p:sp>
      <p:sp>
        <p:nvSpPr>
          <p:cNvPr id="3" name="Slide Number Placeholder 2">
            <a:extLst>
              <a:ext uri="{FF2B5EF4-FFF2-40B4-BE49-F238E27FC236}">
                <a16:creationId xmlns:a16="http://schemas.microsoft.com/office/drawing/2014/main" id="{98B45D56-FB19-9AB4-56A6-782950B1BA42}"/>
              </a:ext>
            </a:extLst>
          </p:cNvPr>
          <p:cNvSpPr>
            <a:spLocks noGrp="1"/>
          </p:cNvSpPr>
          <p:nvPr>
            <p:ph type="sldNum" sz="quarter" idx="12"/>
          </p:nvPr>
        </p:nvSpPr>
        <p:spPr/>
        <p:txBody>
          <a:bodyPr/>
          <a:lstStyle/>
          <a:p>
            <a:fld id="{442AD375-037F-43D0-B059-5172DA06796A}" type="slidenum">
              <a:rPr lang="de-CH" smtClean="0"/>
              <a:pPr/>
              <a:t>30</a:t>
            </a:fld>
            <a:endParaRPr lang="de-CH" dirty="0"/>
          </a:p>
        </p:txBody>
      </p:sp>
    </p:spTree>
    <p:extLst>
      <p:ext uri="{BB962C8B-B14F-4D97-AF65-F5344CB8AC3E}">
        <p14:creationId xmlns:p14="http://schemas.microsoft.com/office/powerpoint/2010/main" val="15224906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2822F-B20F-1324-2012-36BEE885208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2437F74-1AA2-B2BC-12C4-7C33A71A1F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5400" y="548680"/>
            <a:ext cx="4207673" cy="5445224"/>
          </a:xfrm>
          <a:prstGeom prst="rect">
            <a:avLst/>
          </a:prstGeom>
          <a:ln>
            <a:solidFill>
              <a:schemeClr val="tx1"/>
            </a:solidFill>
          </a:ln>
          <a:effectLst>
            <a:outerShdw blurRad="50800" dist="38100" dir="2700000" algn="tl" rotWithShape="0">
              <a:prstClr val="black">
                <a:alpha val="40000"/>
              </a:prstClr>
            </a:outerShdw>
          </a:effectLst>
          <a:scene3d>
            <a:camera prst="perspectiveLeft"/>
            <a:lightRig rig="balanced" dir="t"/>
          </a:scene3d>
          <a:sp3d extrusionH="508000" prstMaterial="matte">
            <a:extrusionClr>
              <a:schemeClr val="bg1">
                <a:lumMod val="95000"/>
              </a:schemeClr>
            </a:extrusionClr>
          </a:sp3d>
        </p:spPr>
      </p:pic>
      <p:sp>
        <p:nvSpPr>
          <p:cNvPr id="45" name="TextBox 44">
            <a:extLst>
              <a:ext uri="{FF2B5EF4-FFF2-40B4-BE49-F238E27FC236}">
                <a16:creationId xmlns:a16="http://schemas.microsoft.com/office/drawing/2014/main" id="{7A4D9831-00D1-0A3B-00C2-F464418FE53C}"/>
              </a:ext>
            </a:extLst>
          </p:cNvPr>
          <p:cNvSpPr txBox="1"/>
          <p:nvPr/>
        </p:nvSpPr>
        <p:spPr>
          <a:xfrm>
            <a:off x="6096000" y="1302081"/>
            <a:ext cx="5256584" cy="1809791"/>
          </a:xfrm>
          <a:prstGeom prst="rect">
            <a:avLst/>
          </a:prstGeom>
          <a:noFill/>
          <a:ln>
            <a:noFill/>
          </a:ln>
        </p:spPr>
        <p:txBody>
          <a:bodyPr wrap="square" lIns="0" tIns="0" rIns="0" bIns="0" rtlCol="0">
            <a:spAutoFit/>
          </a:bodyPr>
          <a:lstStyle/>
          <a:p>
            <a:pPr marL="285750" indent="-285750">
              <a:buFont typeface="Arial" panose="020B0604020202020204" pitchFamily="34" charset="0"/>
              <a:buChar char="•"/>
            </a:pPr>
            <a:r>
              <a:rPr lang="en-US" sz="2400" b="1" dirty="0"/>
              <a:t>Benjamin C. Haller and Philipp W. Messer </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dirty="0"/>
              <a:t>Dept. of Computational Biology Cornell University </a:t>
            </a:r>
            <a:endParaRPr lang="en-CH" sz="2400" dirty="0"/>
          </a:p>
        </p:txBody>
      </p:sp>
      <p:sp>
        <p:nvSpPr>
          <p:cNvPr id="2" name="Date Placeholder 1">
            <a:extLst>
              <a:ext uri="{FF2B5EF4-FFF2-40B4-BE49-F238E27FC236}">
                <a16:creationId xmlns:a16="http://schemas.microsoft.com/office/drawing/2014/main" id="{CF91C823-926A-3BCC-E30D-FBDF43257635}"/>
              </a:ext>
            </a:extLst>
          </p:cNvPr>
          <p:cNvSpPr>
            <a:spLocks noGrp="1"/>
          </p:cNvSpPr>
          <p:nvPr>
            <p:ph type="dt" sz="half" idx="10"/>
          </p:nvPr>
        </p:nvSpPr>
        <p:spPr/>
        <p:txBody>
          <a:bodyPr/>
          <a:lstStyle/>
          <a:p>
            <a:fld id="{1AFFEE94-02A5-42C4-8A1E-F045CD48E862}" type="datetime1">
              <a:rPr lang="en-GB" smtClean="0"/>
              <a:t>16/09/2026</a:t>
            </a:fld>
            <a:endParaRPr lang="de-CH" dirty="0"/>
          </a:p>
        </p:txBody>
      </p:sp>
      <p:sp>
        <p:nvSpPr>
          <p:cNvPr id="3" name="Slide Number Placeholder 2">
            <a:extLst>
              <a:ext uri="{FF2B5EF4-FFF2-40B4-BE49-F238E27FC236}">
                <a16:creationId xmlns:a16="http://schemas.microsoft.com/office/drawing/2014/main" id="{8B3B0ACE-5A63-E6C5-D5B3-9E8DC454C236}"/>
              </a:ext>
            </a:extLst>
          </p:cNvPr>
          <p:cNvSpPr>
            <a:spLocks noGrp="1"/>
          </p:cNvSpPr>
          <p:nvPr>
            <p:ph type="sldNum" sz="quarter" idx="12"/>
          </p:nvPr>
        </p:nvSpPr>
        <p:spPr/>
        <p:txBody>
          <a:bodyPr/>
          <a:lstStyle/>
          <a:p>
            <a:fld id="{442AD375-037F-43D0-B059-5172DA06796A}" type="slidenum">
              <a:rPr lang="de-CH" smtClean="0"/>
              <a:pPr/>
              <a:t>31</a:t>
            </a:fld>
            <a:endParaRPr lang="de-CH" dirty="0"/>
          </a:p>
        </p:txBody>
      </p:sp>
    </p:spTree>
    <p:extLst>
      <p:ext uri="{BB962C8B-B14F-4D97-AF65-F5344CB8AC3E}">
        <p14:creationId xmlns:p14="http://schemas.microsoft.com/office/powerpoint/2010/main" val="3791020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FAD32-BC73-7E17-F064-FF0E26339FB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B2FC5E3-ADBD-A4C0-7FCC-8453DA0367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5400" y="548680"/>
            <a:ext cx="4207673" cy="5445224"/>
          </a:xfrm>
          <a:prstGeom prst="rect">
            <a:avLst/>
          </a:prstGeom>
          <a:ln>
            <a:solidFill>
              <a:schemeClr val="tx1"/>
            </a:solidFill>
          </a:ln>
          <a:effectLst>
            <a:outerShdw blurRad="50800" dist="38100" dir="2700000" algn="tl" rotWithShape="0">
              <a:prstClr val="black">
                <a:alpha val="40000"/>
              </a:prstClr>
            </a:outerShdw>
          </a:effectLst>
          <a:scene3d>
            <a:camera prst="perspectiveLeft"/>
            <a:lightRig rig="balanced" dir="t"/>
          </a:scene3d>
          <a:sp3d extrusionH="508000" prstMaterial="matte">
            <a:extrusionClr>
              <a:schemeClr val="bg1">
                <a:lumMod val="95000"/>
              </a:schemeClr>
            </a:extrusionClr>
          </a:sp3d>
        </p:spPr>
      </p:pic>
      <p:sp>
        <p:nvSpPr>
          <p:cNvPr id="43" name="TextBox 42">
            <a:extLst>
              <a:ext uri="{FF2B5EF4-FFF2-40B4-BE49-F238E27FC236}">
                <a16:creationId xmlns:a16="http://schemas.microsoft.com/office/drawing/2014/main" id="{7116A0AA-5EA3-6D16-456A-09BDA14E036E}"/>
              </a:ext>
            </a:extLst>
          </p:cNvPr>
          <p:cNvSpPr txBox="1"/>
          <p:nvPr/>
        </p:nvSpPr>
        <p:spPr>
          <a:xfrm>
            <a:off x="6096000" y="3460197"/>
            <a:ext cx="5256584" cy="2533707"/>
          </a:xfrm>
          <a:prstGeom prst="rect">
            <a:avLst/>
          </a:prstGeom>
          <a:noFill/>
          <a:ln>
            <a:noFill/>
          </a:ln>
        </p:spPr>
        <p:txBody>
          <a:bodyPr wrap="square" lIns="0" tIns="0" rIns="0" bIns="0" rtlCol="0">
            <a:spAutoFit/>
          </a:bodyPr>
          <a:lstStyle/>
          <a:p>
            <a:pPr marL="285750" indent="-285750">
              <a:buFont typeface="Arial" panose="020B0604020202020204" pitchFamily="34" charset="0"/>
              <a:buChar char="•"/>
            </a:pPr>
            <a:r>
              <a:rPr lang="en-US" sz="2400" dirty="0"/>
              <a:t>Online/in person workshops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Manuals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GitHub</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CH" sz="2400" dirty="0"/>
          </a:p>
        </p:txBody>
      </p:sp>
      <p:sp>
        <p:nvSpPr>
          <p:cNvPr id="45" name="TextBox 44">
            <a:extLst>
              <a:ext uri="{FF2B5EF4-FFF2-40B4-BE49-F238E27FC236}">
                <a16:creationId xmlns:a16="http://schemas.microsoft.com/office/drawing/2014/main" id="{77C1E1AC-7A5B-018D-F487-45A5F46AEA50}"/>
              </a:ext>
            </a:extLst>
          </p:cNvPr>
          <p:cNvSpPr txBox="1"/>
          <p:nvPr/>
        </p:nvSpPr>
        <p:spPr>
          <a:xfrm>
            <a:off x="6096000" y="1302081"/>
            <a:ext cx="5256584" cy="1809791"/>
          </a:xfrm>
          <a:prstGeom prst="rect">
            <a:avLst/>
          </a:prstGeom>
          <a:noFill/>
          <a:ln>
            <a:noFill/>
          </a:ln>
        </p:spPr>
        <p:txBody>
          <a:bodyPr wrap="square" lIns="0" tIns="0" rIns="0" bIns="0" rtlCol="0">
            <a:spAutoFit/>
          </a:bodyPr>
          <a:lstStyle/>
          <a:p>
            <a:pPr marL="285750" indent="-285750">
              <a:buFont typeface="Arial" panose="020B0604020202020204" pitchFamily="34" charset="0"/>
              <a:buChar char="•"/>
            </a:pPr>
            <a:r>
              <a:rPr lang="en-US" sz="2400" b="1" dirty="0"/>
              <a:t>Benjamin C. Haller and Philipp W. Messer </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dirty="0"/>
              <a:t>Dept. of Computational Biology Cornell University </a:t>
            </a:r>
            <a:endParaRPr lang="en-CH" sz="2400" dirty="0"/>
          </a:p>
        </p:txBody>
      </p:sp>
      <p:sp>
        <p:nvSpPr>
          <p:cNvPr id="2" name="Date Placeholder 1">
            <a:extLst>
              <a:ext uri="{FF2B5EF4-FFF2-40B4-BE49-F238E27FC236}">
                <a16:creationId xmlns:a16="http://schemas.microsoft.com/office/drawing/2014/main" id="{6F199722-9F55-8EC2-B3A2-8D42E4504509}"/>
              </a:ext>
            </a:extLst>
          </p:cNvPr>
          <p:cNvSpPr>
            <a:spLocks noGrp="1"/>
          </p:cNvSpPr>
          <p:nvPr>
            <p:ph type="dt" sz="half" idx="10"/>
          </p:nvPr>
        </p:nvSpPr>
        <p:spPr/>
        <p:txBody>
          <a:bodyPr/>
          <a:lstStyle/>
          <a:p>
            <a:fld id="{AF872A04-C518-429C-8E98-99ECC66EF3F8}" type="datetime1">
              <a:rPr lang="en-GB" smtClean="0"/>
              <a:t>16/09/2026</a:t>
            </a:fld>
            <a:endParaRPr lang="de-CH" dirty="0"/>
          </a:p>
        </p:txBody>
      </p:sp>
      <p:sp>
        <p:nvSpPr>
          <p:cNvPr id="3" name="Slide Number Placeholder 2">
            <a:extLst>
              <a:ext uri="{FF2B5EF4-FFF2-40B4-BE49-F238E27FC236}">
                <a16:creationId xmlns:a16="http://schemas.microsoft.com/office/drawing/2014/main" id="{30DFC544-BF37-6F90-5D9C-C81EDD149C35}"/>
              </a:ext>
            </a:extLst>
          </p:cNvPr>
          <p:cNvSpPr>
            <a:spLocks noGrp="1"/>
          </p:cNvSpPr>
          <p:nvPr>
            <p:ph type="sldNum" sz="quarter" idx="12"/>
          </p:nvPr>
        </p:nvSpPr>
        <p:spPr/>
        <p:txBody>
          <a:bodyPr/>
          <a:lstStyle/>
          <a:p>
            <a:fld id="{442AD375-037F-43D0-B059-5172DA06796A}" type="slidenum">
              <a:rPr lang="de-CH" smtClean="0"/>
              <a:pPr/>
              <a:t>32</a:t>
            </a:fld>
            <a:endParaRPr lang="de-CH" dirty="0"/>
          </a:p>
        </p:txBody>
      </p:sp>
    </p:spTree>
    <p:extLst>
      <p:ext uri="{BB962C8B-B14F-4D97-AF65-F5344CB8AC3E}">
        <p14:creationId xmlns:p14="http://schemas.microsoft.com/office/powerpoint/2010/main" val="1770512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9354F-D938-625D-2A7A-47E87AA4E3A6}"/>
            </a:ext>
          </a:extLst>
        </p:cNvPr>
        <p:cNvGrpSpPr/>
        <p:nvPr/>
      </p:nvGrpSpPr>
      <p:grpSpPr>
        <a:xfrm>
          <a:off x="0" y="0"/>
          <a:ext cx="0" cy="0"/>
          <a:chOff x="0" y="0"/>
          <a:chExt cx="0" cy="0"/>
        </a:xfrm>
      </p:grpSpPr>
      <p:sp>
        <p:nvSpPr>
          <p:cNvPr id="3941" name="TextBox 3940">
            <a:extLst>
              <a:ext uri="{FF2B5EF4-FFF2-40B4-BE49-F238E27FC236}">
                <a16:creationId xmlns:a16="http://schemas.microsoft.com/office/drawing/2014/main" id="{3585912B-C179-37A4-7F17-CC8DC30CC2EC}"/>
              </a:ext>
            </a:extLst>
          </p:cNvPr>
          <p:cNvSpPr txBox="1"/>
          <p:nvPr/>
        </p:nvSpPr>
        <p:spPr>
          <a:xfrm>
            <a:off x="1235460" y="4715953"/>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1</a:t>
            </a:r>
          </a:p>
        </p:txBody>
      </p:sp>
      <p:sp>
        <p:nvSpPr>
          <p:cNvPr id="3953" name="Title 3952">
            <a:extLst>
              <a:ext uri="{FF2B5EF4-FFF2-40B4-BE49-F238E27FC236}">
                <a16:creationId xmlns:a16="http://schemas.microsoft.com/office/drawing/2014/main" id="{E2407EB8-B247-6FF7-21F4-A454858EA0B1}"/>
              </a:ext>
            </a:extLst>
          </p:cNvPr>
          <p:cNvSpPr>
            <a:spLocks noGrp="1"/>
          </p:cNvSpPr>
          <p:nvPr>
            <p:ph type="title"/>
          </p:nvPr>
        </p:nvSpPr>
        <p:spPr>
          <a:xfrm>
            <a:off x="270669" y="236627"/>
            <a:ext cx="11650662" cy="625944"/>
          </a:xfrm>
        </p:spPr>
        <p:txBody>
          <a:bodyPr/>
          <a:lstStyle/>
          <a:p>
            <a:r>
              <a:rPr lang="en-US" dirty="0"/>
              <a:t>Method</a:t>
            </a:r>
            <a:endParaRPr lang="en-US" noProof="0" dirty="0"/>
          </a:p>
        </p:txBody>
      </p:sp>
      <p:grpSp>
        <p:nvGrpSpPr>
          <p:cNvPr id="2" name="Group 1">
            <a:extLst>
              <a:ext uri="{FF2B5EF4-FFF2-40B4-BE49-F238E27FC236}">
                <a16:creationId xmlns:a16="http://schemas.microsoft.com/office/drawing/2014/main" id="{DCA1EEB6-617A-AF9B-D5E0-9D86A9FB0C79}"/>
              </a:ext>
            </a:extLst>
          </p:cNvPr>
          <p:cNvGrpSpPr/>
          <p:nvPr/>
        </p:nvGrpSpPr>
        <p:grpSpPr>
          <a:xfrm>
            <a:off x="191344" y="1268760"/>
            <a:ext cx="3168352" cy="3312368"/>
            <a:chOff x="191344" y="1268760"/>
            <a:chExt cx="3168352" cy="3312368"/>
          </a:xfrm>
        </p:grpSpPr>
        <p:sp>
          <p:nvSpPr>
            <p:cNvPr id="4008" name="Rectangle: Rounded Corners 4007">
              <a:extLst>
                <a:ext uri="{FF2B5EF4-FFF2-40B4-BE49-F238E27FC236}">
                  <a16:creationId xmlns:a16="http://schemas.microsoft.com/office/drawing/2014/main" id="{B6781A7D-81AE-299E-19FF-6B5C202E0B1E}"/>
                </a:ext>
              </a:extLst>
            </p:cNvPr>
            <p:cNvSpPr/>
            <p:nvPr/>
          </p:nvSpPr>
          <p:spPr>
            <a:xfrm>
              <a:off x="191344" y="1268760"/>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7" name="Graphic 16" descr="Deciduous tree with solid fill">
              <a:extLst>
                <a:ext uri="{FF2B5EF4-FFF2-40B4-BE49-F238E27FC236}">
                  <a16:creationId xmlns:a16="http://schemas.microsoft.com/office/drawing/2014/main" id="{A2CEB9CF-7C83-63C1-0D09-E28F0599E5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260" y="2467744"/>
              <a:ext cx="914400" cy="914400"/>
            </a:xfrm>
            <a:prstGeom prst="rect">
              <a:avLst/>
            </a:prstGeom>
            <a:effectLst>
              <a:outerShdw blurRad="50800" dist="38100" dir="2700000" algn="tl" rotWithShape="0">
                <a:prstClr val="black">
                  <a:alpha val="40000"/>
                </a:prstClr>
              </a:outerShdw>
            </a:effectLst>
          </p:spPr>
        </p:pic>
        <p:pic>
          <p:nvPicPr>
            <p:cNvPr id="19" name="Graphic 18" descr="Deciduous tree with solid fill">
              <a:extLst>
                <a:ext uri="{FF2B5EF4-FFF2-40B4-BE49-F238E27FC236}">
                  <a16:creationId xmlns:a16="http://schemas.microsoft.com/office/drawing/2014/main" id="{522948D4-B28C-B573-9393-9204E296F5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8380" y="2467744"/>
              <a:ext cx="914400" cy="914400"/>
            </a:xfrm>
            <a:prstGeom prst="rect">
              <a:avLst/>
            </a:prstGeom>
            <a:effectLst>
              <a:outerShdw blurRad="50800" dist="38100" dir="2700000" algn="tl" rotWithShape="0">
                <a:prstClr val="black">
                  <a:alpha val="40000"/>
                </a:prstClr>
              </a:outerShdw>
            </a:effectLst>
          </p:spPr>
        </p:pic>
      </p:grpSp>
      <p:sp>
        <p:nvSpPr>
          <p:cNvPr id="3" name="Date Placeholder 2">
            <a:extLst>
              <a:ext uri="{FF2B5EF4-FFF2-40B4-BE49-F238E27FC236}">
                <a16:creationId xmlns:a16="http://schemas.microsoft.com/office/drawing/2014/main" id="{221CBA8B-C33D-C9CD-0C55-391E80D9D21C}"/>
              </a:ext>
            </a:extLst>
          </p:cNvPr>
          <p:cNvSpPr>
            <a:spLocks noGrp="1"/>
          </p:cNvSpPr>
          <p:nvPr>
            <p:ph type="dt" sz="half" idx="10"/>
          </p:nvPr>
        </p:nvSpPr>
        <p:spPr/>
        <p:txBody>
          <a:bodyPr/>
          <a:lstStyle/>
          <a:p>
            <a:fld id="{1FA12E3D-7082-4A6F-9BAA-BAD2688BFAA8}"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8B069604-1624-93D9-BFEC-2C306B54EEDE}"/>
              </a:ext>
            </a:extLst>
          </p:cNvPr>
          <p:cNvSpPr>
            <a:spLocks noGrp="1"/>
          </p:cNvSpPr>
          <p:nvPr>
            <p:ph type="sldNum" sz="quarter" idx="12"/>
          </p:nvPr>
        </p:nvSpPr>
        <p:spPr/>
        <p:txBody>
          <a:bodyPr/>
          <a:lstStyle/>
          <a:p>
            <a:fld id="{442AD375-037F-43D0-B059-5172DA06796A}" type="slidenum">
              <a:rPr lang="en-GB" noProof="0" smtClean="0"/>
              <a:pPr/>
              <a:t>33</a:t>
            </a:fld>
            <a:endParaRPr lang="en-GB" noProof="0" dirty="0"/>
          </a:p>
        </p:txBody>
      </p:sp>
    </p:spTree>
    <p:extLst>
      <p:ext uri="{BB962C8B-B14F-4D97-AF65-F5344CB8AC3E}">
        <p14:creationId xmlns:p14="http://schemas.microsoft.com/office/powerpoint/2010/main" val="28408577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933BB-767A-6271-0AFC-46761C187A9C}"/>
            </a:ext>
          </a:extLst>
        </p:cNvPr>
        <p:cNvGrpSpPr/>
        <p:nvPr/>
      </p:nvGrpSpPr>
      <p:grpSpPr>
        <a:xfrm>
          <a:off x="0" y="0"/>
          <a:ext cx="0" cy="0"/>
          <a:chOff x="0" y="0"/>
          <a:chExt cx="0" cy="0"/>
        </a:xfrm>
      </p:grpSpPr>
      <p:sp>
        <p:nvSpPr>
          <p:cNvPr id="3941" name="TextBox 3940">
            <a:extLst>
              <a:ext uri="{FF2B5EF4-FFF2-40B4-BE49-F238E27FC236}">
                <a16:creationId xmlns:a16="http://schemas.microsoft.com/office/drawing/2014/main" id="{CAE9D563-728D-7A2F-9299-BC03503F6555}"/>
              </a:ext>
            </a:extLst>
          </p:cNvPr>
          <p:cNvSpPr txBox="1"/>
          <p:nvPr/>
        </p:nvSpPr>
        <p:spPr>
          <a:xfrm>
            <a:off x="1235460" y="4715953"/>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1</a:t>
            </a:r>
          </a:p>
        </p:txBody>
      </p:sp>
      <p:sp>
        <p:nvSpPr>
          <p:cNvPr id="3953" name="Title 3952">
            <a:extLst>
              <a:ext uri="{FF2B5EF4-FFF2-40B4-BE49-F238E27FC236}">
                <a16:creationId xmlns:a16="http://schemas.microsoft.com/office/drawing/2014/main" id="{7A919170-A498-0F4B-F40F-069E5B9B713E}"/>
              </a:ext>
            </a:extLst>
          </p:cNvPr>
          <p:cNvSpPr>
            <a:spLocks noGrp="1"/>
          </p:cNvSpPr>
          <p:nvPr>
            <p:ph type="title"/>
          </p:nvPr>
        </p:nvSpPr>
        <p:spPr>
          <a:xfrm>
            <a:off x="270669" y="236627"/>
            <a:ext cx="11650662" cy="625944"/>
          </a:xfrm>
        </p:spPr>
        <p:txBody>
          <a:bodyPr/>
          <a:lstStyle/>
          <a:p>
            <a:r>
              <a:rPr lang="en-US" dirty="0"/>
              <a:t>Method</a:t>
            </a:r>
            <a:endParaRPr lang="en-US" noProof="0" dirty="0"/>
          </a:p>
        </p:txBody>
      </p:sp>
      <p:grpSp>
        <p:nvGrpSpPr>
          <p:cNvPr id="2" name="Group 1">
            <a:extLst>
              <a:ext uri="{FF2B5EF4-FFF2-40B4-BE49-F238E27FC236}">
                <a16:creationId xmlns:a16="http://schemas.microsoft.com/office/drawing/2014/main" id="{D00F70EE-43E0-3EDD-4DBE-241F42DA6D74}"/>
              </a:ext>
            </a:extLst>
          </p:cNvPr>
          <p:cNvGrpSpPr/>
          <p:nvPr/>
        </p:nvGrpSpPr>
        <p:grpSpPr>
          <a:xfrm>
            <a:off x="191344" y="1268760"/>
            <a:ext cx="3168352" cy="3312368"/>
            <a:chOff x="191344" y="1268760"/>
            <a:chExt cx="3168352" cy="3312368"/>
          </a:xfrm>
        </p:grpSpPr>
        <p:sp>
          <p:nvSpPr>
            <p:cNvPr id="4008" name="Rectangle: Rounded Corners 4007">
              <a:extLst>
                <a:ext uri="{FF2B5EF4-FFF2-40B4-BE49-F238E27FC236}">
                  <a16:creationId xmlns:a16="http://schemas.microsoft.com/office/drawing/2014/main" id="{799C147E-A607-61B1-15D5-AA4E9A1A2362}"/>
                </a:ext>
              </a:extLst>
            </p:cNvPr>
            <p:cNvSpPr/>
            <p:nvPr/>
          </p:nvSpPr>
          <p:spPr>
            <a:xfrm>
              <a:off x="191344" y="1268760"/>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7" name="Graphic 16" descr="Deciduous tree with solid fill">
              <a:extLst>
                <a:ext uri="{FF2B5EF4-FFF2-40B4-BE49-F238E27FC236}">
                  <a16:creationId xmlns:a16="http://schemas.microsoft.com/office/drawing/2014/main" id="{4CE7C8B3-8B15-62CC-D7A1-301B5B26BA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260" y="2467744"/>
              <a:ext cx="914400" cy="914400"/>
            </a:xfrm>
            <a:prstGeom prst="rect">
              <a:avLst/>
            </a:prstGeom>
            <a:effectLst>
              <a:outerShdw blurRad="50800" dist="38100" dir="2700000" algn="tl" rotWithShape="0">
                <a:prstClr val="black">
                  <a:alpha val="40000"/>
                </a:prstClr>
              </a:outerShdw>
            </a:effectLst>
          </p:spPr>
        </p:pic>
        <p:pic>
          <p:nvPicPr>
            <p:cNvPr id="19" name="Graphic 18" descr="Deciduous tree with solid fill">
              <a:extLst>
                <a:ext uri="{FF2B5EF4-FFF2-40B4-BE49-F238E27FC236}">
                  <a16:creationId xmlns:a16="http://schemas.microsoft.com/office/drawing/2014/main" id="{77FDECBE-FBFE-95A9-F4ED-A4174ACD69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8380" y="2467744"/>
              <a:ext cx="914400" cy="914400"/>
            </a:xfrm>
            <a:prstGeom prst="rect">
              <a:avLst/>
            </a:prstGeom>
            <a:effectLst>
              <a:outerShdw blurRad="50800" dist="38100" dir="2700000" algn="tl" rotWithShape="0">
                <a:prstClr val="black">
                  <a:alpha val="40000"/>
                </a:prstClr>
              </a:outerShdw>
            </a:effectLst>
          </p:spPr>
        </p:pic>
      </p:grpSp>
      <p:pic>
        <p:nvPicPr>
          <p:cNvPr id="35" name="Graphic 34" descr="Shuffle with solid fill">
            <a:extLst>
              <a:ext uri="{FF2B5EF4-FFF2-40B4-BE49-F238E27FC236}">
                <a16:creationId xmlns:a16="http://schemas.microsoft.com/office/drawing/2014/main" id="{C99F3DC6-84A2-EDE6-2709-682BBEED6D5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04658" y="2445063"/>
            <a:ext cx="914400" cy="914400"/>
          </a:xfrm>
          <a:prstGeom prst="rect">
            <a:avLst/>
          </a:prstGeom>
        </p:spPr>
      </p:pic>
      <p:sp>
        <p:nvSpPr>
          <p:cNvPr id="3" name="Date Placeholder 2">
            <a:extLst>
              <a:ext uri="{FF2B5EF4-FFF2-40B4-BE49-F238E27FC236}">
                <a16:creationId xmlns:a16="http://schemas.microsoft.com/office/drawing/2014/main" id="{8A1911BE-0D6A-4891-30C0-E53A975BC134}"/>
              </a:ext>
            </a:extLst>
          </p:cNvPr>
          <p:cNvSpPr>
            <a:spLocks noGrp="1"/>
          </p:cNvSpPr>
          <p:nvPr>
            <p:ph type="dt" sz="half" idx="10"/>
          </p:nvPr>
        </p:nvSpPr>
        <p:spPr/>
        <p:txBody>
          <a:bodyPr/>
          <a:lstStyle/>
          <a:p>
            <a:fld id="{2778634E-6142-4DFA-9DA7-44004E086270}"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EF845AE8-FCF7-6AE0-33DB-6D786CD91027}"/>
              </a:ext>
            </a:extLst>
          </p:cNvPr>
          <p:cNvSpPr>
            <a:spLocks noGrp="1"/>
          </p:cNvSpPr>
          <p:nvPr>
            <p:ph type="sldNum" sz="quarter" idx="12"/>
          </p:nvPr>
        </p:nvSpPr>
        <p:spPr/>
        <p:txBody>
          <a:bodyPr/>
          <a:lstStyle/>
          <a:p>
            <a:fld id="{442AD375-037F-43D0-B059-5172DA06796A}" type="slidenum">
              <a:rPr lang="en-GB" noProof="0" smtClean="0"/>
              <a:pPr/>
              <a:t>34</a:t>
            </a:fld>
            <a:endParaRPr lang="en-GB" noProof="0" dirty="0"/>
          </a:p>
        </p:txBody>
      </p:sp>
    </p:spTree>
    <p:extLst>
      <p:ext uri="{BB962C8B-B14F-4D97-AF65-F5344CB8AC3E}">
        <p14:creationId xmlns:p14="http://schemas.microsoft.com/office/powerpoint/2010/main" val="2984978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486A6-E509-31FC-F416-12BB7315A1EF}"/>
            </a:ext>
          </a:extLst>
        </p:cNvPr>
        <p:cNvGrpSpPr/>
        <p:nvPr/>
      </p:nvGrpSpPr>
      <p:grpSpPr>
        <a:xfrm>
          <a:off x="0" y="0"/>
          <a:ext cx="0" cy="0"/>
          <a:chOff x="0" y="0"/>
          <a:chExt cx="0" cy="0"/>
        </a:xfrm>
      </p:grpSpPr>
      <p:sp>
        <p:nvSpPr>
          <p:cNvPr id="3941" name="TextBox 3940">
            <a:extLst>
              <a:ext uri="{FF2B5EF4-FFF2-40B4-BE49-F238E27FC236}">
                <a16:creationId xmlns:a16="http://schemas.microsoft.com/office/drawing/2014/main" id="{DFA57B72-4BFF-9FB3-723A-17790BD5E3CB}"/>
              </a:ext>
            </a:extLst>
          </p:cNvPr>
          <p:cNvSpPr txBox="1"/>
          <p:nvPr/>
        </p:nvSpPr>
        <p:spPr>
          <a:xfrm>
            <a:off x="1235460" y="4715953"/>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1</a:t>
            </a:r>
          </a:p>
        </p:txBody>
      </p:sp>
      <p:sp>
        <p:nvSpPr>
          <p:cNvPr id="3953" name="Title 3952">
            <a:extLst>
              <a:ext uri="{FF2B5EF4-FFF2-40B4-BE49-F238E27FC236}">
                <a16:creationId xmlns:a16="http://schemas.microsoft.com/office/drawing/2014/main" id="{D6070B30-19A2-A4CC-7CDD-BEC4BBA0D80A}"/>
              </a:ext>
            </a:extLst>
          </p:cNvPr>
          <p:cNvSpPr>
            <a:spLocks noGrp="1"/>
          </p:cNvSpPr>
          <p:nvPr>
            <p:ph type="title"/>
          </p:nvPr>
        </p:nvSpPr>
        <p:spPr>
          <a:xfrm>
            <a:off x="270669" y="236627"/>
            <a:ext cx="11650662" cy="625944"/>
          </a:xfrm>
        </p:spPr>
        <p:txBody>
          <a:bodyPr/>
          <a:lstStyle/>
          <a:p>
            <a:r>
              <a:rPr lang="en-US" dirty="0"/>
              <a:t>Method</a:t>
            </a:r>
            <a:endParaRPr lang="en-US" noProof="0" dirty="0"/>
          </a:p>
        </p:txBody>
      </p:sp>
      <p:sp>
        <p:nvSpPr>
          <p:cNvPr id="10" name="TextBox 9">
            <a:extLst>
              <a:ext uri="{FF2B5EF4-FFF2-40B4-BE49-F238E27FC236}">
                <a16:creationId xmlns:a16="http://schemas.microsoft.com/office/drawing/2014/main" id="{8455055A-9D13-794C-1CB3-396B35534EF5}"/>
              </a:ext>
            </a:extLst>
          </p:cNvPr>
          <p:cNvSpPr txBox="1"/>
          <p:nvPr/>
        </p:nvSpPr>
        <p:spPr>
          <a:xfrm>
            <a:off x="5555940" y="4715953"/>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2</a:t>
            </a:r>
          </a:p>
        </p:txBody>
      </p:sp>
      <p:grpSp>
        <p:nvGrpSpPr>
          <p:cNvPr id="2" name="Group 1">
            <a:extLst>
              <a:ext uri="{FF2B5EF4-FFF2-40B4-BE49-F238E27FC236}">
                <a16:creationId xmlns:a16="http://schemas.microsoft.com/office/drawing/2014/main" id="{67E95DEB-8C00-8296-71D3-F4C3DEB95ACC}"/>
              </a:ext>
            </a:extLst>
          </p:cNvPr>
          <p:cNvGrpSpPr/>
          <p:nvPr/>
        </p:nvGrpSpPr>
        <p:grpSpPr>
          <a:xfrm>
            <a:off x="191344" y="1268760"/>
            <a:ext cx="3168352" cy="3312368"/>
            <a:chOff x="191344" y="1268760"/>
            <a:chExt cx="3168352" cy="3312368"/>
          </a:xfrm>
        </p:grpSpPr>
        <p:sp>
          <p:nvSpPr>
            <p:cNvPr id="4008" name="Rectangle: Rounded Corners 4007">
              <a:extLst>
                <a:ext uri="{FF2B5EF4-FFF2-40B4-BE49-F238E27FC236}">
                  <a16:creationId xmlns:a16="http://schemas.microsoft.com/office/drawing/2014/main" id="{05228AFD-43C7-7578-9CE9-39E0E481B1D9}"/>
                </a:ext>
              </a:extLst>
            </p:cNvPr>
            <p:cNvSpPr/>
            <p:nvPr/>
          </p:nvSpPr>
          <p:spPr>
            <a:xfrm>
              <a:off x="191344" y="1268760"/>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7" name="Graphic 16" descr="Deciduous tree with solid fill">
              <a:extLst>
                <a:ext uri="{FF2B5EF4-FFF2-40B4-BE49-F238E27FC236}">
                  <a16:creationId xmlns:a16="http://schemas.microsoft.com/office/drawing/2014/main" id="{1CCA7A94-2C32-7736-93F4-0D955F6F8F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260" y="2467744"/>
              <a:ext cx="914400" cy="914400"/>
            </a:xfrm>
            <a:prstGeom prst="rect">
              <a:avLst/>
            </a:prstGeom>
            <a:effectLst>
              <a:outerShdw blurRad="50800" dist="38100" dir="2700000" algn="tl" rotWithShape="0">
                <a:prstClr val="black">
                  <a:alpha val="40000"/>
                </a:prstClr>
              </a:outerShdw>
            </a:effectLst>
          </p:spPr>
        </p:pic>
        <p:pic>
          <p:nvPicPr>
            <p:cNvPr id="19" name="Graphic 18" descr="Deciduous tree with solid fill">
              <a:extLst>
                <a:ext uri="{FF2B5EF4-FFF2-40B4-BE49-F238E27FC236}">
                  <a16:creationId xmlns:a16="http://schemas.microsoft.com/office/drawing/2014/main" id="{78A15F5B-71E2-6F3F-55EF-28EEE01765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8380" y="2467744"/>
              <a:ext cx="914400" cy="914400"/>
            </a:xfrm>
            <a:prstGeom prst="rect">
              <a:avLst/>
            </a:prstGeom>
            <a:effectLst>
              <a:outerShdw blurRad="50800" dist="38100" dir="2700000" algn="tl" rotWithShape="0">
                <a:prstClr val="black">
                  <a:alpha val="40000"/>
                </a:prstClr>
              </a:outerShdw>
            </a:effectLst>
          </p:spPr>
        </p:pic>
      </p:grpSp>
      <p:pic>
        <p:nvPicPr>
          <p:cNvPr id="35" name="Graphic 34" descr="Shuffle with solid fill">
            <a:extLst>
              <a:ext uri="{FF2B5EF4-FFF2-40B4-BE49-F238E27FC236}">
                <a16:creationId xmlns:a16="http://schemas.microsoft.com/office/drawing/2014/main" id="{93B2A41A-F776-E903-5CA7-153388F15F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04658" y="2445063"/>
            <a:ext cx="914400" cy="914400"/>
          </a:xfrm>
          <a:prstGeom prst="rect">
            <a:avLst/>
          </a:prstGeom>
        </p:spPr>
      </p:pic>
      <p:grpSp>
        <p:nvGrpSpPr>
          <p:cNvPr id="948" name="Group 947">
            <a:extLst>
              <a:ext uri="{FF2B5EF4-FFF2-40B4-BE49-F238E27FC236}">
                <a16:creationId xmlns:a16="http://schemas.microsoft.com/office/drawing/2014/main" id="{07343690-0C15-D8F8-E800-41D1660AC5FA}"/>
              </a:ext>
            </a:extLst>
          </p:cNvPr>
          <p:cNvGrpSpPr/>
          <p:nvPr/>
        </p:nvGrpSpPr>
        <p:grpSpPr>
          <a:xfrm>
            <a:off x="4511824" y="1268760"/>
            <a:ext cx="3168352" cy="3312368"/>
            <a:chOff x="4511824" y="1268760"/>
            <a:chExt cx="3168352" cy="3312368"/>
          </a:xfrm>
        </p:grpSpPr>
        <p:sp>
          <p:nvSpPr>
            <p:cNvPr id="6" name="Rectangle: Rounded Corners 5">
              <a:extLst>
                <a:ext uri="{FF2B5EF4-FFF2-40B4-BE49-F238E27FC236}">
                  <a16:creationId xmlns:a16="http://schemas.microsoft.com/office/drawing/2014/main" id="{BACC6892-497D-D1DE-F1FE-250C8C10A735}"/>
                </a:ext>
              </a:extLst>
            </p:cNvPr>
            <p:cNvSpPr/>
            <p:nvPr/>
          </p:nvSpPr>
          <p:spPr>
            <a:xfrm>
              <a:off x="4511824" y="1268760"/>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5" name="Graphic 24" descr="Deciduous tree with solid fill">
              <a:extLst>
                <a:ext uri="{FF2B5EF4-FFF2-40B4-BE49-F238E27FC236}">
                  <a16:creationId xmlns:a16="http://schemas.microsoft.com/office/drawing/2014/main" id="{28E00476-6C83-0A11-CFDB-7EF947FBC4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72610" y="2435100"/>
              <a:ext cx="914400" cy="914400"/>
            </a:xfrm>
            <a:prstGeom prst="rect">
              <a:avLst/>
            </a:prstGeom>
            <a:effectLst>
              <a:outerShdw blurRad="50800" dist="38100" dir="2700000" algn="tl" rotWithShape="0">
                <a:prstClr val="black">
                  <a:alpha val="40000"/>
                </a:prstClr>
              </a:outerShdw>
            </a:effectLst>
          </p:spPr>
        </p:pic>
        <p:pic>
          <p:nvPicPr>
            <p:cNvPr id="33" name="Graphic 32" descr="Deciduous tree with solid fill">
              <a:extLst>
                <a:ext uri="{FF2B5EF4-FFF2-40B4-BE49-F238E27FC236}">
                  <a16:creationId xmlns:a16="http://schemas.microsoft.com/office/drawing/2014/main" id="{B0F0515A-EBC8-5196-DF40-36917DE28D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31782" y="1877605"/>
              <a:ext cx="914400" cy="914400"/>
            </a:xfrm>
            <a:prstGeom prst="rect">
              <a:avLst/>
            </a:prstGeom>
            <a:effectLst>
              <a:outerShdw blurRad="50800" dist="38100" dir="2700000" algn="tl" rotWithShape="0">
                <a:prstClr val="black">
                  <a:alpha val="40000"/>
                </a:prstClr>
              </a:outerShdw>
            </a:effectLst>
          </p:spPr>
        </p:pic>
        <p:pic>
          <p:nvPicPr>
            <p:cNvPr id="29" name="Graphic 28" descr="Deciduous tree with solid fill">
              <a:extLst>
                <a:ext uri="{FF2B5EF4-FFF2-40B4-BE49-F238E27FC236}">
                  <a16:creationId xmlns:a16="http://schemas.microsoft.com/office/drawing/2014/main" id="{A033530E-C2EB-95CC-AFE9-500EFB89C2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44572" y="2672573"/>
              <a:ext cx="914400" cy="914400"/>
            </a:xfrm>
            <a:prstGeom prst="rect">
              <a:avLst/>
            </a:prstGeom>
            <a:effectLst>
              <a:outerShdw blurRad="50800" dist="38100" dir="2700000" algn="tl" rotWithShape="0">
                <a:prstClr val="black">
                  <a:alpha val="40000"/>
                </a:prstClr>
              </a:outerShdw>
            </a:effectLst>
          </p:spPr>
        </p:pic>
        <p:pic>
          <p:nvPicPr>
            <p:cNvPr id="31" name="Graphic 30" descr="Deciduous tree with solid fill">
              <a:extLst>
                <a:ext uri="{FF2B5EF4-FFF2-40B4-BE49-F238E27FC236}">
                  <a16:creationId xmlns:a16="http://schemas.microsoft.com/office/drawing/2014/main" id="{E7D18117-2290-1A4A-3C43-49F61BFB6D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47792" y="2080548"/>
              <a:ext cx="914400" cy="914400"/>
            </a:xfrm>
            <a:prstGeom prst="rect">
              <a:avLst/>
            </a:prstGeom>
            <a:effectLst>
              <a:outerShdw blurRad="50800" dist="38100" dir="2700000" algn="tl" rotWithShape="0">
                <a:prstClr val="black">
                  <a:alpha val="40000"/>
                </a:prstClr>
              </a:outerShdw>
            </a:effectLst>
          </p:spPr>
        </p:pic>
        <p:pic>
          <p:nvPicPr>
            <p:cNvPr id="23" name="Graphic 22" descr="Deciduous tree with solid fill">
              <a:extLst>
                <a:ext uri="{FF2B5EF4-FFF2-40B4-BE49-F238E27FC236}">
                  <a16:creationId xmlns:a16="http://schemas.microsoft.com/office/drawing/2014/main" id="{CFBE207E-24E5-1127-2F23-4522036AF2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75759" y="2547062"/>
              <a:ext cx="914400" cy="914400"/>
            </a:xfrm>
            <a:prstGeom prst="rect">
              <a:avLst/>
            </a:prstGeom>
            <a:effectLst>
              <a:outerShdw blurRad="50800" dist="38100" dir="2700000" algn="tl" rotWithShape="0">
                <a:prstClr val="black">
                  <a:alpha val="40000"/>
                </a:prstClr>
              </a:outerShdw>
            </a:effectLst>
          </p:spPr>
        </p:pic>
        <p:pic>
          <p:nvPicPr>
            <p:cNvPr id="27" name="Graphic 26" descr="Deciduous tree with solid fill">
              <a:extLst>
                <a:ext uri="{FF2B5EF4-FFF2-40B4-BE49-F238E27FC236}">
                  <a16:creationId xmlns:a16="http://schemas.microsoft.com/office/drawing/2014/main" id="{58D8E471-84D6-A1E2-64CB-A969D574F4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7750" y="3203785"/>
              <a:ext cx="914400" cy="914400"/>
            </a:xfrm>
            <a:prstGeom prst="rect">
              <a:avLst/>
            </a:prstGeom>
            <a:effectLst>
              <a:outerShdw blurRad="50800" dist="38100" dir="2700000" algn="tl" rotWithShape="0">
                <a:prstClr val="black">
                  <a:alpha val="40000"/>
                </a:prstClr>
              </a:outerShdw>
            </a:effectLst>
          </p:spPr>
        </p:pic>
        <p:pic>
          <p:nvPicPr>
            <p:cNvPr id="21" name="Graphic 20" descr="Deciduous tree with solid fill">
              <a:extLst>
                <a:ext uri="{FF2B5EF4-FFF2-40B4-BE49-F238E27FC236}">
                  <a16:creationId xmlns:a16="http://schemas.microsoft.com/office/drawing/2014/main" id="{FD4378B8-22FE-83C5-89D8-F3345A5E5C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15880" y="3068960"/>
              <a:ext cx="914400" cy="914400"/>
            </a:xfrm>
            <a:prstGeom prst="rect">
              <a:avLst/>
            </a:prstGeom>
            <a:effectLst>
              <a:outerShdw blurRad="50800" dist="38100" dir="2700000" algn="tl" rotWithShape="0">
                <a:prstClr val="black">
                  <a:alpha val="40000"/>
                </a:prstClr>
              </a:outerShdw>
            </a:effectLst>
          </p:spPr>
        </p:pic>
      </p:grpSp>
      <p:sp>
        <p:nvSpPr>
          <p:cNvPr id="3" name="Date Placeholder 2">
            <a:extLst>
              <a:ext uri="{FF2B5EF4-FFF2-40B4-BE49-F238E27FC236}">
                <a16:creationId xmlns:a16="http://schemas.microsoft.com/office/drawing/2014/main" id="{D389D9B9-28B0-6CD4-3B4F-703A8B1B9531}"/>
              </a:ext>
            </a:extLst>
          </p:cNvPr>
          <p:cNvSpPr>
            <a:spLocks noGrp="1"/>
          </p:cNvSpPr>
          <p:nvPr>
            <p:ph type="dt" sz="half" idx="10"/>
          </p:nvPr>
        </p:nvSpPr>
        <p:spPr/>
        <p:txBody>
          <a:bodyPr/>
          <a:lstStyle/>
          <a:p>
            <a:fld id="{FA9CB62E-13EF-41FB-A4DF-D175A8045348}"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7FA1002E-56B2-9633-F593-0961550838D3}"/>
              </a:ext>
            </a:extLst>
          </p:cNvPr>
          <p:cNvSpPr>
            <a:spLocks noGrp="1"/>
          </p:cNvSpPr>
          <p:nvPr>
            <p:ph type="sldNum" sz="quarter" idx="12"/>
          </p:nvPr>
        </p:nvSpPr>
        <p:spPr/>
        <p:txBody>
          <a:bodyPr/>
          <a:lstStyle/>
          <a:p>
            <a:fld id="{442AD375-037F-43D0-B059-5172DA06796A}" type="slidenum">
              <a:rPr lang="en-GB" noProof="0" smtClean="0"/>
              <a:pPr/>
              <a:t>35</a:t>
            </a:fld>
            <a:endParaRPr lang="en-GB" noProof="0" dirty="0"/>
          </a:p>
        </p:txBody>
      </p:sp>
    </p:spTree>
    <p:extLst>
      <p:ext uri="{BB962C8B-B14F-4D97-AF65-F5344CB8AC3E}">
        <p14:creationId xmlns:p14="http://schemas.microsoft.com/office/powerpoint/2010/main" val="30695770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09FF3-2119-7DD6-0DDD-E234A973CF41}"/>
            </a:ext>
          </a:extLst>
        </p:cNvPr>
        <p:cNvGrpSpPr/>
        <p:nvPr/>
      </p:nvGrpSpPr>
      <p:grpSpPr>
        <a:xfrm>
          <a:off x="0" y="0"/>
          <a:ext cx="0" cy="0"/>
          <a:chOff x="0" y="0"/>
          <a:chExt cx="0" cy="0"/>
        </a:xfrm>
      </p:grpSpPr>
      <p:sp>
        <p:nvSpPr>
          <p:cNvPr id="3941" name="TextBox 3940">
            <a:extLst>
              <a:ext uri="{FF2B5EF4-FFF2-40B4-BE49-F238E27FC236}">
                <a16:creationId xmlns:a16="http://schemas.microsoft.com/office/drawing/2014/main" id="{84D72567-43B4-D572-8E2D-3D741EB65418}"/>
              </a:ext>
            </a:extLst>
          </p:cNvPr>
          <p:cNvSpPr txBox="1"/>
          <p:nvPr/>
        </p:nvSpPr>
        <p:spPr>
          <a:xfrm>
            <a:off x="1235460" y="4715953"/>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1</a:t>
            </a:r>
          </a:p>
        </p:txBody>
      </p:sp>
      <p:sp>
        <p:nvSpPr>
          <p:cNvPr id="3953" name="Title 3952">
            <a:extLst>
              <a:ext uri="{FF2B5EF4-FFF2-40B4-BE49-F238E27FC236}">
                <a16:creationId xmlns:a16="http://schemas.microsoft.com/office/drawing/2014/main" id="{E5953728-3A05-7ED8-7BD0-B1E1517C0EA6}"/>
              </a:ext>
            </a:extLst>
          </p:cNvPr>
          <p:cNvSpPr>
            <a:spLocks noGrp="1"/>
          </p:cNvSpPr>
          <p:nvPr>
            <p:ph type="title"/>
          </p:nvPr>
        </p:nvSpPr>
        <p:spPr>
          <a:xfrm>
            <a:off x="270669" y="236627"/>
            <a:ext cx="11650662" cy="625944"/>
          </a:xfrm>
        </p:spPr>
        <p:txBody>
          <a:bodyPr/>
          <a:lstStyle/>
          <a:p>
            <a:r>
              <a:rPr lang="en-US" dirty="0"/>
              <a:t>Method</a:t>
            </a:r>
            <a:endParaRPr lang="en-US" noProof="0" dirty="0"/>
          </a:p>
        </p:txBody>
      </p:sp>
      <p:sp>
        <p:nvSpPr>
          <p:cNvPr id="10" name="TextBox 9">
            <a:extLst>
              <a:ext uri="{FF2B5EF4-FFF2-40B4-BE49-F238E27FC236}">
                <a16:creationId xmlns:a16="http://schemas.microsoft.com/office/drawing/2014/main" id="{F281D421-8F79-BC0F-3BF1-2EDE317C48E2}"/>
              </a:ext>
            </a:extLst>
          </p:cNvPr>
          <p:cNvSpPr txBox="1"/>
          <p:nvPr/>
        </p:nvSpPr>
        <p:spPr>
          <a:xfrm>
            <a:off x="5555940" y="4715953"/>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2</a:t>
            </a:r>
          </a:p>
        </p:txBody>
      </p:sp>
      <p:grpSp>
        <p:nvGrpSpPr>
          <p:cNvPr id="2" name="Group 1">
            <a:extLst>
              <a:ext uri="{FF2B5EF4-FFF2-40B4-BE49-F238E27FC236}">
                <a16:creationId xmlns:a16="http://schemas.microsoft.com/office/drawing/2014/main" id="{A8BDC605-152D-0826-7199-2C1278DC0121}"/>
              </a:ext>
            </a:extLst>
          </p:cNvPr>
          <p:cNvGrpSpPr/>
          <p:nvPr/>
        </p:nvGrpSpPr>
        <p:grpSpPr>
          <a:xfrm>
            <a:off x="191344" y="1268760"/>
            <a:ext cx="3168352" cy="3312368"/>
            <a:chOff x="191344" y="1268760"/>
            <a:chExt cx="3168352" cy="3312368"/>
          </a:xfrm>
        </p:grpSpPr>
        <p:sp>
          <p:nvSpPr>
            <p:cNvPr id="4008" name="Rectangle: Rounded Corners 4007">
              <a:extLst>
                <a:ext uri="{FF2B5EF4-FFF2-40B4-BE49-F238E27FC236}">
                  <a16:creationId xmlns:a16="http://schemas.microsoft.com/office/drawing/2014/main" id="{B7AB7E99-449E-A5AB-AD35-5A4409CF080A}"/>
                </a:ext>
              </a:extLst>
            </p:cNvPr>
            <p:cNvSpPr/>
            <p:nvPr/>
          </p:nvSpPr>
          <p:spPr>
            <a:xfrm>
              <a:off x="191344" y="1268760"/>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7" name="Graphic 16" descr="Deciduous tree with solid fill">
              <a:extLst>
                <a:ext uri="{FF2B5EF4-FFF2-40B4-BE49-F238E27FC236}">
                  <a16:creationId xmlns:a16="http://schemas.microsoft.com/office/drawing/2014/main" id="{6FBBC754-DC52-2581-7D9E-843413D13A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260" y="2467744"/>
              <a:ext cx="914400" cy="914400"/>
            </a:xfrm>
            <a:prstGeom prst="rect">
              <a:avLst/>
            </a:prstGeom>
            <a:effectLst>
              <a:outerShdw blurRad="50800" dist="38100" dir="2700000" algn="tl" rotWithShape="0">
                <a:prstClr val="black">
                  <a:alpha val="40000"/>
                </a:prstClr>
              </a:outerShdw>
            </a:effectLst>
          </p:spPr>
        </p:pic>
        <p:pic>
          <p:nvPicPr>
            <p:cNvPr id="19" name="Graphic 18" descr="Deciduous tree with solid fill">
              <a:extLst>
                <a:ext uri="{FF2B5EF4-FFF2-40B4-BE49-F238E27FC236}">
                  <a16:creationId xmlns:a16="http://schemas.microsoft.com/office/drawing/2014/main" id="{DED491C7-31CF-46D3-A617-ECE93EE102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8380" y="2467744"/>
              <a:ext cx="914400" cy="914400"/>
            </a:xfrm>
            <a:prstGeom prst="rect">
              <a:avLst/>
            </a:prstGeom>
            <a:effectLst>
              <a:outerShdw blurRad="50800" dist="38100" dir="2700000" algn="tl" rotWithShape="0">
                <a:prstClr val="black">
                  <a:alpha val="40000"/>
                </a:prstClr>
              </a:outerShdw>
            </a:effectLst>
          </p:spPr>
        </p:pic>
      </p:grpSp>
      <p:pic>
        <p:nvPicPr>
          <p:cNvPr id="35" name="Graphic 34" descr="Shuffle with solid fill">
            <a:extLst>
              <a:ext uri="{FF2B5EF4-FFF2-40B4-BE49-F238E27FC236}">
                <a16:creationId xmlns:a16="http://schemas.microsoft.com/office/drawing/2014/main" id="{F8258FBC-2024-B79A-8CFC-23A659A425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04658" y="2445063"/>
            <a:ext cx="914400" cy="914400"/>
          </a:xfrm>
          <a:prstGeom prst="rect">
            <a:avLst/>
          </a:prstGeom>
        </p:spPr>
      </p:pic>
      <p:pic>
        <p:nvPicPr>
          <p:cNvPr id="37" name="Graphic 36" descr="Shuffle with solid fill">
            <a:extLst>
              <a:ext uri="{FF2B5EF4-FFF2-40B4-BE49-F238E27FC236}">
                <a16:creationId xmlns:a16="http://schemas.microsoft.com/office/drawing/2014/main" id="{5F39A36C-016C-CA2F-9B4D-CB837B881B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48064" y="2445063"/>
            <a:ext cx="914400" cy="914400"/>
          </a:xfrm>
          <a:prstGeom prst="rect">
            <a:avLst/>
          </a:prstGeom>
        </p:spPr>
      </p:pic>
      <p:grpSp>
        <p:nvGrpSpPr>
          <p:cNvPr id="948" name="Group 947">
            <a:extLst>
              <a:ext uri="{FF2B5EF4-FFF2-40B4-BE49-F238E27FC236}">
                <a16:creationId xmlns:a16="http://schemas.microsoft.com/office/drawing/2014/main" id="{57CB331D-E57B-49EC-F2E3-C1846FE18AA7}"/>
              </a:ext>
            </a:extLst>
          </p:cNvPr>
          <p:cNvGrpSpPr/>
          <p:nvPr/>
        </p:nvGrpSpPr>
        <p:grpSpPr>
          <a:xfrm>
            <a:off x="4511824" y="1268760"/>
            <a:ext cx="3168352" cy="3312368"/>
            <a:chOff x="4511824" y="1268760"/>
            <a:chExt cx="3168352" cy="3312368"/>
          </a:xfrm>
        </p:grpSpPr>
        <p:sp>
          <p:nvSpPr>
            <p:cNvPr id="6" name="Rectangle: Rounded Corners 5">
              <a:extLst>
                <a:ext uri="{FF2B5EF4-FFF2-40B4-BE49-F238E27FC236}">
                  <a16:creationId xmlns:a16="http://schemas.microsoft.com/office/drawing/2014/main" id="{F0D59FBF-178A-5DD5-4D7E-7F7001AD7439}"/>
                </a:ext>
              </a:extLst>
            </p:cNvPr>
            <p:cNvSpPr/>
            <p:nvPr/>
          </p:nvSpPr>
          <p:spPr>
            <a:xfrm>
              <a:off x="4511824" y="1268760"/>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5" name="Graphic 24" descr="Deciduous tree with solid fill">
              <a:extLst>
                <a:ext uri="{FF2B5EF4-FFF2-40B4-BE49-F238E27FC236}">
                  <a16:creationId xmlns:a16="http://schemas.microsoft.com/office/drawing/2014/main" id="{7884D22D-9F7A-BFF0-3950-3FF3030D6C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72610" y="2435100"/>
              <a:ext cx="914400" cy="914400"/>
            </a:xfrm>
            <a:prstGeom prst="rect">
              <a:avLst/>
            </a:prstGeom>
            <a:effectLst>
              <a:outerShdw blurRad="50800" dist="38100" dir="2700000" algn="tl" rotWithShape="0">
                <a:prstClr val="black">
                  <a:alpha val="40000"/>
                </a:prstClr>
              </a:outerShdw>
            </a:effectLst>
          </p:spPr>
        </p:pic>
        <p:pic>
          <p:nvPicPr>
            <p:cNvPr id="33" name="Graphic 32" descr="Deciduous tree with solid fill">
              <a:extLst>
                <a:ext uri="{FF2B5EF4-FFF2-40B4-BE49-F238E27FC236}">
                  <a16:creationId xmlns:a16="http://schemas.microsoft.com/office/drawing/2014/main" id="{24B60341-47D2-C84B-69B1-7587179443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31782" y="1877605"/>
              <a:ext cx="914400" cy="914400"/>
            </a:xfrm>
            <a:prstGeom prst="rect">
              <a:avLst/>
            </a:prstGeom>
            <a:effectLst>
              <a:outerShdw blurRad="50800" dist="38100" dir="2700000" algn="tl" rotWithShape="0">
                <a:prstClr val="black">
                  <a:alpha val="40000"/>
                </a:prstClr>
              </a:outerShdw>
            </a:effectLst>
          </p:spPr>
        </p:pic>
        <p:pic>
          <p:nvPicPr>
            <p:cNvPr id="29" name="Graphic 28" descr="Deciduous tree with solid fill">
              <a:extLst>
                <a:ext uri="{FF2B5EF4-FFF2-40B4-BE49-F238E27FC236}">
                  <a16:creationId xmlns:a16="http://schemas.microsoft.com/office/drawing/2014/main" id="{54730683-C8F8-0CFF-90A0-A491430585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44572" y="2672573"/>
              <a:ext cx="914400" cy="914400"/>
            </a:xfrm>
            <a:prstGeom prst="rect">
              <a:avLst/>
            </a:prstGeom>
            <a:effectLst>
              <a:outerShdw blurRad="50800" dist="38100" dir="2700000" algn="tl" rotWithShape="0">
                <a:prstClr val="black">
                  <a:alpha val="40000"/>
                </a:prstClr>
              </a:outerShdw>
            </a:effectLst>
          </p:spPr>
        </p:pic>
        <p:pic>
          <p:nvPicPr>
            <p:cNvPr id="31" name="Graphic 30" descr="Deciduous tree with solid fill">
              <a:extLst>
                <a:ext uri="{FF2B5EF4-FFF2-40B4-BE49-F238E27FC236}">
                  <a16:creationId xmlns:a16="http://schemas.microsoft.com/office/drawing/2014/main" id="{3EC47C97-98D5-CB54-B694-5018673AA4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47792" y="2080548"/>
              <a:ext cx="914400" cy="914400"/>
            </a:xfrm>
            <a:prstGeom prst="rect">
              <a:avLst/>
            </a:prstGeom>
            <a:effectLst>
              <a:outerShdw blurRad="50800" dist="38100" dir="2700000" algn="tl" rotWithShape="0">
                <a:prstClr val="black">
                  <a:alpha val="40000"/>
                </a:prstClr>
              </a:outerShdw>
            </a:effectLst>
          </p:spPr>
        </p:pic>
        <p:pic>
          <p:nvPicPr>
            <p:cNvPr id="23" name="Graphic 22" descr="Deciduous tree with solid fill">
              <a:extLst>
                <a:ext uri="{FF2B5EF4-FFF2-40B4-BE49-F238E27FC236}">
                  <a16:creationId xmlns:a16="http://schemas.microsoft.com/office/drawing/2014/main" id="{CC3D8EF7-E55B-C6E2-9BB2-B59C7F092E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75759" y="2547062"/>
              <a:ext cx="914400" cy="914400"/>
            </a:xfrm>
            <a:prstGeom prst="rect">
              <a:avLst/>
            </a:prstGeom>
            <a:effectLst>
              <a:outerShdw blurRad="50800" dist="38100" dir="2700000" algn="tl" rotWithShape="0">
                <a:prstClr val="black">
                  <a:alpha val="40000"/>
                </a:prstClr>
              </a:outerShdw>
            </a:effectLst>
          </p:spPr>
        </p:pic>
        <p:pic>
          <p:nvPicPr>
            <p:cNvPr id="27" name="Graphic 26" descr="Deciduous tree with solid fill">
              <a:extLst>
                <a:ext uri="{FF2B5EF4-FFF2-40B4-BE49-F238E27FC236}">
                  <a16:creationId xmlns:a16="http://schemas.microsoft.com/office/drawing/2014/main" id="{2088B005-CEEE-13F4-2397-BB82E68A34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7750" y="3203785"/>
              <a:ext cx="914400" cy="914400"/>
            </a:xfrm>
            <a:prstGeom prst="rect">
              <a:avLst/>
            </a:prstGeom>
            <a:effectLst>
              <a:outerShdw blurRad="50800" dist="38100" dir="2700000" algn="tl" rotWithShape="0">
                <a:prstClr val="black">
                  <a:alpha val="40000"/>
                </a:prstClr>
              </a:outerShdw>
            </a:effectLst>
          </p:spPr>
        </p:pic>
        <p:pic>
          <p:nvPicPr>
            <p:cNvPr id="21" name="Graphic 20" descr="Deciduous tree with solid fill">
              <a:extLst>
                <a:ext uri="{FF2B5EF4-FFF2-40B4-BE49-F238E27FC236}">
                  <a16:creationId xmlns:a16="http://schemas.microsoft.com/office/drawing/2014/main" id="{3E74D52A-CA41-6714-E42C-6B5B722D8E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15880" y="3068960"/>
              <a:ext cx="914400" cy="914400"/>
            </a:xfrm>
            <a:prstGeom prst="rect">
              <a:avLst/>
            </a:prstGeom>
            <a:effectLst>
              <a:outerShdw blurRad="50800" dist="38100" dir="2700000" algn="tl" rotWithShape="0">
                <a:prstClr val="black">
                  <a:alpha val="40000"/>
                </a:prstClr>
              </a:outerShdw>
            </a:effectLst>
          </p:spPr>
        </p:pic>
      </p:grpSp>
      <p:sp>
        <p:nvSpPr>
          <p:cNvPr id="3" name="Date Placeholder 2">
            <a:extLst>
              <a:ext uri="{FF2B5EF4-FFF2-40B4-BE49-F238E27FC236}">
                <a16:creationId xmlns:a16="http://schemas.microsoft.com/office/drawing/2014/main" id="{92F2E0B3-33DC-DAE2-7BC1-357FCB8D9C72}"/>
              </a:ext>
            </a:extLst>
          </p:cNvPr>
          <p:cNvSpPr>
            <a:spLocks noGrp="1"/>
          </p:cNvSpPr>
          <p:nvPr>
            <p:ph type="dt" sz="half" idx="10"/>
          </p:nvPr>
        </p:nvSpPr>
        <p:spPr/>
        <p:txBody>
          <a:bodyPr/>
          <a:lstStyle/>
          <a:p>
            <a:fld id="{AB285B7D-1F2B-4282-9C4A-C4B64E8DAE9B}"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F829A391-0AFC-6A8A-43B5-ACBA67AD0FEF}"/>
              </a:ext>
            </a:extLst>
          </p:cNvPr>
          <p:cNvSpPr>
            <a:spLocks noGrp="1"/>
          </p:cNvSpPr>
          <p:nvPr>
            <p:ph type="sldNum" sz="quarter" idx="12"/>
          </p:nvPr>
        </p:nvSpPr>
        <p:spPr/>
        <p:txBody>
          <a:bodyPr/>
          <a:lstStyle/>
          <a:p>
            <a:fld id="{442AD375-037F-43D0-B059-5172DA06796A}" type="slidenum">
              <a:rPr lang="en-GB" noProof="0" smtClean="0"/>
              <a:pPr/>
              <a:t>36</a:t>
            </a:fld>
            <a:endParaRPr lang="en-GB" noProof="0" dirty="0"/>
          </a:p>
        </p:txBody>
      </p:sp>
    </p:spTree>
    <p:extLst>
      <p:ext uri="{BB962C8B-B14F-4D97-AF65-F5344CB8AC3E}">
        <p14:creationId xmlns:p14="http://schemas.microsoft.com/office/powerpoint/2010/main" val="17425101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4A25C-8A67-81E1-4B3B-90993BCEE86F}"/>
            </a:ext>
          </a:extLst>
        </p:cNvPr>
        <p:cNvGrpSpPr/>
        <p:nvPr/>
      </p:nvGrpSpPr>
      <p:grpSpPr>
        <a:xfrm>
          <a:off x="0" y="0"/>
          <a:ext cx="0" cy="0"/>
          <a:chOff x="0" y="0"/>
          <a:chExt cx="0" cy="0"/>
        </a:xfrm>
      </p:grpSpPr>
      <p:sp>
        <p:nvSpPr>
          <p:cNvPr id="3941" name="TextBox 3940">
            <a:extLst>
              <a:ext uri="{FF2B5EF4-FFF2-40B4-BE49-F238E27FC236}">
                <a16:creationId xmlns:a16="http://schemas.microsoft.com/office/drawing/2014/main" id="{917B2014-0CDB-E4EB-C65A-72B8CDB3950C}"/>
              </a:ext>
            </a:extLst>
          </p:cNvPr>
          <p:cNvSpPr txBox="1"/>
          <p:nvPr/>
        </p:nvSpPr>
        <p:spPr>
          <a:xfrm>
            <a:off x="1235460" y="4715953"/>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1</a:t>
            </a:r>
          </a:p>
        </p:txBody>
      </p:sp>
      <p:sp>
        <p:nvSpPr>
          <p:cNvPr id="3953" name="Title 3952">
            <a:extLst>
              <a:ext uri="{FF2B5EF4-FFF2-40B4-BE49-F238E27FC236}">
                <a16:creationId xmlns:a16="http://schemas.microsoft.com/office/drawing/2014/main" id="{2D2ABF07-D1CE-D3DA-51AB-B8E05FFF48E9}"/>
              </a:ext>
            </a:extLst>
          </p:cNvPr>
          <p:cNvSpPr>
            <a:spLocks noGrp="1"/>
          </p:cNvSpPr>
          <p:nvPr>
            <p:ph type="title"/>
          </p:nvPr>
        </p:nvSpPr>
        <p:spPr>
          <a:xfrm>
            <a:off x="270669" y="236627"/>
            <a:ext cx="11650662" cy="625944"/>
          </a:xfrm>
        </p:spPr>
        <p:txBody>
          <a:bodyPr/>
          <a:lstStyle/>
          <a:p>
            <a:r>
              <a:rPr lang="en-US" dirty="0"/>
              <a:t>Method</a:t>
            </a:r>
            <a:endParaRPr lang="en-US" noProof="0" dirty="0"/>
          </a:p>
        </p:txBody>
      </p:sp>
      <p:sp>
        <p:nvSpPr>
          <p:cNvPr id="10" name="TextBox 9">
            <a:extLst>
              <a:ext uri="{FF2B5EF4-FFF2-40B4-BE49-F238E27FC236}">
                <a16:creationId xmlns:a16="http://schemas.microsoft.com/office/drawing/2014/main" id="{9E6D96E3-8B05-B422-5CEC-5016E2804D64}"/>
              </a:ext>
            </a:extLst>
          </p:cNvPr>
          <p:cNvSpPr txBox="1"/>
          <p:nvPr/>
        </p:nvSpPr>
        <p:spPr>
          <a:xfrm>
            <a:off x="5555940" y="4715953"/>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2</a:t>
            </a:r>
          </a:p>
        </p:txBody>
      </p:sp>
      <p:sp>
        <p:nvSpPr>
          <p:cNvPr id="12" name="TextBox 11">
            <a:extLst>
              <a:ext uri="{FF2B5EF4-FFF2-40B4-BE49-F238E27FC236}">
                <a16:creationId xmlns:a16="http://schemas.microsoft.com/office/drawing/2014/main" id="{0CF178C4-98B3-CAFA-3266-8D81799BC891}"/>
              </a:ext>
            </a:extLst>
          </p:cNvPr>
          <p:cNvSpPr txBox="1"/>
          <p:nvPr/>
        </p:nvSpPr>
        <p:spPr>
          <a:xfrm>
            <a:off x="9774522" y="4715952"/>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x</a:t>
            </a:r>
          </a:p>
        </p:txBody>
      </p:sp>
      <p:grpSp>
        <p:nvGrpSpPr>
          <p:cNvPr id="2" name="Group 1">
            <a:extLst>
              <a:ext uri="{FF2B5EF4-FFF2-40B4-BE49-F238E27FC236}">
                <a16:creationId xmlns:a16="http://schemas.microsoft.com/office/drawing/2014/main" id="{4863EA7E-1C05-C828-C448-6EA359369132}"/>
              </a:ext>
            </a:extLst>
          </p:cNvPr>
          <p:cNvGrpSpPr/>
          <p:nvPr/>
        </p:nvGrpSpPr>
        <p:grpSpPr>
          <a:xfrm>
            <a:off x="191344" y="1268760"/>
            <a:ext cx="3168352" cy="3312368"/>
            <a:chOff x="191344" y="1268760"/>
            <a:chExt cx="3168352" cy="3312368"/>
          </a:xfrm>
        </p:grpSpPr>
        <p:sp>
          <p:nvSpPr>
            <p:cNvPr id="4008" name="Rectangle: Rounded Corners 4007">
              <a:extLst>
                <a:ext uri="{FF2B5EF4-FFF2-40B4-BE49-F238E27FC236}">
                  <a16:creationId xmlns:a16="http://schemas.microsoft.com/office/drawing/2014/main" id="{F15E5E53-508C-B0A2-C062-5849F7807DAF}"/>
                </a:ext>
              </a:extLst>
            </p:cNvPr>
            <p:cNvSpPr/>
            <p:nvPr/>
          </p:nvSpPr>
          <p:spPr>
            <a:xfrm>
              <a:off x="191344" y="1268760"/>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7" name="Graphic 16" descr="Deciduous tree with solid fill">
              <a:extLst>
                <a:ext uri="{FF2B5EF4-FFF2-40B4-BE49-F238E27FC236}">
                  <a16:creationId xmlns:a16="http://schemas.microsoft.com/office/drawing/2014/main" id="{5F2DF18C-4B5D-E2E5-6DDC-A026C707AE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260" y="2467744"/>
              <a:ext cx="914400" cy="914400"/>
            </a:xfrm>
            <a:prstGeom prst="rect">
              <a:avLst/>
            </a:prstGeom>
            <a:effectLst>
              <a:outerShdw blurRad="50800" dist="38100" dir="2700000" algn="tl" rotWithShape="0">
                <a:prstClr val="black">
                  <a:alpha val="40000"/>
                </a:prstClr>
              </a:outerShdw>
            </a:effectLst>
          </p:spPr>
        </p:pic>
        <p:pic>
          <p:nvPicPr>
            <p:cNvPr id="19" name="Graphic 18" descr="Deciduous tree with solid fill">
              <a:extLst>
                <a:ext uri="{FF2B5EF4-FFF2-40B4-BE49-F238E27FC236}">
                  <a16:creationId xmlns:a16="http://schemas.microsoft.com/office/drawing/2014/main" id="{AEF7C7CB-E0EE-9DC2-FF35-0716A94F30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8380" y="2467744"/>
              <a:ext cx="914400" cy="914400"/>
            </a:xfrm>
            <a:prstGeom prst="rect">
              <a:avLst/>
            </a:prstGeom>
            <a:effectLst>
              <a:outerShdw blurRad="50800" dist="38100" dir="2700000" algn="tl" rotWithShape="0">
                <a:prstClr val="black">
                  <a:alpha val="40000"/>
                </a:prstClr>
              </a:outerShdw>
            </a:effectLst>
          </p:spPr>
        </p:pic>
      </p:grpSp>
      <p:pic>
        <p:nvPicPr>
          <p:cNvPr id="35" name="Graphic 34" descr="Shuffle with solid fill">
            <a:extLst>
              <a:ext uri="{FF2B5EF4-FFF2-40B4-BE49-F238E27FC236}">
                <a16:creationId xmlns:a16="http://schemas.microsoft.com/office/drawing/2014/main" id="{1B20FBA0-D3D6-31AC-EB0A-05BA53073A4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04658" y="2445063"/>
            <a:ext cx="914400" cy="914400"/>
          </a:xfrm>
          <a:prstGeom prst="rect">
            <a:avLst/>
          </a:prstGeom>
        </p:spPr>
      </p:pic>
      <p:pic>
        <p:nvPicPr>
          <p:cNvPr id="37" name="Graphic 36" descr="Shuffle with solid fill">
            <a:extLst>
              <a:ext uri="{FF2B5EF4-FFF2-40B4-BE49-F238E27FC236}">
                <a16:creationId xmlns:a16="http://schemas.microsoft.com/office/drawing/2014/main" id="{A34A12C5-6F86-50EC-ED68-DBD20041814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48064" y="2445063"/>
            <a:ext cx="914400" cy="914400"/>
          </a:xfrm>
          <a:prstGeom prst="rect">
            <a:avLst/>
          </a:prstGeom>
        </p:spPr>
      </p:pic>
      <p:grpSp>
        <p:nvGrpSpPr>
          <p:cNvPr id="947" name="Group 946">
            <a:extLst>
              <a:ext uri="{FF2B5EF4-FFF2-40B4-BE49-F238E27FC236}">
                <a16:creationId xmlns:a16="http://schemas.microsoft.com/office/drawing/2014/main" id="{99FC94D8-8B65-D666-908A-8680B92173FB}"/>
              </a:ext>
            </a:extLst>
          </p:cNvPr>
          <p:cNvGrpSpPr/>
          <p:nvPr/>
        </p:nvGrpSpPr>
        <p:grpSpPr>
          <a:xfrm>
            <a:off x="8730406" y="1268760"/>
            <a:ext cx="3168352" cy="3312368"/>
            <a:chOff x="8730406" y="1268760"/>
            <a:chExt cx="3168352" cy="3312368"/>
          </a:xfrm>
        </p:grpSpPr>
        <p:sp>
          <p:nvSpPr>
            <p:cNvPr id="4" name="Rectangle: Rounded Corners 3">
              <a:extLst>
                <a:ext uri="{FF2B5EF4-FFF2-40B4-BE49-F238E27FC236}">
                  <a16:creationId xmlns:a16="http://schemas.microsoft.com/office/drawing/2014/main" id="{0734FA28-AD70-D367-5CA3-FB973DBE606F}"/>
                </a:ext>
              </a:extLst>
            </p:cNvPr>
            <p:cNvSpPr/>
            <p:nvPr/>
          </p:nvSpPr>
          <p:spPr>
            <a:xfrm>
              <a:off x="8730406" y="1268760"/>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8" name="Group 37">
              <a:extLst>
                <a:ext uri="{FF2B5EF4-FFF2-40B4-BE49-F238E27FC236}">
                  <a16:creationId xmlns:a16="http://schemas.microsoft.com/office/drawing/2014/main" id="{C898475F-09B3-40C4-D4D4-8ED91FDA4CB5}"/>
                </a:ext>
              </a:extLst>
            </p:cNvPr>
            <p:cNvGrpSpPr/>
            <p:nvPr/>
          </p:nvGrpSpPr>
          <p:grpSpPr>
            <a:xfrm>
              <a:off x="8856950" y="1780126"/>
              <a:ext cx="2913606" cy="2448273"/>
              <a:chOff x="335362" y="1484787"/>
              <a:chExt cx="3888439" cy="2880328"/>
            </a:xfrm>
            <a:effectLst>
              <a:outerShdw blurRad="50800" dist="38100" dir="2700000" algn="tl" rotWithShape="0">
                <a:prstClr val="black">
                  <a:alpha val="40000"/>
                </a:prstClr>
              </a:outerShdw>
            </a:effectLst>
          </p:grpSpPr>
          <p:pic>
            <p:nvPicPr>
              <p:cNvPr id="39" name="Graphic 38" descr="Deciduous tree with solid fill">
                <a:extLst>
                  <a:ext uri="{FF2B5EF4-FFF2-40B4-BE49-F238E27FC236}">
                    <a16:creationId xmlns:a16="http://schemas.microsoft.com/office/drawing/2014/main" id="{FF3D31D9-86AB-EA26-56E3-C9D8EECD1F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0989" y="2454946"/>
                <a:ext cx="209457" cy="196411"/>
              </a:xfrm>
              <a:prstGeom prst="rect">
                <a:avLst/>
              </a:prstGeom>
            </p:spPr>
          </p:pic>
          <p:pic>
            <p:nvPicPr>
              <p:cNvPr id="40" name="Graphic 39" descr="Deciduous tree with solid fill">
                <a:extLst>
                  <a:ext uri="{FF2B5EF4-FFF2-40B4-BE49-F238E27FC236}">
                    <a16:creationId xmlns:a16="http://schemas.microsoft.com/office/drawing/2014/main" id="{E576C20D-41CE-E1B0-FA92-E85AEA4D6E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5362" y="2550806"/>
                <a:ext cx="209457" cy="196411"/>
              </a:xfrm>
              <a:prstGeom prst="rect">
                <a:avLst/>
              </a:prstGeom>
            </p:spPr>
          </p:pic>
          <p:pic>
            <p:nvPicPr>
              <p:cNvPr id="41" name="Graphic 40" descr="Deciduous tree with solid fill">
                <a:extLst>
                  <a:ext uri="{FF2B5EF4-FFF2-40B4-BE49-F238E27FC236}">
                    <a16:creationId xmlns:a16="http://schemas.microsoft.com/office/drawing/2014/main" id="{D5D43E2D-FE57-6C6C-1548-3FB47D4EAB0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1566" y="2366908"/>
                <a:ext cx="209457" cy="196411"/>
              </a:xfrm>
              <a:prstGeom prst="rect">
                <a:avLst/>
              </a:prstGeom>
            </p:spPr>
          </p:pic>
          <p:pic>
            <p:nvPicPr>
              <p:cNvPr id="42" name="Graphic 41" descr="Deciduous tree with solid fill">
                <a:extLst>
                  <a:ext uri="{FF2B5EF4-FFF2-40B4-BE49-F238E27FC236}">
                    <a16:creationId xmlns:a16="http://schemas.microsoft.com/office/drawing/2014/main" id="{8A20A9D8-01B1-0A71-E15A-EB811D7EAB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7056" y="2674297"/>
                <a:ext cx="209457" cy="196411"/>
              </a:xfrm>
              <a:prstGeom prst="rect">
                <a:avLst/>
              </a:prstGeom>
            </p:spPr>
          </p:pic>
          <p:pic>
            <p:nvPicPr>
              <p:cNvPr id="43" name="Graphic 42" descr="Deciduous tree with solid fill">
                <a:extLst>
                  <a:ext uri="{FF2B5EF4-FFF2-40B4-BE49-F238E27FC236}">
                    <a16:creationId xmlns:a16="http://schemas.microsoft.com/office/drawing/2014/main" id="{0888DEE7-9F05-9005-B96F-9578FD36D4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44" name="Graphic 43" descr="Deciduous tree with solid fill">
                <a:extLst>
                  <a:ext uri="{FF2B5EF4-FFF2-40B4-BE49-F238E27FC236}">
                    <a16:creationId xmlns:a16="http://schemas.microsoft.com/office/drawing/2014/main" id="{475DBF1D-5B40-9AA6-87D7-903C3BBF88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45" name="Graphic 44" descr="Deciduous tree with solid fill">
                <a:extLst>
                  <a:ext uri="{FF2B5EF4-FFF2-40B4-BE49-F238E27FC236}">
                    <a16:creationId xmlns:a16="http://schemas.microsoft.com/office/drawing/2014/main" id="{ADC8E88F-EAE8-269F-0DA6-29E4D6EBE9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46" name="Graphic 45" descr="Deciduous tree with solid fill">
                <a:extLst>
                  <a:ext uri="{FF2B5EF4-FFF2-40B4-BE49-F238E27FC236}">
                    <a16:creationId xmlns:a16="http://schemas.microsoft.com/office/drawing/2014/main" id="{5285BC9F-853D-99C8-08A5-70F41CD462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47" name="Graphic 46" descr="Deciduous tree with solid fill">
                <a:extLst>
                  <a:ext uri="{FF2B5EF4-FFF2-40B4-BE49-F238E27FC236}">
                    <a16:creationId xmlns:a16="http://schemas.microsoft.com/office/drawing/2014/main" id="{7CF7E11B-4B14-9FEC-EB42-A7453E9FC1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48" name="Graphic 47" descr="Deciduous tree with solid fill">
                <a:extLst>
                  <a:ext uri="{FF2B5EF4-FFF2-40B4-BE49-F238E27FC236}">
                    <a16:creationId xmlns:a16="http://schemas.microsoft.com/office/drawing/2014/main" id="{BFB00ABD-5E51-361D-32B9-0C11B4640E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49" name="Graphic 48" descr="Deciduous tree with solid fill">
                <a:extLst>
                  <a:ext uri="{FF2B5EF4-FFF2-40B4-BE49-F238E27FC236}">
                    <a16:creationId xmlns:a16="http://schemas.microsoft.com/office/drawing/2014/main" id="{C065C2E3-AD63-6BD0-4446-4B9F352BA0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50" name="Graphic 49" descr="Deciduous tree with solid fill">
                <a:extLst>
                  <a:ext uri="{FF2B5EF4-FFF2-40B4-BE49-F238E27FC236}">
                    <a16:creationId xmlns:a16="http://schemas.microsoft.com/office/drawing/2014/main" id="{FE66A18F-BE93-3D3D-5671-67D6FBAE27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51" name="Graphic 50" descr="Deciduous tree with solid fill">
                <a:extLst>
                  <a:ext uri="{FF2B5EF4-FFF2-40B4-BE49-F238E27FC236}">
                    <a16:creationId xmlns:a16="http://schemas.microsoft.com/office/drawing/2014/main" id="{5E200E54-84FD-061A-BE80-0438254099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52" name="Graphic 51" descr="Deciduous tree with solid fill">
                <a:extLst>
                  <a:ext uri="{FF2B5EF4-FFF2-40B4-BE49-F238E27FC236}">
                    <a16:creationId xmlns:a16="http://schemas.microsoft.com/office/drawing/2014/main" id="{933B05FE-33B3-409F-7446-9C7790B752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53" name="Graphic 52" descr="Deciduous tree with solid fill">
                <a:extLst>
                  <a:ext uri="{FF2B5EF4-FFF2-40B4-BE49-F238E27FC236}">
                    <a16:creationId xmlns:a16="http://schemas.microsoft.com/office/drawing/2014/main" id="{EBB5F4DF-F924-5D30-13BD-119E6E7FF9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54" name="Graphic 53" descr="Deciduous tree with solid fill">
                <a:extLst>
                  <a:ext uri="{FF2B5EF4-FFF2-40B4-BE49-F238E27FC236}">
                    <a16:creationId xmlns:a16="http://schemas.microsoft.com/office/drawing/2014/main" id="{1452B88B-4BCB-C547-E9AE-83EB25BD52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683" y="2578438"/>
                <a:ext cx="209457" cy="196411"/>
              </a:xfrm>
              <a:prstGeom prst="rect">
                <a:avLst/>
              </a:prstGeom>
            </p:spPr>
          </p:pic>
          <p:pic>
            <p:nvPicPr>
              <p:cNvPr id="55" name="Graphic 54" descr="Deciduous tree with solid fill">
                <a:extLst>
                  <a:ext uri="{FF2B5EF4-FFF2-40B4-BE49-F238E27FC236}">
                    <a16:creationId xmlns:a16="http://schemas.microsoft.com/office/drawing/2014/main" id="{350580F1-1778-E740-EFB4-3ACCAB6AA5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8" y="2701929"/>
                <a:ext cx="209457" cy="196411"/>
              </a:xfrm>
              <a:prstGeom prst="rect">
                <a:avLst/>
              </a:prstGeom>
            </p:spPr>
          </p:pic>
          <p:pic>
            <p:nvPicPr>
              <p:cNvPr id="56" name="Graphic 55" descr="Deciduous tree with solid fill">
                <a:extLst>
                  <a:ext uri="{FF2B5EF4-FFF2-40B4-BE49-F238E27FC236}">
                    <a16:creationId xmlns:a16="http://schemas.microsoft.com/office/drawing/2014/main" id="{00C50A71-1F41-3DDA-F7FF-694492FEE7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57" name="Graphic 56" descr="Deciduous tree with solid fill">
                <a:extLst>
                  <a:ext uri="{FF2B5EF4-FFF2-40B4-BE49-F238E27FC236}">
                    <a16:creationId xmlns:a16="http://schemas.microsoft.com/office/drawing/2014/main" id="{888635C0-DC23-3422-2DBF-51F4BCFB6B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58" name="Graphic 57" descr="Deciduous tree with solid fill">
                <a:extLst>
                  <a:ext uri="{FF2B5EF4-FFF2-40B4-BE49-F238E27FC236}">
                    <a16:creationId xmlns:a16="http://schemas.microsoft.com/office/drawing/2014/main" id="{5C0D08DF-8964-CF44-E4CA-31ED215742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3" y="3072401"/>
                <a:ext cx="209457" cy="196411"/>
              </a:xfrm>
              <a:prstGeom prst="rect">
                <a:avLst/>
              </a:prstGeom>
            </p:spPr>
          </p:pic>
          <p:pic>
            <p:nvPicPr>
              <p:cNvPr id="59" name="Graphic 58" descr="Deciduous tree with solid fill">
                <a:extLst>
                  <a:ext uri="{FF2B5EF4-FFF2-40B4-BE49-F238E27FC236}">
                    <a16:creationId xmlns:a16="http://schemas.microsoft.com/office/drawing/2014/main" id="{170E92E2-4E61-08CF-09F1-77D41C2BB0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60" name="Graphic 59" descr="Deciduous tree with solid fill">
                <a:extLst>
                  <a:ext uri="{FF2B5EF4-FFF2-40B4-BE49-F238E27FC236}">
                    <a16:creationId xmlns:a16="http://schemas.microsoft.com/office/drawing/2014/main" id="{B5005ED5-00ED-DEF7-517C-7CBC78BA3F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61" name="Graphic 60" descr="Deciduous tree with solid fill">
                <a:extLst>
                  <a:ext uri="{FF2B5EF4-FFF2-40B4-BE49-F238E27FC236}">
                    <a16:creationId xmlns:a16="http://schemas.microsoft.com/office/drawing/2014/main" id="{E8AEA781-F32D-2ECF-5DF8-36CAB812F4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62" name="Graphic 61" descr="Deciduous tree with solid fill">
                <a:extLst>
                  <a:ext uri="{FF2B5EF4-FFF2-40B4-BE49-F238E27FC236}">
                    <a16:creationId xmlns:a16="http://schemas.microsoft.com/office/drawing/2014/main" id="{4EDB2D6E-5FE5-BD68-BCEA-4229B46808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63" name="Graphic 62" descr="Deciduous tree with solid fill">
                <a:extLst>
                  <a:ext uri="{FF2B5EF4-FFF2-40B4-BE49-F238E27FC236}">
                    <a16:creationId xmlns:a16="http://schemas.microsoft.com/office/drawing/2014/main" id="{90A8F031-D9E8-B7F0-0666-10EA368ECE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64" name="Graphic 63" descr="Deciduous tree with solid fill">
                <a:extLst>
                  <a:ext uri="{FF2B5EF4-FFF2-40B4-BE49-F238E27FC236}">
                    <a16:creationId xmlns:a16="http://schemas.microsoft.com/office/drawing/2014/main" id="{B57D1194-68FB-9CE5-41FF-D9E983BFC8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65" name="Graphic 64" descr="Deciduous tree with solid fill">
                <a:extLst>
                  <a:ext uri="{FF2B5EF4-FFF2-40B4-BE49-F238E27FC236}">
                    <a16:creationId xmlns:a16="http://schemas.microsoft.com/office/drawing/2014/main" id="{32A944CB-CF88-6050-7C33-12A7315529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66" name="Graphic 65" descr="Deciduous tree with solid fill">
                <a:extLst>
                  <a:ext uri="{FF2B5EF4-FFF2-40B4-BE49-F238E27FC236}">
                    <a16:creationId xmlns:a16="http://schemas.microsoft.com/office/drawing/2014/main" id="{ACB6A6C0-5985-715A-712C-FBB7B08D5A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61" y="2490399"/>
                <a:ext cx="209457" cy="196411"/>
              </a:xfrm>
              <a:prstGeom prst="rect">
                <a:avLst/>
              </a:prstGeom>
            </p:spPr>
          </p:pic>
          <p:pic>
            <p:nvPicPr>
              <p:cNvPr id="67" name="Graphic 66" descr="Deciduous tree with solid fill">
                <a:extLst>
                  <a:ext uri="{FF2B5EF4-FFF2-40B4-BE49-F238E27FC236}">
                    <a16:creationId xmlns:a16="http://schemas.microsoft.com/office/drawing/2014/main" id="{220DAB38-B3B9-0FFF-E585-EA4665C21D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4" y="2613890"/>
                <a:ext cx="209457" cy="196411"/>
              </a:xfrm>
              <a:prstGeom prst="rect">
                <a:avLst/>
              </a:prstGeom>
            </p:spPr>
          </p:pic>
          <p:pic>
            <p:nvPicPr>
              <p:cNvPr id="68" name="Graphic 67" descr="Deciduous tree with solid fill">
                <a:extLst>
                  <a:ext uri="{FF2B5EF4-FFF2-40B4-BE49-F238E27FC236}">
                    <a16:creationId xmlns:a16="http://schemas.microsoft.com/office/drawing/2014/main" id="{E69FF572-C5E5-1475-9364-B1EA02D997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69" name="Graphic 68" descr="Deciduous tree with solid fill">
                <a:extLst>
                  <a:ext uri="{FF2B5EF4-FFF2-40B4-BE49-F238E27FC236}">
                    <a16:creationId xmlns:a16="http://schemas.microsoft.com/office/drawing/2014/main" id="{ACCE8CC3-D0A3-0FA3-C548-1DFCA14B55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70" name="Graphic 69" descr="Deciduous tree with solid fill">
                <a:extLst>
                  <a:ext uri="{FF2B5EF4-FFF2-40B4-BE49-F238E27FC236}">
                    <a16:creationId xmlns:a16="http://schemas.microsoft.com/office/drawing/2014/main" id="{C211AAEA-13FF-B9DC-B944-B1AD703FE6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71" name="Graphic 70" descr="Deciduous tree with solid fill">
                <a:extLst>
                  <a:ext uri="{FF2B5EF4-FFF2-40B4-BE49-F238E27FC236}">
                    <a16:creationId xmlns:a16="http://schemas.microsoft.com/office/drawing/2014/main" id="{BBE5E8DB-B3A3-73BD-C350-11004BF9F6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72" name="Graphic 71" descr="Deciduous tree with solid fill">
                <a:extLst>
                  <a:ext uri="{FF2B5EF4-FFF2-40B4-BE49-F238E27FC236}">
                    <a16:creationId xmlns:a16="http://schemas.microsoft.com/office/drawing/2014/main" id="{D86527A2-67E7-739F-F68B-DD2F62DECB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73" name="Graphic 72" descr="Deciduous tree with solid fill">
                <a:extLst>
                  <a:ext uri="{FF2B5EF4-FFF2-40B4-BE49-F238E27FC236}">
                    <a16:creationId xmlns:a16="http://schemas.microsoft.com/office/drawing/2014/main" id="{4EB7882B-5667-3D41-7B8B-70E86DAFB8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3" y="3354837"/>
                <a:ext cx="209457" cy="196411"/>
              </a:xfrm>
              <a:prstGeom prst="rect">
                <a:avLst/>
              </a:prstGeom>
            </p:spPr>
          </p:pic>
          <p:pic>
            <p:nvPicPr>
              <p:cNvPr id="74" name="Graphic 73" descr="Deciduous tree with solid fill">
                <a:extLst>
                  <a:ext uri="{FF2B5EF4-FFF2-40B4-BE49-F238E27FC236}">
                    <a16:creationId xmlns:a16="http://schemas.microsoft.com/office/drawing/2014/main" id="{1A6FFB65-C40E-A8B1-EF2F-7C09B1141E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8" y="3478328"/>
                <a:ext cx="209457" cy="196411"/>
              </a:xfrm>
              <a:prstGeom prst="rect">
                <a:avLst/>
              </a:prstGeom>
            </p:spPr>
          </p:pic>
          <p:pic>
            <p:nvPicPr>
              <p:cNvPr id="152" name="Graphic 151" descr="Deciduous tree with solid fill">
                <a:extLst>
                  <a:ext uri="{FF2B5EF4-FFF2-40B4-BE49-F238E27FC236}">
                    <a16:creationId xmlns:a16="http://schemas.microsoft.com/office/drawing/2014/main" id="{5B6D6D4F-BCE7-2ADC-906E-0538B0B7EA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3" y="3601820"/>
                <a:ext cx="209457" cy="196411"/>
              </a:xfrm>
              <a:prstGeom prst="rect">
                <a:avLst/>
              </a:prstGeom>
            </p:spPr>
          </p:pic>
          <p:pic>
            <p:nvPicPr>
              <p:cNvPr id="153" name="Graphic 152" descr="Deciduous tree with solid fill">
                <a:extLst>
                  <a:ext uri="{FF2B5EF4-FFF2-40B4-BE49-F238E27FC236}">
                    <a16:creationId xmlns:a16="http://schemas.microsoft.com/office/drawing/2014/main" id="{B0B44A23-251F-48EA-4427-BD34F75050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8" y="3725311"/>
                <a:ext cx="209457" cy="196411"/>
              </a:xfrm>
              <a:prstGeom prst="rect">
                <a:avLst/>
              </a:prstGeom>
            </p:spPr>
          </p:pic>
          <p:pic>
            <p:nvPicPr>
              <p:cNvPr id="154" name="Graphic 153" descr="Deciduous tree with solid fill">
                <a:extLst>
                  <a:ext uri="{FF2B5EF4-FFF2-40B4-BE49-F238E27FC236}">
                    <a16:creationId xmlns:a16="http://schemas.microsoft.com/office/drawing/2014/main" id="{931FE842-EBE2-7CDE-D18F-077781968B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3" y="3848803"/>
                <a:ext cx="209457" cy="196411"/>
              </a:xfrm>
              <a:prstGeom prst="rect">
                <a:avLst/>
              </a:prstGeom>
            </p:spPr>
          </p:pic>
          <p:pic>
            <p:nvPicPr>
              <p:cNvPr id="156" name="Graphic 155" descr="Deciduous tree with solid fill">
                <a:extLst>
                  <a:ext uri="{FF2B5EF4-FFF2-40B4-BE49-F238E27FC236}">
                    <a16:creationId xmlns:a16="http://schemas.microsoft.com/office/drawing/2014/main" id="{168430E9-7398-9C2E-0C53-0DAC3C4E81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683" y="2578438"/>
                <a:ext cx="209457" cy="196411"/>
              </a:xfrm>
              <a:prstGeom prst="rect">
                <a:avLst/>
              </a:prstGeom>
            </p:spPr>
          </p:pic>
          <p:pic>
            <p:nvPicPr>
              <p:cNvPr id="158" name="Graphic 157" descr="Deciduous tree with solid fill">
                <a:extLst>
                  <a:ext uri="{FF2B5EF4-FFF2-40B4-BE49-F238E27FC236}">
                    <a16:creationId xmlns:a16="http://schemas.microsoft.com/office/drawing/2014/main" id="{5075309A-0E21-42A8-92B5-88E7AE412E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7056" y="2674297"/>
                <a:ext cx="209457" cy="196411"/>
              </a:xfrm>
              <a:prstGeom prst="rect">
                <a:avLst/>
              </a:prstGeom>
            </p:spPr>
          </p:pic>
          <p:pic>
            <p:nvPicPr>
              <p:cNvPr id="160" name="Graphic 159" descr="Deciduous tree with solid fill">
                <a:extLst>
                  <a:ext uri="{FF2B5EF4-FFF2-40B4-BE49-F238E27FC236}">
                    <a16:creationId xmlns:a16="http://schemas.microsoft.com/office/drawing/2014/main" id="{6C1286A1-DA96-2E20-E4AE-0DB7617527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60" y="2490399"/>
                <a:ext cx="209457" cy="196411"/>
              </a:xfrm>
              <a:prstGeom prst="rect">
                <a:avLst/>
              </a:prstGeom>
            </p:spPr>
          </p:pic>
          <p:pic>
            <p:nvPicPr>
              <p:cNvPr id="162" name="Graphic 161" descr="Deciduous tree with solid fill">
                <a:extLst>
                  <a:ext uri="{FF2B5EF4-FFF2-40B4-BE49-F238E27FC236}">
                    <a16:creationId xmlns:a16="http://schemas.microsoft.com/office/drawing/2014/main" id="{0628338B-D419-C308-D19B-58E68FDC46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164" name="Graphic 163" descr="Deciduous tree with solid fill">
                <a:extLst>
                  <a:ext uri="{FF2B5EF4-FFF2-40B4-BE49-F238E27FC236}">
                    <a16:creationId xmlns:a16="http://schemas.microsoft.com/office/drawing/2014/main" id="{5F6C6B82-F746-4E57-8655-0F03ECAECC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166" name="Graphic 165" descr="Deciduous tree with solid fill">
                <a:extLst>
                  <a:ext uri="{FF2B5EF4-FFF2-40B4-BE49-F238E27FC236}">
                    <a16:creationId xmlns:a16="http://schemas.microsoft.com/office/drawing/2014/main" id="{8476A50B-2EF1-6584-B626-B7AB493C9F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168" name="Graphic 167" descr="Deciduous tree with solid fill">
                <a:extLst>
                  <a:ext uri="{FF2B5EF4-FFF2-40B4-BE49-F238E27FC236}">
                    <a16:creationId xmlns:a16="http://schemas.microsoft.com/office/drawing/2014/main" id="{7F7B233F-E291-4AA9-52C7-B1E4317384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170" name="Graphic 169" descr="Deciduous tree with solid fill">
                <a:extLst>
                  <a:ext uri="{FF2B5EF4-FFF2-40B4-BE49-F238E27FC236}">
                    <a16:creationId xmlns:a16="http://schemas.microsoft.com/office/drawing/2014/main" id="{DABBF924-93A0-C3F6-6A99-C5C19F880A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172" name="Graphic 171" descr="Deciduous tree with solid fill">
                <a:extLst>
                  <a:ext uri="{FF2B5EF4-FFF2-40B4-BE49-F238E27FC236}">
                    <a16:creationId xmlns:a16="http://schemas.microsoft.com/office/drawing/2014/main" id="{E4A7FFC0-872B-1581-48F8-A1BE9D3B95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174" name="Graphic 173" descr="Deciduous tree with solid fill">
                <a:extLst>
                  <a:ext uri="{FF2B5EF4-FFF2-40B4-BE49-F238E27FC236}">
                    <a16:creationId xmlns:a16="http://schemas.microsoft.com/office/drawing/2014/main" id="{2840CEB3-5238-70D3-B531-7F47ECAFB8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176" name="Graphic 175" descr="Deciduous tree with solid fill">
                <a:extLst>
                  <a:ext uri="{FF2B5EF4-FFF2-40B4-BE49-F238E27FC236}">
                    <a16:creationId xmlns:a16="http://schemas.microsoft.com/office/drawing/2014/main" id="{31F7E1C3-67D4-87E8-0D99-D28DCE1CCC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178" name="Graphic 177" descr="Deciduous tree with solid fill">
                <a:extLst>
                  <a:ext uri="{FF2B5EF4-FFF2-40B4-BE49-F238E27FC236}">
                    <a16:creationId xmlns:a16="http://schemas.microsoft.com/office/drawing/2014/main" id="{83FB4AE1-31FA-5131-0D59-3353920E42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179" name="Graphic 178" descr="Deciduous tree with solid fill">
                <a:extLst>
                  <a:ext uri="{FF2B5EF4-FFF2-40B4-BE49-F238E27FC236}">
                    <a16:creationId xmlns:a16="http://schemas.microsoft.com/office/drawing/2014/main" id="{2F5678BD-E302-156A-5BA0-92DDAC2416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180" name="Graphic 179" descr="Deciduous tree with solid fill">
                <a:extLst>
                  <a:ext uri="{FF2B5EF4-FFF2-40B4-BE49-F238E27FC236}">
                    <a16:creationId xmlns:a16="http://schemas.microsoft.com/office/drawing/2014/main" id="{7F49DFDB-2100-09BC-5881-E9F081FBAF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181" name="Graphic 180" descr="Deciduous tree with solid fill">
                <a:extLst>
                  <a:ext uri="{FF2B5EF4-FFF2-40B4-BE49-F238E27FC236}">
                    <a16:creationId xmlns:a16="http://schemas.microsoft.com/office/drawing/2014/main" id="{6AB8AD62-B18A-94B1-C41E-10FC903919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7" y="2701929"/>
                <a:ext cx="209457" cy="196411"/>
              </a:xfrm>
              <a:prstGeom prst="rect">
                <a:avLst/>
              </a:prstGeom>
            </p:spPr>
          </p:pic>
          <p:pic>
            <p:nvPicPr>
              <p:cNvPr id="182" name="Graphic 181" descr="Deciduous tree with solid fill">
                <a:extLst>
                  <a:ext uri="{FF2B5EF4-FFF2-40B4-BE49-F238E27FC236}">
                    <a16:creationId xmlns:a16="http://schemas.microsoft.com/office/drawing/2014/main" id="{4F93F966-D071-3E0D-837B-D253F8A0D0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183" name="Graphic 182" descr="Deciduous tree with solid fill">
                <a:extLst>
                  <a:ext uri="{FF2B5EF4-FFF2-40B4-BE49-F238E27FC236}">
                    <a16:creationId xmlns:a16="http://schemas.microsoft.com/office/drawing/2014/main" id="{57F7BF6D-C5B4-5417-53E8-8E0D4321AD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7" y="2948910"/>
                <a:ext cx="209457" cy="196411"/>
              </a:xfrm>
              <a:prstGeom prst="rect">
                <a:avLst/>
              </a:prstGeom>
            </p:spPr>
          </p:pic>
          <p:pic>
            <p:nvPicPr>
              <p:cNvPr id="184" name="Graphic 183" descr="Deciduous tree with solid fill">
                <a:extLst>
                  <a:ext uri="{FF2B5EF4-FFF2-40B4-BE49-F238E27FC236}">
                    <a16:creationId xmlns:a16="http://schemas.microsoft.com/office/drawing/2014/main" id="{6533282E-4799-D3CE-D168-C401633FC1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185" name="Graphic 184" descr="Deciduous tree with solid fill">
                <a:extLst>
                  <a:ext uri="{FF2B5EF4-FFF2-40B4-BE49-F238E27FC236}">
                    <a16:creationId xmlns:a16="http://schemas.microsoft.com/office/drawing/2014/main" id="{D1B21808-6F2B-08C3-5B0D-88428D5CB6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186" name="Graphic 185" descr="Deciduous tree with solid fill">
                <a:extLst>
                  <a:ext uri="{FF2B5EF4-FFF2-40B4-BE49-F238E27FC236}">
                    <a16:creationId xmlns:a16="http://schemas.microsoft.com/office/drawing/2014/main" id="{97E38BE9-BF73-24A3-EDE8-7DE6ED2BA4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187" name="Graphic 186" descr="Deciduous tree with solid fill">
                <a:extLst>
                  <a:ext uri="{FF2B5EF4-FFF2-40B4-BE49-F238E27FC236}">
                    <a16:creationId xmlns:a16="http://schemas.microsoft.com/office/drawing/2014/main" id="{4446B1CE-C4F8-09D3-BF0D-A2A34EB64D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188" name="Graphic 187" descr="Deciduous tree with solid fill">
                <a:extLst>
                  <a:ext uri="{FF2B5EF4-FFF2-40B4-BE49-F238E27FC236}">
                    <a16:creationId xmlns:a16="http://schemas.microsoft.com/office/drawing/2014/main" id="{E4259D19-4ADA-BD0B-4D0C-13EF50D660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189" name="Graphic 188" descr="Deciduous tree with solid fill">
                <a:extLst>
                  <a:ext uri="{FF2B5EF4-FFF2-40B4-BE49-F238E27FC236}">
                    <a16:creationId xmlns:a16="http://schemas.microsoft.com/office/drawing/2014/main" id="{D7DB985E-E99F-1C4A-F6DC-51671E1BD9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190" name="Graphic 189" descr="Deciduous tree with solid fill">
                <a:extLst>
                  <a:ext uri="{FF2B5EF4-FFF2-40B4-BE49-F238E27FC236}">
                    <a16:creationId xmlns:a16="http://schemas.microsoft.com/office/drawing/2014/main" id="{AB656B35-761E-A4C4-45F4-B9A59B8F6A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191" name="Graphic 190" descr="Deciduous tree with solid fill">
                <a:extLst>
                  <a:ext uri="{FF2B5EF4-FFF2-40B4-BE49-F238E27FC236}">
                    <a16:creationId xmlns:a16="http://schemas.microsoft.com/office/drawing/2014/main" id="{AAA6201A-843C-56C6-C571-56E293E33D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320" name="Graphic 319" descr="Deciduous tree with solid fill">
                <a:extLst>
                  <a:ext uri="{FF2B5EF4-FFF2-40B4-BE49-F238E27FC236}">
                    <a16:creationId xmlns:a16="http://schemas.microsoft.com/office/drawing/2014/main" id="{A0F50637-CB1F-8D90-AB9B-153F935AA7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4" y="2613890"/>
                <a:ext cx="209457" cy="196411"/>
              </a:xfrm>
              <a:prstGeom prst="rect">
                <a:avLst/>
              </a:prstGeom>
            </p:spPr>
          </p:pic>
          <p:pic>
            <p:nvPicPr>
              <p:cNvPr id="321" name="Graphic 320" descr="Deciduous tree with solid fill">
                <a:extLst>
                  <a:ext uri="{FF2B5EF4-FFF2-40B4-BE49-F238E27FC236}">
                    <a16:creationId xmlns:a16="http://schemas.microsoft.com/office/drawing/2014/main" id="{9282CC14-A013-09D8-C935-7C3013D0CA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322" name="Graphic 321" descr="Deciduous tree with solid fill">
                <a:extLst>
                  <a:ext uri="{FF2B5EF4-FFF2-40B4-BE49-F238E27FC236}">
                    <a16:creationId xmlns:a16="http://schemas.microsoft.com/office/drawing/2014/main" id="{02059E36-3198-65A7-9A3D-222B6D9BC5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323" name="Graphic 322" descr="Deciduous tree with solid fill">
                <a:extLst>
                  <a:ext uri="{FF2B5EF4-FFF2-40B4-BE49-F238E27FC236}">
                    <a16:creationId xmlns:a16="http://schemas.microsoft.com/office/drawing/2014/main" id="{E014651B-EFE0-9327-E560-193D50D038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324" name="Graphic 323" descr="Deciduous tree with solid fill">
                <a:extLst>
                  <a:ext uri="{FF2B5EF4-FFF2-40B4-BE49-F238E27FC236}">
                    <a16:creationId xmlns:a16="http://schemas.microsoft.com/office/drawing/2014/main" id="{46225EE6-59FB-83AB-8492-CCF40EAEA1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325" name="Graphic 324" descr="Deciduous tree with solid fill">
                <a:extLst>
                  <a:ext uri="{FF2B5EF4-FFF2-40B4-BE49-F238E27FC236}">
                    <a16:creationId xmlns:a16="http://schemas.microsoft.com/office/drawing/2014/main" id="{0FE43D7C-6D7E-0B07-06D7-2109453E3B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411" name="Graphic 410" descr="Deciduous tree with solid fill">
                <a:extLst>
                  <a:ext uri="{FF2B5EF4-FFF2-40B4-BE49-F238E27FC236}">
                    <a16:creationId xmlns:a16="http://schemas.microsoft.com/office/drawing/2014/main" id="{03C760B6-1A22-BE05-4692-3E86113772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412" name="Graphic 411" descr="Deciduous tree with solid fill">
                <a:extLst>
                  <a:ext uri="{FF2B5EF4-FFF2-40B4-BE49-F238E27FC236}">
                    <a16:creationId xmlns:a16="http://schemas.microsoft.com/office/drawing/2014/main" id="{12912B57-DFA3-D460-651B-2FB6C64E38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414" name="Graphic 413" descr="Deciduous tree with solid fill">
                <a:extLst>
                  <a:ext uri="{FF2B5EF4-FFF2-40B4-BE49-F238E27FC236}">
                    <a16:creationId xmlns:a16="http://schemas.microsoft.com/office/drawing/2014/main" id="{9C4536A7-4874-B756-6B48-69DE127232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416" name="Graphic 415" descr="Deciduous tree with solid fill">
                <a:extLst>
                  <a:ext uri="{FF2B5EF4-FFF2-40B4-BE49-F238E27FC236}">
                    <a16:creationId xmlns:a16="http://schemas.microsoft.com/office/drawing/2014/main" id="{FCC789E3-C485-A668-A86D-05C067DA37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418" name="Graphic 417" descr="Deciduous tree with solid fill">
                <a:extLst>
                  <a:ext uri="{FF2B5EF4-FFF2-40B4-BE49-F238E27FC236}">
                    <a16:creationId xmlns:a16="http://schemas.microsoft.com/office/drawing/2014/main" id="{0CBCBE3C-C126-F54F-4FFC-A039D7C3FE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420" name="Graphic 419" descr="Deciduous tree with solid fill">
                <a:extLst>
                  <a:ext uri="{FF2B5EF4-FFF2-40B4-BE49-F238E27FC236}">
                    <a16:creationId xmlns:a16="http://schemas.microsoft.com/office/drawing/2014/main" id="{34F47E4C-F334-DBE2-57F8-5A86164FA0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7" y="2701929"/>
                <a:ext cx="209457" cy="196411"/>
              </a:xfrm>
              <a:prstGeom prst="rect">
                <a:avLst/>
              </a:prstGeom>
            </p:spPr>
          </p:pic>
          <p:pic>
            <p:nvPicPr>
              <p:cNvPr id="422" name="Graphic 421" descr="Deciduous tree with solid fill">
                <a:extLst>
                  <a:ext uri="{FF2B5EF4-FFF2-40B4-BE49-F238E27FC236}">
                    <a16:creationId xmlns:a16="http://schemas.microsoft.com/office/drawing/2014/main" id="{CF43591E-8BDB-FF52-8BCA-23E85351B59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8752" y="2797788"/>
                <a:ext cx="209457" cy="196411"/>
              </a:xfrm>
              <a:prstGeom prst="rect">
                <a:avLst/>
              </a:prstGeom>
            </p:spPr>
          </p:pic>
          <p:pic>
            <p:nvPicPr>
              <p:cNvPr id="424" name="Graphic 423" descr="Deciduous tree with solid fill">
                <a:extLst>
                  <a:ext uri="{FF2B5EF4-FFF2-40B4-BE49-F238E27FC236}">
                    <a16:creationId xmlns:a16="http://schemas.microsoft.com/office/drawing/2014/main" id="{B7FF8409-478E-EB38-B198-A40163E1E2F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4954" y="2613890"/>
                <a:ext cx="209457" cy="196411"/>
              </a:xfrm>
              <a:prstGeom prst="rect">
                <a:avLst/>
              </a:prstGeom>
            </p:spPr>
          </p:pic>
          <p:pic>
            <p:nvPicPr>
              <p:cNvPr id="426" name="Graphic 425" descr="Deciduous tree with solid fill">
                <a:extLst>
                  <a:ext uri="{FF2B5EF4-FFF2-40B4-BE49-F238E27FC236}">
                    <a16:creationId xmlns:a16="http://schemas.microsoft.com/office/drawing/2014/main" id="{C74E484B-F2B0-3567-2F6D-EEA5F9C292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428" name="Graphic 427" descr="Deciduous tree with solid fill">
                <a:extLst>
                  <a:ext uri="{FF2B5EF4-FFF2-40B4-BE49-F238E27FC236}">
                    <a16:creationId xmlns:a16="http://schemas.microsoft.com/office/drawing/2014/main" id="{637ADB4D-051D-3844-2CC6-7283208CD8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430" name="Graphic 429" descr="Deciduous tree with solid fill">
                <a:extLst>
                  <a:ext uri="{FF2B5EF4-FFF2-40B4-BE49-F238E27FC236}">
                    <a16:creationId xmlns:a16="http://schemas.microsoft.com/office/drawing/2014/main" id="{EC5BF74B-2723-B649-C513-F908221395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432" name="Graphic 431" descr="Deciduous tree with solid fill">
                <a:extLst>
                  <a:ext uri="{FF2B5EF4-FFF2-40B4-BE49-F238E27FC236}">
                    <a16:creationId xmlns:a16="http://schemas.microsoft.com/office/drawing/2014/main" id="{56141630-40AB-04CA-A458-DD0DD8370E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434" name="Graphic 433" descr="Deciduous tree with solid fill">
                <a:extLst>
                  <a:ext uri="{FF2B5EF4-FFF2-40B4-BE49-F238E27FC236}">
                    <a16:creationId xmlns:a16="http://schemas.microsoft.com/office/drawing/2014/main" id="{64B269C5-F4F1-DD59-D5B0-46889DDDD3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435" name="Graphic 434" descr="Deciduous tree with solid fill">
                <a:extLst>
                  <a:ext uri="{FF2B5EF4-FFF2-40B4-BE49-F238E27FC236}">
                    <a16:creationId xmlns:a16="http://schemas.microsoft.com/office/drawing/2014/main" id="{FEE8640E-798E-011D-2FC2-61DA90D841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436" name="Graphic 435" descr="Deciduous tree with solid fill">
                <a:extLst>
                  <a:ext uri="{FF2B5EF4-FFF2-40B4-BE49-F238E27FC236}">
                    <a16:creationId xmlns:a16="http://schemas.microsoft.com/office/drawing/2014/main" id="{62EFC7FE-20BA-FA4B-482E-5720D7EDD8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437" name="Graphic 436" descr="Deciduous tree with solid fill">
                <a:extLst>
                  <a:ext uri="{FF2B5EF4-FFF2-40B4-BE49-F238E27FC236}">
                    <a16:creationId xmlns:a16="http://schemas.microsoft.com/office/drawing/2014/main" id="{17C4AD29-5BA1-15F1-7AED-0FE6C69763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438" name="Graphic 437" descr="Deciduous tree with solid fill">
                <a:extLst>
                  <a:ext uri="{FF2B5EF4-FFF2-40B4-BE49-F238E27FC236}">
                    <a16:creationId xmlns:a16="http://schemas.microsoft.com/office/drawing/2014/main" id="{B58C1979-C8DD-14FA-3700-3F409B2D32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440" name="Graphic 439" descr="Deciduous tree with solid fill">
                <a:extLst>
                  <a:ext uri="{FF2B5EF4-FFF2-40B4-BE49-F238E27FC236}">
                    <a16:creationId xmlns:a16="http://schemas.microsoft.com/office/drawing/2014/main" id="{31C73AD0-217F-BE6D-3FCF-06296C316B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442" name="Graphic 441" descr="Deciduous tree with solid fill">
                <a:extLst>
                  <a:ext uri="{FF2B5EF4-FFF2-40B4-BE49-F238E27FC236}">
                    <a16:creationId xmlns:a16="http://schemas.microsoft.com/office/drawing/2014/main" id="{11DBAACB-EE32-5691-2865-195DE0E6F7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444" name="Graphic 443" descr="Deciduous tree with solid fill">
                <a:extLst>
                  <a:ext uri="{FF2B5EF4-FFF2-40B4-BE49-F238E27FC236}">
                    <a16:creationId xmlns:a16="http://schemas.microsoft.com/office/drawing/2014/main" id="{0B489281-C1F9-8570-B915-1197FAB23E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7" y="2948910"/>
                <a:ext cx="209457" cy="196411"/>
              </a:xfrm>
              <a:prstGeom prst="rect">
                <a:avLst/>
              </a:prstGeom>
            </p:spPr>
          </p:pic>
          <p:pic>
            <p:nvPicPr>
              <p:cNvPr id="445" name="Graphic 444" descr="Deciduous tree with solid fill">
                <a:extLst>
                  <a:ext uri="{FF2B5EF4-FFF2-40B4-BE49-F238E27FC236}">
                    <a16:creationId xmlns:a16="http://schemas.microsoft.com/office/drawing/2014/main" id="{CF0E7E53-85A1-A954-E3DB-920E7CA3AA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446" name="Graphic 445" descr="Deciduous tree with solid fill">
                <a:extLst>
                  <a:ext uri="{FF2B5EF4-FFF2-40B4-BE49-F238E27FC236}">
                    <a16:creationId xmlns:a16="http://schemas.microsoft.com/office/drawing/2014/main" id="{A28F601D-6EF1-974A-C662-0B5BEF1489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448" name="Graphic 447" descr="Deciduous tree with solid fill">
                <a:extLst>
                  <a:ext uri="{FF2B5EF4-FFF2-40B4-BE49-F238E27FC236}">
                    <a16:creationId xmlns:a16="http://schemas.microsoft.com/office/drawing/2014/main" id="{42BAAB69-BA84-0656-4B1F-3CF3CDB5D9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450" name="Graphic 449" descr="Deciduous tree with solid fill">
                <a:extLst>
                  <a:ext uri="{FF2B5EF4-FFF2-40B4-BE49-F238E27FC236}">
                    <a16:creationId xmlns:a16="http://schemas.microsoft.com/office/drawing/2014/main" id="{F87EA46C-295B-E2B7-ACC4-1583616D36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452" name="Graphic 451" descr="Deciduous tree with solid fill">
                <a:extLst>
                  <a:ext uri="{FF2B5EF4-FFF2-40B4-BE49-F238E27FC236}">
                    <a16:creationId xmlns:a16="http://schemas.microsoft.com/office/drawing/2014/main" id="{F153A75C-F97F-17DF-D5EA-6F04C73339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454" name="Graphic 453" descr="Deciduous tree with solid fill">
                <a:extLst>
                  <a:ext uri="{FF2B5EF4-FFF2-40B4-BE49-F238E27FC236}">
                    <a16:creationId xmlns:a16="http://schemas.microsoft.com/office/drawing/2014/main" id="{07B96266-5FBF-B308-9A94-598F359E96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456" name="Graphic 455" descr="Deciduous tree with solid fill">
                <a:extLst>
                  <a:ext uri="{FF2B5EF4-FFF2-40B4-BE49-F238E27FC236}">
                    <a16:creationId xmlns:a16="http://schemas.microsoft.com/office/drawing/2014/main" id="{4CCCE2C2-7FB5-EB50-EF82-4D0994FA63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458" name="Graphic 457" descr="Deciduous tree with solid fill">
                <a:extLst>
                  <a:ext uri="{FF2B5EF4-FFF2-40B4-BE49-F238E27FC236}">
                    <a16:creationId xmlns:a16="http://schemas.microsoft.com/office/drawing/2014/main" id="{D6F32B03-6354-E4CA-022C-5008E64152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460" name="Graphic 459" descr="Deciduous tree with solid fill">
                <a:extLst>
                  <a:ext uri="{FF2B5EF4-FFF2-40B4-BE49-F238E27FC236}">
                    <a16:creationId xmlns:a16="http://schemas.microsoft.com/office/drawing/2014/main" id="{3DE5D38B-1DF3-AC57-3E88-2D86316773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462" name="Graphic 461" descr="Deciduous tree with solid fill">
                <a:extLst>
                  <a:ext uri="{FF2B5EF4-FFF2-40B4-BE49-F238E27FC236}">
                    <a16:creationId xmlns:a16="http://schemas.microsoft.com/office/drawing/2014/main" id="{54875DB2-873E-2CE9-18DF-A441F5150C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464" name="Graphic 463" descr="Deciduous tree with solid fill">
                <a:extLst>
                  <a:ext uri="{FF2B5EF4-FFF2-40B4-BE49-F238E27FC236}">
                    <a16:creationId xmlns:a16="http://schemas.microsoft.com/office/drawing/2014/main" id="{A1448500-B378-C436-FE26-29BCEBB904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466" name="Graphic 465" descr="Deciduous tree with solid fill">
                <a:extLst>
                  <a:ext uri="{FF2B5EF4-FFF2-40B4-BE49-F238E27FC236}">
                    <a16:creationId xmlns:a16="http://schemas.microsoft.com/office/drawing/2014/main" id="{9A0D6003-E332-3412-7607-D9C5F6BC1F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467" name="Graphic 466" descr="Deciduous tree with solid fill">
                <a:extLst>
                  <a:ext uri="{FF2B5EF4-FFF2-40B4-BE49-F238E27FC236}">
                    <a16:creationId xmlns:a16="http://schemas.microsoft.com/office/drawing/2014/main" id="{D87BC823-0076-9E83-6868-5411691022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468" name="Graphic 467" descr="Deciduous tree with solid fill">
                <a:extLst>
                  <a:ext uri="{FF2B5EF4-FFF2-40B4-BE49-F238E27FC236}">
                    <a16:creationId xmlns:a16="http://schemas.microsoft.com/office/drawing/2014/main" id="{4F477AAC-62B8-828F-F277-EC77B354AE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469" name="Graphic 468" descr="Deciduous tree with solid fill">
                <a:extLst>
                  <a:ext uri="{FF2B5EF4-FFF2-40B4-BE49-F238E27FC236}">
                    <a16:creationId xmlns:a16="http://schemas.microsoft.com/office/drawing/2014/main" id="{8A063CF4-5276-7EC5-56F7-2CFF6A106F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470" name="Graphic 469" descr="Deciduous tree with solid fill">
                <a:extLst>
                  <a:ext uri="{FF2B5EF4-FFF2-40B4-BE49-F238E27FC236}">
                    <a16:creationId xmlns:a16="http://schemas.microsoft.com/office/drawing/2014/main" id="{D55A335D-1049-000E-16AD-B0DB20D557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471" name="Graphic 470" descr="Deciduous tree with solid fill">
                <a:extLst>
                  <a:ext uri="{FF2B5EF4-FFF2-40B4-BE49-F238E27FC236}">
                    <a16:creationId xmlns:a16="http://schemas.microsoft.com/office/drawing/2014/main" id="{CCC1BD32-9553-1168-2821-D31740981D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472" name="Graphic 471" descr="Deciduous tree with solid fill">
                <a:extLst>
                  <a:ext uri="{FF2B5EF4-FFF2-40B4-BE49-F238E27FC236}">
                    <a16:creationId xmlns:a16="http://schemas.microsoft.com/office/drawing/2014/main" id="{9200B421-7505-031A-C270-143ECF76F0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474" name="Graphic 473" descr="Deciduous tree with solid fill">
                <a:extLst>
                  <a:ext uri="{FF2B5EF4-FFF2-40B4-BE49-F238E27FC236}">
                    <a16:creationId xmlns:a16="http://schemas.microsoft.com/office/drawing/2014/main" id="{09B76071-B44C-564E-C51A-F8309D977A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476" name="Graphic 475" descr="Deciduous tree with solid fill">
                <a:extLst>
                  <a:ext uri="{FF2B5EF4-FFF2-40B4-BE49-F238E27FC236}">
                    <a16:creationId xmlns:a16="http://schemas.microsoft.com/office/drawing/2014/main" id="{9AEE0057-4276-ED83-6DBC-23A0308282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478" name="Graphic 477" descr="Deciduous tree with solid fill">
                <a:extLst>
                  <a:ext uri="{FF2B5EF4-FFF2-40B4-BE49-F238E27FC236}">
                    <a16:creationId xmlns:a16="http://schemas.microsoft.com/office/drawing/2014/main" id="{1F6F471E-28A2-2304-CEB9-4858BD7EF2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480" name="Graphic 479" descr="Deciduous tree with solid fill">
                <a:extLst>
                  <a:ext uri="{FF2B5EF4-FFF2-40B4-BE49-F238E27FC236}">
                    <a16:creationId xmlns:a16="http://schemas.microsoft.com/office/drawing/2014/main" id="{86878D42-E686-C6FC-F214-2C1A434386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482" name="Graphic 481" descr="Deciduous tree with solid fill">
                <a:extLst>
                  <a:ext uri="{FF2B5EF4-FFF2-40B4-BE49-F238E27FC236}">
                    <a16:creationId xmlns:a16="http://schemas.microsoft.com/office/drawing/2014/main" id="{B453669F-5FED-E6FC-6271-8414BC320F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484" name="Graphic 483" descr="Deciduous tree with solid fill">
                <a:extLst>
                  <a:ext uri="{FF2B5EF4-FFF2-40B4-BE49-F238E27FC236}">
                    <a16:creationId xmlns:a16="http://schemas.microsoft.com/office/drawing/2014/main" id="{3A47A995-5D6D-FE6D-D6DF-D375D75B6B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486" name="Graphic 485" descr="Deciduous tree with solid fill">
                <a:extLst>
                  <a:ext uri="{FF2B5EF4-FFF2-40B4-BE49-F238E27FC236}">
                    <a16:creationId xmlns:a16="http://schemas.microsoft.com/office/drawing/2014/main" id="{D5A54A38-4BB2-F750-F13C-3CE538906C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5" y="3415245"/>
                <a:ext cx="209457" cy="196411"/>
              </a:xfrm>
              <a:prstGeom prst="rect">
                <a:avLst/>
              </a:prstGeom>
            </p:spPr>
          </p:pic>
          <p:pic>
            <p:nvPicPr>
              <p:cNvPr id="488" name="Graphic 487" descr="Deciduous tree with solid fill">
                <a:extLst>
                  <a:ext uri="{FF2B5EF4-FFF2-40B4-BE49-F238E27FC236}">
                    <a16:creationId xmlns:a16="http://schemas.microsoft.com/office/drawing/2014/main" id="{B87CCD2F-CE80-B0BE-84FF-181DC24452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490" name="Graphic 489" descr="Deciduous tree with solid fill">
                <a:extLst>
                  <a:ext uri="{FF2B5EF4-FFF2-40B4-BE49-F238E27FC236}">
                    <a16:creationId xmlns:a16="http://schemas.microsoft.com/office/drawing/2014/main" id="{18BE461B-00DD-DF7B-4A99-6A8343A4E9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492" name="Graphic 491" descr="Deciduous tree with solid fill">
                <a:extLst>
                  <a:ext uri="{FF2B5EF4-FFF2-40B4-BE49-F238E27FC236}">
                    <a16:creationId xmlns:a16="http://schemas.microsoft.com/office/drawing/2014/main" id="{A6BD0EA4-CACE-2FAE-FD62-77D44E696D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493" name="Graphic 492" descr="Deciduous tree with solid fill">
                <a:extLst>
                  <a:ext uri="{FF2B5EF4-FFF2-40B4-BE49-F238E27FC236}">
                    <a16:creationId xmlns:a16="http://schemas.microsoft.com/office/drawing/2014/main" id="{24FA360D-8928-B8EB-7143-002BD4A187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494" name="Graphic 493" descr="Deciduous tree with solid fill">
                <a:extLst>
                  <a:ext uri="{FF2B5EF4-FFF2-40B4-BE49-F238E27FC236}">
                    <a16:creationId xmlns:a16="http://schemas.microsoft.com/office/drawing/2014/main" id="{83D209CC-2A85-BF1C-273D-C3C43EC846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495" name="Graphic 494" descr="Deciduous tree with solid fill">
                <a:extLst>
                  <a:ext uri="{FF2B5EF4-FFF2-40B4-BE49-F238E27FC236}">
                    <a16:creationId xmlns:a16="http://schemas.microsoft.com/office/drawing/2014/main" id="{8C503FE6-ADD3-6D9F-2632-02B3E806B1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496" name="Graphic 495" descr="Deciduous tree with solid fill">
                <a:extLst>
                  <a:ext uri="{FF2B5EF4-FFF2-40B4-BE49-F238E27FC236}">
                    <a16:creationId xmlns:a16="http://schemas.microsoft.com/office/drawing/2014/main" id="{145E8B48-52F2-65B2-A723-23405DDC18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3" y="3072401"/>
                <a:ext cx="209457" cy="196411"/>
              </a:xfrm>
              <a:prstGeom prst="rect">
                <a:avLst/>
              </a:prstGeom>
            </p:spPr>
          </p:pic>
          <p:pic>
            <p:nvPicPr>
              <p:cNvPr id="497" name="Graphic 496" descr="Deciduous tree with solid fill">
                <a:extLst>
                  <a:ext uri="{FF2B5EF4-FFF2-40B4-BE49-F238E27FC236}">
                    <a16:creationId xmlns:a16="http://schemas.microsoft.com/office/drawing/2014/main" id="{F939A619-FA02-6322-D8E9-5F96C532A6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8" y="3195893"/>
                <a:ext cx="209457" cy="196411"/>
              </a:xfrm>
              <a:prstGeom prst="rect">
                <a:avLst/>
              </a:prstGeom>
            </p:spPr>
          </p:pic>
          <p:pic>
            <p:nvPicPr>
              <p:cNvPr id="498" name="Graphic 497" descr="Deciduous tree with solid fill">
                <a:extLst>
                  <a:ext uri="{FF2B5EF4-FFF2-40B4-BE49-F238E27FC236}">
                    <a16:creationId xmlns:a16="http://schemas.microsoft.com/office/drawing/2014/main" id="{0040A90B-EC06-2B2B-1140-96646CD1EB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3" y="3319384"/>
                <a:ext cx="209457" cy="196411"/>
              </a:xfrm>
              <a:prstGeom prst="rect">
                <a:avLst/>
              </a:prstGeom>
            </p:spPr>
          </p:pic>
          <p:pic>
            <p:nvPicPr>
              <p:cNvPr id="500" name="Graphic 499" descr="Deciduous tree with solid fill">
                <a:extLst>
                  <a:ext uri="{FF2B5EF4-FFF2-40B4-BE49-F238E27FC236}">
                    <a16:creationId xmlns:a16="http://schemas.microsoft.com/office/drawing/2014/main" id="{66F848B7-2E09-D7A4-5083-761C78E850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502" name="Graphic 501" descr="Deciduous tree with solid fill">
                <a:extLst>
                  <a:ext uri="{FF2B5EF4-FFF2-40B4-BE49-F238E27FC236}">
                    <a16:creationId xmlns:a16="http://schemas.microsoft.com/office/drawing/2014/main" id="{0566FAED-C110-61D2-9481-A5767A25FD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504" name="Graphic 503" descr="Deciduous tree with solid fill">
                <a:extLst>
                  <a:ext uri="{FF2B5EF4-FFF2-40B4-BE49-F238E27FC236}">
                    <a16:creationId xmlns:a16="http://schemas.microsoft.com/office/drawing/2014/main" id="{9C9C37A2-0FD8-F46F-52FE-25EBD906CD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506" name="Graphic 505" descr="Deciduous tree with solid fill">
                <a:extLst>
                  <a:ext uri="{FF2B5EF4-FFF2-40B4-BE49-F238E27FC236}">
                    <a16:creationId xmlns:a16="http://schemas.microsoft.com/office/drawing/2014/main" id="{73382741-A149-A91E-DB5F-9B22960EBE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508" name="Graphic 507" descr="Deciduous tree with solid fill">
                <a:extLst>
                  <a:ext uri="{FF2B5EF4-FFF2-40B4-BE49-F238E27FC236}">
                    <a16:creationId xmlns:a16="http://schemas.microsoft.com/office/drawing/2014/main" id="{80AFEEFA-B702-EB0A-7C86-9DA5AD2A29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510" name="Graphic 509" descr="Deciduous tree with solid fill">
                <a:extLst>
                  <a:ext uri="{FF2B5EF4-FFF2-40B4-BE49-F238E27FC236}">
                    <a16:creationId xmlns:a16="http://schemas.microsoft.com/office/drawing/2014/main" id="{4ACBA50F-8D72-4112-778E-DA69D07E1C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6" y="2860873"/>
                <a:ext cx="209457" cy="196411"/>
              </a:xfrm>
              <a:prstGeom prst="rect">
                <a:avLst/>
              </a:prstGeom>
            </p:spPr>
          </p:pic>
          <p:pic>
            <p:nvPicPr>
              <p:cNvPr id="512" name="Graphic 511" descr="Deciduous tree with solid fill">
                <a:extLst>
                  <a:ext uri="{FF2B5EF4-FFF2-40B4-BE49-F238E27FC236}">
                    <a16:creationId xmlns:a16="http://schemas.microsoft.com/office/drawing/2014/main" id="{06E4CD2B-1262-C95B-BA22-6388AE2374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514" name="Graphic 513" descr="Deciduous tree with solid fill">
                <a:extLst>
                  <a:ext uri="{FF2B5EF4-FFF2-40B4-BE49-F238E27FC236}">
                    <a16:creationId xmlns:a16="http://schemas.microsoft.com/office/drawing/2014/main" id="{5961117D-77F3-D8F1-EDA4-1D39AAD154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516" name="Graphic 515" descr="Deciduous tree with solid fill">
                <a:extLst>
                  <a:ext uri="{FF2B5EF4-FFF2-40B4-BE49-F238E27FC236}">
                    <a16:creationId xmlns:a16="http://schemas.microsoft.com/office/drawing/2014/main" id="{C19567FA-695D-E34B-AFEB-C927ACB017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518" name="Graphic 517" descr="Deciduous tree with solid fill">
                <a:extLst>
                  <a:ext uri="{FF2B5EF4-FFF2-40B4-BE49-F238E27FC236}">
                    <a16:creationId xmlns:a16="http://schemas.microsoft.com/office/drawing/2014/main" id="{222E5C97-4F10-ABD2-D452-640FB5BBDE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3" y="3354837"/>
                <a:ext cx="209457" cy="196411"/>
              </a:xfrm>
              <a:prstGeom prst="rect">
                <a:avLst/>
              </a:prstGeom>
            </p:spPr>
          </p:pic>
          <p:pic>
            <p:nvPicPr>
              <p:cNvPr id="519" name="Graphic 518" descr="Deciduous tree with solid fill">
                <a:extLst>
                  <a:ext uri="{FF2B5EF4-FFF2-40B4-BE49-F238E27FC236}">
                    <a16:creationId xmlns:a16="http://schemas.microsoft.com/office/drawing/2014/main" id="{E635EF86-F687-64B5-733C-721AB6FA9B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8" y="3478328"/>
                <a:ext cx="209457" cy="196411"/>
              </a:xfrm>
              <a:prstGeom prst="rect">
                <a:avLst/>
              </a:prstGeom>
            </p:spPr>
          </p:pic>
          <p:pic>
            <p:nvPicPr>
              <p:cNvPr id="520" name="Graphic 519" descr="Deciduous tree with solid fill">
                <a:extLst>
                  <a:ext uri="{FF2B5EF4-FFF2-40B4-BE49-F238E27FC236}">
                    <a16:creationId xmlns:a16="http://schemas.microsoft.com/office/drawing/2014/main" id="{94FA0F46-19FB-0013-5C8F-6ABACA2C73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3" y="3601820"/>
                <a:ext cx="209457" cy="196411"/>
              </a:xfrm>
              <a:prstGeom prst="rect">
                <a:avLst/>
              </a:prstGeom>
            </p:spPr>
          </p:pic>
          <p:pic>
            <p:nvPicPr>
              <p:cNvPr id="521" name="Graphic 520" descr="Deciduous tree with solid fill">
                <a:extLst>
                  <a:ext uri="{FF2B5EF4-FFF2-40B4-BE49-F238E27FC236}">
                    <a16:creationId xmlns:a16="http://schemas.microsoft.com/office/drawing/2014/main" id="{AFFD2627-BF69-352A-4615-E962728FE0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8" y="3725311"/>
                <a:ext cx="209457" cy="196411"/>
              </a:xfrm>
              <a:prstGeom prst="rect">
                <a:avLst/>
              </a:prstGeom>
            </p:spPr>
          </p:pic>
          <p:pic>
            <p:nvPicPr>
              <p:cNvPr id="522" name="Graphic 521" descr="Deciduous tree with solid fill">
                <a:extLst>
                  <a:ext uri="{FF2B5EF4-FFF2-40B4-BE49-F238E27FC236}">
                    <a16:creationId xmlns:a16="http://schemas.microsoft.com/office/drawing/2014/main" id="{7724D7CF-844B-5883-374E-A2E5B0A20F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3" y="3848803"/>
                <a:ext cx="209457" cy="196411"/>
              </a:xfrm>
              <a:prstGeom prst="rect">
                <a:avLst/>
              </a:prstGeom>
            </p:spPr>
          </p:pic>
          <p:pic>
            <p:nvPicPr>
              <p:cNvPr id="523" name="Graphic 522" descr="Deciduous tree with solid fill">
                <a:extLst>
                  <a:ext uri="{FF2B5EF4-FFF2-40B4-BE49-F238E27FC236}">
                    <a16:creationId xmlns:a16="http://schemas.microsoft.com/office/drawing/2014/main" id="{F997B7DB-82ED-C327-F02F-EF6C9B3A8C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524" name="Graphic 523" descr="Deciduous tree with solid fill">
                <a:extLst>
                  <a:ext uri="{FF2B5EF4-FFF2-40B4-BE49-F238E27FC236}">
                    <a16:creationId xmlns:a16="http://schemas.microsoft.com/office/drawing/2014/main" id="{F0346003-EFB4-442D-FDAE-E65789842C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526" name="Graphic 525" descr="Deciduous tree with solid fill">
                <a:extLst>
                  <a:ext uri="{FF2B5EF4-FFF2-40B4-BE49-F238E27FC236}">
                    <a16:creationId xmlns:a16="http://schemas.microsoft.com/office/drawing/2014/main" id="{1449813D-2282-5271-7E66-BB65ECFD241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18345" y="2860873"/>
                <a:ext cx="209457" cy="196411"/>
              </a:xfrm>
              <a:prstGeom prst="rect">
                <a:avLst/>
              </a:prstGeom>
            </p:spPr>
          </p:pic>
          <p:pic>
            <p:nvPicPr>
              <p:cNvPr id="528" name="Graphic 527" descr="Deciduous tree with solid fill">
                <a:extLst>
                  <a:ext uri="{FF2B5EF4-FFF2-40B4-BE49-F238E27FC236}">
                    <a16:creationId xmlns:a16="http://schemas.microsoft.com/office/drawing/2014/main" id="{7671F56A-B9F7-6472-BED5-33D6BBEC14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530" name="Graphic 529" descr="Deciduous tree with solid fill">
                <a:extLst>
                  <a:ext uri="{FF2B5EF4-FFF2-40B4-BE49-F238E27FC236}">
                    <a16:creationId xmlns:a16="http://schemas.microsoft.com/office/drawing/2014/main" id="{BF7F6421-ACB0-87B0-04E5-514C5FB611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531" name="Graphic 530" descr="Deciduous tree with solid fill">
                <a:extLst>
                  <a:ext uri="{FF2B5EF4-FFF2-40B4-BE49-F238E27FC236}">
                    <a16:creationId xmlns:a16="http://schemas.microsoft.com/office/drawing/2014/main" id="{FC13AC91-9254-8164-989B-05BBC258D8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532" name="Graphic 531" descr="Deciduous tree with solid fill">
                <a:extLst>
                  <a:ext uri="{FF2B5EF4-FFF2-40B4-BE49-F238E27FC236}">
                    <a16:creationId xmlns:a16="http://schemas.microsoft.com/office/drawing/2014/main" id="{538D5EEB-52B0-5145-AE16-856C85D1E4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534" name="Graphic 533" descr="Deciduous tree with solid fill">
                <a:extLst>
                  <a:ext uri="{FF2B5EF4-FFF2-40B4-BE49-F238E27FC236}">
                    <a16:creationId xmlns:a16="http://schemas.microsoft.com/office/drawing/2014/main" id="{A2C5E5D2-0226-7166-8600-B6700825C0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536" name="Graphic 535" descr="Deciduous tree with solid fill">
                <a:extLst>
                  <a:ext uri="{FF2B5EF4-FFF2-40B4-BE49-F238E27FC236}">
                    <a16:creationId xmlns:a16="http://schemas.microsoft.com/office/drawing/2014/main" id="{CF6024B1-A047-9228-B05D-D5485DC99F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538" name="Graphic 537" descr="Deciduous tree with solid fill">
                <a:extLst>
                  <a:ext uri="{FF2B5EF4-FFF2-40B4-BE49-F238E27FC236}">
                    <a16:creationId xmlns:a16="http://schemas.microsoft.com/office/drawing/2014/main" id="{4BD043DC-602C-26E5-4731-8E0BD0836C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540" name="Graphic 539" descr="Deciduous tree with solid fill">
                <a:extLst>
                  <a:ext uri="{FF2B5EF4-FFF2-40B4-BE49-F238E27FC236}">
                    <a16:creationId xmlns:a16="http://schemas.microsoft.com/office/drawing/2014/main" id="{D4A95A63-C155-CDB3-B735-A5B9189C8C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542" name="Graphic 541" descr="Deciduous tree with solid fill">
                <a:extLst>
                  <a:ext uri="{FF2B5EF4-FFF2-40B4-BE49-F238E27FC236}">
                    <a16:creationId xmlns:a16="http://schemas.microsoft.com/office/drawing/2014/main" id="{EACB4D60-C450-9AD6-7859-33082A0743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544" name="Graphic 543" descr="Deciduous tree with solid fill">
                <a:extLst>
                  <a:ext uri="{FF2B5EF4-FFF2-40B4-BE49-F238E27FC236}">
                    <a16:creationId xmlns:a16="http://schemas.microsoft.com/office/drawing/2014/main" id="{832AF0DD-3049-E446-378D-D2EF03606C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546" name="Graphic 545" descr="Deciduous tree with solid fill">
                <a:extLst>
                  <a:ext uri="{FF2B5EF4-FFF2-40B4-BE49-F238E27FC236}">
                    <a16:creationId xmlns:a16="http://schemas.microsoft.com/office/drawing/2014/main" id="{124EF12F-C56B-3FB0-3A79-B1C55EA37F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548" name="Graphic 547" descr="Deciduous tree with solid fill">
                <a:extLst>
                  <a:ext uri="{FF2B5EF4-FFF2-40B4-BE49-F238E27FC236}">
                    <a16:creationId xmlns:a16="http://schemas.microsoft.com/office/drawing/2014/main" id="{997820D9-D362-FBB4-D1CB-638D9F66B8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550" name="Graphic 549" descr="Deciduous tree with solid fill">
                <a:extLst>
                  <a:ext uri="{FF2B5EF4-FFF2-40B4-BE49-F238E27FC236}">
                    <a16:creationId xmlns:a16="http://schemas.microsoft.com/office/drawing/2014/main" id="{ED2A3CC7-6415-D660-D560-B2466E0275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551" name="Graphic 550" descr="Deciduous tree with solid fill">
                <a:extLst>
                  <a:ext uri="{FF2B5EF4-FFF2-40B4-BE49-F238E27FC236}">
                    <a16:creationId xmlns:a16="http://schemas.microsoft.com/office/drawing/2014/main" id="{C8A63D62-21F0-3F32-FA75-CF6B53B4FD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552" name="Graphic 551" descr="Deciduous tree with solid fill">
                <a:extLst>
                  <a:ext uri="{FF2B5EF4-FFF2-40B4-BE49-F238E27FC236}">
                    <a16:creationId xmlns:a16="http://schemas.microsoft.com/office/drawing/2014/main" id="{A87ECE74-7A49-9A71-0EF3-4D39870564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553" name="Graphic 552" descr="Deciduous tree with solid fill">
                <a:extLst>
                  <a:ext uri="{FF2B5EF4-FFF2-40B4-BE49-F238E27FC236}">
                    <a16:creationId xmlns:a16="http://schemas.microsoft.com/office/drawing/2014/main" id="{7054335D-E94E-E563-F956-6672F6399C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554" name="Graphic 553" descr="Deciduous tree with solid fill">
                <a:extLst>
                  <a:ext uri="{FF2B5EF4-FFF2-40B4-BE49-F238E27FC236}">
                    <a16:creationId xmlns:a16="http://schemas.microsoft.com/office/drawing/2014/main" id="{2EEBE919-B05A-32C2-FD57-9FA9CF4F46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555" name="Graphic 554" descr="Deciduous tree with solid fill">
                <a:extLst>
                  <a:ext uri="{FF2B5EF4-FFF2-40B4-BE49-F238E27FC236}">
                    <a16:creationId xmlns:a16="http://schemas.microsoft.com/office/drawing/2014/main" id="{90DBE1AD-2809-8243-4F29-32A86C3423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556" name="Graphic 555" descr="Deciduous tree with solid fill">
                <a:extLst>
                  <a:ext uri="{FF2B5EF4-FFF2-40B4-BE49-F238E27FC236}">
                    <a16:creationId xmlns:a16="http://schemas.microsoft.com/office/drawing/2014/main" id="{F429ECBF-D07E-EEE6-A5A5-0B46D6230C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557" name="Graphic 556" descr="Deciduous tree with solid fill">
                <a:extLst>
                  <a:ext uri="{FF2B5EF4-FFF2-40B4-BE49-F238E27FC236}">
                    <a16:creationId xmlns:a16="http://schemas.microsoft.com/office/drawing/2014/main" id="{63B980F8-9E24-D642-E7B4-D4A00317F6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558" name="Graphic 557" descr="Deciduous tree with solid fill">
                <a:extLst>
                  <a:ext uri="{FF2B5EF4-FFF2-40B4-BE49-F238E27FC236}">
                    <a16:creationId xmlns:a16="http://schemas.microsoft.com/office/drawing/2014/main" id="{93341325-9B36-7DC7-01C1-8AED06A805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560" name="Graphic 559" descr="Deciduous tree with solid fill">
                <a:extLst>
                  <a:ext uri="{FF2B5EF4-FFF2-40B4-BE49-F238E27FC236}">
                    <a16:creationId xmlns:a16="http://schemas.microsoft.com/office/drawing/2014/main" id="{B6CDD88A-2251-51DF-B2BD-4F9E0CC1BD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562" name="Graphic 561" descr="Deciduous tree with solid fill">
                <a:extLst>
                  <a:ext uri="{FF2B5EF4-FFF2-40B4-BE49-F238E27FC236}">
                    <a16:creationId xmlns:a16="http://schemas.microsoft.com/office/drawing/2014/main" id="{C25C834F-013E-C8C1-937D-0AC607475B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564" name="Graphic 563" descr="Deciduous tree with solid fill">
                <a:extLst>
                  <a:ext uri="{FF2B5EF4-FFF2-40B4-BE49-F238E27FC236}">
                    <a16:creationId xmlns:a16="http://schemas.microsoft.com/office/drawing/2014/main" id="{3ECDC9CA-43D1-3F64-8E91-A0447F9B62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566" name="Graphic 565" descr="Deciduous tree with solid fill">
                <a:extLst>
                  <a:ext uri="{FF2B5EF4-FFF2-40B4-BE49-F238E27FC236}">
                    <a16:creationId xmlns:a16="http://schemas.microsoft.com/office/drawing/2014/main" id="{987FD2C3-2BD7-7058-E85B-6D3452F023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568" name="Graphic 567" descr="Deciduous tree with solid fill">
                <a:extLst>
                  <a:ext uri="{FF2B5EF4-FFF2-40B4-BE49-F238E27FC236}">
                    <a16:creationId xmlns:a16="http://schemas.microsoft.com/office/drawing/2014/main" id="{CC0F966F-350C-CDB7-BF18-3EBED17D6C8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3836" y="3168262"/>
                <a:ext cx="209457" cy="196411"/>
              </a:xfrm>
              <a:prstGeom prst="rect">
                <a:avLst/>
              </a:prstGeom>
            </p:spPr>
          </p:pic>
          <p:pic>
            <p:nvPicPr>
              <p:cNvPr id="570" name="Graphic 569" descr="Deciduous tree with solid fill">
                <a:extLst>
                  <a:ext uri="{FF2B5EF4-FFF2-40B4-BE49-F238E27FC236}">
                    <a16:creationId xmlns:a16="http://schemas.microsoft.com/office/drawing/2014/main" id="{D95D2BF3-FEFC-C0EC-4953-AB2E88F9B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572" name="Graphic 571" descr="Deciduous tree with solid fill">
                <a:extLst>
                  <a:ext uri="{FF2B5EF4-FFF2-40B4-BE49-F238E27FC236}">
                    <a16:creationId xmlns:a16="http://schemas.microsoft.com/office/drawing/2014/main" id="{A8AAC6D1-FD8F-2543-B001-CBD0A53BC4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574" name="Graphic 573" descr="Deciduous tree with solid fill">
                <a:extLst>
                  <a:ext uri="{FF2B5EF4-FFF2-40B4-BE49-F238E27FC236}">
                    <a16:creationId xmlns:a16="http://schemas.microsoft.com/office/drawing/2014/main" id="{99187160-0812-7C45-F8E9-32D69B670F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3264" name="Graphic 3263" descr="Deciduous tree with solid fill">
                <a:extLst>
                  <a:ext uri="{FF2B5EF4-FFF2-40B4-BE49-F238E27FC236}">
                    <a16:creationId xmlns:a16="http://schemas.microsoft.com/office/drawing/2014/main" id="{A76DAB99-211A-9E08-54C7-7F6CA61A37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3265" name="Graphic 3264" descr="Deciduous tree with solid fill">
                <a:extLst>
                  <a:ext uri="{FF2B5EF4-FFF2-40B4-BE49-F238E27FC236}">
                    <a16:creationId xmlns:a16="http://schemas.microsoft.com/office/drawing/2014/main" id="{17F30AD4-AB5B-2426-3838-2D27A68099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3266" name="Graphic 3265" descr="Deciduous tree with solid fill">
                <a:extLst>
                  <a:ext uri="{FF2B5EF4-FFF2-40B4-BE49-F238E27FC236}">
                    <a16:creationId xmlns:a16="http://schemas.microsoft.com/office/drawing/2014/main" id="{1A32FA0C-D7CB-7497-F772-62C9CB4114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3267" name="Graphic 3266" descr="Deciduous tree with solid fill">
                <a:extLst>
                  <a:ext uri="{FF2B5EF4-FFF2-40B4-BE49-F238E27FC236}">
                    <a16:creationId xmlns:a16="http://schemas.microsoft.com/office/drawing/2014/main" id="{B0BE75D2-90AB-2939-304C-A9B4513085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3268" name="Graphic 3267" descr="Deciduous tree with solid fill">
                <a:extLst>
                  <a:ext uri="{FF2B5EF4-FFF2-40B4-BE49-F238E27FC236}">
                    <a16:creationId xmlns:a16="http://schemas.microsoft.com/office/drawing/2014/main" id="{0B536318-6D71-FA66-5AD4-C5525C3952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3269" name="Graphic 3268" descr="Deciduous tree with solid fill">
                <a:extLst>
                  <a:ext uri="{FF2B5EF4-FFF2-40B4-BE49-F238E27FC236}">
                    <a16:creationId xmlns:a16="http://schemas.microsoft.com/office/drawing/2014/main" id="{10297262-F14B-9A01-B2DB-F91DC365B1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3270" name="Graphic 3269" descr="Deciduous tree with solid fill">
                <a:extLst>
                  <a:ext uri="{FF2B5EF4-FFF2-40B4-BE49-F238E27FC236}">
                    <a16:creationId xmlns:a16="http://schemas.microsoft.com/office/drawing/2014/main" id="{CBFFCBF1-BCA3-C2AB-1019-B7B662EB1A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3271" name="Graphic 3270" descr="Deciduous tree with solid fill">
                <a:extLst>
                  <a:ext uri="{FF2B5EF4-FFF2-40B4-BE49-F238E27FC236}">
                    <a16:creationId xmlns:a16="http://schemas.microsoft.com/office/drawing/2014/main" id="{49E03A25-FEF9-0F46-5AFF-29E02C5E06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3272" name="Graphic 3271" descr="Deciduous tree with solid fill">
                <a:extLst>
                  <a:ext uri="{FF2B5EF4-FFF2-40B4-BE49-F238E27FC236}">
                    <a16:creationId xmlns:a16="http://schemas.microsoft.com/office/drawing/2014/main" id="{E28401B3-626B-D181-80ED-7AF04325FD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3273" name="Graphic 3272" descr="Deciduous tree with solid fill">
                <a:extLst>
                  <a:ext uri="{FF2B5EF4-FFF2-40B4-BE49-F238E27FC236}">
                    <a16:creationId xmlns:a16="http://schemas.microsoft.com/office/drawing/2014/main" id="{F90E7F4C-F6FE-63BB-B319-80E31B796E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3274" name="Graphic 3273" descr="Deciduous tree with solid fill">
                <a:extLst>
                  <a:ext uri="{FF2B5EF4-FFF2-40B4-BE49-F238E27FC236}">
                    <a16:creationId xmlns:a16="http://schemas.microsoft.com/office/drawing/2014/main" id="{4F50C7CD-A354-1E9C-7128-A93FCB0283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3275" name="Graphic 3274" descr="Deciduous tree with solid fill">
                <a:extLst>
                  <a:ext uri="{FF2B5EF4-FFF2-40B4-BE49-F238E27FC236}">
                    <a16:creationId xmlns:a16="http://schemas.microsoft.com/office/drawing/2014/main" id="{ABD103FA-EC59-90F4-6224-CE4047B479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3276" name="Graphic 3275" descr="Deciduous tree with solid fill">
                <a:extLst>
                  <a:ext uri="{FF2B5EF4-FFF2-40B4-BE49-F238E27FC236}">
                    <a16:creationId xmlns:a16="http://schemas.microsoft.com/office/drawing/2014/main" id="{A9DE48A0-1174-2CE9-4E2F-3D28E5B325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3278" name="Graphic 3277" descr="Deciduous tree with solid fill">
                <a:extLst>
                  <a:ext uri="{FF2B5EF4-FFF2-40B4-BE49-F238E27FC236}">
                    <a16:creationId xmlns:a16="http://schemas.microsoft.com/office/drawing/2014/main" id="{C7A89AB9-C54B-7580-93C3-555E0AF401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3280" name="Graphic 3279" descr="Deciduous tree with solid fill">
                <a:extLst>
                  <a:ext uri="{FF2B5EF4-FFF2-40B4-BE49-F238E27FC236}">
                    <a16:creationId xmlns:a16="http://schemas.microsoft.com/office/drawing/2014/main" id="{510043D2-A996-FF23-23A8-DAA5181727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3282" name="Graphic 3281" descr="Deciduous tree with solid fill">
                <a:extLst>
                  <a:ext uri="{FF2B5EF4-FFF2-40B4-BE49-F238E27FC236}">
                    <a16:creationId xmlns:a16="http://schemas.microsoft.com/office/drawing/2014/main" id="{BFED1D09-EF3E-817D-ABF5-396BF97FB0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3284" name="Graphic 3283" descr="Deciduous tree with solid fill">
                <a:extLst>
                  <a:ext uri="{FF2B5EF4-FFF2-40B4-BE49-F238E27FC236}">
                    <a16:creationId xmlns:a16="http://schemas.microsoft.com/office/drawing/2014/main" id="{DDC38CB5-DD64-3C26-8E3B-F4F8FE8969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3286" name="Graphic 3285" descr="Deciduous tree with solid fill">
                <a:extLst>
                  <a:ext uri="{FF2B5EF4-FFF2-40B4-BE49-F238E27FC236}">
                    <a16:creationId xmlns:a16="http://schemas.microsoft.com/office/drawing/2014/main" id="{C28EDDA2-B1F6-34F2-4DB1-97C6DC8241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3288" name="Graphic 3287" descr="Deciduous tree with solid fill">
                <a:extLst>
                  <a:ext uri="{FF2B5EF4-FFF2-40B4-BE49-F238E27FC236}">
                    <a16:creationId xmlns:a16="http://schemas.microsoft.com/office/drawing/2014/main" id="{14555CE0-4D0F-9972-5E67-273941083F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3290" name="Graphic 3289" descr="Deciduous tree with solid fill">
                <a:extLst>
                  <a:ext uri="{FF2B5EF4-FFF2-40B4-BE49-F238E27FC236}">
                    <a16:creationId xmlns:a16="http://schemas.microsoft.com/office/drawing/2014/main" id="{E483672D-1D9D-48DE-D530-9248EF548C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3292" name="Graphic 3291" descr="Deciduous tree with solid fill">
                <a:extLst>
                  <a:ext uri="{FF2B5EF4-FFF2-40B4-BE49-F238E27FC236}">
                    <a16:creationId xmlns:a16="http://schemas.microsoft.com/office/drawing/2014/main" id="{170F3775-D460-082B-899C-DF5B49B5E8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3294" name="Graphic 3293" descr="Deciduous tree with solid fill">
                <a:extLst>
                  <a:ext uri="{FF2B5EF4-FFF2-40B4-BE49-F238E27FC236}">
                    <a16:creationId xmlns:a16="http://schemas.microsoft.com/office/drawing/2014/main" id="{0F0F6339-C271-1BB0-5A9B-10C3E16D17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3296" name="Graphic 3295" descr="Deciduous tree with solid fill">
                <a:extLst>
                  <a:ext uri="{FF2B5EF4-FFF2-40B4-BE49-F238E27FC236}">
                    <a16:creationId xmlns:a16="http://schemas.microsoft.com/office/drawing/2014/main" id="{29AF96B1-F742-3ED6-297C-C1F93608FF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3298" name="Graphic 3297" descr="Deciduous tree with solid fill">
                <a:extLst>
                  <a:ext uri="{FF2B5EF4-FFF2-40B4-BE49-F238E27FC236}">
                    <a16:creationId xmlns:a16="http://schemas.microsoft.com/office/drawing/2014/main" id="{03AA58FE-67D6-DB02-02B0-23FF94B3E5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3300" name="Graphic 3299" descr="Deciduous tree with solid fill">
                <a:extLst>
                  <a:ext uri="{FF2B5EF4-FFF2-40B4-BE49-F238E27FC236}">
                    <a16:creationId xmlns:a16="http://schemas.microsoft.com/office/drawing/2014/main" id="{0945EE46-D0C5-355C-69CC-4F87E63B0D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3302" name="Graphic 3301" descr="Deciduous tree with solid fill">
                <a:extLst>
                  <a:ext uri="{FF2B5EF4-FFF2-40B4-BE49-F238E27FC236}">
                    <a16:creationId xmlns:a16="http://schemas.microsoft.com/office/drawing/2014/main" id="{CAEA6677-7C4F-3EA5-89C8-25253A800E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3304" name="Graphic 3303" descr="Deciduous tree with solid fill">
                <a:extLst>
                  <a:ext uri="{FF2B5EF4-FFF2-40B4-BE49-F238E27FC236}">
                    <a16:creationId xmlns:a16="http://schemas.microsoft.com/office/drawing/2014/main" id="{36CBD9EF-67F7-F616-A5FB-6A2664F829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3306" name="Graphic 3305" descr="Deciduous tree with solid fill">
                <a:extLst>
                  <a:ext uri="{FF2B5EF4-FFF2-40B4-BE49-F238E27FC236}">
                    <a16:creationId xmlns:a16="http://schemas.microsoft.com/office/drawing/2014/main" id="{E9D03980-3944-0A23-8BEC-1004DED0E9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3308" name="Graphic 3307" descr="Deciduous tree with solid fill">
                <a:extLst>
                  <a:ext uri="{FF2B5EF4-FFF2-40B4-BE49-F238E27FC236}">
                    <a16:creationId xmlns:a16="http://schemas.microsoft.com/office/drawing/2014/main" id="{CC10A71D-922C-BE6B-AEEA-F90168E65B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3310" name="Graphic 3309" descr="Deciduous tree with solid fill">
                <a:extLst>
                  <a:ext uri="{FF2B5EF4-FFF2-40B4-BE49-F238E27FC236}">
                    <a16:creationId xmlns:a16="http://schemas.microsoft.com/office/drawing/2014/main" id="{E0AD89F5-EF66-D772-AAB7-517E6BDD2B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3312" name="Graphic 3311" descr="Deciduous tree with solid fill">
                <a:extLst>
                  <a:ext uri="{FF2B5EF4-FFF2-40B4-BE49-F238E27FC236}">
                    <a16:creationId xmlns:a16="http://schemas.microsoft.com/office/drawing/2014/main" id="{8819D3B4-1D77-733E-D42F-B0AB775AC1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3314" name="Graphic 3313" descr="Deciduous tree with solid fill">
                <a:extLst>
                  <a:ext uri="{FF2B5EF4-FFF2-40B4-BE49-F238E27FC236}">
                    <a16:creationId xmlns:a16="http://schemas.microsoft.com/office/drawing/2014/main" id="{E7CF7CC8-3F2A-3AA2-CCC4-BB269C96E4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3316" name="Graphic 3315" descr="Deciduous tree with solid fill">
                <a:extLst>
                  <a:ext uri="{FF2B5EF4-FFF2-40B4-BE49-F238E27FC236}">
                    <a16:creationId xmlns:a16="http://schemas.microsoft.com/office/drawing/2014/main" id="{5C97C997-F126-0F32-6041-1B51F6AE58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3318" name="Graphic 3317" descr="Deciduous tree with solid fill">
                <a:extLst>
                  <a:ext uri="{FF2B5EF4-FFF2-40B4-BE49-F238E27FC236}">
                    <a16:creationId xmlns:a16="http://schemas.microsoft.com/office/drawing/2014/main" id="{29275413-6BBC-313B-794C-1CC57F593B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3320" name="Graphic 3319" descr="Deciduous tree with solid fill">
                <a:extLst>
                  <a:ext uri="{FF2B5EF4-FFF2-40B4-BE49-F238E27FC236}">
                    <a16:creationId xmlns:a16="http://schemas.microsoft.com/office/drawing/2014/main" id="{37D934BA-5F5B-9A98-C83E-3287FC7E65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3322" name="Graphic 3321" descr="Deciduous tree with solid fill">
                <a:extLst>
                  <a:ext uri="{FF2B5EF4-FFF2-40B4-BE49-F238E27FC236}">
                    <a16:creationId xmlns:a16="http://schemas.microsoft.com/office/drawing/2014/main" id="{3BFE9964-22BB-4BCC-159C-ECAB08C3CC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3324" name="Graphic 3323" descr="Deciduous tree with solid fill">
                <a:extLst>
                  <a:ext uri="{FF2B5EF4-FFF2-40B4-BE49-F238E27FC236}">
                    <a16:creationId xmlns:a16="http://schemas.microsoft.com/office/drawing/2014/main" id="{82E30CBE-8C8A-A185-B6DB-83E369D1CF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3326" name="Graphic 3325" descr="Deciduous tree with solid fill">
                <a:extLst>
                  <a:ext uri="{FF2B5EF4-FFF2-40B4-BE49-F238E27FC236}">
                    <a16:creationId xmlns:a16="http://schemas.microsoft.com/office/drawing/2014/main" id="{0CE8768E-E04B-4FBF-B1BF-C99B2EEE17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576" name="Graphic 575" descr="Deciduous tree with solid fill">
                <a:extLst>
                  <a:ext uri="{FF2B5EF4-FFF2-40B4-BE49-F238E27FC236}">
                    <a16:creationId xmlns:a16="http://schemas.microsoft.com/office/drawing/2014/main" id="{1C447F9F-30E9-11CA-1015-07EF470159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577" name="Graphic 576" descr="Deciduous tree with solid fill">
                <a:extLst>
                  <a:ext uri="{FF2B5EF4-FFF2-40B4-BE49-F238E27FC236}">
                    <a16:creationId xmlns:a16="http://schemas.microsoft.com/office/drawing/2014/main" id="{DC2321D6-20D0-5CA8-0505-8D3D5D1B16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578" name="Graphic 577" descr="Deciduous tree with solid fill">
                <a:extLst>
                  <a:ext uri="{FF2B5EF4-FFF2-40B4-BE49-F238E27FC236}">
                    <a16:creationId xmlns:a16="http://schemas.microsoft.com/office/drawing/2014/main" id="{4EECFAE9-9552-416F-6429-61FFD368E0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579" name="Graphic 578" descr="Deciduous tree with solid fill">
                <a:extLst>
                  <a:ext uri="{FF2B5EF4-FFF2-40B4-BE49-F238E27FC236}">
                    <a16:creationId xmlns:a16="http://schemas.microsoft.com/office/drawing/2014/main" id="{6A0DF1B0-0867-DED5-270A-C05E23E7B4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580" name="Graphic 579" descr="Deciduous tree with solid fill">
                <a:extLst>
                  <a:ext uri="{FF2B5EF4-FFF2-40B4-BE49-F238E27FC236}">
                    <a16:creationId xmlns:a16="http://schemas.microsoft.com/office/drawing/2014/main" id="{3197392F-9EFC-50D5-C792-29ECA4EAB0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581" name="Graphic 580" descr="Deciduous tree with solid fill">
                <a:extLst>
                  <a:ext uri="{FF2B5EF4-FFF2-40B4-BE49-F238E27FC236}">
                    <a16:creationId xmlns:a16="http://schemas.microsoft.com/office/drawing/2014/main" id="{D2C294F7-8C2C-7AE2-179F-5A0A07DC4E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582" name="Graphic 581" descr="Deciduous tree with solid fill">
                <a:extLst>
                  <a:ext uri="{FF2B5EF4-FFF2-40B4-BE49-F238E27FC236}">
                    <a16:creationId xmlns:a16="http://schemas.microsoft.com/office/drawing/2014/main" id="{40866FB8-A6C8-4544-07B7-63105F0627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583" name="Graphic 582" descr="Deciduous tree with solid fill">
                <a:extLst>
                  <a:ext uri="{FF2B5EF4-FFF2-40B4-BE49-F238E27FC236}">
                    <a16:creationId xmlns:a16="http://schemas.microsoft.com/office/drawing/2014/main" id="{B9DAC362-30B5-DAE5-0B45-BA5CACB3A6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584" name="Graphic 583" descr="Deciduous tree with solid fill">
                <a:extLst>
                  <a:ext uri="{FF2B5EF4-FFF2-40B4-BE49-F238E27FC236}">
                    <a16:creationId xmlns:a16="http://schemas.microsoft.com/office/drawing/2014/main" id="{96BC1EBD-5291-43E3-668A-A9DEE01F86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586" name="Graphic 585" descr="Deciduous tree with solid fill">
                <a:extLst>
                  <a:ext uri="{FF2B5EF4-FFF2-40B4-BE49-F238E27FC236}">
                    <a16:creationId xmlns:a16="http://schemas.microsoft.com/office/drawing/2014/main" id="{457EAFEE-612B-4934-D90F-489D188811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588" name="Graphic 587" descr="Deciduous tree with solid fill">
                <a:extLst>
                  <a:ext uri="{FF2B5EF4-FFF2-40B4-BE49-F238E27FC236}">
                    <a16:creationId xmlns:a16="http://schemas.microsoft.com/office/drawing/2014/main" id="{7B1518A2-3EA6-CE05-EF7F-048C618B93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590" name="Graphic 589" descr="Deciduous tree with solid fill">
                <a:extLst>
                  <a:ext uri="{FF2B5EF4-FFF2-40B4-BE49-F238E27FC236}">
                    <a16:creationId xmlns:a16="http://schemas.microsoft.com/office/drawing/2014/main" id="{7C3BC43D-96A5-B345-C5CD-486AFA5022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592" name="Graphic 591" descr="Deciduous tree with solid fill">
                <a:extLst>
                  <a:ext uri="{FF2B5EF4-FFF2-40B4-BE49-F238E27FC236}">
                    <a16:creationId xmlns:a16="http://schemas.microsoft.com/office/drawing/2014/main" id="{7C864168-13E0-717C-830E-E8C8CC4798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594" name="Graphic 593" descr="Deciduous tree with solid fill">
                <a:extLst>
                  <a:ext uri="{FF2B5EF4-FFF2-40B4-BE49-F238E27FC236}">
                    <a16:creationId xmlns:a16="http://schemas.microsoft.com/office/drawing/2014/main" id="{B2BF9040-4C16-38F1-396A-94B5778ECF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596" name="Graphic 595" descr="Deciduous tree with solid fill">
                <a:extLst>
                  <a:ext uri="{FF2B5EF4-FFF2-40B4-BE49-F238E27FC236}">
                    <a16:creationId xmlns:a16="http://schemas.microsoft.com/office/drawing/2014/main" id="{06E8D319-14C2-C43E-CD7E-B887E60A1B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598" name="Graphic 597" descr="Deciduous tree with solid fill">
                <a:extLst>
                  <a:ext uri="{FF2B5EF4-FFF2-40B4-BE49-F238E27FC236}">
                    <a16:creationId xmlns:a16="http://schemas.microsoft.com/office/drawing/2014/main" id="{711BD4D8-00A5-676C-4311-1986FBB277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600" name="Graphic 599" descr="Deciduous tree with solid fill">
                <a:extLst>
                  <a:ext uri="{FF2B5EF4-FFF2-40B4-BE49-F238E27FC236}">
                    <a16:creationId xmlns:a16="http://schemas.microsoft.com/office/drawing/2014/main" id="{CEBDB9FD-F11D-49C4-1EF2-A1D483E519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602" name="Graphic 601" descr="Deciduous tree with solid fill">
                <a:extLst>
                  <a:ext uri="{FF2B5EF4-FFF2-40B4-BE49-F238E27FC236}">
                    <a16:creationId xmlns:a16="http://schemas.microsoft.com/office/drawing/2014/main" id="{0109C6BA-CFD4-C44B-7F20-F5E0F3A38F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603" name="Graphic 602" descr="Deciduous tree with solid fill">
                <a:extLst>
                  <a:ext uri="{FF2B5EF4-FFF2-40B4-BE49-F238E27FC236}">
                    <a16:creationId xmlns:a16="http://schemas.microsoft.com/office/drawing/2014/main" id="{CDE1F84B-2B3E-0547-877A-19B4B9A094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604" name="Graphic 603" descr="Deciduous tree with solid fill">
                <a:extLst>
                  <a:ext uri="{FF2B5EF4-FFF2-40B4-BE49-F238E27FC236}">
                    <a16:creationId xmlns:a16="http://schemas.microsoft.com/office/drawing/2014/main" id="{0FC806AC-0CC6-BD90-1FBB-AA4F7759CB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605" name="Graphic 604" descr="Deciduous tree with solid fill">
                <a:extLst>
                  <a:ext uri="{FF2B5EF4-FFF2-40B4-BE49-F238E27FC236}">
                    <a16:creationId xmlns:a16="http://schemas.microsoft.com/office/drawing/2014/main" id="{5C05AEEA-ECFC-F2FC-1F2F-5CFAE4FB7F3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4547" y="3442875"/>
                <a:ext cx="209457" cy="196411"/>
              </a:xfrm>
              <a:prstGeom prst="rect">
                <a:avLst/>
              </a:prstGeom>
            </p:spPr>
          </p:pic>
          <p:pic>
            <p:nvPicPr>
              <p:cNvPr id="606" name="Graphic 605" descr="Deciduous tree with solid fill">
                <a:extLst>
                  <a:ext uri="{FF2B5EF4-FFF2-40B4-BE49-F238E27FC236}">
                    <a16:creationId xmlns:a16="http://schemas.microsoft.com/office/drawing/2014/main" id="{5A3D767B-90A8-6A55-6FFA-EEADCAECDA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607" name="Graphic 606" descr="Deciduous tree with solid fill">
                <a:extLst>
                  <a:ext uri="{FF2B5EF4-FFF2-40B4-BE49-F238E27FC236}">
                    <a16:creationId xmlns:a16="http://schemas.microsoft.com/office/drawing/2014/main" id="{72562F32-6159-1D47-5284-D47FE367EC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608" name="Graphic 607" descr="Deciduous tree with solid fill">
                <a:extLst>
                  <a:ext uri="{FF2B5EF4-FFF2-40B4-BE49-F238E27FC236}">
                    <a16:creationId xmlns:a16="http://schemas.microsoft.com/office/drawing/2014/main" id="{45DCA309-9FA3-4994-A22F-63DA32653D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609" name="Graphic 608" descr="Deciduous tree with solid fill">
                <a:extLst>
                  <a:ext uri="{FF2B5EF4-FFF2-40B4-BE49-F238E27FC236}">
                    <a16:creationId xmlns:a16="http://schemas.microsoft.com/office/drawing/2014/main" id="{6BCB6EA1-B415-CFB9-F54E-E2EE2A6130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610" name="Graphic 609" descr="Deciduous tree with solid fill">
                <a:extLst>
                  <a:ext uri="{FF2B5EF4-FFF2-40B4-BE49-F238E27FC236}">
                    <a16:creationId xmlns:a16="http://schemas.microsoft.com/office/drawing/2014/main" id="{563DAE4E-86EE-909A-2705-E98F59FFFC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612" name="Graphic 611" descr="Deciduous tree with solid fill">
                <a:extLst>
                  <a:ext uri="{FF2B5EF4-FFF2-40B4-BE49-F238E27FC236}">
                    <a16:creationId xmlns:a16="http://schemas.microsoft.com/office/drawing/2014/main" id="{418D3E70-CE7A-2A04-47FF-95C99355C1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614" name="Graphic 613" descr="Deciduous tree with solid fill">
                <a:extLst>
                  <a:ext uri="{FF2B5EF4-FFF2-40B4-BE49-F238E27FC236}">
                    <a16:creationId xmlns:a16="http://schemas.microsoft.com/office/drawing/2014/main" id="{EBAE744E-B7F7-9A3F-0E02-9D2ED82E6D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616" name="Graphic 615" descr="Deciduous tree with solid fill">
                <a:extLst>
                  <a:ext uri="{FF2B5EF4-FFF2-40B4-BE49-F238E27FC236}">
                    <a16:creationId xmlns:a16="http://schemas.microsoft.com/office/drawing/2014/main" id="{FD9A2271-7503-559D-DF43-AEC88F121D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617" name="Graphic 616" descr="Deciduous tree with solid fill">
                <a:extLst>
                  <a:ext uri="{FF2B5EF4-FFF2-40B4-BE49-F238E27FC236}">
                    <a16:creationId xmlns:a16="http://schemas.microsoft.com/office/drawing/2014/main" id="{F2BFE138-4158-01CC-944F-8ECE8BC3F8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618" name="Graphic 617" descr="Deciduous tree with solid fill">
                <a:extLst>
                  <a:ext uri="{FF2B5EF4-FFF2-40B4-BE49-F238E27FC236}">
                    <a16:creationId xmlns:a16="http://schemas.microsoft.com/office/drawing/2014/main" id="{16A6238B-16E3-C4FB-8C99-E1A93786DB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620" name="Graphic 619" descr="Deciduous tree with solid fill">
                <a:extLst>
                  <a:ext uri="{FF2B5EF4-FFF2-40B4-BE49-F238E27FC236}">
                    <a16:creationId xmlns:a16="http://schemas.microsoft.com/office/drawing/2014/main" id="{4433D117-3AA5-E23A-D077-4AC990C2D1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622" name="Graphic 621" descr="Deciduous tree with solid fill">
                <a:extLst>
                  <a:ext uri="{FF2B5EF4-FFF2-40B4-BE49-F238E27FC236}">
                    <a16:creationId xmlns:a16="http://schemas.microsoft.com/office/drawing/2014/main" id="{14B0CA76-684E-EABC-4BF0-3F680E13AC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624" name="Graphic 623" descr="Deciduous tree with solid fill">
                <a:extLst>
                  <a:ext uri="{FF2B5EF4-FFF2-40B4-BE49-F238E27FC236}">
                    <a16:creationId xmlns:a16="http://schemas.microsoft.com/office/drawing/2014/main" id="{DFBC8935-0D6A-A4C1-0C05-02EAF0437F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626" name="Graphic 625" descr="Deciduous tree with solid fill">
                <a:extLst>
                  <a:ext uri="{FF2B5EF4-FFF2-40B4-BE49-F238E27FC236}">
                    <a16:creationId xmlns:a16="http://schemas.microsoft.com/office/drawing/2014/main" id="{FB94C4F6-39B5-8C0E-4D67-DF574C7CC4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628" name="Graphic 627" descr="Deciduous tree with solid fill">
                <a:extLst>
                  <a:ext uri="{FF2B5EF4-FFF2-40B4-BE49-F238E27FC236}">
                    <a16:creationId xmlns:a16="http://schemas.microsoft.com/office/drawing/2014/main" id="{ED1DB1BE-8865-EFA5-93B9-CC127F8865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630" name="Graphic 629" descr="Deciduous tree with solid fill">
                <a:extLst>
                  <a:ext uri="{FF2B5EF4-FFF2-40B4-BE49-F238E27FC236}">
                    <a16:creationId xmlns:a16="http://schemas.microsoft.com/office/drawing/2014/main" id="{C9E5CF6C-E30D-4C5C-56DE-366F513400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632" name="Graphic 631" descr="Deciduous tree with solid fill">
                <a:extLst>
                  <a:ext uri="{FF2B5EF4-FFF2-40B4-BE49-F238E27FC236}">
                    <a16:creationId xmlns:a16="http://schemas.microsoft.com/office/drawing/2014/main" id="{FB0559FF-50AC-BBCC-5E91-814B6D6A76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634" name="Graphic 633" descr="Deciduous tree with solid fill">
                <a:extLst>
                  <a:ext uri="{FF2B5EF4-FFF2-40B4-BE49-F238E27FC236}">
                    <a16:creationId xmlns:a16="http://schemas.microsoft.com/office/drawing/2014/main" id="{8CB6965A-24C7-A121-D793-F538BB4801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635" name="Graphic 634" descr="Deciduous tree with solid fill">
                <a:extLst>
                  <a:ext uri="{FF2B5EF4-FFF2-40B4-BE49-F238E27FC236}">
                    <a16:creationId xmlns:a16="http://schemas.microsoft.com/office/drawing/2014/main" id="{DB19DF2E-E74C-AE89-B57E-0AB8317E92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636" name="Graphic 635" descr="Deciduous tree with solid fill">
                <a:extLst>
                  <a:ext uri="{FF2B5EF4-FFF2-40B4-BE49-F238E27FC236}">
                    <a16:creationId xmlns:a16="http://schemas.microsoft.com/office/drawing/2014/main" id="{795DE388-D55A-0766-8585-DFAB7394B9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637" name="Graphic 636" descr="Deciduous tree with solid fill">
                <a:extLst>
                  <a:ext uri="{FF2B5EF4-FFF2-40B4-BE49-F238E27FC236}">
                    <a16:creationId xmlns:a16="http://schemas.microsoft.com/office/drawing/2014/main" id="{478A4DB3-0873-B42D-7B17-D0E65BFC27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638" name="Graphic 637" descr="Deciduous tree with solid fill">
                <a:extLst>
                  <a:ext uri="{FF2B5EF4-FFF2-40B4-BE49-F238E27FC236}">
                    <a16:creationId xmlns:a16="http://schemas.microsoft.com/office/drawing/2014/main" id="{BFD39A84-51E5-80AA-0AC5-0DFA17C4E4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639" name="Graphic 638" descr="Deciduous tree with solid fill">
                <a:extLst>
                  <a:ext uri="{FF2B5EF4-FFF2-40B4-BE49-F238E27FC236}">
                    <a16:creationId xmlns:a16="http://schemas.microsoft.com/office/drawing/2014/main" id="{5257716F-1306-BCA3-1A1F-714C71C1C7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3328" name="Graphic 3327" descr="Deciduous tree with solid fill">
                <a:extLst>
                  <a:ext uri="{FF2B5EF4-FFF2-40B4-BE49-F238E27FC236}">
                    <a16:creationId xmlns:a16="http://schemas.microsoft.com/office/drawing/2014/main" id="{96CA1CAB-B621-3B63-9796-8AE71A4CA9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3330" name="Graphic 3329" descr="Deciduous tree with solid fill">
                <a:extLst>
                  <a:ext uri="{FF2B5EF4-FFF2-40B4-BE49-F238E27FC236}">
                    <a16:creationId xmlns:a16="http://schemas.microsoft.com/office/drawing/2014/main" id="{9A48F2EE-6BBA-280C-32BB-D563FB7EE9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3332" name="Graphic 3331" descr="Deciduous tree with solid fill">
                <a:extLst>
                  <a:ext uri="{FF2B5EF4-FFF2-40B4-BE49-F238E27FC236}">
                    <a16:creationId xmlns:a16="http://schemas.microsoft.com/office/drawing/2014/main" id="{D54C4A4F-172E-935E-D7DE-49216B57E7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3334" name="Graphic 3333" descr="Deciduous tree with solid fill">
                <a:extLst>
                  <a:ext uri="{FF2B5EF4-FFF2-40B4-BE49-F238E27FC236}">
                    <a16:creationId xmlns:a16="http://schemas.microsoft.com/office/drawing/2014/main" id="{B7D59819-44DF-2D34-11B0-33CE1E4252C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37936" y="3689858"/>
                <a:ext cx="209457" cy="196411"/>
              </a:xfrm>
              <a:prstGeom prst="rect">
                <a:avLst/>
              </a:prstGeom>
            </p:spPr>
          </p:pic>
          <p:pic>
            <p:nvPicPr>
              <p:cNvPr id="3336" name="Graphic 3335" descr="Deciduous tree with solid fill">
                <a:extLst>
                  <a:ext uri="{FF2B5EF4-FFF2-40B4-BE49-F238E27FC236}">
                    <a16:creationId xmlns:a16="http://schemas.microsoft.com/office/drawing/2014/main" id="{A3763C5D-DEBD-CA26-A8AA-B488881021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3338" name="Graphic 3337" descr="Deciduous tree with solid fill">
                <a:extLst>
                  <a:ext uri="{FF2B5EF4-FFF2-40B4-BE49-F238E27FC236}">
                    <a16:creationId xmlns:a16="http://schemas.microsoft.com/office/drawing/2014/main" id="{DC1ED7CF-651D-3963-267C-3EBAB763F0D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008512" y="3601820"/>
                <a:ext cx="209457" cy="196411"/>
              </a:xfrm>
              <a:prstGeom prst="rect">
                <a:avLst/>
              </a:prstGeom>
            </p:spPr>
          </p:pic>
          <p:pic>
            <p:nvPicPr>
              <p:cNvPr id="3340" name="Graphic 3339" descr="Deciduous tree with solid fill">
                <a:extLst>
                  <a:ext uri="{FF2B5EF4-FFF2-40B4-BE49-F238E27FC236}">
                    <a16:creationId xmlns:a16="http://schemas.microsoft.com/office/drawing/2014/main" id="{C905207E-2149-7BE8-3DAD-383DC5A602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3342" name="Graphic 3341" descr="Deciduous tree with solid fill">
                <a:extLst>
                  <a:ext uri="{FF2B5EF4-FFF2-40B4-BE49-F238E27FC236}">
                    <a16:creationId xmlns:a16="http://schemas.microsoft.com/office/drawing/2014/main" id="{A7C2F5CA-B112-211C-5CA9-5C143A7C61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3344" name="Graphic 3343" descr="Deciduous tree with solid fill">
                <a:extLst>
                  <a:ext uri="{FF2B5EF4-FFF2-40B4-BE49-F238E27FC236}">
                    <a16:creationId xmlns:a16="http://schemas.microsoft.com/office/drawing/2014/main" id="{174A3B84-2778-71BC-C55B-CA7F0A05F5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3346" name="Graphic 3345" descr="Deciduous tree with solid fill">
                <a:extLst>
                  <a:ext uri="{FF2B5EF4-FFF2-40B4-BE49-F238E27FC236}">
                    <a16:creationId xmlns:a16="http://schemas.microsoft.com/office/drawing/2014/main" id="{C55F04FF-7D9C-1031-7CCC-ABE0E8F683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3348" name="Graphic 3347" descr="Deciduous tree with solid fill">
                <a:extLst>
                  <a:ext uri="{FF2B5EF4-FFF2-40B4-BE49-F238E27FC236}">
                    <a16:creationId xmlns:a16="http://schemas.microsoft.com/office/drawing/2014/main" id="{54B349E0-34D4-D869-8A05-B4B7A21F1E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3350" name="Graphic 3349" descr="Deciduous tree with solid fill">
                <a:extLst>
                  <a:ext uri="{FF2B5EF4-FFF2-40B4-BE49-F238E27FC236}">
                    <a16:creationId xmlns:a16="http://schemas.microsoft.com/office/drawing/2014/main" id="{0F140397-8D81-C16F-C8F5-2359761EC6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3352" name="Graphic 3351" descr="Deciduous tree with solid fill">
                <a:extLst>
                  <a:ext uri="{FF2B5EF4-FFF2-40B4-BE49-F238E27FC236}">
                    <a16:creationId xmlns:a16="http://schemas.microsoft.com/office/drawing/2014/main" id="{39837F80-6150-09AC-84BF-68D6070E27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3354" name="Graphic 3353" descr="Deciduous tree with solid fill">
                <a:extLst>
                  <a:ext uri="{FF2B5EF4-FFF2-40B4-BE49-F238E27FC236}">
                    <a16:creationId xmlns:a16="http://schemas.microsoft.com/office/drawing/2014/main" id="{ADF742E3-9373-C5EF-A3B1-6532F9CC03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3356" name="Graphic 3355" descr="Deciduous tree with solid fill">
                <a:extLst>
                  <a:ext uri="{FF2B5EF4-FFF2-40B4-BE49-F238E27FC236}">
                    <a16:creationId xmlns:a16="http://schemas.microsoft.com/office/drawing/2014/main" id="{89ACD1BE-673E-CCAB-29EB-1F337B33F5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3357" name="Graphic 3356" descr="Deciduous tree with solid fill">
                <a:extLst>
                  <a:ext uri="{FF2B5EF4-FFF2-40B4-BE49-F238E27FC236}">
                    <a16:creationId xmlns:a16="http://schemas.microsoft.com/office/drawing/2014/main" id="{58296BF9-BCD5-CD73-39EF-02D9457CB1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3358" name="Graphic 3357" descr="Deciduous tree with solid fill">
                <a:extLst>
                  <a:ext uri="{FF2B5EF4-FFF2-40B4-BE49-F238E27FC236}">
                    <a16:creationId xmlns:a16="http://schemas.microsoft.com/office/drawing/2014/main" id="{A4598339-14AA-7EF7-2351-DE836D1554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3360" name="Graphic 3359" descr="Deciduous tree with solid fill">
                <a:extLst>
                  <a:ext uri="{FF2B5EF4-FFF2-40B4-BE49-F238E27FC236}">
                    <a16:creationId xmlns:a16="http://schemas.microsoft.com/office/drawing/2014/main" id="{D0DCBB9B-18D4-B711-C689-3F47F0755E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3362" name="Graphic 3361" descr="Deciduous tree with solid fill">
                <a:extLst>
                  <a:ext uri="{FF2B5EF4-FFF2-40B4-BE49-F238E27FC236}">
                    <a16:creationId xmlns:a16="http://schemas.microsoft.com/office/drawing/2014/main" id="{1FC5A13F-61EC-9C36-6624-5E07B8EB700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01326" y="3936841"/>
                <a:ext cx="209457" cy="196411"/>
              </a:xfrm>
              <a:prstGeom prst="rect">
                <a:avLst/>
              </a:prstGeom>
            </p:spPr>
          </p:pic>
          <p:pic>
            <p:nvPicPr>
              <p:cNvPr id="3364" name="Graphic 3363" descr="Deciduous tree with solid fill">
                <a:extLst>
                  <a:ext uri="{FF2B5EF4-FFF2-40B4-BE49-F238E27FC236}">
                    <a16:creationId xmlns:a16="http://schemas.microsoft.com/office/drawing/2014/main" id="{F9C9C1CB-1E8D-FE5E-2F05-E3A2E4C492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3366" name="Graphic 3365" descr="Deciduous tree with solid fill">
                <a:extLst>
                  <a:ext uri="{FF2B5EF4-FFF2-40B4-BE49-F238E27FC236}">
                    <a16:creationId xmlns:a16="http://schemas.microsoft.com/office/drawing/2014/main" id="{EFA46121-F92B-0945-60C1-09A3ED9943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3368" name="Graphic 3367" descr="Deciduous tree with solid fill">
                <a:extLst>
                  <a:ext uri="{FF2B5EF4-FFF2-40B4-BE49-F238E27FC236}">
                    <a16:creationId xmlns:a16="http://schemas.microsoft.com/office/drawing/2014/main" id="{7A5924AA-7C55-1558-B4BC-53545B5E8C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2819" y="2160331"/>
                <a:ext cx="209457" cy="196411"/>
              </a:xfrm>
              <a:prstGeom prst="rect">
                <a:avLst/>
              </a:prstGeom>
            </p:spPr>
          </p:pic>
          <p:pic>
            <p:nvPicPr>
              <p:cNvPr id="3370" name="Graphic 3369" descr="Deciduous tree with solid fill">
                <a:extLst>
                  <a:ext uri="{FF2B5EF4-FFF2-40B4-BE49-F238E27FC236}">
                    <a16:creationId xmlns:a16="http://schemas.microsoft.com/office/drawing/2014/main" id="{C05331D0-5E67-F556-B988-06653E45E1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7192" y="2256190"/>
                <a:ext cx="209457" cy="196411"/>
              </a:xfrm>
              <a:prstGeom prst="rect">
                <a:avLst/>
              </a:prstGeom>
            </p:spPr>
          </p:pic>
          <p:pic>
            <p:nvPicPr>
              <p:cNvPr id="3372" name="Graphic 3371" descr="Deciduous tree with solid fill">
                <a:extLst>
                  <a:ext uri="{FF2B5EF4-FFF2-40B4-BE49-F238E27FC236}">
                    <a16:creationId xmlns:a16="http://schemas.microsoft.com/office/drawing/2014/main" id="{92E695E9-8E7E-4695-8D75-8B6CF9EF00F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33396" y="2072292"/>
                <a:ext cx="209457" cy="196411"/>
              </a:xfrm>
              <a:prstGeom prst="rect">
                <a:avLst/>
              </a:prstGeom>
            </p:spPr>
          </p:pic>
          <p:pic>
            <p:nvPicPr>
              <p:cNvPr id="3374" name="Graphic 3373" descr="Deciduous tree with solid fill">
                <a:extLst>
                  <a:ext uri="{FF2B5EF4-FFF2-40B4-BE49-F238E27FC236}">
                    <a16:creationId xmlns:a16="http://schemas.microsoft.com/office/drawing/2014/main" id="{19734767-C2B2-B061-3D31-2620C14F14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54920" y="4168704"/>
                <a:ext cx="209457" cy="196411"/>
              </a:xfrm>
              <a:prstGeom prst="rect">
                <a:avLst/>
              </a:prstGeom>
            </p:spPr>
          </p:pic>
          <p:pic>
            <p:nvPicPr>
              <p:cNvPr id="3376" name="Graphic 3375" descr="Deciduous tree with solid fill">
                <a:extLst>
                  <a:ext uri="{FF2B5EF4-FFF2-40B4-BE49-F238E27FC236}">
                    <a16:creationId xmlns:a16="http://schemas.microsoft.com/office/drawing/2014/main" id="{E4A50BA9-D824-9E9D-C8FA-5555EBC428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8886" y="2379681"/>
                <a:ext cx="209457" cy="196411"/>
              </a:xfrm>
              <a:prstGeom prst="rect">
                <a:avLst/>
              </a:prstGeom>
            </p:spPr>
          </p:pic>
          <p:pic>
            <p:nvPicPr>
              <p:cNvPr id="3378" name="Graphic 3377" descr="Deciduous tree with solid fill">
                <a:extLst>
                  <a:ext uri="{FF2B5EF4-FFF2-40B4-BE49-F238E27FC236}">
                    <a16:creationId xmlns:a16="http://schemas.microsoft.com/office/drawing/2014/main" id="{20FC9170-0312-4DD2-2B45-F4E696F8827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0581" y="2503173"/>
                <a:ext cx="209457" cy="196411"/>
              </a:xfrm>
              <a:prstGeom prst="rect">
                <a:avLst/>
              </a:prstGeom>
            </p:spPr>
          </p:pic>
          <p:pic>
            <p:nvPicPr>
              <p:cNvPr id="3380" name="Graphic 3379" descr="Deciduous tree with solid fill">
                <a:extLst>
                  <a:ext uri="{FF2B5EF4-FFF2-40B4-BE49-F238E27FC236}">
                    <a16:creationId xmlns:a16="http://schemas.microsoft.com/office/drawing/2014/main" id="{BB84337D-71AC-DEE5-8B77-3E38A37108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72278" y="2626664"/>
                <a:ext cx="209457" cy="196411"/>
              </a:xfrm>
              <a:prstGeom prst="rect">
                <a:avLst/>
              </a:prstGeom>
            </p:spPr>
          </p:pic>
          <p:pic>
            <p:nvPicPr>
              <p:cNvPr id="3382" name="Graphic 3381" descr="Deciduous tree with solid fill">
                <a:extLst>
                  <a:ext uri="{FF2B5EF4-FFF2-40B4-BE49-F238E27FC236}">
                    <a16:creationId xmlns:a16="http://schemas.microsoft.com/office/drawing/2014/main" id="{22C05629-060E-23E3-D797-3D07BDD3CE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3971" y="2750155"/>
                <a:ext cx="209457" cy="196411"/>
              </a:xfrm>
              <a:prstGeom prst="rect">
                <a:avLst/>
              </a:prstGeom>
            </p:spPr>
          </p:pic>
          <p:pic>
            <p:nvPicPr>
              <p:cNvPr id="3384" name="Graphic 3383" descr="Deciduous tree with solid fill">
                <a:extLst>
                  <a:ext uri="{FF2B5EF4-FFF2-40B4-BE49-F238E27FC236}">
                    <a16:creationId xmlns:a16="http://schemas.microsoft.com/office/drawing/2014/main" id="{83B5B175-B306-5EE5-1950-6A9108BBD5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666" y="2873647"/>
                <a:ext cx="209457" cy="196411"/>
              </a:xfrm>
              <a:prstGeom prst="rect">
                <a:avLst/>
              </a:prstGeom>
            </p:spPr>
          </p:pic>
          <p:pic>
            <p:nvPicPr>
              <p:cNvPr id="3386" name="Graphic 3385" descr="Deciduous tree with solid fill">
                <a:extLst>
                  <a:ext uri="{FF2B5EF4-FFF2-40B4-BE49-F238E27FC236}">
                    <a16:creationId xmlns:a16="http://schemas.microsoft.com/office/drawing/2014/main" id="{1E96B357-04CE-FF88-F14D-02C0B29C8C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361" y="2997137"/>
                <a:ext cx="209457" cy="196411"/>
              </a:xfrm>
              <a:prstGeom prst="rect">
                <a:avLst/>
              </a:prstGeom>
            </p:spPr>
          </p:pic>
          <p:pic>
            <p:nvPicPr>
              <p:cNvPr id="3388" name="Graphic 3387" descr="Deciduous tree with solid fill">
                <a:extLst>
                  <a:ext uri="{FF2B5EF4-FFF2-40B4-BE49-F238E27FC236}">
                    <a16:creationId xmlns:a16="http://schemas.microsoft.com/office/drawing/2014/main" id="{D303C12F-65D6-D9F4-B9CC-AF91188A59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055" y="3120629"/>
                <a:ext cx="209457" cy="196411"/>
              </a:xfrm>
              <a:prstGeom prst="rect">
                <a:avLst/>
              </a:prstGeom>
            </p:spPr>
          </p:pic>
          <p:pic>
            <p:nvPicPr>
              <p:cNvPr id="3390" name="Graphic 3389" descr="Deciduous tree with solid fill">
                <a:extLst>
                  <a:ext uri="{FF2B5EF4-FFF2-40B4-BE49-F238E27FC236}">
                    <a16:creationId xmlns:a16="http://schemas.microsoft.com/office/drawing/2014/main" id="{CB403479-94A4-3A50-BA8F-CA2938BC049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30751" y="3244121"/>
                <a:ext cx="209457" cy="196411"/>
              </a:xfrm>
              <a:prstGeom prst="rect">
                <a:avLst/>
              </a:prstGeom>
            </p:spPr>
          </p:pic>
          <p:pic>
            <p:nvPicPr>
              <p:cNvPr id="640" name="Graphic 639" descr="Deciduous tree with solid fill">
                <a:extLst>
                  <a:ext uri="{FF2B5EF4-FFF2-40B4-BE49-F238E27FC236}">
                    <a16:creationId xmlns:a16="http://schemas.microsoft.com/office/drawing/2014/main" id="{DC873F31-2ED6-64F1-1D3F-E410274D7E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446" y="3367612"/>
                <a:ext cx="209457" cy="196411"/>
              </a:xfrm>
              <a:prstGeom prst="rect">
                <a:avLst/>
              </a:prstGeom>
            </p:spPr>
          </p:pic>
          <p:pic>
            <p:nvPicPr>
              <p:cNvPr id="641" name="Graphic 640" descr="Deciduous tree with solid fill">
                <a:extLst>
                  <a:ext uri="{FF2B5EF4-FFF2-40B4-BE49-F238E27FC236}">
                    <a16:creationId xmlns:a16="http://schemas.microsoft.com/office/drawing/2014/main" id="{ACB3C552-1E6C-E035-AD83-A8ECDF5DD6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140" y="3491103"/>
                <a:ext cx="209457" cy="196411"/>
              </a:xfrm>
              <a:prstGeom prst="rect">
                <a:avLst/>
              </a:prstGeom>
            </p:spPr>
          </p:pic>
          <p:pic>
            <p:nvPicPr>
              <p:cNvPr id="642" name="Graphic 641" descr="Deciduous tree with solid fill">
                <a:extLst>
                  <a:ext uri="{FF2B5EF4-FFF2-40B4-BE49-F238E27FC236}">
                    <a16:creationId xmlns:a16="http://schemas.microsoft.com/office/drawing/2014/main" id="{1437F42E-6F30-F1E0-2FB8-C72F6B47DF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5834" y="3614593"/>
                <a:ext cx="209457" cy="196411"/>
              </a:xfrm>
              <a:prstGeom prst="rect">
                <a:avLst/>
              </a:prstGeom>
            </p:spPr>
          </p:pic>
          <p:pic>
            <p:nvPicPr>
              <p:cNvPr id="643" name="Graphic 642" descr="Deciduous tree with solid fill">
                <a:extLst>
                  <a:ext uri="{FF2B5EF4-FFF2-40B4-BE49-F238E27FC236}">
                    <a16:creationId xmlns:a16="http://schemas.microsoft.com/office/drawing/2014/main" id="{CD895AB1-B25B-7EDB-014C-1205193977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529" y="3738084"/>
                <a:ext cx="209457" cy="196411"/>
              </a:xfrm>
              <a:prstGeom prst="rect">
                <a:avLst/>
              </a:prstGeom>
            </p:spPr>
          </p:pic>
          <p:pic>
            <p:nvPicPr>
              <p:cNvPr id="644" name="Graphic 643" descr="Deciduous tree with solid fill">
                <a:extLst>
                  <a:ext uri="{FF2B5EF4-FFF2-40B4-BE49-F238E27FC236}">
                    <a16:creationId xmlns:a16="http://schemas.microsoft.com/office/drawing/2014/main" id="{09A84068-D3F9-9E97-2954-265BB6A835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223" y="3861576"/>
                <a:ext cx="209457" cy="196411"/>
              </a:xfrm>
              <a:prstGeom prst="rect">
                <a:avLst/>
              </a:prstGeom>
            </p:spPr>
          </p:pic>
          <p:pic>
            <p:nvPicPr>
              <p:cNvPr id="646" name="Graphic 645" descr="Deciduous tree with solid fill">
                <a:extLst>
                  <a:ext uri="{FF2B5EF4-FFF2-40B4-BE49-F238E27FC236}">
                    <a16:creationId xmlns:a16="http://schemas.microsoft.com/office/drawing/2014/main" id="{007C031F-1891-70F8-7C24-7B9FE37B89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94513" y="2283821"/>
                <a:ext cx="209457" cy="196411"/>
              </a:xfrm>
              <a:prstGeom prst="rect">
                <a:avLst/>
              </a:prstGeom>
            </p:spPr>
          </p:pic>
          <p:pic>
            <p:nvPicPr>
              <p:cNvPr id="648" name="Graphic 647" descr="Deciduous tree with solid fill">
                <a:extLst>
                  <a:ext uri="{FF2B5EF4-FFF2-40B4-BE49-F238E27FC236}">
                    <a16:creationId xmlns:a16="http://schemas.microsoft.com/office/drawing/2014/main" id="{E5402798-516E-00C7-46EB-89F7C20C5C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6208" y="2407313"/>
                <a:ext cx="209457" cy="196411"/>
              </a:xfrm>
              <a:prstGeom prst="rect">
                <a:avLst/>
              </a:prstGeom>
            </p:spPr>
          </p:pic>
          <p:pic>
            <p:nvPicPr>
              <p:cNvPr id="650" name="Graphic 649" descr="Deciduous tree with solid fill">
                <a:extLst>
                  <a:ext uri="{FF2B5EF4-FFF2-40B4-BE49-F238E27FC236}">
                    <a16:creationId xmlns:a16="http://schemas.microsoft.com/office/drawing/2014/main" id="{EC75941D-17ED-FDC1-8B3E-CACB72A9533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57904" y="2530805"/>
                <a:ext cx="209457" cy="196411"/>
              </a:xfrm>
              <a:prstGeom prst="rect">
                <a:avLst/>
              </a:prstGeom>
            </p:spPr>
          </p:pic>
          <p:pic>
            <p:nvPicPr>
              <p:cNvPr id="652" name="Graphic 651" descr="Deciduous tree with solid fill">
                <a:extLst>
                  <a:ext uri="{FF2B5EF4-FFF2-40B4-BE49-F238E27FC236}">
                    <a16:creationId xmlns:a16="http://schemas.microsoft.com/office/drawing/2014/main" id="{28E8DCEC-8869-59A7-FB8F-5B0C4BBC25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89598" y="2654296"/>
                <a:ext cx="209457" cy="196411"/>
              </a:xfrm>
              <a:prstGeom prst="rect">
                <a:avLst/>
              </a:prstGeom>
            </p:spPr>
          </p:pic>
          <p:pic>
            <p:nvPicPr>
              <p:cNvPr id="654" name="Graphic 653" descr="Deciduous tree with solid fill">
                <a:extLst>
                  <a:ext uri="{FF2B5EF4-FFF2-40B4-BE49-F238E27FC236}">
                    <a16:creationId xmlns:a16="http://schemas.microsoft.com/office/drawing/2014/main" id="{42F78A03-DA41-E190-5884-510C4B3820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292" y="2777787"/>
                <a:ext cx="209457" cy="196411"/>
              </a:xfrm>
              <a:prstGeom prst="rect">
                <a:avLst/>
              </a:prstGeom>
            </p:spPr>
          </p:pic>
          <p:pic>
            <p:nvPicPr>
              <p:cNvPr id="656" name="Graphic 655" descr="Deciduous tree with solid fill">
                <a:extLst>
                  <a:ext uri="{FF2B5EF4-FFF2-40B4-BE49-F238E27FC236}">
                    <a16:creationId xmlns:a16="http://schemas.microsoft.com/office/drawing/2014/main" id="{F169F8C9-2298-F153-1786-5F78BC954F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52988" y="2901278"/>
                <a:ext cx="209457" cy="196411"/>
              </a:xfrm>
              <a:prstGeom prst="rect">
                <a:avLst/>
              </a:prstGeom>
            </p:spPr>
          </p:pic>
          <p:pic>
            <p:nvPicPr>
              <p:cNvPr id="658" name="Graphic 657" descr="Deciduous tree with solid fill">
                <a:extLst>
                  <a:ext uri="{FF2B5EF4-FFF2-40B4-BE49-F238E27FC236}">
                    <a16:creationId xmlns:a16="http://schemas.microsoft.com/office/drawing/2014/main" id="{3C05DD52-2A23-EE8D-7508-AC95E18964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683" y="3024768"/>
                <a:ext cx="209457" cy="196411"/>
              </a:xfrm>
              <a:prstGeom prst="rect">
                <a:avLst/>
              </a:prstGeom>
            </p:spPr>
          </p:pic>
          <p:pic>
            <p:nvPicPr>
              <p:cNvPr id="660" name="Graphic 659" descr="Deciduous tree with solid fill">
                <a:extLst>
                  <a:ext uri="{FF2B5EF4-FFF2-40B4-BE49-F238E27FC236}">
                    <a16:creationId xmlns:a16="http://schemas.microsoft.com/office/drawing/2014/main" id="{997451BA-A8EC-A7D3-A626-12904E0BEF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376" y="3148261"/>
                <a:ext cx="209457" cy="196411"/>
              </a:xfrm>
              <a:prstGeom prst="rect">
                <a:avLst/>
              </a:prstGeom>
            </p:spPr>
          </p:pic>
          <p:pic>
            <p:nvPicPr>
              <p:cNvPr id="661" name="Graphic 660" descr="Deciduous tree with solid fill">
                <a:extLst>
                  <a:ext uri="{FF2B5EF4-FFF2-40B4-BE49-F238E27FC236}">
                    <a16:creationId xmlns:a16="http://schemas.microsoft.com/office/drawing/2014/main" id="{5BE97E1A-DC96-EDFD-C890-2E9A2F9493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073" y="3271751"/>
                <a:ext cx="209457" cy="196411"/>
              </a:xfrm>
              <a:prstGeom prst="rect">
                <a:avLst/>
              </a:prstGeom>
            </p:spPr>
          </p:pic>
          <p:pic>
            <p:nvPicPr>
              <p:cNvPr id="662" name="Graphic 661" descr="Deciduous tree with solid fill">
                <a:extLst>
                  <a:ext uri="{FF2B5EF4-FFF2-40B4-BE49-F238E27FC236}">
                    <a16:creationId xmlns:a16="http://schemas.microsoft.com/office/drawing/2014/main" id="{622C8E89-8011-86C0-CD86-CDE21123F53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79766" y="3395242"/>
                <a:ext cx="209457" cy="196411"/>
              </a:xfrm>
              <a:prstGeom prst="rect">
                <a:avLst/>
              </a:prstGeom>
            </p:spPr>
          </p:pic>
          <p:pic>
            <p:nvPicPr>
              <p:cNvPr id="663" name="Graphic 662" descr="Deciduous tree with solid fill">
                <a:extLst>
                  <a:ext uri="{FF2B5EF4-FFF2-40B4-BE49-F238E27FC236}">
                    <a16:creationId xmlns:a16="http://schemas.microsoft.com/office/drawing/2014/main" id="{FA4BD386-FB8B-915C-152A-97D64B423E5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11460" y="3518734"/>
                <a:ext cx="209457" cy="196411"/>
              </a:xfrm>
              <a:prstGeom prst="rect">
                <a:avLst/>
              </a:prstGeom>
            </p:spPr>
          </p:pic>
          <p:pic>
            <p:nvPicPr>
              <p:cNvPr id="664" name="Graphic 663" descr="Deciduous tree with solid fill">
                <a:extLst>
                  <a:ext uri="{FF2B5EF4-FFF2-40B4-BE49-F238E27FC236}">
                    <a16:creationId xmlns:a16="http://schemas.microsoft.com/office/drawing/2014/main" id="{1F9906E4-3D11-871B-2E84-3D2C94A66F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156" y="3642225"/>
                <a:ext cx="209457" cy="196411"/>
              </a:xfrm>
              <a:prstGeom prst="rect">
                <a:avLst/>
              </a:prstGeom>
            </p:spPr>
          </p:pic>
          <p:pic>
            <p:nvPicPr>
              <p:cNvPr id="665" name="Graphic 664" descr="Deciduous tree with solid fill">
                <a:extLst>
                  <a:ext uri="{FF2B5EF4-FFF2-40B4-BE49-F238E27FC236}">
                    <a16:creationId xmlns:a16="http://schemas.microsoft.com/office/drawing/2014/main" id="{B980261F-4B1F-655B-EFEC-30ED3E1B11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4851" y="3765716"/>
                <a:ext cx="209457" cy="196411"/>
              </a:xfrm>
              <a:prstGeom prst="rect">
                <a:avLst/>
              </a:prstGeom>
            </p:spPr>
          </p:pic>
          <p:pic>
            <p:nvPicPr>
              <p:cNvPr id="666" name="Graphic 665" descr="Deciduous tree with solid fill">
                <a:extLst>
                  <a:ext uri="{FF2B5EF4-FFF2-40B4-BE49-F238E27FC236}">
                    <a16:creationId xmlns:a16="http://schemas.microsoft.com/office/drawing/2014/main" id="{AC623717-920D-1AA9-287E-B53DEEBEE0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65091" y="2195783"/>
                <a:ext cx="209457" cy="196411"/>
              </a:xfrm>
              <a:prstGeom prst="rect">
                <a:avLst/>
              </a:prstGeom>
            </p:spPr>
          </p:pic>
          <p:pic>
            <p:nvPicPr>
              <p:cNvPr id="667" name="Graphic 666" descr="Deciduous tree with solid fill">
                <a:extLst>
                  <a:ext uri="{FF2B5EF4-FFF2-40B4-BE49-F238E27FC236}">
                    <a16:creationId xmlns:a16="http://schemas.microsoft.com/office/drawing/2014/main" id="{105B6A01-7EED-8577-0630-EDB0DD62CD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6784" y="2319274"/>
                <a:ext cx="209457" cy="196411"/>
              </a:xfrm>
              <a:prstGeom prst="rect">
                <a:avLst/>
              </a:prstGeom>
            </p:spPr>
          </p:pic>
          <p:pic>
            <p:nvPicPr>
              <p:cNvPr id="668" name="Graphic 667" descr="Deciduous tree with solid fill">
                <a:extLst>
                  <a:ext uri="{FF2B5EF4-FFF2-40B4-BE49-F238E27FC236}">
                    <a16:creationId xmlns:a16="http://schemas.microsoft.com/office/drawing/2014/main" id="{58F491A9-1B60-79FE-6C8C-2FA966F89F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8479" y="2442766"/>
                <a:ext cx="209457" cy="196411"/>
              </a:xfrm>
              <a:prstGeom prst="rect">
                <a:avLst/>
              </a:prstGeom>
            </p:spPr>
          </p:pic>
          <p:pic>
            <p:nvPicPr>
              <p:cNvPr id="669" name="Graphic 668" descr="Deciduous tree with solid fill">
                <a:extLst>
                  <a:ext uri="{FF2B5EF4-FFF2-40B4-BE49-F238E27FC236}">
                    <a16:creationId xmlns:a16="http://schemas.microsoft.com/office/drawing/2014/main" id="{1490C99D-C23E-196A-963B-D16190C2BE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0176" y="2566257"/>
                <a:ext cx="209457" cy="196411"/>
              </a:xfrm>
              <a:prstGeom prst="rect">
                <a:avLst/>
              </a:prstGeom>
            </p:spPr>
          </p:pic>
          <p:pic>
            <p:nvPicPr>
              <p:cNvPr id="670" name="Graphic 669" descr="Deciduous tree with solid fill">
                <a:extLst>
                  <a:ext uri="{FF2B5EF4-FFF2-40B4-BE49-F238E27FC236}">
                    <a16:creationId xmlns:a16="http://schemas.microsoft.com/office/drawing/2014/main" id="{ABF4553C-1FAA-65F2-B21A-0348B483C4B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91869" y="2689748"/>
                <a:ext cx="209457" cy="196411"/>
              </a:xfrm>
              <a:prstGeom prst="rect">
                <a:avLst/>
              </a:prstGeom>
            </p:spPr>
          </p:pic>
          <p:pic>
            <p:nvPicPr>
              <p:cNvPr id="672" name="Graphic 671" descr="Deciduous tree with solid fill">
                <a:extLst>
                  <a:ext uri="{FF2B5EF4-FFF2-40B4-BE49-F238E27FC236}">
                    <a16:creationId xmlns:a16="http://schemas.microsoft.com/office/drawing/2014/main" id="{C5105FFE-1AC3-1BA3-F5A8-571D1AD49E1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023563" y="2813240"/>
                <a:ext cx="209457" cy="196411"/>
              </a:xfrm>
              <a:prstGeom prst="rect">
                <a:avLst/>
              </a:prstGeom>
            </p:spPr>
          </p:pic>
          <p:pic>
            <p:nvPicPr>
              <p:cNvPr id="674" name="Graphic 673" descr="Deciduous tree with solid fill">
                <a:extLst>
                  <a:ext uri="{FF2B5EF4-FFF2-40B4-BE49-F238E27FC236}">
                    <a16:creationId xmlns:a16="http://schemas.microsoft.com/office/drawing/2014/main" id="{8ECEBFDA-4CF3-4B9A-7ED1-03E36B21EB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259" y="2936731"/>
                <a:ext cx="209457" cy="196411"/>
              </a:xfrm>
              <a:prstGeom prst="rect">
                <a:avLst/>
              </a:prstGeom>
            </p:spPr>
          </p:pic>
          <p:pic>
            <p:nvPicPr>
              <p:cNvPr id="676" name="Graphic 675" descr="Deciduous tree with solid fill">
                <a:extLst>
                  <a:ext uri="{FF2B5EF4-FFF2-40B4-BE49-F238E27FC236}">
                    <a16:creationId xmlns:a16="http://schemas.microsoft.com/office/drawing/2014/main" id="{76761046-11E9-6FDD-0EAA-B96947D5CDB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86953" y="3060221"/>
                <a:ext cx="209457" cy="196411"/>
              </a:xfrm>
              <a:prstGeom prst="rect">
                <a:avLst/>
              </a:prstGeom>
            </p:spPr>
          </p:pic>
          <p:pic>
            <p:nvPicPr>
              <p:cNvPr id="678" name="Graphic 677" descr="Deciduous tree with solid fill">
                <a:extLst>
                  <a:ext uri="{FF2B5EF4-FFF2-40B4-BE49-F238E27FC236}">
                    <a16:creationId xmlns:a16="http://schemas.microsoft.com/office/drawing/2014/main" id="{663A598F-921F-48E4-49F6-1012915CBE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648" y="3183714"/>
                <a:ext cx="209457" cy="196411"/>
              </a:xfrm>
              <a:prstGeom prst="rect">
                <a:avLst/>
              </a:prstGeom>
            </p:spPr>
          </p:pic>
          <p:pic>
            <p:nvPicPr>
              <p:cNvPr id="680" name="Graphic 679" descr="Deciduous tree with solid fill">
                <a:extLst>
                  <a:ext uri="{FF2B5EF4-FFF2-40B4-BE49-F238E27FC236}">
                    <a16:creationId xmlns:a16="http://schemas.microsoft.com/office/drawing/2014/main" id="{F7C8CE99-5BF4-2223-E55F-19766DAD2E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343" y="3307203"/>
                <a:ext cx="209457" cy="196411"/>
              </a:xfrm>
              <a:prstGeom prst="rect">
                <a:avLst/>
              </a:prstGeom>
            </p:spPr>
          </p:pic>
          <p:pic>
            <p:nvPicPr>
              <p:cNvPr id="682" name="Graphic 681" descr="Deciduous tree with solid fill">
                <a:extLst>
                  <a:ext uri="{FF2B5EF4-FFF2-40B4-BE49-F238E27FC236}">
                    <a16:creationId xmlns:a16="http://schemas.microsoft.com/office/drawing/2014/main" id="{F125E24A-61C6-3D41-7B3D-C13C61A36E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038" y="3430695"/>
                <a:ext cx="209457" cy="196411"/>
              </a:xfrm>
              <a:prstGeom prst="rect">
                <a:avLst/>
              </a:prstGeom>
            </p:spPr>
          </p:pic>
          <p:pic>
            <p:nvPicPr>
              <p:cNvPr id="684" name="Graphic 683" descr="Deciduous tree with solid fill">
                <a:extLst>
                  <a:ext uri="{FF2B5EF4-FFF2-40B4-BE49-F238E27FC236}">
                    <a16:creationId xmlns:a16="http://schemas.microsoft.com/office/drawing/2014/main" id="{5E9DBC3F-9446-8FC5-64B7-0E746BB2AB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3733" y="3554186"/>
                <a:ext cx="209457" cy="196411"/>
              </a:xfrm>
              <a:prstGeom prst="rect">
                <a:avLst/>
              </a:prstGeom>
            </p:spPr>
          </p:pic>
          <p:pic>
            <p:nvPicPr>
              <p:cNvPr id="686" name="Graphic 685" descr="Deciduous tree with solid fill">
                <a:extLst>
                  <a:ext uri="{FF2B5EF4-FFF2-40B4-BE49-F238E27FC236}">
                    <a16:creationId xmlns:a16="http://schemas.microsoft.com/office/drawing/2014/main" id="{B7F93F40-4231-8768-62E1-341ABEB5AD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427" y="3677678"/>
                <a:ext cx="209457" cy="196411"/>
              </a:xfrm>
              <a:prstGeom prst="rect">
                <a:avLst/>
              </a:prstGeom>
            </p:spPr>
          </p:pic>
          <p:pic>
            <p:nvPicPr>
              <p:cNvPr id="687" name="Graphic 686" descr="Deciduous tree with solid fill">
                <a:extLst>
                  <a:ext uri="{FF2B5EF4-FFF2-40B4-BE49-F238E27FC236}">
                    <a16:creationId xmlns:a16="http://schemas.microsoft.com/office/drawing/2014/main" id="{F338A65C-E249-F7F4-9856-650B5F5F35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33021" y="4082977"/>
                <a:ext cx="209457" cy="196411"/>
              </a:xfrm>
              <a:prstGeom prst="rect">
                <a:avLst/>
              </a:prstGeom>
            </p:spPr>
          </p:pic>
          <p:pic>
            <p:nvPicPr>
              <p:cNvPr id="688" name="Graphic 687" descr="Deciduous tree with solid fill">
                <a:extLst>
                  <a:ext uri="{FF2B5EF4-FFF2-40B4-BE49-F238E27FC236}">
                    <a16:creationId xmlns:a16="http://schemas.microsoft.com/office/drawing/2014/main" id="{46B009A7-860F-15DA-DEEF-60E29FDE625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89906" y="1867442"/>
                <a:ext cx="209457" cy="196411"/>
              </a:xfrm>
              <a:prstGeom prst="rect">
                <a:avLst/>
              </a:prstGeom>
            </p:spPr>
          </p:pic>
          <p:pic>
            <p:nvPicPr>
              <p:cNvPr id="689" name="Graphic 688" descr="Deciduous tree with solid fill">
                <a:extLst>
                  <a:ext uri="{FF2B5EF4-FFF2-40B4-BE49-F238E27FC236}">
                    <a16:creationId xmlns:a16="http://schemas.microsoft.com/office/drawing/2014/main" id="{C243B30C-EDDF-5581-1CD6-367A95D9AF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4278" y="1963301"/>
                <a:ext cx="209457" cy="196411"/>
              </a:xfrm>
              <a:prstGeom prst="rect">
                <a:avLst/>
              </a:prstGeom>
            </p:spPr>
          </p:pic>
          <p:pic>
            <p:nvPicPr>
              <p:cNvPr id="690" name="Graphic 689" descr="Deciduous tree with solid fill">
                <a:extLst>
                  <a:ext uri="{FF2B5EF4-FFF2-40B4-BE49-F238E27FC236}">
                    <a16:creationId xmlns:a16="http://schemas.microsoft.com/office/drawing/2014/main" id="{832FCE26-DAF4-479E-D73C-98F868CCE8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0482" y="1779403"/>
                <a:ext cx="209457" cy="196411"/>
              </a:xfrm>
              <a:prstGeom prst="rect">
                <a:avLst/>
              </a:prstGeom>
            </p:spPr>
          </p:pic>
          <p:pic>
            <p:nvPicPr>
              <p:cNvPr id="691" name="Graphic 690" descr="Deciduous tree with solid fill">
                <a:extLst>
                  <a:ext uri="{FF2B5EF4-FFF2-40B4-BE49-F238E27FC236}">
                    <a16:creationId xmlns:a16="http://schemas.microsoft.com/office/drawing/2014/main" id="{564109B4-D054-CD96-111D-6774E63AA9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974" y="2086792"/>
                <a:ext cx="209457" cy="196411"/>
              </a:xfrm>
              <a:prstGeom prst="rect">
                <a:avLst/>
              </a:prstGeom>
            </p:spPr>
          </p:pic>
          <p:pic>
            <p:nvPicPr>
              <p:cNvPr id="692" name="Graphic 691" descr="Deciduous tree with solid fill">
                <a:extLst>
                  <a:ext uri="{FF2B5EF4-FFF2-40B4-BE49-F238E27FC236}">
                    <a16:creationId xmlns:a16="http://schemas.microsoft.com/office/drawing/2014/main" id="{BD00C78A-469C-1F24-0828-E0ADF23B35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9" y="2210283"/>
                <a:ext cx="209457" cy="196411"/>
              </a:xfrm>
              <a:prstGeom prst="rect">
                <a:avLst/>
              </a:prstGeom>
            </p:spPr>
          </p:pic>
          <p:pic>
            <p:nvPicPr>
              <p:cNvPr id="693" name="Graphic 692" descr="Deciduous tree with solid fill">
                <a:extLst>
                  <a:ext uri="{FF2B5EF4-FFF2-40B4-BE49-F238E27FC236}">
                    <a16:creationId xmlns:a16="http://schemas.microsoft.com/office/drawing/2014/main" id="{0CDD23D1-47A0-9617-AD8A-2EF2973D14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3" y="2333774"/>
                <a:ext cx="209457" cy="196411"/>
              </a:xfrm>
              <a:prstGeom prst="rect">
                <a:avLst/>
              </a:prstGeom>
            </p:spPr>
          </p:pic>
          <p:pic>
            <p:nvPicPr>
              <p:cNvPr id="694" name="Graphic 693" descr="Deciduous tree with solid fill">
                <a:extLst>
                  <a:ext uri="{FF2B5EF4-FFF2-40B4-BE49-F238E27FC236}">
                    <a16:creationId xmlns:a16="http://schemas.microsoft.com/office/drawing/2014/main" id="{B40AC6C7-05ED-12D6-9958-9785120B95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8" y="2457266"/>
                <a:ext cx="209457" cy="196411"/>
              </a:xfrm>
              <a:prstGeom prst="rect">
                <a:avLst/>
              </a:prstGeom>
            </p:spPr>
          </p:pic>
          <p:pic>
            <p:nvPicPr>
              <p:cNvPr id="695" name="Graphic 694" descr="Deciduous tree with solid fill">
                <a:extLst>
                  <a:ext uri="{FF2B5EF4-FFF2-40B4-BE49-F238E27FC236}">
                    <a16:creationId xmlns:a16="http://schemas.microsoft.com/office/drawing/2014/main" id="{1B86DA9D-025F-6997-E0F4-0601098A26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3" y="2580758"/>
                <a:ext cx="209457" cy="196411"/>
              </a:xfrm>
              <a:prstGeom prst="rect">
                <a:avLst/>
              </a:prstGeom>
            </p:spPr>
          </p:pic>
          <p:pic>
            <p:nvPicPr>
              <p:cNvPr id="696" name="Graphic 695" descr="Deciduous tree with solid fill">
                <a:extLst>
                  <a:ext uri="{FF2B5EF4-FFF2-40B4-BE49-F238E27FC236}">
                    <a16:creationId xmlns:a16="http://schemas.microsoft.com/office/drawing/2014/main" id="{AAE9AE66-D750-DE1D-A434-2596867584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698" name="Graphic 697" descr="Deciduous tree with solid fill">
                <a:extLst>
                  <a:ext uri="{FF2B5EF4-FFF2-40B4-BE49-F238E27FC236}">
                    <a16:creationId xmlns:a16="http://schemas.microsoft.com/office/drawing/2014/main" id="{7BB62AD8-502C-F7F7-5818-E80AF70F54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700" name="Graphic 699" descr="Deciduous tree with solid fill">
                <a:extLst>
                  <a:ext uri="{FF2B5EF4-FFF2-40B4-BE49-F238E27FC236}">
                    <a16:creationId xmlns:a16="http://schemas.microsoft.com/office/drawing/2014/main" id="{7FD16570-17A3-1958-954F-15835B1424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702" name="Graphic 701" descr="Deciduous tree with solid fill">
                <a:extLst>
                  <a:ext uri="{FF2B5EF4-FFF2-40B4-BE49-F238E27FC236}">
                    <a16:creationId xmlns:a16="http://schemas.microsoft.com/office/drawing/2014/main" id="{50EC25C3-DA67-1C6F-8910-DD3FEB7058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1" y="3074722"/>
                <a:ext cx="209457" cy="196411"/>
              </a:xfrm>
              <a:prstGeom prst="rect">
                <a:avLst/>
              </a:prstGeom>
            </p:spPr>
          </p:pic>
          <p:pic>
            <p:nvPicPr>
              <p:cNvPr id="703" name="Graphic 702" descr="Deciduous tree with solid fill">
                <a:extLst>
                  <a:ext uri="{FF2B5EF4-FFF2-40B4-BE49-F238E27FC236}">
                    <a16:creationId xmlns:a16="http://schemas.microsoft.com/office/drawing/2014/main" id="{09A0098C-26AA-45C8-0F3B-4E8ECECCA8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6" y="3198214"/>
                <a:ext cx="209457" cy="196411"/>
              </a:xfrm>
              <a:prstGeom prst="rect">
                <a:avLst/>
              </a:prstGeom>
            </p:spPr>
          </p:pic>
          <p:pic>
            <p:nvPicPr>
              <p:cNvPr id="3392" name="Graphic 3391" descr="Deciduous tree with solid fill">
                <a:extLst>
                  <a:ext uri="{FF2B5EF4-FFF2-40B4-BE49-F238E27FC236}">
                    <a16:creationId xmlns:a16="http://schemas.microsoft.com/office/drawing/2014/main" id="{857600B1-21EC-D550-C2D1-85555185F3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1" y="3321705"/>
                <a:ext cx="209457" cy="196411"/>
              </a:xfrm>
              <a:prstGeom prst="rect">
                <a:avLst/>
              </a:prstGeom>
            </p:spPr>
          </p:pic>
          <p:pic>
            <p:nvPicPr>
              <p:cNvPr id="3394" name="Graphic 3393" descr="Deciduous tree with solid fill">
                <a:extLst>
                  <a:ext uri="{FF2B5EF4-FFF2-40B4-BE49-F238E27FC236}">
                    <a16:creationId xmlns:a16="http://schemas.microsoft.com/office/drawing/2014/main" id="{1E526918-D2E1-01E7-D44A-363EBFE204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6" y="3445196"/>
                <a:ext cx="209457" cy="196411"/>
              </a:xfrm>
              <a:prstGeom prst="rect">
                <a:avLst/>
              </a:prstGeom>
            </p:spPr>
          </p:pic>
          <p:pic>
            <p:nvPicPr>
              <p:cNvPr id="3396" name="Graphic 3395" descr="Deciduous tree with solid fill">
                <a:extLst>
                  <a:ext uri="{FF2B5EF4-FFF2-40B4-BE49-F238E27FC236}">
                    <a16:creationId xmlns:a16="http://schemas.microsoft.com/office/drawing/2014/main" id="{EED99D74-D3B8-D2A5-F0D2-B3AEBC18D0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601" y="1990933"/>
                <a:ext cx="209457" cy="196411"/>
              </a:xfrm>
              <a:prstGeom prst="rect">
                <a:avLst/>
              </a:prstGeom>
            </p:spPr>
          </p:pic>
          <p:pic>
            <p:nvPicPr>
              <p:cNvPr id="3398" name="Graphic 3397" descr="Deciduous tree with solid fill">
                <a:extLst>
                  <a:ext uri="{FF2B5EF4-FFF2-40B4-BE49-F238E27FC236}">
                    <a16:creationId xmlns:a16="http://schemas.microsoft.com/office/drawing/2014/main" id="{EF1CE575-3BAE-6C52-CAF2-A5F7035959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4" y="2114424"/>
                <a:ext cx="209457" cy="196411"/>
              </a:xfrm>
              <a:prstGeom prst="rect">
                <a:avLst/>
              </a:prstGeom>
            </p:spPr>
          </p:pic>
          <p:pic>
            <p:nvPicPr>
              <p:cNvPr id="3400" name="Graphic 3399" descr="Deciduous tree with solid fill">
                <a:extLst>
                  <a:ext uri="{FF2B5EF4-FFF2-40B4-BE49-F238E27FC236}">
                    <a16:creationId xmlns:a16="http://schemas.microsoft.com/office/drawing/2014/main" id="{F80E13BD-6745-8617-2D11-44C4BE4A0C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3402" name="Graphic 3401" descr="Deciduous tree with solid fill">
                <a:extLst>
                  <a:ext uri="{FF2B5EF4-FFF2-40B4-BE49-F238E27FC236}">
                    <a16:creationId xmlns:a16="http://schemas.microsoft.com/office/drawing/2014/main" id="{93488FFB-FD10-F484-3BA6-A13908B30C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3404" name="Graphic 3403" descr="Deciduous tree with solid fill">
                <a:extLst>
                  <a:ext uri="{FF2B5EF4-FFF2-40B4-BE49-F238E27FC236}">
                    <a16:creationId xmlns:a16="http://schemas.microsoft.com/office/drawing/2014/main" id="{B6BC71D1-21F8-8C12-6A63-C5D73E703C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3406" name="Graphic 3405" descr="Deciduous tree with solid fill">
                <a:extLst>
                  <a:ext uri="{FF2B5EF4-FFF2-40B4-BE49-F238E27FC236}">
                    <a16:creationId xmlns:a16="http://schemas.microsoft.com/office/drawing/2014/main" id="{FCB83491-4EE1-0A71-D402-931D19C245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4" y="2608389"/>
                <a:ext cx="209457" cy="196411"/>
              </a:xfrm>
              <a:prstGeom prst="rect">
                <a:avLst/>
              </a:prstGeom>
            </p:spPr>
          </p:pic>
          <p:pic>
            <p:nvPicPr>
              <p:cNvPr id="3408" name="Graphic 3407" descr="Deciduous tree with solid fill">
                <a:extLst>
                  <a:ext uri="{FF2B5EF4-FFF2-40B4-BE49-F238E27FC236}">
                    <a16:creationId xmlns:a16="http://schemas.microsoft.com/office/drawing/2014/main" id="{810AC37A-8971-7317-8C0A-464D2BE558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9" y="2731881"/>
                <a:ext cx="209457" cy="196411"/>
              </a:xfrm>
              <a:prstGeom prst="rect">
                <a:avLst/>
              </a:prstGeom>
            </p:spPr>
          </p:pic>
          <p:pic>
            <p:nvPicPr>
              <p:cNvPr id="3410" name="Graphic 3409" descr="Deciduous tree with solid fill">
                <a:extLst>
                  <a:ext uri="{FF2B5EF4-FFF2-40B4-BE49-F238E27FC236}">
                    <a16:creationId xmlns:a16="http://schemas.microsoft.com/office/drawing/2014/main" id="{A34BDB12-BEEB-4F73-2105-E1D5190DFA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3" y="2855372"/>
                <a:ext cx="209457" cy="196411"/>
              </a:xfrm>
              <a:prstGeom prst="rect">
                <a:avLst/>
              </a:prstGeom>
            </p:spPr>
          </p:pic>
          <p:pic>
            <p:nvPicPr>
              <p:cNvPr id="3412" name="Graphic 3411" descr="Deciduous tree with solid fill">
                <a:extLst>
                  <a:ext uri="{FF2B5EF4-FFF2-40B4-BE49-F238E27FC236}">
                    <a16:creationId xmlns:a16="http://schemas.microsoft.com/office/drawing/2014/main" id="{5897EF47-4413-C7F4-7E8F-FB97579BB0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8" y="2978863"/>
                <a:ext cx="209457" cy="196411"/>
              </a:xfrm>
              <a:prstGeom prst="rect">
                <a:avLst/>
              </a:prstGeom>
            </p:spPr>
          </p:pic>
          <p:pic>
            <p:nvPicPr>
              <p:cNvPr id="3414" name="Graphic 3413" descr="Deciduous tree with solid fill">
                <a:extLst>
                  <a:ext uri="{FF2B5EF4-FFF2-40B4-BE49-F238E27FC236}">
                    <a16:creationId xmlns:a16="http://schemas.microsoft.com/office/drawing/2014/main" id="{CBBC0F4B-66C2-E002-653B-72F68DF877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3" y="3102355"/>
                <a:ext cx="209457" cy="196411"/>
              </a:xfrm>
              <a:prstGeom prst="rect">
                <a:avLst/>
              </a:prstGeom>
            </p:spPr>
          </p:pic>
          <p:pic>
            <p:nvPicPr>
              <p:cNvPr id="3416" name="Graphic 3415" descr="Deciduous tree with solid fill">
                <a:extLst>
                  <a:ext uri="{FF2B5EF4-FFF2-40B4-BE49-F238E27FC236}">
                    <a16:creationId xmlns:a16="http://schemas.microsoft.com/office/drawing/2014/main" id="{7D35A43C-13E8-57AD-9879-D7791D02F6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8" y="3225846"/>
                <a:ext cx="209457" cy="196411"/>
              </a:xfrm>
              <a:prstGeom prst="rect">
                <a:avLst/>
              </a:prstGeom>
            </p:spPr>
          </p:pic>
          <p:pic>
            <p:nvPicPr>
              <p:cNvPr id="3418" name="Graphic 3417" descr="Deciduous tree with solid fill">
                <a:extLst>
                  <a:ext uri="{FF2B5EF4-FFF2-40B4-BE49-F238E27FC236}">
                    <a16:creationId xmlns:a16="http://schemas.microsoft.com/office/drawing/2014/main" id="{1AD9DFEC-91B1-5963-19C7-EDF8E76233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3" y="3349337"/>
                <a:ext cx="209457" cy="196411"/>
              </a:xfrm>
              <a:prstGeom prst="rect">
                <a:avLst/>
              </a:prstGeom>
            </p:spPr>
          </p:pic>
          <p:pic>
            <p:nvPicPr>
              <p:cNvPr id="3420" name="Graphic 3419" descr="Deciduous tree with solid fill">
                <a:extLst>
                  <a:ext uri="{FF2B5EF4-FFF2-40B4-BE49-F238E27FC236}">
                    <a16:creationId xmlns:a16="http://schemas.microsoft.com/office/drawing/2014/main" id="{209DF860-C6F7-DFE4-AA57-C50AC1D083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2176" y="1902894"/>
                <a:ext cx="209457" cy="196411"/>
              </a:xfrm>
              <a:prstGeom prst="rect">
                <a:avLst/>
              </a:prstGeom>
            </p:spPr>
          </p:pic>
          <p:pic>
            <p:nvPicPr>
              <p:cNvPr id="3422" name="Graphic 3421" descr="Deciduous tree with solid fill">
                <a:extLst>
                  <a:ext uri="{FF2B5EF4-FFF2-40B4-BE49-F238E27FC236}">
                    <a16:creationId xmlns:a16="http://schemas.microsoft.com/office/drawing/2014/main" id="{01EFECF3-8220-282A-A35E-B718F1D4D3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1" y="2026385"/>
                <a:ext cx="209457" cy="196411"/>
              </a:xfrm>
              <a:prstGeom prst="rect">
                <a:avLst/>
              </a:prstGeom>
            </p:spPr>
          </p:pic>
          <p:pic>
            <p:nvPicPr>
              <p:cNvPr id="3424" name="Graphic 3423" descr="Deciduous tree with solid fill">
                <a:extLst>
                  <a:ext uri="{FF2B5EF4-FFF2-40B4-BE49-F238E27FC236}">
                    <a16:creationId xmlns:a16="http://schemas.microsoft.com/office/drawing/2014/main" id="{79ABC216-FD95-2B22-D7EC-A93A25E0FD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6" y="2149877"/>
                <a:ext cx="209457" cy="196411"/>
              </a:xfrm>
              <a:prstGeom prst="rect">
                <a:avLst/>
              </a:prstGeom>
            </p:spPr>
          </p:pic>
          <p:pic>
            <p:nvPicPr>
              <p:cNvPr id="3426" name="Graphic 3425" descr="Deciduous tree with solid fill">
                <a:extLst>
                  <a:ext uri="{FF2B5EF4-FFF2-40B4-BE49-F238E27FC236}">
                    <a16:creationId xmlns:a16="http://schemas.microsoft.com/office/drawing/2014/main" id="{3DDD134A-B296-83B4-ECC8-991D0CCA66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1" y="2273368"/>
                <a:ext cx="209457" cy="196411"/>
              </a:xfrm>
              <a:prstGeom prst="rect">
                <a:avLst/>
              </a:prstGeom>
            </p:spPr>
          </p:pic>
          <p:pic>
            <p:nvPicPr>
              <p:cNvPr id="3428" name="Graphic 3427" descr="Deciduous tree with solid fill">
                <a:extLst>
                  <a:ext uri="{FF2B5EF4-FFF2-40B4-BE49-F238E27FC236}">
                    <a16:creationId xmlns:a16="http://schemas.microsoft.com/office/drawing/2014/main" id="{B57198DA-A748-22DF-AB0A-1FDB77967E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6" y="2396860"/>
                <a:ext cx="209457" cy="196411"/>
              </a:xfrm>
              <a:prstGeom prst="rect">
                <a:avLst/>
              </a:prstGeom>
            </p:spPr>
          </p:pic>
          <p:pic>
            <p:nvPicPr>
              <p:cNvPr id="3430" name="Graphic 3429" descr="Deciduous tree with solid fill">
                <a:extLst>
                  <a:ext uri="{FF2B5EF4-FFF2-40B4-BE49-F238E27FC236}">
                    <a16:creationId xmlns:a16="http://schemas.microsoft.com/office/drawing/2014/main" id="{AD8E6910-9FA5-F67F-4DA0-362BCD51E2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1" y="2520351"/>
                <a:ext cx="209457" cy="196411"/>
              </a:xfrm>
              <a:prstGeom prst="rect">
                <a:avLst/>
              </a:prstGeom>
            </p:spPr>
          </p:pic>
          <p:pic>
            <p:nvPicPr>
              <p:cNvPr id="3431" name="Graphic 3430" descr="Deciduous tree with solid fill">
                <a:extLst>
                  <a:ext uri="{FF2B5EF4-FFF2-40B4-BE49-F238E27FC236}">
                    <a16:creationId xmlns:a16="http://schemas.microsoft.com/office/drawing/2014/main" id="{F30C9D5F-CAED-728E-4B1B-89ACBF8518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6" y="2643841"/>
                <a:ext cx="209457" cy="196411"/>
              </a:xfrm>
              <a:prstGeom prst="rect">
                <a:avLst/>
              </a:prstGeom>
            </p:spPr>
          </p:pic>
          <p:pic>
            <p:nvPicPr>
              <p:cNvPr id="3432" name="Graphic 3431" descr="Deciduous tree with solid fill">
                <a:extLst>
                  <a:ext uri="{FF2B5EF4-FFF2-40B4-BE49-F238E27FC236}">
                    <a16:creationId xmlns:a16="http://schemas.microsoft.com/office/drawing/2014/main" id="{C3FAD395-F51A-AF29-EF4B-AF3D72539C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1" y="2767333"/>
                <a:ext cx="209457" cy="196411"/>
              </a:xfrm>
              <a:prstGeom prst="rect">
                <a:avLst/>
              </a:prstGeom>
            </p:spPr>
          </p:pic>
          <p:pic>
            <p:nvPicPr>
              <p:cNvPr id="3434" name="Graphic 3433" descr="Deciduous tree with solid fill">
                <a:extLst>
                  <a:ext uri="{FF2B5EF4-FFF2-40B4-BE49-F238E27FC236}">
                    <a16:creationId xmlns:a16="http://schemas.microsoft.com/office/drawing/2014/main" id="{E78DFDF4-3A2D-F387-173B-428DA3611A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4" y="2890825"/>
                <a:ext cx="209457" cy="196411"/>
              </a:xfrm>
              <a:prstGeom prst="rect">
                <a:avLst/>
              </a:prstGeom>
            </p:spPr>
          </p:pic>
          <p:pic>
            <p:nvPicPr>
              <p:cNvPr id="3436" name="Graphic 3435" descr="Deciduous tree with solid fill">
                <a:extLst>
                  <a:ext uri="{FF2B5EF4-FFF2-40B4-BE49-F238E27FC236}">
                    <a16:creationId xmlns:a16="http://schemas.microsoft.com/office/drawing/2014/main" id="{965D32D1-1E5B-27E3-E553-149BC22860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9" y="3014316"/>
                <a:ext cx="209457" cy="196411"/>
              </a:xfrm>
              <a:prstGeom prst="rect">
                <a:avLst/>
              </a:prstGeom>
            </p:spPr>
          </p:pic>
          <p:pic>
            <p:nvPicPr>
              <p:cNvPr id="3438" name="Graphic 3437" descr="Deciduous tree with solid fill">
                <a:extLst>
                  <a:ext uri="{FF2B5EF4-FFF2-40B4-BE49-F238E27FC236}">
                    <a16:creationId xmlns:a16="http://schemas.microsoft.com/office/drawing/2014/main" id="{A2F7A18F-CF47-3971-EAED-6F4D245763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4" y="3137808"/>
                <a:ext cx="209457" cy="196411"/>
              </a:xfrm>
              <a:prstGeom prst="rect">
                <a:avLst/>
              </a:prstGeom>
            </p:spPr>
          </p:pic>
          <p:pic>
            <p:nvPicPr>
              <p:cNvPr id="3440" name="Graphic 3439" descr="Deciduous tree with solid fill">
                <a:extLst>
                  <a:ext uri="{FF2B5EF4-FFF2-40B4-BE49-F238E27FC236}">
                    <a16:creationId xmlns:a16="http://schemas.microsoft.com/office/drawing/2014/main" id="{895C859C-4570-CA44-FDA7-E2FFF3001A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8" y="3261298"/>
                <a:ext cx="209457" cy="196411"/>
              </a:xfrm>
              <a:prstGeom prst="rect">
                <a:avLst/>
              </a:prstGeom>
            </p:spPr>
          </p:pic>
          <p:pic>
            <p:nvPicPr>
              <p:cNvPr id="3442" name="Graphic 3441" descr="Deciduous tree with solid fill">
                <a:extLst>
                  <a:ext uri="{FF2B5EF4-FFF2-40B4-BE49-F238E27FC236}">
                    <a16:creationId xmlns:a16="http://schemas.microsoft.com/office/drawing/2014/main" id="{8DFA3517-7518-4A0E-244F-B502249129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601" y="1990933"/>
                <a:ext cx="209457" cy="196411"/>
              </a:xfrm>
              <a:prstGeom prst="rect">
                <a:avLst/>
              </a:prstGeom>
            </p:spPr>
          </p:pic>
          <p:pic>
            <p:nvPicPr>
              <p:cNvPr id="3444" name="Graphic 3443" descr="Deciduous tree with solid fill">
                <a:extLst>
                  <a:ext uri="{FF2B5EF4-FFF2-40B4-BE49-F238E27FC236}">
                    <a16:creationId xmlns:a16="http://schemas.microsoft.com/office/drawing/2014/main" id="{FE8E8E23-E1E0-7506-E415-72457572E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974" y="2086792"/>
                <a:ext cx="209457" cy="196411"/>
              </a:xfrm>
              <a:prstGeom prst="rect">
                <a:avLst/>
              </a:prstGeom>
            </p:spPr>
          </p:pic>
          <p:pic>
            <p:nvPicPr>
              <p:cNvPr id="3446" name="Graphic 3445" descr="Deciduous tree with solid fill">
                <a:extLst>
                  <a:ext uri="{FF2B5EF4-FFF2-40B4-BE49-F238E27FC236}">
                    <a16:creationId xmlns:a16="http://schemas.microsoft.com/office/drawing/2014/main" id="{1BA69247-F013-D446-62D0-B28EAC21F3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2176" y="1902894"/>
                <a:ext cx="209457" cy="196411"/>
              </a:xfrm>
              <a:prstGeom prst="rect">
                <a:avLst/>
              </a:prstGeom>
            </p:spPr>
          </p:pic>
          <p:pic>
            <p:nvPicPr>
              <p:cNvPr id="3448" name="Graphic 3447" descr="Deciduous tree with solid fill">
                <a:extLst>
                  <a:ext uri="{FF2B5EF4-FFF2-40B4-BE49-F238E27FC236}">
                    <a16:creationId xmlns:a16="http://schemas.microsoft.com/office/drawing/2014/main" id="{60671FD6-C167-E190-6238-C145F14AAE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9" y="2210283"/>
                <a:ext cx="209457" cy="196411"/>
              </a:xfrm>
              <a:prstGeom prst="rect">
                <a:avLst/>
              </a:prstGeom>
            </p:spPr>
          </p:pic>
          <p:pic>
            <p:nvPicPr>
              <p:cNvPr id="3450" name="Graphic 3449" descr="Deciduous tree with solid fill">
                <a:extLst>
                  <a:ext uri="{FF2B5EF4-FFF2-40B4-BE49-F238E27FC236}">
                    <a16:creationId xmlns:a16="http://schemas.microsoft.com/office/drawing/2014/main" id="{A3BED381-2633-91CB-BA43-CBBFF2100B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3" y="2333774"/>
                <a:ext cx="209457" cy="196411"/>
              </a:xfrm>
              <a:prstGeom prst="rect">
                <a:avLst/>
              </a:prstGeom>
            </p:spPr>
          </p:pic>
          <p:pic>
            <p:nvPicPr>
              <p:cNvPr id="3452" name="Graphic 3451" descr="Deciduous tree with solid fill">
                <a:extLst>
                  <a:ext uri="{FF2B5EF4-FFF2-40B4-BE49-F238E27FC236}">
                    <a16:creationId xmlns:a16="http://schemas.microsoft.com/office/drawing/2014/main" id="{CE06BCFE-7FE3-55A9-70B1-393C17B10B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8" y="2457266"/>
                <a:ext cx="209457" cy="196411"/>
              </a:xfrm>
              <a:prstGeom prst="rect">
                <a:avLst/>
              </a:prstGeom>
            </p:spPr>
          </p:pic>
          <p:pic>
            <p:nvPicPr>
              <p:cNvPr id="3454" name="Graphic 3453" descr="Deciduous tree with solid fill">
                <a:extLst>
                  <a:ext uri="{FF2B5EF4-FFF2-40B4-BE49-F238E27FC236}">
                    <a16:creationId xmlns:a16="http://schemas.microsoft.com/office/drawing/2014/main" id="{E101900C-8AD4-AE5A-04D0-F3416D6ADB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3" y="2580758"/>
                <a:ext cx="209457" cy="196411"/>
              </a:xfrm>
              <a:prstGeom prst="rect">
                <a:avLst/>
              </a:prstGeom>
            </p:spPr>
          </p:pic>
          <p:pic>
            <p:nvPicPr>
              <p:cNvPr id="704" name="Graphic 703" descr="Deciduous tree with solid fill">
                <a:extLst>
                  <a:ext uri="{FF2B5EF4-FFF2-40B4-BE49-F238E27FC236}">
                    <a16:creationId xmlns:a16="http://schemas.microsoft.com/office/drawing/2014/main" id="{75941592-9F4B-CCF4-4BAB-002E7EBF8C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706" name="Graphic 705" descr="Deciduous tree with solid fill">
                <a:extLst>
                  <a:ext uri="{FF2B5EF4-FFF2-40B4-BE49-F238E27FC236}">
                    <a16:creationId xmlns:a16="http://schemas.microsoft.com/office/drawing/2014/main" id="{67F920ED-D7C8-70A9-6E3B-54379982C1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3" y="2827740"/>
                <a:ext cx="209457" cy="196411"/>
              </a:xfrm>
              <a:prstGeom prst="rect">
                <a:avLst/>
              </a:prstGeom>
            </p:spPr>
          </p:pic>
          <p:pic>
            <p:nvPicPr>
              <p:cNvPr id="708" name="Graphic 707" descr="Deciduous tree with solid fill">
                <a:extLst>
                  <a:ext uri="{FF2B5EF4-FFF2-40B4-BE49-F238E27FC236}">
                    <a16:creationId xmlns:a16="http://schemas.microsoft.com/office/drawing/2014/main" id="{138BAD16-8283-E9D3-49A0-C4E8408121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8" y="2951231"/>
                <a:ext cx="209457" cy="196411"/>
              </a:xfrm>
              <a:prstGeom prst="rect">
                <a:avLst/>
              </a:prstGeom>
            </p:spPr>
          </p:pic>
          <p:pic>
            <p:nvPicPr>
              <p:cNvPr id="710" name="Graphic 709" descr="Deciduous tree with solid fill">
                <a:extLst>
                  <a:ext uri="{FF2B5EF4-FFF2-40B4-BE49-F238E27FC236}">
                    <a16:creationId xmlns:a16="http://schemas.microsoft.com/office/drawing/2014/main" id="{29F0B73C-842A-7A25-94A4-FACF0146B6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1" y="3074722"/>
                <a:ext cx="209457" cy="196411"/>
              </a:xfrm>
              <a:prstGeom prst="rect">
                <a:avLst/>
              </a:prstGeom>
            </p:spPr>
          </p:pic>
          <p:pic>
            <p:nvPicPr>
              <p:cNvPr id="712" name="Graphic 711" descr="Deciduous tree with solid fill">
                <a:extLst>
                  <a:ext uri="{FF2B5EF4-FFF2-40B4-BE49-F238E27FC236}">
                    <a16:creationId xmlns:a16="http://schemas.microsoft.com/office/drawing/2014/main" id="{4EDC97BA-0DBA-B0EC-1118-0F6946D715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6" y="3198214"/>
                <a:ext cx="209457" cy="196411"/>
              </a:xfrm>
              <a:prstGeom prst="rect">
                <a:avLst/>
              </a:prstGeom>
            </p:spPr>
          </p:pic>
          <p:pic>
            <p:nvPicPr>
              <p:cNvPr id="714" name="Graphic 713" descr="Deciduous tree with solid fill">
                <a:extLst>
                  <a:ext uri="{FF2B5EF4-FFF2-40B4-BE49-F238E27FC236}">
                    <a16:creationId xmlns:a16="http://schemas.microsoft.com/office/drawing/2014/main" id="{34C3A0C9-A6C1-3B36-3273-65BF0C35E4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1" y="3321705"/>
                <a:ext cx="209457" cy="196411"/>
              </a:xfrm>
              <a:prstGeom prst="rect">
                <a:avLst/>
              </a:prstGeom>
            </p:spPr>
          </p:pic>
          <p:pic>
            <p:nvPicPr>
              <p:cNvPr id="716" name="Graphic 715" descr="Deciduous tree with solid fill">
                <a:extLst>
                  <a:ext uri="{FF2B5EF4-FFF2-40B4-BE49-F238E27FC236}">
                    <a16:creationId xmlns:a16="http://schemas.microsoft.com/office/drawing/2014/main" id="{D450D392-2FF3-7F00-D513-94195100D3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6" y="3445196"/>
                <a:ext cx="209457" cy="196411"/>
              </a:xfrm>
              <a:prstGeom prst="rect">
                <a:avLst/>
              </a:prstGeom>
            </p:spPr>
          </p:pic>
          <p:pic>
            <p:nvPicPr>
              <p:cNvPr id="718" name="Graphic 717" descr="Deciduous tree with solid fill">
                <a:extLst>
                  <a:ext uri="{FF2B5EF4-FFF2-40B4-BE49-F238E27FC236}">
                    <a16:creationId xmlns:a16="http://schemas.microsoft.com/office/drawing/2014/main" id="{EE4ADB27-F54C-B7AA-874D-A617C60730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5" y="2114424"/>
                <a:ext cx="209457" cy="196411"/>
              </a:xfrm>
              <a:prstGeom prst="rect">
                <a:avLst/>
              </a:prstGeom>
            </p:spPr>
          </p:pic>
          <p:pic>
            <p:nvPicPr>
              <p:cNvPr id="719" name="Graphic 718" descr="Deciduous tree with solid fill">
                <a:extLst>
                  <a:ext uri="{FF2B5EF4-FFF2-40B4-BE49-F238E27FC236}">
                    <a16:creationId xmlns:a16="http://schemas.microsoft.com/office/drawing/2014/main" id="{3FB72284-60AF-CE5D-BECC-BCE01C90DE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90" y="2237915"/>
                <a:ext cx="209457" cy="196411"/>
              </a:xfrm>
              <a:prstGeom prst="rect">
                <a:avLst/>
              </a:prstGeom>
            </p:spPr>
          </p:pic>
          <p:pic>
            <p:nvPicPr>
              <p:cNvPr id="720" name="Graphic 719" descr="Deciduous tree with solid fill">
                <a:extLst>
                  <a:ext uri="{FF2B5EF4-FFF2-40B4-BE49-F238E27FC236}">
                    <a16:creationId xmlns:a16="http://schemas.microsoft.com/office/drawing/2014/main" id="{089ED7D9-550C-622E-86D7-398DBC2999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5" y="2361406"/>
                <a:ext cx="209457" cy="196411"/>
              </a:xfrm>
              <a:prstGeom prst="rect">
                <a:avLst/>
              </a:prstGeom>
            </p:spPr>
          </p:pic>
          <p:pic>
            <p:nvPicPr>
              <p:cNvPr id="721" name="Graphic 720" descr="Deciduous tree with solid fill">
                <a:extLst>
                  <a:ext uri="{FF2B5EF4-FFF2-40B4-BE49-F238E27FC236}">
                    <a16:creationId xmlns:a16="http://schemas.microsoft.com/office/drawing/2014/main" id="{896967A4-C306-6147-05D9-4DD43922C4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722" name="Graphic 721" descr="Deciduous tree with solid fill">
                <a:extLst>
                  <a:ext uri="{FF2B5EF4-FFF2-40B4-BE49-F238E27FC236}">
                    <a16:creationId xmlns:a16="http://schemas.microsoft.com/office/drawing/2014/main" id="{1048E0B9-7427-E25D-3BD8-9338CEE1F3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4" y="2608389"/>
                <a:ext cx="209457" cy="196411"/>
              </a:xfrm>
              <a:prstGeom prst="rect">
                <a:avLst/>
              </a:prstGeom>
            </p:spPr>
          </p:pic>
          <p:pic>
            <p:nvPicPr>
              <p:cNvPr id="723" name="Graphic 722" descr="Deciduous tree with solid fill">
                <a:extLst>
                  <a:ext uri="{FF2B5EF4-FFF2-40B4-BE49-F238E27FC236}">
                    <a16:creationId xmlns:a16="http://schemas.microsoft.com/office/drawing/2014/main" id="{FA9C822F-F072-3179-B2AB-2303024D63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9" y="2731881"/>
                <a:ext cx="209457" cy="196411"/>
              </a:xfrm>
              <a:prstGeom prst="rect">
                <a:avLst/>
              </a:prstGeom>
            </p:spPr>
          </p:pic>
          <p:pic>
            <p:nvPicPr>
              <p:cNvPr id="724" name="Graphic 723" descr="Deciduous tree with solid fill">
                <a:extLst>
                  <a:ext uri="{FF2B5EF4-FFF2-40B4-BE49-F238E27FC236}">
                    <a16:creationId xmlns:a16="http://schemas.microsoft.com/office/drawing/2014/main" id="{D9BA7031-9AB7-2E02-AF71-640E864B75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3" y="2855372"/>
                <a:ext cx="209457" cy="196411"/>
              </a:xfrm>
              <a:prstGeom prst="rect">
                <a:avLst/>
              </a:prstGeom>
            </p:spPr>
          </p:pic>
          <p:pic>
            <p:nvPicPr>
              <p:cNvPr id="725" name="Graphic 724" descr="Deciduous tree with solid fill">
                <a:extLst>
                  <a:ext uri="{FF2B5EF4-FFF2-40B4-BE49-F238E27FC236}">
                    <a16:creationId xmlns:a16="http://schemas.microsoft.com/office/drawing/2014/main" id="{BE80696F-F741-B66D-E905-4CB4068691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8" y="2978863"/>
                <a:ext cx="209457" cy="196411"/>
              </a:xfrm>
              <a:prstGeom prst="rect">
                <a:avLst/>
              </a:prstGeom>
            </p:spPr>
          </p:pic>
          <p:pic>
            <p:nvPicPr>
              <p:cNvPr id="726" name="Graphic 725" descr="Deciduous tree with solid fill">
                <a:extLst>
                  <a:ext uri="{FF2B5EF4-FFF2-40B4-BE49-F238E27FC236}">
                    <a16:creationId xmlns:a16="http://schemas.microsoft.com/office/drawing/2014/main" id="{73F3144B-BD13-6B56-8C0B-5422928C6B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3" y="3102355"/>
                <a:ext cx="209457" cy="196411"/>
              </a:xfrm>
              <a:prstGeom prst="rect">
                <a:avLst/>
              </a:prstGeom>
            </p:spPr>
          </p:pic>
          <p:pic>
            <p:nvPicPr>
              <p:cNvPr id="727" name="Graphic 726" descr="Deciduous tree with solid fill">
                <a:extLst>
                  <a:ext uri="{FF2B5EF4-FFF2-40B4-BE49-F238E27FC236}">
                    <a16:creationId xmlns:a16="http://schemas.microsoft.com/office/drawing/2014/main" id="{B126A899-B45B-8EAB-C381-9038A3563C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8" y="3225846"/>
                <a:ext cx="209457" cy="196411"/>
              </a:xfrm>
              <a:prstGeom prst="rect">
                <a:avLst/>
              </a:prstGeom>
            </p:spPr>
          </p:pic>
          <p:pic>
            <p:nvPicPr>
              <p:cNvPr id="728" name="Graphic 727" descr="Deciduous tree with solid fill">
                <a:extLst>
                  <a:ext uri="{FF2B5EF4-FFF2-40B4-BE49-F238E27FC236}">
                    <a16:creationId xmlns:a16="http://schemas.microsoft.com/office/drawing/2014/main" id="{F926BBDE-4C93-85C8-E89D-D73B58DCFA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3" y="3349337"/>
                <a:ext cx="209457" cy="196411"/>
              </a:xfrm>
              <a:prstGeom prst="rect">
                <a:avLst/>
              </a:prstGeom>
            </p:spPr>
          </p:pic>
          <p:pic>
            <p:nvPicPr>
              <p:cNvPr id="729" name="Graphic 728" descr="Deciduous tree with solid fill">
                <a:extLst>
                  <a:ext uri="{FF2B5EF4-FFF2-40B4-BE49-F238E27FC236}">
                    <a16:creationId xmlns:a16="http://schemas.microsoft.com/office/drawing/2014/main" id="{DA4B546F-F6F5-48FC-B163-0555EB0FE6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1" y="2026385"/>
                <a:ext cx="209457" cy="196411"/>
              </a:xfrm>
              <a:prstGeom prst="rect">
                <a:avLst/>
              </a:prstGeom>
            </p:spPr>
          </p:pic>
          <p:pic>
            <p:nvPicPr>
              <p:cNvPr id="730" name="Graphic 729" descr="Deciduous tree with solid fill">
                <a:extLst>
                  <a:ext uri="{FF2B5EF4-FFF2-40B4-BE49-F238E27FC236}">
                    <a16:creationId xmlns:a16="http://schemas.microsoft.com/office/drawing/2014/main" id="{A3141D07-247D-310D-30DC-254DB12C40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6" y="2149877"/>
                <a:ext cx="209457" cy="196411"/>
              </a:xfrm>
              <a:prstGeom prst="rect">
                <a:avLst/>
              </a:prstGeom>
            </p:spPr>
          </p:pic>
          <p:pic>
            <p:nvPicPr>
              <p:cNvPr id="732" name="Graphic 731" descr="Deciduous tree with solid fill">
                <a:extLst>
                  <a:ext uri="{FF2B5EF4-FFF2-40B4-BE49-F238E27FC236}">
                    <a16:creationId xmlns:a16="http://schemas.microsoft.com/office/drawing/2014/main" id="{ADC7B105-F22D-6D51-6A97-AC9FE668BE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1" y="2273368"/>
                <a:ext cx="209457" cy="196411"/>
              </a:xfrm>
              <a:prstGeom prst="rect">
                <a:avLst/>
              </a:prstGeom>
            </p:spPr>
          </p:pic>
          <p:pic>
            <p:nvPicPr>
              <p:cNvPr id="734" name="Graphic 733" descr="Deciduous tree with solid fill">
                <a:extLst>
                  <a:ext uri="{FF2B5EF4-FFF2-40B4-BE49-F238E27FC236}">
                    <a16:creationId xmlns:a16="http://schemas.microsoft.com/office/drawing/2014/main" id="{86EDCB37-2D7A-5E09-FED3-0B5845F174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6" y="2396860"/>
                <a:ext cx="209457" cy="196411"/>
              </a:xfrm>
              <a:prstGeom prst="rect">
                <a:avLst/>
              </a:prstGeom>
            </p:spPr>
          </p:pic>
          <p:pic>
            <p:nvPicPr>
              <p:cNvPr id="736" name="Graphic 735" descr="Deciduous tree with solid fill">
                <a:extLst>
                  <a:ext uri="{FF2B5EF4-FFF2-40B4-BE49-F238E27FC236}">
                    <a16:creationId xmlns:a16="http://schemas.microsoft.com/office/drawing/2014/main" id="{C0432A07-438E-7761-B5FA-C66D110C96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1" y="2520351"/>
                <a:ext cx="209457" cy="196411"/>
              </a:xfrm>
              <a:prstGeom prst="rect">
                <a:avLst/>
              </a:prstGeom>
            </p:spPr>
          </p:pic>
          <p:pic>
            <p:nvPicPr>
              <p:cNvPr id="738" name="Graphic 737" descr="Deciduous tree with solid fill">
                <a:extLst>
                  <a:ext uri="{FF2B5EF4-FFF2-40B4-BE49-F238E27FC236}">
                    <a16:creationId xmlns:a16="http://schemas.microsoft.com/office/drawing/2014/main" id="{4DA8547D-1D3B-55D4-4934-F983503F34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6" y="2643841"/>
                <a:ext cx="209457" cy="196411"/>
              </a:xfrm>
              <a:prstGeom prst="rect">
                <a:avLst/>
              </a:prstGeom>
            </p:spPr>
          </p:pic>
          <p:pic>
            <p:nvPicPr>
              <p:cNvPr id="740" name="Graphic 739" descr="Deciduous tree with solid fill">
                <a:extLst>
                  <a:ext uri="{FF2B5EF4-FFF2-40B4-BE49-F238E27FC236}">
                    <a16:creationId xmlns:a16="http://schemas.microsoft.com/office/drawing/2014/main" id="{A1272729-1B0E-4278-332B-F42CB4FB09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1" y="2767333"/>
                <a:ext cx="209457" cy="196411"/>
              </a:xfrm>
              <a:prstGeom prst="rect">
                <a:avLst/>
              </a:prstGeom>
            </p:spPr>
          </p:pic>
          <p:pic>
            <p:nvPicPr>
              <p:cNvPr id="742" name="Graphic 741" descr="Deciduous tree with solid fill">
                <a:extLst>
                  <a:ext uri="{FF2B5EF4-FFF2-40B4-BE49-F238E27FC236}">
                    <a16:creationId xmlns:a16="http://schemas.microsoft.com/office/drawing/2014/main" id="{65407F38-50CA-5DE9-797E-18E791D6BF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5" y="2890825"/>
                <a:ext cx="209457" cy="196411"/>
              </a:xfrm>
              <a:prstGeom prst="rect">
                <a:avLst/>
              </a:prstGeom>
            </p:spPr>
          </p:pic>
          <p:pic>
            <p:nvPicPr>
              <p:cNvPr id="744" name="Graphic 743" descr="Deciduous tree with solid fill">
                <a:extLst>
                  <a:ext uri="{FF2B5EF4-FFF2-40B4-BE49-F238E27FC236}">
                    <a16:creationId xmlns:a16="http://schemas.microsoft.com/office/drawing/2014/main" id="{A151ADC3-2C48-7C68-79BD-130AA3A4DA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9" y="3014316"/>
                <a:ext cx="209457" cy="196411"/>
              </a:xfrm>
              <a:prstGeom prst="rect">
                <a:avLst/>
              </a:prstGeom>
            </p:spPr>
          </p:pic>
          <p:pic>
            <p:nvPicPr>
              <p:cNvPr id="745" name="Graphic 744" descr="Deciduous tree with solid fill">
                <a:extLst>
                  <a:ext uri="{FF2B5EF4-FFF2-40B4-BE49-F238E27FC236}">
                    <a16:creationId xmlns:a16="http://schemas.microsoft.com/office/drawing/2014/main" id="{D4B0E8E4-3853-D217-8BC0-25F8FAEDB6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4" y="3137808"/>
                <a:ext cx="209457" cy="196411"/>
              </a:xfrm>
              <a:prstGeom prst="rect">
                <a:avLst/>
              </a:prstGeom>
            </p:spPr>
          </p:pic>
          <p:pic>
            <p:nvPicPr>
              <p:cNvPr id="746" name="Graphic 745" descr="Deciduous tree with solid fill">
                <a:extLst>
                  <a:ext uri="{FF2B5EF4-FFF2-40B4-BE49-F238E27FC236}">
                    <a16:creationId xmlns:a16="http://schemas.microsoft.com/office/drawing/2014/main" id="{C4511108-985F-93CB-A856-5BE328242C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8" y="3261298"/>
                <a:ext cx="209457" cy="196411"/>
              </a:xfrm>
              <a:prstGeom prst="rect">
                <a:avLst/>
              </a:prstGeom>
            </p:spPr>
          </p:pic>
          <p:pic>
            <p:nvPicPr>
              <p:cNvPr id="747" name="Graphic 746" descr="Deciduous tree with solid fill">
                <a:extLst>
                  <a:ext uri="{FF2B5EF4-FFF2-40B4-BE49-F238E27FC236}">
                    <a16:creationId xmlns:a16="http://schemas.microsoft.com/office/drawing/2014/main" id="{9F779602-78EE-EA6D-2D33-2498379D1EC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53295" y="2114424"/>
                <a:ext cx="209457" cy="196411"/>
              </a:xfrm>
              <a:prstGeom prst="rect">
                <a:avLst/>
              </a:prstGeom>
            </p:spPr>
          </p:pic>
          <p:pic>
            <p:nvPicPr>
              <p:cNvPr id="748" name="Graphic 747" descr="Deciduous tree with solid fill">
                <a:extLst>
                  <a:ext uri="{FF2B5EF4-FFF2-40B4-BE49-F238E27FC236}">
                    <a16:creationId xmlns:a16="http://schemas.microsoft.com/office/drawing/2014/main" id="{3A171FCB-E453-334E-5C3B-6C8D98F7DE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8" y="2210283"/>
                <a:ext cx="209457" cy="196411"/>
              </a:xfrm>
              <a:prstGeom prst="rect">
                <a:avLst/>
              </a:prstGeom>
            </p:spPr>
          </p:pic>
          <p:pic>
            <p:nvPicPr>
              <p:cNvPr id="749" name="Graphic 748" descr="Deciduous tree with solid fill">
                <a:extLst>
                  <a:ext uri="{FF2B5EF4-FFF2-40B4-BE49-F238E27FC236}">
                    <a16:creationId xmlns:a16="http://schemas.microsoft.com/office/drawing/2014/main" id="{4822DAA2-A795-64B0-90E5-98AAB9AA2F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0" y="2026385"/>
                <a:ext cx="209457" cy="196411"/>
              </a:xfrm>
              <a:prstGeom prst="rect">
                <a:avLst/>
              </a:prstGeom>
            </p:spPr>
          </p:pic>
          <p:pic>
            <p:nvPicPr>
              <p:cNvPr id="750" name="Graphic 749" descr="Deciduous tree with solid fill">
                <a:extLst>
                  <a:ext uri="{FF2B5EF4-FFF2-40B4-BE49-F238E27FC236}">
                    <a16:creationId xmlns:a16="http://schemas.microsoft.com/office/drawing/2014/main" id="{EA19C527-EE55-92AB-A531-053980C454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2" y="2333774"/>
                <a:ext cx="209457" cy="196411"/>
              </a:xfrm>
              <a:prstGeom prst="rect">
                <a:avLst/>
              </a:prstGeom>
            </p:spPr>
          </p:pic>
          <p:pic>
            <p:nvPicPr>
              <p:cNvPr id="751" name="Graphic 750" descr="Deciduous tree with solid fill">
                <a:extLst>
                  <a:ext uri="{FF2B5EF4-FFF2-40B4-BE49-F238E27FC236}">
                    <a16:creationId xmlns:a16="http://schemas.microsoft.com/office/drawing/2014/main" id="{B350F888-64E4-45A9-5B5B-6C94AB7102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752" name="Graphic 751" descr="Deciduous tree with solid fill">
                <a:extLst>
                  <a:ext uri="{FF2B5EF4-FFF2-40B4-BE49-F238E27FC236}">
                    <a16:creationId xmlns:a16="http://schemas.microsoft.com/office/drawing/2014/main" id="{5C517150-2193-3138-3DF5-BD037D9191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753" name="Graphic 752" descr="Deciduous tree with solid fill">
                <a:extLst>
                  <a:ext uri="{FF2B5EF4-FFF2-40B4-BE49-F238E27FC236}">
                    <a16:creationId xmlns:a16="http://schemas.microsoft.com/office/drawing/2014/main" id="{AD7B911F-B321-588E-05B7-4CB30F0682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754" name="Graphic 753" descr="Deciduous tree with solid fill">
                <a:extLst>
                  <a:ext uri="{FF2B5EF4-FFF2-40B4-BE49-F238E27FC236}">
                    <a16:creationId xmlns:a16="http://schemas.microsoft.com/office/drawing/2014/main" id="{7AE8EAE2-D430-2463-193D-24F2E13E21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755" name="Graphic 754" descr="Deciduous tree with solid fill">
                <a:extLst>
                  <a:ext uri="{FF2B5EF4-FFF2-40B4-BE49-F238E27FC236}">
                    <a16:creationId xmlns:a16="http://schemas.microsoft.com/office/drawing/2014/main" id="{40B40A94-744A-D20E-DEFF-CB767F10D0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756" name="Graphic 755" descr="Deciduous tree with solid fill">
                <a:extLst>
                  <a:ext uri="{FF2B5EF4-FFF2-40B4-BE49-F238E27FC236}">
                    <a16:creationId xmlns:a16="http://schemas.microsoft.com/office/drawing/2014/main" id="{4E79D7AB-0F99-9550-19E7-16F05A07B0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758" name="Graphic 757" descr="Deciduous tree with solid fill">
                <a:extLst>
                  <a:ext uri="{FF2B5EF4-FFF2-40B4-BE49-F238E27FC236}">
                    <a16:creationId xmlns:a16="http://schemas.microsoft.com/office/drawing/2014/main" id="{3F1522B3-E167-A979-AE8F-80FDF9A9C2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760" name="Graphic 759" descr="Deciduous tree with solid fill">
                <a:extLst>
                  <a:ext uri="{FF2B5EF4-FFF2-40B4-BE49-F238E27FC236}">
                    <a16:creationId xmlns:a16="http://schemas.microsoft.com/office/drawing/2014/main" id="{AADA062B-EA5F-8DE9-7A70-71086EB09E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762" name="Graphic 761" descr="Deciduous tree with solid fill">
                <a:extLst>
                  <a:ext uri="{FF2B5EF4-FFF2-40B4-BE49-F238E27FC236}">
                    <a16:creationId xmlns:a16="http://schemas.microsoft.com/office/drawing/2014/main" id="{8047EBDA-FB91-7914-1D5F-4366AF0644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764" name="Graphic 763" descr="Deciduous tree with solid fill">
                <a:extLst>
                  <a:ext uri="{FF2B5EF4-FFF2-40B4-BE49-F238E27FC236}">
                    <a16:creationId xmlns:a16="http://schemas.microsoft.com/office/drawing/2014/main" id="{B77E0C96-5869-D4AC-7988-0182555220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766" name="Graphic 765" descr="Deciduous tree with solid fill">
                <a:extLst>
                  <a:ext uri="{FF2B5EF4-FFF2-40B4-BE49-F238E27FC236}">
                    <a16:creationId xmlns:a16="http://schemas.microsoft.com/office/drawing/2014/main" id="{BB9AC8B6-AB72-8D76-78E3-3DC931A9CC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3456" name="Graphic 3455" descr="Deciduous tree with solid fill">
                <a:extLst>
                  <a:ext uri="{FF2B5EF4-FFF2-40B4-BE49-F238E27FC236}">
                    <a16:creationId xmlns:a16="http://schemas.microsoft.com/office/drawing/2014/main" id="{621868F5-F3A8-87C8-9550-587D02F749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3458" name="Graphic 3457" descr="Deciduous tree with solid fill">
                <a:extLst>
                  <a:ext uri="{FF2B5EF4-FFF2-40B4-BE49-F238E27FC236}">
                    <a16:creationId xmlns:a16="http://schemas.microsoft.com/office/drawing/2014/main" id="{F9C7E759-684B-495E-0709-8781C09AE5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3460" name="Graphic 3459" descr="Deciduous tree with solid fill">
                <a:extLst>
                  <a:ext uri="{FF2B5EF4-FFF2-40B4-BE49-F238E27FC236}">
                    <a16:creationId xmlns:a16="http://schemas.microsoft.com/office/drawing/2014/main" id="{4854620F-96B2-4264-B655-2E4A5F0B83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3462" name="Graphic 3461" descr="Deciduous tree with solid fill">
                <a:extLst>
                  <a:ext uri="{FF2B5EF4-FFF2-40B4-BE49-F238E27FC236}">
                    <a16:creationId xmlns:a16="http://schemas.microsoft.com/office/drawing/2014/main" id="{CE8B26A4-52CE-E86A-00DC-1007859C03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3464" name="Graphic 3463" descr="Deciduous tree with solid fill">
                <a:extLst>
                  <a:ext uri="{FF2B5EF4-FFF2-40B4-BE49-F238E27FC236}">
                    <a16:creationId xmlns:a16="http://schemas.microsoft.com/office/drawing/2014/main" id="{0BC1721E-6B7A-9ED6-C49D-595FEC8EA5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3466" name="Graphic 3465" descr="Deciduous tree with solid fill">
                <a:extLst>
                  <a:ext uri="{FF2B5EF4-FFF2-40B4-BE49-F238E27FC236}">
                    <a16:creationId xmlns:a16="http://schemas.microsoft.com/office/drawing/2014/main" id="{C4DE3AE1-F355-F511-076A-4EAF06527A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3468" name="Graphic 3467" descr="Deciduous tree with solid fill">
                <a:extLst>
                  <a:ext uri="{FF2B5EF4-FFF2-40B4-BE49-F238E27FC236}">
                    <a16:creationId xmlns:a16="http://schemas.microsoft.com/office/drawing/2014/main" id="{584E344A-3903-C36C-03CA-9FE8C295B2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3470" name="Graphic 3469" descr="Deciduous tree with solid fill">
                <a:extLst>
                  <a:ext uri="{FF2B5EF4-FFF2-40B4-BE49-F238E27FC236}">
                    <a16:creationId xmlns:a16="http://schemas.microsoft.com/office/drawing/2014/main" id="{88C888E1-C7AF-1BC7-3D01-6F62B37F25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3472" name="Graphic 3471" descr="Deciduous tree with solid fill">
                <a:extLst>
                  <a:ext uri="{FF2B5EF4-FFF2-40B4-BE49-F238E27FC236}">
                    <a16:creationId xmlns:a16="http://schemas.microsoft.com/office/drawing/2014/main" id="{BDFF7ABC-F78D-2693-9004-4A0FADC0AD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5" y="2149877"/>
                <a:ext cx="209457" cy="196411"/>
              </a:xfrm>
              <a:prstGeom prst="rect">
                <a:avLst/>
              </a:prstGeom>
            </p:spPr>
          </p:pic>
          <p:pic>
            <p:nvPicPr>
              <p:cNvPr id="3474" name="Graphic 3473" descr="Deciduous tree with solid fill">
                <a:extLst>
                  <a:ext uri="{FF2B5EF4-FFF2-40B4-BE49-F238E27FC236}">
                    <a16:creationId xmlns:a16="http://schemas.microsoft.com/office/drawing/2014/main" id="{576E1E6A-66AA-EBD8-6036-1EA4C877E9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3476" name="Graphic 3475" descr="Deciduous tree with solid fill">
                <a:extLst>
                  <a:ext uri="{FF2B5EF4-FFF2-40B4-BE49-F238E27FC236}">
                    <a16:creationId xmlns:a16="http://schemas.microsoft.com/office/drawing/2014/main" id="{D53115B3-0560-5F71-3F5B-241DF0DCA4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3478" name="Graphic 3477" descr="Deciduous tree with solid fill">
                <a:extLst>
                  <a:ext uri="{FF2B5EF4-FFF2-40B4-BE49-F238E27FC236}">
                    <a16:creationId xmlns:a16="http://schemas.microsoft.com/office/drawing/2014/main" id="{5F11BAB6-8759-81BD-721B-97F2840A6B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3480" name="Graphic 3479" descr="Deciduous tree with solid fill">
                <a:extLst>
                  <a:ext uri="{FF2B5EF4-FFF2-40B4-BE49-F238E27FC236}">
                    <a16:creationId xmlns:a16="http://schemas.microsoft.com/office/drawing/2014/main" id="{F46186F2-22DB-A04C-82E0-A01D2D06DE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3482" name="Graphic 3481" descr="Deciduous tree with solid fill">
                <a:extLst>
                  <a:ext uri="{FF2B5EF4-FFF2-40B4-BE49-F238E27FC236}">
                    <a16:creationId xmlns:a16="http://schemas.microsoft.com/office/drawing/2014/main" id="{7A46A07E-E7AD-2A81-F2AE-F49DB9C54C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3484" name="Graphic 3483" descr="Deciduous tree with solid fill">
                <a:extLst>
                  <a:ext uri="{FF2B5EF4-FFF2-40B4-BE49-F238E27FC236}">
                    <a16:creationId xmlns:a16="http://schemas.microsoft.com/office/drawing/2014/main" id="{33557CF0-CDB4-1476-5C66-1E23F58C69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3486" name="Graphic 3485" descr="Deciduous tree with solid fill">
                <a:extLst>
                  <a:ext uri="{FF2B5EF4-FFF2-40B4-BE49-F238E27FC236}">
                    <a16:creationId xmlns:a16="http://schemas.microsoft.com/office/drawing/2014/main" id="{10859F45-6D8B-8021-5D42-06ADFFD972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3488" name="Graphic 3487" descr="Deciduous tree with solid fill">
                <a:extLst>
                  <a:ext uri="{FF2B5EF4-FFF2-40B4-BE49-F238E27FC236}">
                    <a16:creationId xmlns:a16="http://schemas.microsoft.com/office/drawing/2014/main" id="{969B5768-C472-863E-F4EC-CF36E32458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3490" name="Graphic 3489" descr="Deciduous tree with solid fill">
                <a:extLst>
                  <a:ext uri="{FF2B5EF4-FFF2-40B4-BE49-F238E27FC236}">
                    <a16:creationId xmlns:a16="http://schemas.microsoft.com/office/drawing/2014/main" id="{A2353E2C-4600-0EED-1102-0B8714B351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3492" name="Graphic 3491" descr="Deciduous tree with solid fill">
                <a:extLst>
                  <a:ext uri="{FF2B5EF4-FFF2-40B4-BE49-F238E27FC236}">
                    <a16:creationId xmlns:a16="http://schemas.microsoft.com/office/drawing/2014/main" id="{0CC79DDD-B0E9-2297-4DFB-240430EE21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3494" name="Graphic 3493" descr="Deciduous tree with solid fill">
                <a:extLst>
                  <a:ext uri="{FF2B5EF4-FFF2-40B4-BE49-F238E27FC236}">
                    <a16:creationId xmlns:a16="http://schemas.microsoft.com/office/drawing/2014/main" id="{4D58C717-9903-BADB-BFFD-E2BEEA11F5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2" y="2333774"/>
                <a:ext cx="209457" cy="196411"/>
              </a:xfrm>
              <a:prstGeom prst="rect">
                <a:avLst/>
              </a:prstGeom>
            </p:spPr>
          </p:pic>
          <p:pic>
            <p:nvPicPr>
              <p:cNvPr id="3496" name="Graphic 3495" descr="Deciduous tree with solid fill">
                <a:extLst>
                  <a:ext uri="{FF2B5EF4-FFF2-40B4-BE49-F238E27FC236}">
                    <a16:creationId xmlns:a16="http://schemas.microsoft.com/office/drawing/2014/main" id="{89912A31-9802-6BC3-42C8-94E5F5FD6A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5" y="2149877"/>
                <a:ext cx="209457" cy="196411"/>
              </a:xfrm>
              <a:prstGeom prst="rect">
                <a:avLst/>
              </a:prstGeom>
            </p:spPr>
          </p:pic>
          <p:pic>
            <p:nvPicPr>
              <p:cNvPr id="3498" name="Graphic 3497" descr="Deciduous tree with solid fill">
                <a:extLst>
                  <a:ext uri="{FF2B5EF4-FFF2-40B4-BE49-F238E27FC236}">
                    <a16:creationId xmlns:a16="http://schemas.microsoft.com/office/drawing/2014/main" id="{45BF1E6E-4866-FBC8-08FB-2FDED0BE1D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3499" name="Graphic 3498" descr="Deciduous tree with solid fill">
                <a:extLst>
                  <a:ext uri="{FF2B5EF4-FFF2-40B4-BE49-F238E27FC236}">
                    <a16:creationId xmlns:a16="http://schemas.microsoft.com/office/drawing/2014/main" id="{C7D94A61-B26A-8334-592C-FB058BAAA8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3500" name="Graphic 3499" descr="Deciduous tree with solid fill">
                <a:extLst>
                  <a:ext uri="{FF2B5EF4-FFF2-40B4-BE49-F238E27FC236}">
                    <a16:creationId xmlns:a16="http://schemas.microsoft.com/office/drawing/2014/main" id="{66F647F2-CCE4-60DB-9699-764FA8331C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3502" name="Graphic 3501" descr="Deciduous tree with solid fill">
                <a:extLst>
                  <a:ext uri="{FF2B5EF4-FFF2-40B4-BE49-F238E27FC236}">
                    <a16:creationId xmlns:a16="http://schemas.microsoft.com/office/drawing/2014/main" id="{3467E564-D5D8-70E9-18FE-57FFE825F4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3504" name="Graphic 3503" descr="Deciduous tree with solid fill">
                <a:extLst>
                  <a:ext uri="{FF2B5EF4-FFF2-40B4-BE49-F238E27FC236}">
                    <a16:creationId xmlns:a16="http://schemas.microsoft.com/office/drawing/2014/main" id="{84028895-1739-335E-3289-596B4F1DC6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3506" name="Graphic 3505" descr="Deciduous tree with solid fill">
                <a:extLst>
                  <a:ext uri="{FF2B5EF4-FFF2-40B4-BE49-F238E27FC236}">
                    <a16:creationId xmlns:a16="http://schemas.microsoft.com/office/drawing/2014/main" id="{7C7BB341-B349-B634-5596-31AD34491B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3508" name="Graphic 3507" descr="Deciduous tree with solid fill">
                <a:extLst>
                  <a:ext uri="{FF2B5EF4-FFF2-40B4-BE49-F238E27FC236}">
                    <a16:creationId xmlns:a16="http://schemas.microsoft.com/office/drawing/2014/main" id="{2E15F757-33D8-2D62-1A32-5CA5BDC27A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3510" name="Graphic 3509" descr="Deciduous tree with solid fill">
                <a:extLst>
                  <a:ext uri="{FF2B5EF4-FFF2-40B4-BE49-F238E27FC236}">
                    <a16:creationId xmlns:a16="http://schemas.microsoft.com/office/drawing/2014/main" id="{BE82CFFC-695B-D59A-72B5-BB7BAB3A43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3512" name="Graphic 3511" descr="Deciduous tree with solid fill">
                <a:extLst>
                  <a:ext uri="{FF2B5EF4-FFF2-40B4-BE49-F238E27FC236}">
                    <a16:creationId xmlns:a16="http://schemas.microsoft.com/office/drawing/2014/main" id="{09071EF1-15F3-13BA-26E8-5E8ECC518E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3514" name="Graphic 3513" descr="Deciduous tree with solid fill">
                <a:extLst>
                  <a:ext uri="{FF2B5EF4-FFF2-40B4-BE49-F238E27FC236}">
                    <a16:creationId xmlns:a16="http://schemas.microsoft.com/office/drawing/2014/main" id="{BBDFCF03-1085-DC42-EEDE-1ABE94FA9D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3516" name="Graphic 3515" descr="Deciduous tree with solid fill">
                <a:extLst>
                  <a:ext uri="{FF2B5EF4-FFF2-40B4-BE49-F238E27FC236}">
                    <a16:creationId xmlns:a16="http://schemas.microsoft.com/office/drawing/2014/main" id="{D6759BE9-E5C2-3DC1-8F1D-F0D7C9C1D2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3518" name="Graphic 3517" descr="Deciduous tree with solid fill">
                <a:extLst>
                  <a:ext uri="{FF2B5EF4-FFF2-40B4-BE49-F238E27FC236}">
                    <a16:creationId xmlns:a16="http://schemas.microsoft.com/office/drawing/2014/main" id="{AF3EDDA6-B58B-1CE8-C060-1E7B9ED33E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768" name="Graphic 767" descr="Deciduous tree with solid fill">
                <a:extLst>
                  <a:ext uri="{FF2B5EF4-FFF2-40B4-BE49-F238E27FC236}">
                    <a16:creationId xmlns:a16="http://schemas.microsoft.com/office/drawing/2014/main" id="{26024BA5-BC95-F344-0153-8D97DE1F1C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770" name="Graphic 769" descr="Deciduous tree with solid fill">
                <a:extLst>
                  <a:ext uri="{FF2B5EF4-FFF2-40B4-BE49-F238E27FC236}">
                    <a16:creationId xmlns:a16="http://schemas.microsoft.com/office/drawing/2014/main" id="{678B9938-217E-462F-9B75-98AEA76412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771" name="Graphic 770" descr="Deciduous tree with solid fill">
                <a:extLst>
                  <a:ext uri="{FF2B5EF4-FFF2-40B4-BE49-F238E27FC236}">
                    <a16:creationId xmlns:a16="http://schemas.microsoft.com/office/drawing/2014/main" id="{099B682D-5793-11CF-9661-2505A64F1A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772" name="Graphic 771" descr="Deciduous tree with solid fill">
                <a:extLst>
                  <a:ext uri="{FF2B5EF4-FFF2-40B4-BE49-F238E27FC236}">
                    <a16:creationId xmlns:a16="http://schemas.microsoft.com/office/drawing/2014/main" id="{AFE16C67-8D9B-B123-9C1E-9738311921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773" name="Graphic 772" descr="Deciduous tree with solid fill">
                <a:extLst>
                  <a:ext uri="{FF2B5EF4-FFF2-40B4-BE49-F238E27FC236}">
                    <a16:creationId xmlns:a16="http://schemas.microsoft.com/office/drawing/2014/main" id="{E9375F57-B4AB-BDEE-05E7-2C9E656E81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774" name="Graphic 773" descr="Deciduous tree with solid fill">
                <a:extLst>
                  <a:ext uri="{FF2B5EF4-FFF2-40B4-BE49-F238E27FC236}">
                    <a16:creationId xmlns:a16="http://schemas.microsoft.com/office/drawing/2014/main" id="{93BB2F82-91F6-2A74-A682-BAF39B207D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775" name="Graphic 774" descr="Deciduous tree with solid fill">
                <a:extLst>
                  <a:ext uri="{FF2B5EF4-FFF2-40B4-BE49-F238E27FC236}">
                    <a16:creationId xmlns:a16="http://schemas.microsoft.com/office/drawing/2014/main" id="{6EFA6C85-3F51-6DBA-30ED-F480532627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776" name="Graphic 775" descr="Deciduous tree with solid fill">
                <a:extLst>
                  <a:ext uri="{FF2B5EF4-FFF2-40B4-BE49-F238E27FC236}">
                    <a16:creationId xmlns:a16="http://schemas.microsoft.com/office/drawing/2014/main" id="{B7F56A9B-1DA3-5A86-041B-DBAF60C834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777" name="Graphic 776" descr="Deciduous tree with solid fill">
                <a:extLst>
                  <a:ext uri="{FF2B5EF4-FFF2-40B4-BE49-F238E27FC236}">
                    <a16:creationId xmlns:a16="http://schemas.microsoft.com/office/drawing/2014/main" id="{D64645CB-E9CC-47D1-A9BE-460C2FC560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778" name="Graphic 777" descr="Deciduous tree with solid fill">
                <a:extLst>
                  <a:ext uri="{FF2B5EF4-FFF2-40B4-BE49-F238E27FC236}">
                    <a16:creationId xmlns:a16="http://schemas.microsoft.com/office/drawing/2014/main" id="{3618D189-0367-3B40-A08E-E6CF87EEA7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779" name="Graphic 778" descr="Deciduous tree with solid fill">
                <a:extLst>
                  <a:ext uri="{FF2B5EF4-FFF2-40B4-BE49-F238E27FC236}">
                    <a16:creationId xmlns:a16="http://schemas.microsoft.com/office/drawing/2014/main" id="{48A6EF9E-F30D-B975-A4C0-761F900B20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780" name="Graphic 779" descr="Deciduous tree with solid fill">
                <a:extLst>
                  <a:ext uri="{FF2B5EF4-FFF2-40B4-BE49-F238E27FC236}">
                    <a16:creationId xmlns:a16="http://schemas.microsoft.com/office/drawing/2014/main" id="{32AF2ECA-F4B9-7248-F25B-6D4C427BBD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781" name="Graphic 780" descr="Deciduous tree with solid fill">
                <a:extLst>
                  <a:ext uri="{FF2B5EF4-FFF2-40B4-BE49-F238E27FC236}">
                    <a16:creationId xmlns:a16="http://schemas.microsoft.com/office/drawing/2014/main" id="{BCE324B3-D334-A4CE-2FFF-0D8BBBB476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782" name="Graphic 781" descr="Deciduous tree with solid fill">
                <a:extLst>
                  <a:ext uri="{FF2B5EF4-FFF2-40B4-BE49-F238E27FC236}">
                    <a16:creationId xmlns:a16="http://schemas.microsoft.com/office/drawing/2014/main" id="{69D209AF-5673-CC2C-B593-4BBBD3C8C9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784" name="Graphic 783" descr="Deciduous tree with solid fill">
                <a:extLst>
                  <a:ext uri="{FF2B5EF4-FFF2-40B4-BE49-F238E27FC236}">
                    <a16:creationId xmlns:a16="http://schemas.microsoft.com/office/drawing/2014/main" id="{880896B3-0A79-9CFC-D981-6110A3F78F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786" name="Graphic 785" descr="Deciduous tree with solid fill">
                <a:extLst>
                  <a:ext uri="{FF2B5EF4-FFF2-40B4-BE49-F238E27FC236}">
                    <a16:creationId xmlns:a16="http://schemas.microsoft.com/office/drawing/2014/main" id="{51B914B3-0F30-1C92-1BAA-A3FA4042B9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788" name="Graphic 787" descr="Deciduous tree with solid fill">
                <a:extLst>
                  <a:ext uri="{FF2B5EF4-FFF2-40B4-BE49-F238E27FC236}">
                    <a16:creationId xmlns:a16="http://schemas.microsoft.com/office/drawing/2014/main" id="{E379A62D-4F2D-6451-FB82-938F856333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789" name="Graphic 788" descr="Deciduous tree with solid fill">
                <a:extLst>
                  <a:ext uri="{FF2B5EF4-FFF2-40B4-BE49-F238E27FC236}">
                    <a16:creationId xmlns:a16="http://schemas.microsoft.com/office/drawing/2014/main" id="{6EC1149D-59AE-B6C2-3022-2CAAD3B8672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87260" y="2273368"/>
                <a:ext cx="209457" cy="196411"/>
              </a:xfrm>
              <a:prstGeom prst="rect">
                <a:avLst/>
              </a:prstGeom>
            </p:spPr>
          </p:pic>
          <p:pic>
            <p:nvPicPr>
              <p:cNvPr id="790" name="Graphic 789" descr="Deciduous tree with solid fill">
                <a:extLst>
                  <a:ext uri="{FF2B5EF4-FFF2-40B4-BE49-F238E27FC236}">
                    <a16:creationId xmlns:a16="http://schemas.microsoft.com/office/drawing/2014/main" id="{BBABB5F1-F2E9-48E4-6AC1-38044773BD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792" name="Graphic 791" descr="Deciduous tree with solid fill">
                <a:extLst>
                  <a:ext uri="{FF2B5EF4-FFF2-40B4-BE49-F238E27FC236}">
                    <a16:creationId xmlns:a16="http://schemas.microsoft.com/office/drawing/2014/main" id="{8A1CB780-3915-CCDB-1FC9-86D4486806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794" name="Graphic 793" descr="Deciduous tree with solid fill">
                <a:extLst>
                  <a:ext uri="{FF2B5EF4-FFF2-40B4-BE49-F238E27FC236}">
                    <a16:creationId xmlns:a16="http://schemas.microsoft.com/office/drawing/2014/main" id="{45316C0C-4690-BFA6-6A22-62B13FB5DA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796" name="Graphic 795" descr="Deciduous tree with solid fill">
                <a:extLst>
                  <a:ext uri="{FF2B5EF4-FFF2-40B4-BE49-F238E27FC236}">
                    <a16:creationId xmlns:a16="http://schemas.microsoft.com/office/drawing/2014/main" id="{A498FB43-44C5-E25E-C6BC-2B6A97F164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798" name="Graphic 797" descr="Deciduous tree with solid fill">
                <a:extLst>
                  <a:ext uri="{FF2B5EF4-FFF2-40B4-BE49-F238E27FC236}">
                    <a16:creationId xmlns:a16="http://schemas.microsoft.com/office/drawing/2014/main" id="{B927FD07-5205-322E-0E11-F358CF9D64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800" name="Graphic 799" descr="Deciduous tree with solid fill">
                <a:extLst>
                  <a:ext uri="{FF2B5EF4-FFF2-40B4-BE49-F238E27FC236}">
                    <a16:creationId xmlns:a16="http://schemas.microsoft.com/office/drawing/2014/main" id="{812B50F3-1E6F-E8BB-3AF3-0E46A9C408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802" name="Graphic 801" descr="Deciduous tree with solid fill">
                <a:extLst>
                  <a:ext uri="{FF2B5EF4-FFF2-40B4-BE49-F238E27FC236}">
                    <a16:creationId xmlns:a16="http://schemas.microsoft.com/office/drawing/2014/main" id="{D02A9B78-E653-D95E-9E85-8A573D23F1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803" name="Graphic 802" descr="Deciduous tree with solid fill">
                <a:extLst>
                  <a:ext uri="{FF2B5EF4-FFF2-40B4-BE49-F238E27FC236}">
                    <a16:creationId xmlns:a16="http://schemas.microsoft.com/office/drawing/2014/main" id="{B15B3295-77D7-79C1-4863-3B7A280B87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804" name="Graphic 803" descr="Deciduous tree with solid fill">
                <a:extLst>
                  <a:ext uri="{FF2B5EF4-FFF2-40B4-BE49-F238E27FC236}">
                    <a16:creationId xmlns:a16="http://schemas.microsoft.com/office/drawing/2014/main" id="{AECB033C-CFCA-C1A4-4A1A-975D05C19A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805" name="Graphic 804" descr="Deciduous tree with solid fill">
                <a:extLst>
                  <a:ext uri="{FF2B5EF4-FFF2-40B4-BE49-F238E27FC236}">
                    <a16:creationId xmlns:a16="http://schemas.microsoft.com/office/drawing/2014/main" id="{81085B3D-9A81-D0EB-4A3D-F07678E5C7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806" name="Graphic 805" descr="Deciduous tree with solid fill">
                <a:extLst>
                  <a:ext uri="{FF2B5EF4-FFF2-40B4-BE49-F238E27FC236}">
                    <a16:creationId xmlns:a16="http://schemas.microsoft.com/office/drawing/2014/main" id="{CF11D3F9-E781-82CB-DD4C-AE3F2FFCBC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807" name="Graphic 806" descr="Deciduous tree with solid fill">
                <a:extLst>
                  <a:ext uri="{FF2B5EF4-FFF2-40B4-BE49-F238E27FC236}">
                    <a16:creationId xmlns:a16="http://schemas.microsoft.com/office/drawing/2014/main" id="{A91C4B41-9F6C-0B9A-E415-D2B3B09D59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808" name="Graphic 807" descr="Deciduous tree with solid fill">
                <a:extLst>
                  <a:ext uri="{FF2B5EF4-FFF2-40B4-BE49-F238E27FC236}">
                    <a16:creationId xmlns:a16="http://schemas.microsoft.com/office/drawing/2014/main" id="{142D2A5A-5C12-07B0-AC01-B2CC71A793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809" name="Graphic 808" descr="Deciduous tree with solid fill">
                <a:extLst>
                  <a:ext uri="{FF2B5EF4-FFF2-40B4-BE49-F238E27FC236}">
                    <a16:creationId xmlns:a16="http://schemas.microsoft.com/office/drawing/2014/main" id="{74BAD079-8EE8-C9AD-6E6C-E5A282ED4A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810" name="Graphic 809" descr="Deciduous tree with solid fill">
                <a:extLst>
                  <a:ext uri="{FF2B5EF4-FFF2-40B4-BE49-F238E27FC236}">
                    <a16:creationId xmlns:a16="http://schemas.microsoft.com/office/drawing/2014/main" id="{870FF9C2-F5A5-F328-6588-8097962693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811" name="Graphic 810" descr="Deciduous tree with solid fill">
                <a:extLst>
                  <a:ext uri="{FF2B5EF4-FFF2-40B4-BE49-F238E27FC236}">
                    <a16:creationId xmlns:a16="http://schemas.microsoft.com/office/drawing/2014/main" id="{35DB7A71-D01E-FF75-4C01-B358512538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812" name="Graphic 811" descr="Deciduous tree with solid fill">
                <a:extLst>
                  <a:ext uri="{FF2B5EF4-FFF2-40B4-BE49-F238E27FC236}">
                    <a16:creationId xmlns:a16="http://schemas.microsoft.com/office/drawing/2014/main" id="{4E28B2DC-55C7-2FA5-669E-E4B9D31E8C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813" name="Graphic 812" descr="Deciduous tree with solid fill">
                <a:extLst>
                  <a:ext uri="{FF2B5EF4-FFF2-40B4-BE49-F238E27FC236}">
                    <a16:creationId xmlns:a16="http://schemas.microsoft.com/office/drawing/2014/main" id="{7CAAB06E-B916-F9C1-3947-C9A1B680FA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814" name="Graphic 813" descr="Deciduous tree with solid fill">
                <a:extLst>
                  <a:ext uri="{FF2B5EF4-FFF2-40B4-BE49-F238E27FC236}">
                    <a16:creationId xmlns:a16="http://schemas.microsoft.com/office/drawing/2014/main" id="{1A6EA330-0A04-9A92-DF20-7DA919903F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815" name="Graphic 814" descr="Deciduous tree with solid fill">
                <a:extLst>
                  <a:ext uri="{FF2B5EF4-FFF2-40B4-BE49-F238E27FC236}">
                    <a16:creationId xmlns:a16="http://schemas.microsoft.com/office/drawing/2014/main" id="{1BBAC110-3B55-B25E-4B91-DC3548968E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816" name="Graphic 815" descr="Deciduous tree with solid fill">
                <a:extLst>
                  <a:ext uri="{FF2B5EF4-FFF2-40B4-BE49-F238E27FC236}">
                    <a16:creationId xmlns:a16="http://schemas.microsoft.com/office/drawing/2014/main" id="{1DFBF0B0-B565-828F-7484-94405F439B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818" name="Graphic 817" descr="Deciduous tree with solid fill">
                <a:extLst>
                  <a:ext uri="{FF2B5EF4-FFF2-40B4-BE49-F238E27FC236}">
                    <a16:creationId xmlns:a16="http://schemas.microsoft.com/office/drawing/2014/main" id="{67A8780C-4122-C4CD-AD61-AC89349C44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820" name="Graphic 819" descr="Deciduous tree with solid fill">
                <a:extLst>
                  <a:ext uri="{FF2B5EF4-FFF2-40B4-BE49-F238E27FC236}">
                    <a16:creationId xmlns:a16="http://schemas.microsoft.com/office/drawing/2014/main" id="{CAC378CF-6851-C1C0-6B15-9CC311880C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822" name="Graphic 821" descr="Deciduous tree with solid fill">
                <a:extLst>
                  <a:ext uri="{FF2B5EF4-FFF2-40B4-BE49-F238E27FC236}">
                    <a16:creationId xmlns:a16="http://schemas.microsoft.com/office/drawing/2014/main" id="{E843AA95-F1C3-2B7D-35F9-10402305F9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824" name="Graphic 823" descr="Deciduous tree with solid fill">
                <a:extLst>
                  <a:ext uri="{FF2B5EF4-FFF2-40B4-BE49-F238E27FC236}">
                    <a16:creationId xmlns:a16="http://schemas.microsoft.com/office/drawing/2014/main" id="{9CD41733-9FA4-7FD4-9447-E2C9F06C8BD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48378" y="2484898"/>
                <a:ext cx="209457" cy="196411"/>
              </a:xfrm>
              <a:prstGeom prst="rect">
                <a:avLst/>
              </a:prstGeom>
            </p:spPr>
          </p:pic>
          <p:pic>
            <p:nvPicPr>
              <p:cNvPr id="826" name="Graphic 825" descr="Deciduous tree with solid fill">
                <a:extLst>
                  <a:ext uri="{FF2B5EF4-FFF2-40B4-BE49-F238E27FC236}">
                    <a16:creationId xmlns:a16="http://schemas.microsoft.com/office/drawing/2014/main" id="{4CF4D004-5EA7-9FFA-B734-FDF1E56ABC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828" name="Graphic 827" descr="Deciduous tree with solid fill">
                <a:extLst>
                  <a:ext uri="{FF2B5EF4-FFF2-40B4-BE49-F238E27FC236}">
                    <a16:creationId xmlns:a16="http://schemas.microsoft.com/office/drawing/2014/main" id="{8B0DD77F-E24B-F0F4-3FF8-9F3308C5B4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829" name="Graphic 828" descr="Deciduous tree with solid fill">
                <a:extLst>
                  <a:ext uri="{FF2B5EF4-FFF2-40B4-BE49-F238E27FC236}">
                    <a16:creationId xmlns:a16="http://schemas.microsoft.com/office/drawing/2014/main" id="{B38023A7-359B-FEA7-6B3A-4ABA7F99DA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830" name="Graphic 829" descr="Deciduous tree with solid fill">
                <a:extLst>
                  <a:ext uri="{FF2B5EF4-FFF2-40B4-BE49-F238E27FC236}">
                    <a16:creationId xmlns:a16="http://schemas.microsoft.com/office/drawing/2014/main" id="{B2BCFFE2-92D2-43EF-B94B-CD3EDA8B88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831" name="Graphic 830" descr="Deciduous tree with solid fill">
                <a:extLst>
                  <a:ext uri="{FF2B5EF4-FFF2-40B4-BE49-F238E27FC236}">
                    <a16:creationId xmlns:a16="http://schemas.microsoft.com/office/drawing/2014/main" id="{75F1F73F-52EA-39AD-24E1-2AB0DB6ADC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3520" name="Graphic 3519" descr="Deciduous tree with solid fill">
                <a:extLst>
                  <a:ext uri="{FF2B5EF4-FFF2-40B4-BE49-F238E27FC236}">
                    <a16:creationId xmlns:a16="http://schemas.microsoft.com/office/drawing/2014/main" id="{D842AE91-108C-CC5B-60FA-CFF6CD6577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3522" name="Graphic 3521" descr="Deciduous tree with solid fill">
                <a:extLst>
                  <a:ext uri="{FF2B5EF4-FFF2-40B4-BE49-F238E27FC236}">
                    <a16:creationId xmlns:a16="http://schemas.microsoft.com/office/drawing/2014/main" id="{FF0DE056-9727-7673-1F3F-8FAF249A36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3524" name="Graphic 3523" descr="Deciduous tree with solid fill">
                <a:extLst>
                  <a:ext uri="{FF2B5EF4-FFF2-40B4-BE49-F238E27FC236}">
                    <a16:creationId xmlns:a16="http://schemas.microsoft.com/office/drawing/2014/main" id="{5021DAA3-E608-EDE7-4C1D-A12E4F4BA6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3526" name="Graphic 3525" descr="Deciduous tree with solid fill">
                <a:extLst>
                  <a:ext uri="{FF2B5EF4-FFF2-40B4-BE49-F238E27FC236}">
                    <a16:creationId xmlns:a16="http://schemas.microsoft.com/office/drawing/2014/main" id="{83EF67FC-8597-D498-BF94-2A1BCB5446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3528" name="Graphic 3527" descr="Deciduous tree with solid fill">
                <a:extLst>
                  <a:ext uri="{FF2B5EF4-FFF2-40B4-BE49-F238E27FC236}">
                    <a16:creationId xmlns:a16="http://schemas.microsoft.com/office/drawing/2014/main" id="{93D50899-C148-AE91-E605-BF9E3D85D1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3530" name="Graphic 3529" descr="Deciduous tree with solid fill">
                <a:extLst>
                  <a:ext uri="{FF2B5EF4-FFF2-40B4-BE49-F238E27FC236}">
                    <a16:creationId xmlns:a16="http://schemas.microsoft.com/office/drawing/2014/main" id="{E071E2D0-3754-32CC-CA31-08A6C48C68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3532" name="Graphic 3531" descr="Deciduous tree with solid fill">
                <a:extLst>
                  <a:ext uri="{FF2B5EF4-FFF2-40B4-BE49-F238E27FC236}">
                    <a16:creationId xmlns:a16="http://schemas.microsoft.com/office/drawing/2014/main" id="{7A598B82-EE2E-42F7-3473-D5C6BB11B6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3534" name="Graphic 3533" descr="Deciduous tree with solid fill">
                <a:extLst>
                  <a:ext uri="{FF2B5EF4-FFF2-40B4-BE49-F238E27FC236}">
                    <a16:creationId xmlns:a16="http://schemas.microsoft.com/office/drawing/2014/main" id="{5747D323-1CBB-92C4-CD7D-E9F427FA30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3536" name="Graphic 3535" descr="Deciduous tree with solid fill">
                <a:extLst>
                  <a:ext uri="{FF2B5EF4-FFF2-40B4-BE49-F238E27FC236}">
                    <a16:creationId xmlns:a16="http://schemas.microsoft.com/office/drawing/2014/main" id="{BBBF32A8-07D5-41C3-689B-CC45262EBB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3538" name="Graphic 3537" descr="Deciduous tree with solid fill">
                <a:extLst>
                  <a:ext uri="{FF2B5EF4-FFF2-40B4-BE49-F238E27FC236}">
                    <a16:creationId xmlns:a16="http://schemas.microsoft.com/office/drawing/2014/main" id="{AB979097-E7BA-8E46-110E-77865E2089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3540" name="Graphic 3539" descr="Deciduous tree with solid fill">
                <a:extLst>
                  <a:ext uri="{FF2B5EF4-FFF2-40B4-BE49-F238E27FC236}">
                    <a16:creationId xmlns:a16="http://schemas.microsoft.com/office/drawing/2014/main" id="{FEDDD663-4759-BCD6-07F5-96369847FB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3542" name="Graphic 3541" descr="Deciduous tree with solid fill">
                <a:extLst>
                  <a:ext uri="{FF2B5EF4-FFF2-40B4-BE49-F238E27FC236}">
                    <a16:creationId xmlns:a16="http://schemas.microsoft.com/office/drawing/2014/main" id="{530BC8C0-7748-9549-0EEA-6F451A9946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3544" name="Graphic 3543" descr="Deciduous tree with solid fill">
                <a:extLst>
                  <a:ext uri="{FF2B5EF4-FFF2-40B4-BE49-F238E27FC236}">
                    <a16:creationId xmlns:a16="http://schemas.microsoft.com/office/drawing/2014/main" id="{F9298F04-951A-E03D-6766-798A34EC70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3546" name="Graphic 3545" descr="Deciduous tree with solid fill">
                <a:extLst>
                  <a:ext uri="{FF2B5EF4-FFF2-40B4-BE49-F238E27FC236}">
                    <a16:creationId xmlns:a16="http://schemas.microsoft.com/office/drawing/2014/main" id="{9655B83D-17A5-9278-7EDD-FA17989A0C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3548" name="Graphic 3547" descr="Deciduous tree with solid fill">
                <a:extLst>
                  <a:ext uri="{FF2B5EF4-FFF2-40B4-BE49-F238E27FC236}">
                    <a16:creationId xmlns:a16="http://schemas.microsoft.com/office/drawing/2014/main" id="{D1A6E384-D469-567A-2922-A8FF726243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3550" name="Graphic 3549" descr="Deciduous tree with solid fill">
                <a:extLst>
                  <a:ext uri="{FF2B5EF4-FFF2-40B4-BE49-F238E27FC236}">
                    <a16:creationId xmlns:a16="http://schemas.microsoft.com/office/drawing/2014/main" id="{22D1D515-CC3E-343B-C402-22CBF3F901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3552" name="Graphic 3551" descr="Deciduous tree with solid fill">
                <a:extLst>
                  <a:ext uri="{FF2B5EF4-FFF2-40B4-BE49-F238E27FC236}">
                    <a16:creationId xmlns:a16="http://schemas.microsoft.com/office/drawing/2014/main" id="{9CAAD452-FE5A-1989-3E2A-5C43F05833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3554" name="Graphic 3553" descr="Deciduous tree with solid fill">
                <a:extLst>
                  <a:ext uri="{FF2B5EF4-FFF2-40B4-BE49-F238E27FC236}">
                    <a16:creationId xmlns:a16="http://schemas.microsoft.com/office/drawing/2014/main" id="{89BC98F8-B041-BC55-71C1-59D6DA883C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3556" name="Graphic 3555" descr="Deciduous tree with solid fill">
                <a:extLst>
                  <a:ext uri="{FF2B5EF4-FFF2-40B4-BE49-F238E27FC236}">
                    <a16:creationId xmlns:a16="http://schemas.microsoft.com/office/drawing/2014/main" id="{FF7D2CC8-1E55-BA97-0898-F4DA03FE7C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3558" name="Graphic 3557" descr="Deciduous tree with solid fill">
                <a:extLst>
                  <a:ext uri="{FF2B5EF4-FFF2-40B4-BE49-F238E27FC236}">
                    <a16:creationId xmlns:a16="http://schemas.microsoft.com/office/drawing/2014/main" id="{916C7569-7E68-489E-77BA-1407A9BD16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3560" name="Graphic 3559" descr="Deciduous tree with solid fill">
                <a:extLst>
                  <a:ext uri="{FF2B5EF4-FFF2-40B4-BE49-F238E27FC236}">
                    <a16:creationId xmlns:a16="http://schemas.microsoft.com/office/drawing/2014/main" id="{08239224-99A4-C1BF-DF51-6795B91E192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50650" y="2520351"/>
                <a:ext cx="209457" cy="196411"/>
              </a:xfrm>
              <a:prstGeom prst="rect">
                <a:avLst/>
              </a:prstGeom>
            </p:spPr>
          </p:pic>
          <p:pic>
            <p:nvPicPr>
              <p:cNvPr id="3561" name="Graphic 3560" descr="Deciduous tree with solid fill">
                <a:extLst>
                  <a:ext uri="{FF2B5EF4-FFF2-40B4-BE49-F238E27FC236}">
                    <a16:creationId xmlns:a16="http://schemas.microsoft.com/office/drawing/2014/main" id="{BD8D9B07-3D6D-A9AC-F5A4-71DF73B307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3562" name="Graphic 3561" descr="Deciduous tree with solid fill">
                <a:extLst>
                  <a:ext uri="{FF2B5EF4-FFF2-40B4-BE49-F238E27FC236}">
                    <a16:creationId xmlns:a16="http://schemas.microsoft.com/office/drawing/2014/main" id="{49703527-192C-77CF-05E1-8E093707FB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3564" name="Graphic 3563" descr="Deciduous tree with solid fill">
                <a:extLst>
                  <a:ext uri="{FF2B5EF4-FFF2-40B4-BE49-F238E27FC236}">
                    <a16:creationId xmlns:a16="http://schemas.microsoft.com/office/drawing/2014/main" id="{AE6C6250-5C0E-FE1F-F3B5-F8EA3CAAB1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3566" name="Graphic 3565" descr="Deciduous tree with solid fill">
                <a:extLst>
                  <a:ext uri="{FF2B5EF4-FFF2-40B4-BE49-F238E27FC236}">
                    <a16:creationId xmlns:a16="http://schemas.microsoft.com/office/drawing/2014/main" id="{F66312E5-51AC-86E0-46B8-507E5D3E02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3568" name="Graphic 3567" descr="Deciduous tree with solid fill">
                <a:extLst>
                  <a:ext uri="{FF2B5EF4-FFF2-40B4-BE49-F238E27FC236}">
                    <a16:creationId xmlns:a16="http://schemas.microsoft.com/office/drawing/2014/main" id="{50AE7962-59DA-A3B3-7ECD-3E95BE15A7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3570" name="Graphic 3569" descr="Deciduous tree with solid fill">
                <a:extLst>
                  <a:ext uri="{FF2B5EF4-FFF2-40B4-BE49-F238E27FC236}">
                    <a16:creationId xmlns:a16="http://schemas.microsoft.com/office/drawing/2014/main" id="{B66AC5F6-E152-ACE6-D6FE-1F83BC93A5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3572" name="Graphic 3571" descr="Deciduous tree with solid fill">
                <a:extLst>
                  <a:ext uri="{FF2B5EF4-FFF2-40B4-BE49-F238E27FC236}">
                    <a16:creationId xmlns:a16="http://schemas.microsoft.com/office/drawing/2014/main" id="{60B8691A-1B6E-12CE-4EFC-6D6CE8CC4D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3574" name="Graphic 3573" descr="Deciduous tree with solid fill">
                <a:extLst>
                  <a:ext uri="{FF2B5EF4-FFF2-40B4-BE49-F238E27FC236}">
                    <a16:creationId xmlns:a16="http://schemas.microsoft.com/office/drawing/2014/main" id="{FA9BBD69-0246-8907-96FF-76BD09E957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3576" name="Graphic 3575" descr="Deciduous tree with solid fill">
                <a:extLst>
                  <a:ext uri="{FF2B5EF4-FFF2-40B4-BE49-F238E27FC236}">
                    <a16:creationId xmlns:a16="http://schemas.microsoft.com/office/drawing/2014/main" id="{2D6C3789-00D0-8FE3-B611-AFBAF90475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3578" name="Graphic 3577" descr="Deciduous tree with solid fill">
                <a:extLst>
                  <a:ext uri="{FF2B5EF4-FFF2-40B4-BE49-F238E27FC236}">
                    <a16:creationId xmlns:a16="http://schemas.microsoft.com/office/drawing/2014/main" id="{A6A079CC-FB80-D50D-DDE1-59B7414115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3580" name="Graphic 3579" descr="Deciduous tree with solid fill">
                <a:extLst>
                  <a:ext uri="{FF2B5EF4-FFF2-40B4-BE49-F238E27FC236}">
                    <a16:creationId xmlns:a16="http://schemas.microsoft.com/office/drawing/2014/main" id="{990EADA2-FF2B-B34D-7E1B-574F724755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3582" name="Graphic 3581" descr="Deciduous tree with solid fill">
                <a:extLst>
                  <a:ext uri="{FF2B5EF4-FFF2-40B4-BE49-F238E27FC236}">
                    <a16:creationId xmlns:a16="http://schemas.microsoft.com/office/drawing/2014/main" id="{D2B30AB6-6C5E-3E51-15DA-90A10BDEE9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832" name="Graphic 831" descr="Deciduous tree with solid fill">
                <a:extLst>
                  <a:ext uri="{FF2B5EF4-FFF2-40B4-BE49-F238E27FC236}">
                    <a16:creationId xmlns:a16="http://schemas.microsoft.com/office/drawing/2014/main" id="{1F872682-50C7-23A8-73E7-D4648E6F87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833" name="Graphic 832" descr="Deciduous tree with solid fill">
                <a:extLst>
                  <a:ext uri="{FF2B5EF4-FFF2-40B4-BE49-F238E27FC236}">
                    <a16:creationId xmlns:a16="http://schemas.microsoft.com/office/drawing/2014/main" id="{2E27A132-2C43-569E-8B47-75691997B1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834" name="Graphic 833" descr="Deciduous tree with solid fill">
                <a:extLst>
                  <a:ext uri="{FF2B5EF4-FFF2-40B4-BE49-F238E27FC236}">
                    <a16:creationId xmlns:a16="http://schemas.microsoft.com/office/drawing/2014/main" id="{69098F66-39CE-5FC4-129D-6A9EEC86C9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835" name="Graphic 834" descr="Deciduous tree with solid fill">
                <a:extLst>
                  <a:ext uri="{FF2B5EF4-FFF2-40B4-BE49-F238E27FC236}">
                    <a16:creationId xmlns:a16="http://schemas.microsoft.com/office/drawing/2014/main" id="{25E68728-6696-269B-E881-6E352EF683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836" name="Graphic 835" descr="Deciduous tree with solid fill">
                <a:extLst>
                  <a:ext uri="{FF2B5EF4-FFF2-40B4-BE49-F238E27FC236}">
                    <a16:creationId xmlns:a16="http://schemas.microsoft.com/office/drawing/2014/main" id="{8CE7077F-19D3-154C-8A88-C134E4CC53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837" name="Graphic 836" descr="Deciduous tree with solid fill">
                <a:extLst>
                  <a:ext uri="{FF2B5EF4-FFF2-40B4-BE49-F238E27FC236}">
                    <a16:creationId xmlns:a16="http://schemas.microsoft.com/office/drawing/2014/main" id="{98483C18-87C5-30CD-5187-A8AD0F382B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838" name="Graphic 837" descr="Deciduous tree with solid fill">
                <a:extLst>
                  <a:ext uri="{FF2B5EF4-FFF2-40B4-BE49-F238E27FC236}">
                    <a16:creationId xmlns:a16="http://schemas.microsoft.com/office/drawing/2014/main" id="{811185CB-F2F9-272D-3505-FB9EAC0D12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839" name="Graphic 838" descr="Deciduous tree with solid fill">
                <a:extLst>
                  <a:ext uri="{FF2B5EF4-FFF2-40B4-BE49-F238E27FC236}">
                    <a16:creationId xmlns:a16="http://schemas.microsoft.com/office/drawing/2014/main" id="{9CE403D8-E800-469A-B2FC-290C653EB9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840" name="Graphic 839" descr="Deciduous tree with solid fill">
                <a:extLst>
                  <a:ext uri="{FF2B5EF4-FFF2-40B4-BE49-F238E27FC236}">
                    <a16:creationId xmlns:a16="http://schemas.microsoft.com/office/drawing/2014/main" id="{B3C30BF1-7CC7-2ABD-91A3-8AEB08F92B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841" name="Graphic 840" descr="Deciduous tree with solid fill">
                <a:extLst>
                  <a:ext uri="{FF2B5EF4-FFF2-40B4-BE49-F238E27FC236}">
                    <a16:creationId xmlns:a16="http://schemas.microsoft.com/office/drawing/2014/main" id="{D583003E-AEC8-CDE0-5488-023863E61D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842" name="Graphic 841" descr="Deciduous tree with solid fill">
                <a:extLst>
                  <a:ext uri="{FF2B5EF4-FFF2-40B4-BE49-F238E27FC236}">
                    <a16:creationId xmlns:a16="http://schemas.microsoft.com/office/drawing/2014/main" id="{C98D73D3-A954-9513-9B85-F4AD65E1A7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844" name="Graphic 843" descr="Deciduous tree with solid fill">
                <a:extLst>
                  <a:ext uri="{FF2B5EF4-FFF2-40B4-BE49-F238E27FC236}">
                    <a16:creationId xmlns:a16="http://schemas.microsoft.com/office/drawing/2014/main" id="{DF122F46-EAB8-2219-A107-EFB57846CC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846" name="Graphic 845" descr="Deciduous tree with solid fill">
                <a:extLst>
                  <a:ext uri="{FF2B5EF4-FFF2-40B4-BE49-F238E27FC236}">
                    <a16:creationId xmlns:a16="http://schemas.microsoft.com/office/drawing/2014/main" id="{25DFEE2F-E244-A806-F7F9-5FF203C120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848" name="Graphic 847" descr="Deciduous tree with solid fill">
                <a:extLst>
                  <a:ext uri="{FF2B5EF4-FFF2-40B4-BE49-F238E27FC236}">
                    <a16:creationId xmlns:a16="http://schemas.microsoft.com/office/drawing/2014/main" id="{D4C8E0E6-B398-3F2C-8175-D81D54F14D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850" name="Graphic 849" descr="Deciduous tree with solid fill">
                <a:extLst>
                  <a:ext uri="{FF2B5EF4-FFF2-40B4-BE49-F238E27FC236}">
                    <a16:creationId xmlns:a16="http://schemas.microsoft.com/office/drawing/2014/main" id="{23460B71-D01F-95B0-24F1-7413AE5A4F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852" name="Graphic 851" descr="Deciduous tree with solid fill">
                <a:extLst>
                  <a:ext uri="{FF2B5EF4-FFF2-40B4-BE49-F238E27FC236}">
                    <a16:creationId xmlns:a16="http://schemas.microsoft.com/office/drawing/2014/main" id="{A89E2921-121B-2B6D-A376-08E3BC047C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854" name="Graphic 853" descr="Deciduous tree with solid fill">
                <a:extLst>
                  <a:ext uri="{FF2B5EF4-FFF2-40B4-BE49-F238E27FC236}">
                    <a16:creationId xmlns:a16="http://schemas.microsoft.com/office/drawing/2014/main" id="{76A6DD15-A803-42B0-2218-85618A83E2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855" name="Graphic 854" descr="Deciduous tree with solid fill">
                <a:extLst>
                  <a:ext uri="{FF2B5EF4-FFF2-40B4-BE49-F238E27FC236}">
                    <a16:creationId xmlns:a16="http://schemas.microsoft.com/office/drawing/2014/main" id="{F48A005C-5653-403A-D61E-DE4D797F27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856" name="Graphic 855" descr="Deciduous tree with solid fill">
                <a:extLst>
                  <a:ext uri="{FF2B5EF4-FFF2-40B4-BE49-F238E27FC236}">
                    <a16:creationId xmlns:a16="http://schemas.microsoft.com/office/drawing/2014/main" id="{2225C82A-4F7A-6D15-66E2-991CCCE9F7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857" name="Graphic 856" descr="Deciduous tree with solid fill">
                <a:extLst>
                  <a:ext uri="{FF2B5EF4-FFF2-40B4-BE49-F238E27FC236}">
                    <a16:creationId xmlns:a16="http://schemas.microsoft.com/office/drawing/2014/main" id="{D451CB61-41A4-482B-4B37-886119E586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858" name="Graphic 857" descr="Deciduous tree with solid fill">
                <a:extLst>
                  <a:ext uri="{FF2B5EF4-FFF2-40B4-BE49-F238E27FC236}">
                    <a16:creationId xmlns:a16="http://schemas.microsoft.com/office/drawing/2014/main" id="{4B3FD336-DC75-3DEA-C2A3-FF5146D881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859" name="Graphic 858" descr="Deciduous tree with solid fill">
                <a:extLst>
                  <a:ext uri="{FF2B5EF4-FFF2-40B4-BE49-F238E27FC236}">
                    <a16:creationId xmlns:a16="http://schemas.microsoft.com/office/drawing/2014/main" id="{AA626AB7-BD93-D531-EBB3-64271D0AB1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860" name="Graphic 859" descr="Deciduous tree with solid fill">
                <a:extLst>
                  <a:ext uri="{FF2B5EF4-FFF2-40B4-BE49-F238E27FC236}">
                    <a16:creationId xmlns:a16="http://schemas.microsoft.com/office/drawing/2014/main" id="{E26E807F-6291-57AD-8C0D-E939F66B6F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861" name="Graphic 860" descr="Deciduous tree with solid fill">
                <a:extLst>
                  <a:ext uri="{FF2B5EF4-FFF2-40B4-BE49-F238E27FC236}">
                    <a16:creationId xmlns:a16="http://schemas.microsoft.com/office/drawing/2014/main" id="{DAC794F9-8B69-B1BC-C6F3-5108DB9D08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862" name="Graphic 861" descr="Deciduous tree with solid fill">
                <a:extLst>
                  <a:ext uri="{FF2B5EF4-FFF2-40B4-BE49-F238E27FC236}">
                    <a16:creationId xmlns:a16="http://schemas.microsoft.com/office/drawing/2014/main" id="{966AD523-ABD9-0286-9854-9C36B46886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863" name="Graphic 862" descr="Deciduous tree with solid fill">
                <a:extLst>
                  <a:ext uri="{FF2B5EF4-FFF2-40B4-BE49-F238E27FC236}">
                    <a16:creationId xmlns:a16="http://schemas.microsoft.com/office/drawing/2014/main" id="{13B3D218-9BD6-8262-80D0-513CE16C98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864" name="Graphic 863" descr="Deciduous tree with solid fill">
                <a:extLst>
                  <a:ext uri="{FF2B5EF4-FFF2-40B4-BE49-F238E27FC236}">
                    <a16:creationId xmlns:a16="http://schemas.microsoft.com/office/drawing/2014/main" id="{69FFC959-9449-F850-A9C6-ABC48F67CB4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14040" y="2767333"/>
                <a:ext cx="209457" cy="196411"/>
              </a:xfrm>
              <a:prstGeom prst="rect">
                <a:avLst/>
              </a:prstGeom>
            </p:spPr>
          </p:pic>
          <p:pic>
            <p:nvPicPr>
              <p:cNvPr id="865" name="Graphic 864" descr="Deciduous tree with solid fill">
                <a:extLst>
                  <a:ext uri="{FF2B5EF4-FFF2-40B4-BE49-F238E27FC236}">
                    <a16:creationId xmlns:a16="http://schemas.microsoft.com/office/drawing/2014/main" id="{C53130E0-890B-EE56-9B38-83530D54DE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866" name="Graphic 865" descr="Deciduous tree with solid fill">
                <a:extLst>
                  <a:ext uri="{FF2B5EF4-FFF2-40B4-BE49-F238E27FC236}">
                    <a16:creationId xmlns:a16="http://schemas.microsoft.com/office/drawing/2014/main" id="{F26CA505-E732-584C-56DC-1B98989E3F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867" name="Graphic 866" descr="Deciduous tree with solid fill">
                <a:extLst>
                  <a:ext uri="{FF2B5EF4-FFF2-40B4-BE49-F238E27FC236}">
                    <a16:creationId xmlns:a16="http://schemas.microsoft.com/office/drawing/2014/main" id="{0B952422-81FF-0C39-003A-4FA05A8BD8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868" name="Graphic 867" descr="Deciduous tree with solid fill">
                <a:extLst>
                  <a:ext uri="{FF2B5EF4-FFF2-40B4-BE49-F238E27FC236}">
                    <a16:creationId xmlns:a16="http://schemas.microsoft.com/office/drawing/2014/main" id="{09749B45-B509-BD8D-D18A-51D7B62FC2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870" name="Graphic 869" descr="Deciduous tree with solid fill">
                <a:extLst>
                  <a:ext uri="{FF2B5EF4-FFF2-40B4-BE49-F238E27FC236}">
                    <a16:creationId xmlns:a16="http://schemas.microsoft.com/office/drawing/2014/main" id="{D8EE8166-13C9-46AD-916A-3DED550366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872" name="Graphic 871" descr="Deciduous tree with solid fill">
                <a:extLst>
                  <a:ext uri="{FF2B5EF4-FFF2-40B4-BE49-F238E27FC236}">
                    <a16:creationId xmlns:a16="http://schemas.microsoft.com/office/drawing/2014/main" id="{0ECE0EA1-D645-49B7-0472-7C7F68EB18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874" name="Graphic 873" descr="Deciduous tree with solid fill">
                <a:extLst>
                  <a:ext uri="{FF2B5EF4-FFF2-40B4-BE49-F238E27FC236}">
                    <a16:creationId xmlns:a16="http://schemas.microsoft.com/office/drawing/2014/main" id="{4CCCF379-B4D1-BC53-A410-5A9C0FB5FF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875" name="Graphic 874" descr="Deciduous tree with solid fill">
                <a:extLst>
                  <a:ext uri="{FF2B5EF4-FFF2-40B4-BE49-F238E27FC236}">
                    <a16:creationId xmlns:a16="http://schemas.microsoft.com/office/drawing/2014/main" id="{7514B53F-BC77-C103-B826-17DE93AF36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876" name="Graphic 875" descr="Deciduous tree with solid fill">
                <a:extLst>
                  <a:ext uri="{FF2B5EF4-FFF2-40B4-BE49-F238E27FC236}">
                    <a16:creationId xmlns:a16="http://schemas.microsoft.com/office/drawing/2014/main" id="{2D248970-AE47-0FFB-DD37-8C8044ECCD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878" name="Graphic 877" descr="Deciduous tree with solid fill">
                <a:extLst>
                  <a:ext uri="{FF2B5EF4-FFF2-40B4-BE49-F238E27FC236}">
                    <a16:creationId xmlns:a16="http://schemas.microsoft.com/office/drawing/2014/main" id="{8AE150AC-59E5-3270-BDDC-0D6D15BAF4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880" name="Graphic 879" descr="Deciduous tree with solid fill">
                <a:extLst>
                  <a:ext uri="{FF2B5EF4-FFF2-40B4-BE49-F238E27FC236}">
                    <a16:creationId xmlns:a16="http://schemas.microsoft.com/office/drawing/2014/main" id="{9C414D70-DFC4-2A1D-C38A-824D358CF6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882" name="Graphic 881" descr="Deciduous tree with solid fill">
                <a:extLst>
                  <a:ext uri="{FF2B5EF4-FFF2-40B4-BE49-F238E27FC236}">
                    <a16:creationId xmlns:a16="http://schemas.microsoft.com/office/drawing/2014/main" id="{8E3794EF-CDD6-D407-5387-13E4757A1D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884" name="Graphic 883" descr="Deciduous tree with solid fill">
                <a:extLst>
                  <a:ext uri="{FF2B5EF4-FFF2-40B4-BE49-F238E27FC236}">
                    <a16:creationId xmlns:a16="http://schemas.microsoft.com/office/drawing/2014/main" id="{B7B89485-9007-2FB8-2A5A-FC13684686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886" name="Graphic 885" descr="Deciduous tree with solid fill">
                <a:extLst>
                  <a:ext uri="{FF2B5EF4-FFF2-40B4-BE49-F238E27FC236}">
                    <a16:creationId xmlns:a16="http://schemas.microsoft.com/office/drawing/2014/main" id="{E187A699-FC6B-79A8-8E54-D3A091ABDC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887" name="Graphic 886" descr="Deciduous tree with solid fill">
                <a:extLst>
                  <a:ext uri="{FF2B5EF4-FFF2-40B4-BE49-F238E27FC236}">
                    <a16:creationId xmlns:a16="http://schemas.microsoft.com/office/drawing/2014/main" id="{004B1B66-9DBD-3A8C-BF19-6E439DB0B7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888" name="Graphic 887" descr="Deciduous tree with solid fill">
                <a:extLst>
                  <a:ext uri="{FF2B5EF4-FFF2-40B4-BE49-F238E27FC236}">
                    <a16:creationId xmlns:a16="http://schemas.microsoft.com/office/drawing/2014/main" id="{C025F605-F435-AA6A-1473-F203C649D2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889" name="Graphic 888" descr="Deciduous tree with solid fill">
                <a:extLst>
                  <a:ext uri="{FF2B5EF4-FFF2-40B4-BE49-F238E27FC236}">
                    <a16:creationId xmlns:a16="http://schemas.microsoft.com/office/drawing/2014/main" id="{4BC7C088-8615-13D4-E3C5-7FA614E35B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890" name="Graphic 889" descr="Deciduous tree with solid fill">
                <a:extLst>
                  <a:ext uri="{FF2B5EF4-FFF2-40B4-BE49-F238E27FC236}">
                    <a16:creationId xmlns:a16="http://schemas.microsoft.com/office/drawing/2014/main" id="{DE5E27EE-F642-A4E3-C1D2-799AFCBB32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891" name="Graphic 890" descr="Deciduous tree with solid fill">
                <a:extLst>
                  <a:ext uri="{FF2B5EF4-FFF2-40B4-BE49-F238E27FC236}">
                    <a16:creationId xmlns:a16="http://schemas.microsoft.com/office/drawing/2014/main" id="{D2C0EAE8-51F4-25C7-ABE6-943A931B0D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892" name="Graphic 891" descr="Deciduous tree with solid fill">
                <a:extLst>
                  <a:ext uri="{FF2B5EF4-FFF2-40B4-BE49-F238E27FC236}">
                    <a16:creationId xmlns:a16="http://schemas.microsoft.com/office/drawing/2014/main" id="{F7C77E3F-4ED9-E02F-1DC0-8AF92879C2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893" name="Graphic 892" descr="Deciduous tree with solid fill">
                <a:extLst>
                  <a:ext uri="{FF2B5EF4-FFF2-40B4-BE49-F238E27FC236}">
                    <a16:creationId xmlns:a16="http://schemas.microsoft.com/office/drawing/2014/main" id="{D1976FAD-3E8D-7A79-A77F-D8CF10173D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894" name="Graphic 893" descr="Deciduous tree with solid fill">
                <a:extLst>
                  <a:ext uri="{FF2B5EF4-FFF2-40B4-BE49-F238E27FC236}">
                    <a16:creationId xmlns:a16="http://schemas.microsoft.com/office/drawing/2014/main" id="{D53274C0-E61E-8DFC-2213-03F11200A0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895" name="Graphic 894" descr="Deciduous tree with solid fill">
                <a:extLst>
                  <a:ext uri="{FF2B5EF4-FFF2-40B4-BE49-F238E27FC236}">
                    <a16:creationId xmlns:a16="http://schemas.microsoft.com/office/drawing/2014/main" id="{121CF989-ABC9-E812-0A49-CB66D1CD2E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3584" name="Graphic 3583" descr="Deciduous tree with solid fill">
                <a:extLst>
                  <a:ext uri="{FF2B5EF4-FFF2-40B4-BE49-F238E27FC236}">
                    <a16:creationId xmlns:a16="http://schemas.microsoft.com/office/drawing/2014/main" id="{9233ACAA-3B63-644B-FFAC-7247EF8719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3586" name="Graphic 3585" descr="Deciduous tree with solid fill">
                <a:extLst>
                  <a:ext uri="{FF2B5EF4-FFF2-40B4-BE49-F238E27FC236}">
                    <a16:creationId xmlns:a16="http://schemas.microsoft.com/office/drawing/2014/main" id="{F85A3778-89DD-EAD9-B70C-1146DB1C0F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3588" name="Graphic 3587" descr="Deciduous tree with solid fill">
                <a:extLst>
                  <a:ext uri="{FF2B5EF4-FFF2-40B4-BE49-F238E27FC236}">
                    <a16:creationId xmlns:a16="http://schemas.microsoft.com/office/drawing/2014/main" id="{C45DC1D0-00B4-552F-4456-80E17322ED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21225" y="3198214"/>
                <a:ext cx="209457" cy="196411"/>
              </a:xfrm>
              <a:prstGeom prst="rect">
                <a:avLst/>
              </a:prstGeom>
            </p:spPr>
          </p:pic>
          <p:pic>
            <p:nvPicPr>
              <p:cNvPr id="3590" name="Graphic 3589" descr="Deciduous tree with solid fill">
                <a:extLst>
                  <a:ext uri="{FF2B5EF4-FFF2-40B4-BE49-F238E27FC236}">
                    <a16:creationId xmlns:a16="http://schemas.microsoft.com/office/drawing/2014/main" id="{B41DC5A0-9B3A-1578-7EAE-C4A1B5E0F78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77428" y="3014316"/>
                <a:ext cx="209457" cy="196411"/>
              </a:xfrm>
              <a:prstGeom prst="rect">
                <a:avLst/>
              </a:prstGeom>
            </p:spPr>
          </p:pic>
          <p:pic>
            <p:nvPicPr>
              <p:cNvPr id="3592" name="Graphic 3591" descr="Deciduous tree with solid fill">
                <a:extLst>
                  <a:ext uri="{FF2B5EF4-FFF2-40B4-BE49-F238E27FC236}">
                    <a16:creationId xmlns:a16="http://schemas.microsoft.com/office/drawing/2014/main" id="{272C8A94-5C9D-F0AC-C310-DF6FD2DE36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3594" name="Graphic 3593" descr="Deciduous tree with solid fill">
                <a:extLst>
                  <a:ext uri="{FF2B5EF4-FFF2-40B4-BE49-F238E27FC236}">
                    <a16:creationId xmlns:a16="http://schemas.microsoft.com/office/drawing/2014/main" id="{8DCB8047-083B-2058-0FED-3AF828DB9C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3596" name="Graphic 3595" descr="Deciduous tree with solid fill">
                <a:extLst>
                  <a:ext uri="{FF2B5EF4-FFF2-40B4-BE49-F238E27FC236}">
                    <a16:creationId xmlns:a16="http://schemas.microsoft.com/office/drawing/2014/main" id="{1E4F1CE7-9747-53F9-9F01-67307AE73B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3598" name="Graphic 3597" descr="Deciduous tree with solid fill">
                <a:extLst>
                  <a:ext uri="{FF2B5EF4-FFF2-40B4-BE49-F238E27FC236}">
                    <a16:creationId xmlns:a16="http://schemas.microsoft.com/office/drawing/2014/main" id="{479509EE-A317-D97E-6074-D47EC0718E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3600" name="Graphic 3599" descr="Deciduous tree with solid fill">
                <a:extLst>
                  <a:ext uri="{FF2B5EF4-FFF2-40B4-BE49-F238E27FC236}">
                    <a16:creationId xmlns:a16="http://schemas.microsoft.com/office/drawing/2014/main" id="{83D6F888-8B49-E70F-9BAE-2FE3707535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3602" name="Graphic 3601" descr="Deciduous tree with solid fill">
                <a:extLst>
                  <a:ext uri="{FF2B5EF4-FFF2-40B4-BE49-F238E27FC236}">
                    <a16:creationId xmlns:a16="http://schemas.microsoft.com/office/drawing/2014/main" id="{9F4889C2-81A6-E04A-41B6-C31B9F5BF2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3604" name="Graphic 3603" descr="Deciduous tree with solid fill">
                <a:extLst>
                  <a:ext uri="{FF2B5EF4-FFF2-40B4-BE49-F238E27FC236}">
                    <a16:creationId xmlns:a16="http://schemas.microsoft.com/office/drawing/2014/main" id="{DBF5AA05-B1F5-87B4-15DD-FB60B15431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3606" name="Graphic 3605" descr="Deciduous tree with solid fill">
                <a:extLst>
                  <a:ext uri="{FF2B5EF4-FFF2-40B4-BE49-F238E27FC236}">
                    <a16:creationId xmlns:a16="http://schemas.microsoft.com/office/drawing/2014/main" id="{95018210-1A92-559B-FB7A-BECEE17D74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3608" name="Graphic 3607" descr="Deciduous tree with solid fill">
                <a:extLst>
                  <a:ext uri="{FF2B5EF4-FFF2-40B4-BE49-F238E27FC236}">
                    <a16:creationId xmlns:a16="http://schemas.microsoft.com/office/drawing/2014/main" id="{2CCF3AD6-F3C6-766A-C579-448DD053B71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09123" y="3137808"/>
                <a:ext cx="209457" cy="196411"/>
              </a:xfrm>
              <a:prstGeom prst="rect">
                <a:avLst/>
              </a:prstGeom>
            </p:spPr>
          </p:pic>
          <p:pic>
            <p:nvPicPr>
              <p:cNvPr id="3610" name="Graphic 3609" descr="Deciduous tree with solid fill">
                <a:extLst>
                  <a:ext uri="{FF2B5EF4-FFF2-40B4-BE49-F238E27FC236}">
                    <a16:creationId xmlns:a16="http://schemas.microsoft.com/office/drawing/2014/main" id="{18870904-2CC9-AFB6-1B06-41C5350CCB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3612" name="Graphic 3611" descr="Deciduous tree with solid fill">
                <a:extLst>
                  <a:ext uri="{FF2B5EF4-FFF2-40B4-BE49-F238E27FC236}">
                    <a16:creationId xmlns:a16="http://schemas.microsoft.com/office/drawing/2014/main" id="{65418749-A341-4394-DBBB-16CF2D2B1C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3614" name="Graphic 3613" descr="Deciduous tree with solid fill">
                <a:extLst>
                  <a:ext uri="{FF2B5EF4-FFF2-40B4-BE49-F238E27FC236}">
                    <a16:creationId xmlns:a16="http://schemas.microsoft.com/office/drawing/2014/main" id="{5E88BA02-8957-F0F7-600D-06963D5FFD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3616" name="Graphic 3615" descr="Deciduous tree with solid fill">
                <a:extLst>
                  <a:ext uri="{FF2B5EF4-FFF2-40B4-BE49-F238E27FC236}">
                    <a16:creationId xmlns:a16="http://schemas.microsoft.com/office/drawing/2014/main" id="{A8C89E82-B8DE-2D05-C3DD-BA530BF980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3617" name="Graphic 3616" descr="Deciduous tree with solid fill">
                <a:extLst>
                  <a:ext uri="{FF2B5EF4-FFF2-40B4-BE49-F238E27FC236}">
                    <a16:creationId xmlns:a16="http://schemas.microsoft.com/office/drawing/2014/main" id="{8C4069A1-92B5-566A-3382-32FD51EED8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3618" name="Graphic 3617" descr="Deciduous tree with solid fill">
                <a:extLst>
                  <a:ext uri="{FF2B5EF4-FFF2-40B4-BE49-F238E27FC236}">
                    <a16:creationId xmlns:a16="http://schemas.microsoft.com/office/drawing/2014/main" id="{3296E977-2365-B9F2-72DB-84A0276794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3620" name="Graphic 3619" descr="Deciduous tree with solid fill">
                <a:extLst>
                  <a:ext uri="{FF2B5EF4-FFF2-40B4-BE49-F238E27FC236}">
                    <a16:creationId xmlns:a16="http://schemas.microsoft.com/office/drawing/2014/main" id="{5397897E-7623-7BF3-22C8-6253856E4B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31734" y="1572825"/>
                <a:ext cx="209457" cy="196411"/>
              </a:xfrm>
              <a:prstGeom prst="rect">
                <a:avLst/>
              </a:prstGeom>
            </p:spPr>
          </p:pic>
          <p:pic>
            <p:nvPicPr>
              <p:cNvPr id="3622" name="Graphic 3621" descr="Deciduous tree with solid fill">
                <a:extLst>
                  <a:ext uri="{FF2B5EF4-FFF2-40B4-BE49-F238E27FC236}">
                    <a16:creationId xmlns:a16="http://schemas.microsoft.com/office/drawing/2014/main" id="{4CE04AE4-179C-3A6B-A9DD-44D9761400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46107" y="1668685"/>
                <a:ext cx="209457" cy="196411"/>
              </a:xfrm>
              <a:prstGeom prst="rect">
                <a:avLst/>
              </a:prstGeom>
            </p:spPr>
          </p:pic>
          <p:pic>
            <p:nvPicPr>
              <p:cNvPr id="3624" name="Graphic 3623" descr="Deciduous tree with solid fill">
                <a:extLst>
                  <a:ext uri="{FF2B5EF4-FFF2-40B4-BE49-F238E27FC236}">
                    <a16:creationId xmlns:a16="http://schemas.microsoft.com/office/drawing/2014/main" id="{4197E9B2-5F81-C0F3-3AD4-8818E2A7EAB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02311" y="1484787"/>
                <a:ext cx="209457" cy="196411"/>
              </a:xfrm>
              <a:prstGeom prst="rect">
                <a:avLst/>
              </a:prstGeom>
            </p:spPr>
          </p:pic>
          <p:pic>
            <p:nvPicPr>
              <p:cNvPr id="3626" name="Graphic 3625" descr="Deciduous tree with solid fill">
                <a:extLst>
                  <a:ext uri="{FF2B5EF4-FFF2-40B4-BE49-F238E27FC236}">
                    <a16:creationId xmlns:a16="http://schemas.microsoft.com/office/drawing/2014/main" id="{A05729D6-122D-9403-7229-ED49BFE2B68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23834" y="3581200"/>
                <a:ext cx="209457" cy="196411"/>
              </a:xfrm>
              <a:prstGeom prst="rect">
                <a:avLst/>
              </a:prstGeom>
            </p:spPr>
          </p:pic>
          <p:pic>
            <p:nvPicPr>
              <p:cNvPr id="3628" name="Graphic 3627" descr="Deciduous tree with solid fill">
                <a:extLst>
                  <a:ext uri="{FF2B5EF4-FFF2-40B4-BE49-F238E27FC236}">
                    <a16:creationId xmlns:a16="http://schemas.microsoft.com/office/drawing/2014/main" id="{5EAE0A08-5A5B-F005-E2E2-14F351676C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7803" y="1792177"/>
                <a:ext cx="209457" cy="196411"/>
              </a:xfrm>
              <a:prstGeom prst="rect">
                <a:avLst/>
              </a:prstGeom>
            </p:spPr>
          </p:pic>
          <p:pic>
            <p:nvPicPr>
              <p:cNvPr id="3630" name="Graphic 3629" descr="Deciduous tree with solid fill">
                <a:extLst>
                  <a:ext uri="{FF2B5EF4-FFF2-40B4-BE49-F238E27FC236}">
                    <a16:creationId xmlns:a16="http://schemas.microsoft.com/office/drawing/2014/main" id="{6F0A74C4-7CF1-136E-6420-03BABB3509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09499" y="1915668"/>
                <a:ext cx="209457" cy="196411"/>
              </a:xfrm>
              <a:prstGeom prst="rect">
                <a:avLst/>
              </a:prstGeom>
            </p:spPr>
          </p:pic>
          <p:pic>
            <p:nvPicPr>
              <p:cNvPr id="3632" name="Graphic 3631" descr="Deciduous tree with solid fill">
                <a:extLst>
                  <a:ext uri="{FF2B5EF4-FFF2-40B4-BE49-F238E27FC236}">
                    <a16:creationId xmlns:a16="http://schemas.microsoft.com/office/drawing/2014/main" id="{BF9EA506-4FAC-EE3C-40B5-DCE059EFE8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41192" y="2039159"/>
                <a:ext cx="209457" cy="196411"/>
              </a:xfrm>
              <a:prstGeom prst="rect">
                <a:avLst/>
              </a:prstGeom>
            </p:spPr>
          </p:pic>
          <p:pic>
            <p:nvPicPr>
              <p:cNvPr id="3634" name="Graphic 3633" descr="Deciduous tree with solid fill">
                <a:extLst>
                  <a:ext uri="{FF2B5EF4-FFF2-40B4-BE49-F238E27FC236}">
                    <a16:creationId xmlns:a16="http://schemas.microsoft.com/office/drawing/2014/main" id="{2C844A63-FE7C-5CDF-138F-B2AD76D62C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72887" y="2162650"/>
                <a:ext cx="209457" cy="196411"/>
              </a:xfrm>
              <a:prstGeom prst="rect">
                <a:avLst/>
              </a:prstGeom>
            </p:spPr>
          </p:pic>
          <p:pic>
            <p:nvPicPr>
              <p:cNvPr id="3636" name="Graphic 3635" descr="Deciduous tree with solid fill">
                <a:extLst>
                  <a:ext uri="{FF2B5EF4-FFF2-40B4-BE49-F238E27FC236}">
                    <a16:creationId xmlns:a16="http://schemas.microsoft.com/office/drawing/2014/main" id="{5E8839E3-8714-4EBF-0088-726D82BC2E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04582" y="2286141"/>
                <a:ext cx="209457" cy="196411"/>
              </a:xfrm>
              <a:prstGeom prst="rect">
                <a:avLst/>
              </a:prstGeom>
            </p:spPr>
          </p:pic>
          <p:pic>
            <p:nvPicPr>
              <p:cNvPr id="3638" name="Graphic 3637" descr="Deciduous tree with solid fill">
                <a:extLst>
                  <a:ext uri="{FF2B5EF4-FFF2-40B4-BE49-F238E27FC236}">
                    <a16:creationId xmlns:a16="http://schemas.microsoft.com/office/drawing/2014/main" id="{0B8D59C7-82C1-68BC-7FA7-F230164873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36276" y="2409633"/>
                <a:ext cx="209457" cy="196411"/>
              </a:xfrm>
              <a:prstGeom prst="rect">
                <a:avLst/>
              </a:prstGeom>
            </p:spPr>
          </p:pic>
          <p:pic>
            <p:nvPicPr>
              <p:cNvPr id="3640" name="Graphic 3639" descr="Deciduous tree with solid fill">
                <a:extLst>
                  <a:ext uri="{FF2B5EF4-FFF2-40B4-BE49-F238E27FC236}">
                    <a16:creationId xmlns:a16="http://schemas.microsoft.com/office/drawing/2014/main" id="{E5EAC108-8A13-6DBD-20A0-B6D6AE0CA3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67971" y="2533124"/>
                <a:ext cx="209457" cy="196411"/>
              </a:xfrm>
              <a:prstGeom prst="rect">
                <a:avLst/>
              </a:prstGeom>
            </p:spPr>
          </p:pic>
          <p:pic>
            <p:nvPicPr>
              <p:cNvPr id="3642" name="Graphic 3641" descr="Deciduous tree with solid fill">
                <a:extLst>
                  <a:ext uri="{FF2B5EF4-FFF2-40B4-BE49-F238E27FC236}">
                    <a16:creationId xmlns:a16="http://schemas.microsoft.com/office/drawing/2014/main" id="{2E726BF8-CEDF-71F6-B6E9-2C92003C03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99667" y="2656616"/>
                <a:ext cx="209457" cy="196411"/>
              </a:xfrm>
              <a:prstGeom prst="rect">
                <a:avLst/>
              </a:prstGeom>
            </p:spPr>
          </p:pic>
          <p:pic>
            <p:nvPicPr>
              <p:cNvPr id="3644" name="Graphic 3643" descr="Deciduous tree with solid fill">
                <a:extLst>
                  <a:ext uri="{FF2B5EF4-FFF2-40B4-BE49-F238E27FC236}">
                    <a16:creationId xmlns:a16="http://schemas.microsoft.com/office/drawing/2014/main" id="{5932F49D-5F96-B717-20FB-57CAC13A3E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31361" y="2780107"/>
                <a:ext cx="209457" cy="196411"/>
              </a:xfrm>
              <a:prstGeom prst="rect">
                <a:avLst/>
              </a:prstGeom>
            </p:spPr>
          </p:pic>
          <p:pic>
            <p:nvPicPr>
              <p:cNvPr id="3646" name="Graphic 3645" descr="Deciduous tree with solid fill">
                <a:extLst>
                  <a:ext uri="{FF2B5EF4-FFF2-40B4-BE49-F238E27FC236}">
                    <a16:creationId xmlns:a16="http://schemas.microsoft.com/office/drawing/2014/main" id="{019B7B7F-B668-19C4-3F9D-568A8A6931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3056" y="2903598"/>
                <a:ext cx="209457" cy="196411"/>
              </a:xfrm>
              <a:prstGeom prst="rect">
                <a:avLst/>
              </a:prstGeom>
            </p:spPr>
          </p:pic>
          <p:pic>
            <p:nvPicPr>
              <p:cNvPr id="896" name="Graphic 895" descr="Deciduous tree with solid fill">
                <a:extLst>
                  <a:ext uri="{FF2B5EF4-FFF2-40B4-BE49-F238E27FC236}">
                    <a16:creationId xmlns:a16="http://schemas.microsoft.com/office/drawing/2014/main" id="{89769F7F-6C1B-FDF0-73B0-AF28DAADE7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4751" y="3027089"/>
                <a:ext cx="209457" cy="196411"/>
              </a:xfrm>
              <a:prstGeom prst="rect">
                <a:avLst/>
              </a:prstGeom>
            </p:spPr>
          </p:pic>
          <p:pic>
            <p:nvPicPr>
              <p:cNvPr id="897" name="Graphic 896" descr="Deciduous tree with solid fill">
                <a:extLst>
                  <a:ext uri="{FF2B5EF4-FFF2-40B4-BE49-F238E27FC236}">
                    <a16:creationId xmlns:a16="http://schemas.microsoft.com/office/drawing/2014/main" id="{3CCFE521-369B-353C-E53B-129BEC9012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26446" y="3150581"/>
                <a:ext cx="209457" cy="196411"/>
              </a:xfrm>
              <a:prstGeom prst="rect">
                <a:avLst/>
              </a:prstGeom>
            </p:spPr>
          </p:pic>
          <p:pic>
            <p:nvPicPr>
              <p:cNvPr id="898" name="Graphic 897" descr="Deciduous tree with solid fill">
                <a:extLst>
                  <a:ext uri="{FF2B5EF4-FFF2-40B4-BE49-F238E27FC236}">
                    <a16:creationId xmlns:a16="http://schemas.microsoft.com/office/drawing/2014/main" id="{D183A63E-C03C-50DF-9EEB-31A274C2CC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8139" y="3274072"/>
                <a:ext cx="209457" cy="196411"/>
              </a:xfrm>
              <a:prstGeom prst="rect">
                <a:avLst/>
              </a:prstGeom>
            </p:spPr>
          </p:pic>
          <p:pic>
            <p:nvPicPr>
              <p:cNvPr id="899" name="Graphic 898" descr="Deciduous tree with solid fill">
                <a:extLst>
                  <a:ext uri="{FF2B5EF4-FFF2-40B4-BE49-F238E27FC236}">
                    <a16:creationId xmlns:a16="http://schemas.microsoft.com/office/drawing/2014/main" id="{5DDCF1FE-E4CC-3251-2AD7-569014AAD8A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63429" y="1696317"/>
                <a:ext cx="209457" cy="196411"/>
              </a:xfrm>
              <a:prstGeom prst="rect">
                <a:avLst/>
              </a:prstGeom>
            </p:spPr>
          </p:pic>
          <p:pic>
            <p:nvPicPr>
              <p:cNvPr id="900" name="Graphic 899" descr="Deciduous tree with solid fill">
                <a:extLst>
                  <a:ext uri="{FF2B5EF4-FFF2-40B4-BE49-F238E27FC236}">
                    <a16:creationId xmlns:a16="http://schemas.microsoft.com/office/drawing/2014/main" id="{8B85BEF2-22BE-CE68-8C3D-A9C9CB5760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95124" y="1819808"/>
                <a:ext cx="209457" cy="196411"/>
              </a:xfrm>
              <a:prstGeom prst="rect">
                <a:avLst/>
              </a:prstGeom>
            </p:spPr>
          </p:pic>
          <p:pic>
            <p:nvPicPr>
              <p:cNvPr id="901" name="Graphic 900" descr="Deciduous tree with solid fill">
                <a:extLst>
                  <a:ext uri="{FF2B5EF4-FFF2-40B4-BE49-F238E27FC236}">
                    <a16:creationId xmlns:a16="http://schemas.microsoft.com/office/drawing/2014/main" id="{A8CD54C1-14DE-718F-74D1-ACF64864B2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26819" y="1943299"/>
                <a:ext cx="209457" cy="196411"/>
              </a:xfrm>
              <a:prstGeom prst="rect">
                <a:avLst/>
              </a:prstGeom>
            </p:spPr>
          </p:pic>
          <p:pic>
            <p:nvPicPr>
              <p:cNvPr id="902" name="Graphic 901" descr="Deciduous tree with solid fill">
                <a:extLst>
                  <a:ext uri="{FF2B5EF4-FFF2-40B4-BE49-F238E27FC236}">
                    <a16:creationId xmlns:a16="http://schemas.microsoft.com/office/drawing/2014/main" id="{5CB0B355-4D1D-7585-AB25-1F5DA3E59F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58513" y="2066791"/>
                <a:ext cx="209457" cy="196411"/>
              </a:xfrm>
              <a:prstGeom prst="rect">
                <a:avLst/>
              </a:prstGeom>
            </p:spPr>
          </p:pic>
          <p:pic>
            <p:nvPicPr>
              <p:cNvPr id="904" name="Graphic 903" descr="Deciduous tree with solid fill">
                <a:extLst>
                  <a:ext uri="{FF2B5EF4-FFF2-40B4-BE49-F238E27FC236}">
                    <a16:creationId xmlns:a16="http://schemas.microsoft.com/office/drawing/2014/main" id="{88260CC9-56B1-C570-E97D-69C1692976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90209" y="2190282"/>
                <a:ext cx="209457" cy="196411"/>
              </a:xfrm>
              <a:prstGeom prst="rect">
                <a:avLst/>
              </a:prstGeom>
            </p:spPr>
          </p:pic>
          <p:pic>
            <p:nvPicPr>
              <p:cNvPr id="906" name="Graphic 905" descr="Deciduous tree with solid fill">
                <a:extLst>
                  <a:ext uri="{FF2B5EF4-FFF2-40B4-BE49-F238E27FC236}">
                    <a16:creationId xmlns:a16="http://schemas.microsoft.com/office/drawing/2014/main" id="{BC5DD050-F212-ECC8-12A6-B0107D65A1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21904" y="2313773"/>
                <a:ext cx="209457" cy="196411"/>
              </a:xfrm>
              <a:prstGeom prst="rect">
                <a:avLst/>
              </a:prstGeom>
            </p:spPr>
          </p:pic>
          <p:pic>
            <p:nvPicPr>
              <p:cNvPr id="908" name="Graphic 907" descr="Deciduous tree with solid fill">
                <a:extLst>
                  <a:ext uri="{FF2B5EF4-FFF2-40B4-BE49-F238E27FC236}">
                    <a16:creationId xmlns:a16="http://schemas.microsoft.com/office/drawing/2014/main" id="{74898F61-3AA0-704C-AA88-1F5BED28EE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53598" y="2437265"/>
                <a:ext cx="209457" cy="196411"/>
              </a:xfrm>
              <a:prstGeom prst="rect">
                <a:avLst/>
              </a:prstGeom>
            </p:spPr>
          </p:pic>
          <p:pic>
            <p:nvPicPr>
              <p:cNvPr id="910" name="Graphic 909" descr="Deciduous tree with solid fill">
                <a:extLst>
                  <a:ext uri="{FF2B5EF4-FFF2-40B4-BE49-F238E27FC236}">
                    <a16:creationId xmlns:a16="http://schemas.microsoft.com/office/drawing/2014/main" id="{7F60CF25-E8B8-0FBC-F35F-F42FB02BDE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85293" y="2560756"/>
                <a:ext cx="209457" cy="196411"/>
              </a:xfrm>
              <a:prstGeom prst="rect">
                <a:avLst/>
              </a:prstGeom>
            </p:spPr>
          </p:pic>
          <p:pic>
            <p:nvPicPr>
              <p:cNvPr id="912" name="Graphic 911" descr="Deciduous tree with solid fill">
                <a:extLst>
                  <a:ext uri="{FF2B5EF4-FFF2-40B4-BE49-F238E27FC236}">
                    <a16:creationId xmlns:a16="http://schemas.microsoft.com/office/drawing/2014/main" id="{683018A2-66EC-0A08-4AA1-55A91BBDF4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16988" y="2684247"/>
                <a:ext cx="209457" cy="196411"/>
              </a:xfrm>
              <a:prstGeom prst="rect">
                <a:avLst/>
              </a:prstGeom>
            </p:spPr>
          </p:pic>
          <p:pic>
            <p:nvPicPr>
              <p:cNvPr id="913" name="Graphic 912" descr="Deciduous tree with solid fill">
                <a:extLst>
                  <a:ext uri="{FF2B5EF4-FFF2-40B4-BE49-F238E27FC236}">
                    <a16:creationId xmlns:a16="http://schemas.microsoft.com/office/drawing/2014/main" id="{D112A6F9-083B-A3F1-1784-B16C002E20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48681" y="2807739"/>
                <a:ext cx="209457" cy="196411"/>
              </a:xfrm>
              <a:prstGeom prst="rect">
                <a:avLst/>
              </a:prstGeom>
            </p:spPr>
          </p:pic>
          <p:pic>
            <p:nvPicPr>
              <p:cNvPr id="914" name="Graphic 913" descr="Deciduous tree with solid fill">
                <a:extLst>
                  <a:ext uri="{FF2B5EF4-FFF2-40B4-BE49-F238E27FC236}">
                    <a16:creationId xmlns:a16="http://schemas.microsoft.com/office/drawing/2014/main" id="{1C422391-269B-C695-0E2F-E045AD907B5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80378" y="2931229"/>
                <a:ext cx="209457" cy="196411"/>
              </a:xfrm>
              <a:prstGeom prst="rect">
                <a:avLst/>
              </a:prstGeom>
            </p:spPr>
          </p:pic>
          <p:pic>
            <p:nvPicPr>
              <p:cNvPr id="915" name="Graphic 914" descr="Deciduous tree with solid fill">
                <a:extLst>
                  <a:ext uri="{FF2B5EF4-FFF2-40B4-BE49-F238E27FC236}">
                    <a16:creationId xmlns:a16="http://schemas.microsoft.com/office/drawing/2014/main" id="{87F89C4C-03F9-265B-00BC-5697C0ABCB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2072" y="3054721"/>
                <a:ext cx="209457" cy="196411"/>
              </a:xfrm>
              <a:prstGeom prst="rect">
                <a:avLst/>
              </a:prstGeom>
            </p:spPr>
          </p:pic>
          <p:pic>
            <p:nvPicPr>
              <p:cNvPr id="916" name="Graphic 915" descr="Deciduous tree with solid fill">
                <a:extLst>
                  <a:ext uri="{FF2B5EF4-FFF2-40B4-BE49-F238E27FC236}">
                    <a16:creationId xmlns:a16="http://schemas.microsoft.com/office/drawing/2014/main" id="{877E26E7-E35C-F9FA-1482-96A45429EE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43766" y="3178213"/>
                <a:ext cx="209457" cy="196411"/>
              </a:xfrm>
              <a:prstGeom prst="rect">
                <a:avLst/>
              </a:prstGeom>
            </p:spPr>
          </p:pic>
          <p:pic>
            <p:nvPicPr>
              <p:cNvPr id="917" name="Graphic 916" descr="Deciduous tree with solid fill">
                <a:extLst>
                  <a:ext uri="{FF2B5EF4-FFF2-40B4-BE49-F238E27FC236}">
                    <a16:creationId xmlns:a16="http://schemas.microsoft.com/office/drawing/2014/main" id="{47A4FCB2-3ED0-3A40-66EE-12A0DD026B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4006" y="1608278"/>
                <a:ext cx="209457" cy="196411"/>
              </a:xfrm>
              <a:prstGeom prst="rect">
                <a:avLst/>
              </a:prstGeom>
            </p:spPr>
          </p:pic>
          <p:pic>
            <p:nvPicPr>
              <p:cNvPr id="918" name="Graphic 917" descr="Deciduous tree with solid fill">
                <a:extLst>
                  <a:ext uri="{FF2B5EF4-FFF2-40B4-BE49-F238E27FC236}">
                    <a16:creationId xmlns:a16="http://schemas.microsoft.com/office/drawing/2014/main" id="{E8CF4548-5A0F-5955-0B41-EB1823C202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65701" y="1731770"/>
                <a:ext cx="209457" cy="196411"/>
              </a:xfrm>
              <a:prstGeom prst="rect">
                <a:avLst/>
              </a:prstGeom>
            </p:spPr>
          </p:pic>
          <p:pic>
            <p:nvPicPr>
              <p:cNvPr id="919" name="Graphic 918" descr="Deciduous tree with solid fill">
                <a:extLst>
                  <a:ext uri="{FF2B5EF4-FFF2-40B4-BE49-F238E27FC236}">
                    <a16:creationId xmlns:a16="http://schemas.microsoft.com/office/drawing/2014/main" id="{A0DD9E10-5651-B024-5AD1-3DD57A4996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97396" y="1855261"/>
                <a:ext cx="209457" cy="196411"/>
              </a:xfrm>
              <a:prstGeom prst="rect">
                <a:avLst/>
              </a:prstGeom>
            </p:spPr>
          </p:pic>
          <p:pic>
            <p:nvPicPr>
              <p:cNvPr id="920" name="Graphic 919" descr="Deciduous tree with solid fill">
                <a:extLst>
                  <a:ext uri="{FF2B5EF4-FFF2-40B4-BE49-F238E27FC236}">
                    <a16:creationId xmlns:a16="http://schemas.microsoft.com/office/drawing/2014/main" id="{7FACD552-A05D-8729-F4FC-2B4911A4E4B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29091" y="1978752"/>
                <a:ext cx="209457" cy="196411"/>
              </a:xfrm>
              <a:prstGeom prst="rect">
                <a:avLst/>
              </a:prstGeom>
            </p:spPr>
          </p:pic>
          <p:pic>
            <p:nvPicPr>
              <p:cNvPr id="921" name="Graphic 920" descr="Deciduous tree with solid fill">
                <a:extLst>
                  <a:ext uri="{FF2B5EF4-FFF2-40B4-BE49-F238E27FC236}">
                    <a16:creationId xmlns:a16="http://schemas.microsoft.com/office/drawing/2014/main" id="{C831D180-C858-B427-7D5C-0DD6ACF3C6F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60784" y="2102244"/>
                <a:ext cx="209457" cy="196411"/>
              </a:xfrm>
              <a:prstGeom prst="rect">
                <a:avLst/>
              </a:prstGeom>
            </p:spPr>
          </p:pic>
          <p:pic>
            <p:nvPicPr>
              <p:cNvPr id="922" name="Graphic 921" descr="Deciduous tree with solid fill">
                <a:extLst>
                  <a:ext uri="{FF2B5EF4-FFF2-40B4-BE49-F238E27FC236}">
                    <a16:creationId xmlns:a16="http://schemas.microsoft.com/office/drawing/2014/main" id="{FD282D3D-CC26-6D51-F83B-7CCFD155F4B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92481" y="2225735"/>
                <a:ext cx="209457" cy="196411"/>
              </a:xfrm>
              <a:prstGeom prst="rect">
                <a:avLst/>
              </a:prstGeom>
            </p:spPr>
          </p:pic>
          <p:pic>
            <p:nvPicPr>
              <p:cNvPr id="923" name="Graphic 922" descr="Deciduous tree with solid fill">
                <a:extLst>
                  <a:ext uri="{FF2B5EF4-FFF2-40B4-BE49-F238E27FC236}">
                    <a16:creationId xmlns:a16="http://schemas.microsoft.com/office/drawing/2014/main" id="{70B37948-6C99-1FDA-1AE8-86F7D209E9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4174" y="2349226"/>
                <a:ext cx="209457" cy="196411"/>
              </a:xfrm>
              <a:prstGeom prst="rect">
                <a:avLst/>
              </a:prstGeom>
            </p:spPr>
          </p:pic>
          <p:pic>
            <p:nvPicPr>
              <p:cNvPr id="924" name="Graphic 923" descr="Deciduous tree with solid fill">
                <a:extLst>
                  <a:ext uri="{FF2B5EF4-FFF2-40B4-BE49-F238E27FC236}">
                    <a16:creationId xmlns:a16="http://schemas.microsoft.com/office/drawing/2014/main" id="{7C883600-F023-9FD8-87EA-FF382B1417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55869" y="2472717"/>
                <a:ext cx="209457" cy="196411"/>
              </a:xfrm>
              <a:prstGeom prst="rect">
                <a:avLst/>
              </a:prstGeom>
            </p:spPr>
          </p:pic>
          <p:pic>
            <p:nvPicPr>
              <p:cNvPr id="925" name="Graphic 924" descr="Deciduous tree with solid fill">
                <a:extLst>
                  <a:ext uri="{FF2B5EF4-FFF2-40B4-BE49-F238E27FC236}">
                    <a16:creationId xmlns:a16="http://schemas.microsoft.com/office/drawing/2014/main" id="{80324424-D70C-8E60-4EB5-9BC59B2267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87564" y="2596207"/>
                <a:ext cx="209457" cy="196411"/>
              </a:xfrm>
              <a:prstGeom prst="rect">
                <a:avLst/>
              </a:prstGeom>
            </p:spPr>
          </p:pic>
          <p:pic>
            <p:nvPicPr>
              <p:cNvPr id="926" name="Graphic 925" descr="Deciduous tree with solid fill">
                <a:extLst>
                  <a:ext uri="{FF2B5EF4-FFF2-40B4-BE49-F238E27FC236}">
                    <a16:creationId xmlns:a16="http://schemas.microsoft.com/office/drawing/2014/main" id="{1D3C567F-DAE8-5D24-641F-289AF3C8B0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19259" y="2719699"/>
                <a:ext cx="209457" cy="196411"/>
              </a:xfrm>
              <a:prstGeom prst="rect">
                <a:avLst/>
              </a:prstGeom>
            </p:spPr>
          </p:pic>
          <p:pic>
            <p:nvPicPr>
              <p:cNvPr id="927" name="Graphic 926" descr="Deciduous tree with solid fill">
                <a:extLst>
                  <a:ext uri="{FF2B5EF4-FFF2-40B4-BE49-F238E27FC236}">
                    <a16:creationId xmlns:a16="http://schemas.microsoft.com/office/drawing/2014/main" id="{CEDBEA46-C191-2B03-D9E0-51C975ABB6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50953" y="2843190"/>
                <a:ext cx="209457" cy="196411"/>
              </a:xfrm>
              <a:prstGeom prst="rect">
                <a:avLst/>
              </a:prstGeom>
            </p:spPr>
          </p:pic>
          <p:pic>
            <p:nvPicPr>
              <p:cNvPr id="928" name="Graphic 927" descr="Deciduous tree with solid fill">
                <a:extLst>
                  <a:ext uri="{FF2B5EF4-FFF2-40B4-BE49-F238E27FC236}">
                    <a16:creationId xmlns:a16="http://schemas.microsoft.com/office/drawing/2014/main" id="{068E25EE-C932-895D-8B17-9F17E8BFD1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82648" y="2966682"/>
                <a:ext cx="209457" cy="196411"/>
              </a:xfrm>
              <a:prstGeom prst="rect">
                <a:avLst/>
              </a:prstGeom>
            </p:spPr>
          </p:pic>
          <p:pic>
            <p:nvPicPr>
              <p:cNvPr id="930" name="Graphic 929" descr="Deciduous tree with solid fill">
                <a:extLst>
                  <a:ext uri="{FF2B5EF4-FFF2-40B4-BE49-F238E27FC236}">
                    <a16:creationId xmlns:a16="http://schemas.microsoft.com/office/drawing/2014/main" id="{2691A2A0-02EF-0D48-214D-B96264E0EC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14344" y="3090175"/>
                <a:ext cx="209457" cy="196411"/>
              </a:xfrm>
              <a:prstGeom prst="rect">
                <a:avLst/>
              </a:prstGeom>
            </p:spPr>
          </p:pic>
          <p:pic>
            <p:nvPicPr>
              <p:cNvPr id="932" name="Graphic 931" descr="Deciduous tree with solid fill">
                <a:extLst>
                  <a:ext uri="{FF2B5EF4-FFF2-40B4-BE49-F238E27FC236}">
                    <a16:creationId xmlns:a16="http://schemas.microsoft.com/office/drawing/2014/main" id="{5931212C-F1BE-C1BB-1741-0E71D37A17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01938" y="3495472"/>
                <a:ext cx="209457" cy="196411"/>
              </a:xfrm>
              <a:prstGeom prst="rect">
                <a:avLst/>
              </a:prstGeom>
            </p:spPr>
          </p:pic>
          <p:pic>
            <p:nvPicPr>
              <p:cNvPr id="934" name="Graphic 933" descr="Deciduous tree with solid fill">
                <a:extLst>
                  <a:ext uri="{FF2B5EF4-FFF2-40B4-BE49-F238E27FC236}">
                    <a16:creationId xmlns:a16="http://schemas.microsoft.com/office/drawing/2014/main" id="{A7D15AFB-6DFA-E477-FB6A-8B0A44F1104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93219" y="3413697"/>
                <a:ext cx="209457" cy="196411"/>
              </a:xfrm>
              <a:prstGeom prst="rect">
                <a:avLst/>
              </a:prstGeom>
            </p:spPr>
          </p:pic>
          <p:pic>
            <p:nvPicPr>
              <p:cNvPr id="936" name="Graphic 935" descr="Deciduous tree with solid fill">
                <a:extLst>
                  <a:ext uri="{FF2B5EF4-FFF2-40B4-BE49-F238E27FC236}">
                    <a16:creationId xmlns:a16="http://schemas.microsoft.com/office/drawing/2014/main" id="{965F035F-B947-5C9B-1B02-15ECE8C5FD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24298" y="4001195"/>
                <a:ext cx="209457" cy="196411"/>
              </a:xfrm>
              <a:prstGeom prst="rect">
                <a:avLst/>
              </a:prstGeom>
            </p:spPr>
          </p:pic>
        </p:grpSp>
      </p:grpSp>
      <p:grpSp>
        <p:nvGrpSpPr>
          <p:cNvPr id="948" name="Group 947">
            <a:extLst>
              <a:ext uri="{FF2B5EF4-FFF2-40B4-BE49-F238E27FC236}">
                <a16:creationId xmlns:a16="http://schemas.microsoft.com/office/drawing/2014/main" id="{448C9033-16FE-B952-77C0-A4B1BEA6F6EE}"/>
              </a:ext>
            </a:extLst>
          </p:cNvPr>
          <p:cNvGrpSpPr/>
          <p:nvPr/>
        </p:nvGrpSpPr>
        <p:grpSpPr>
          <a:xfrm>
            <a:off x="4511824" y="1268760"/>
            <a:ext cx="3168352" cy="3312368"/>
            <a:chOff x="4511824" y="1268760"/>
            <a:chExt cx="3168352" cy="3312368"/>
          </a:xfrm>
        </p:grpSpPr>
        <p:sp>
          <p:nvSpPr>
            <p:cNvPr id="6" name="Rectangle: Rounded Corners 5">
              <a:extLst>
                <a:ext uri="{FF2B5EF4-FFF2-40B4-BE49-F238E27FC236}">
                  <a16:creationId xmlns:a16="http://schemas.microsoft.com/office/drawing/2014/main" id="{9AB5CB90-B5AF-BD10-8076-B6A95304990D}"/>
                </a:ext>
              </a:extLst>
            </p:cNvPr>
            <p:cNvSpPr/>
            <p:nvPr/>
          </p:nvSpPr>
          <p:spPr>
            <a:xfrm>
              <a:off x="4511824" y="1268760"/>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5" name="Graphic 24" descr="Deciduous tree with solid fill">
              <a:extLst>
                <a:ext uri="{FF2B5EF4-FFF2-40B4-BE49-F238E27FC236}">
                  <a16:creationId xmlns:a16="http://schemas.microsoft.com/office/drawing/2014/main" id="{B25D72D2-A44F-A50F-68AC-E6642A7EF9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72610" y="2435100"/>
              <a:ext cx="914400" cy="914400"/>
            </a:xfrm>
            <a:prstGeom prst="rect">
              <a:avLst/>
            </a:prstGeom>
            <a:effectLst>
              <a:outerShdw blurRad="50800" dist="38100" dir="2700000" algn="tl" rotWithShape="0">
                <a:prstClr val="black">
                  <a:alpha val="40000"/>
                </a:prstClr>
              </a:outerShdw>
            </a:effectLst>
          </p:spPr>
        </p:pic>
        <p:pic>
          <p:nvPicPr>
            <p:cNvPr id="33" name="Graphic 32" descr="Deciduous tree with solid fill">
              <a:extLst>
                <a:ext uri="{FF2B5EF4-FFF2-40B4-BE49-F238E27FC236}">
                  <a16:creationId xmlns:a16="http://schemas.microsoft.com/office/drawing/2014/main" id="{B46BDBB8-6E56-1FFB-C902-F5CA2617DB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31782" y="1877605"/>
              <a:ext cx="914400" cy="914400"/>
            </a:xfrm>
            <a:prstGeom prst="rect">
              <a:avLst/>
            </a:prstGeom>
            <a:effectLst>
              <a:outerShdw blurRad="50800" dist="38100" dir="2700000" algn="tl" rotWithShape="0">
                <a:prstClr val="black">
                  <a:alpha val="40000"/>
                </a:prstClr>
              </a:outerShdw>
            </a:effectLst>
          </p:spPr>
        </p:pic>
        <p:pic>
          <p:nvPicPr>
            <p:cNvPr id="29" name="Graphic 28" descr="Deciduous tree with solid fill">
              <a:extLst>
                <a:ext uri="{FF2B5EF4-FFF2-40B4-BE49-F238E27FC236}">
                  <a16:creationId xmlns:a16="http://schemas.microsoft.com/office/drawing/2014/main" id="{2EA108F4-1ADB-4202-50F4-AF2B3AC507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44572" y="2672573"/>
              <a:ext cx="914400" cy="914400"/>
            </a:xfrm>
            <a:prstGeom prst="rect">
              <a:avLst/>
            </a:prstGeom>
            <a:effectLst>
              <a:outerShdw blurRad="50800" dist="38100" dir="2700000" algn="tl" rotWithShape="0">
                <a:prstClr val="black">
                  <a:alpha val="40000"/>
                </a:prstClr>
              </a:outerShdw>
            </a:effectLst>
          </p:spPr>
        </p:pic>
        <p:pic>
          <p:nvPicPr>
            <p:cNvPr id="31" name="Graphic 30" descr="Deciduous tree with solid fill">
              <a:extLst>
                <a:ext uri="{FF2B5EF4-FFF2-40B4-BE49-F238E27FC236}">
                  <a16:creationId xmlns:a16="http://schemas.microsoft.com/office/drawing/2014/main" id="{0C2B358E-30E8-CC40-55D7-8ECFBE3903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47792" y="2080548"/>
              <a:ext cx="914400" cy="914400"/>
            </a:xfrm>
            <a:prstGeom prst="rect">
              <a:avLst/>
            </a:prstGeom>
            <a:effectLst>
              <a:outerShdw blurRad="50800" dist="38100" dir="2700000" algn="tl" rotWithShape="0">
                <a:prstClr val="black">
                  <a:alpha val="40000"/>
                </a:prstClr>
              </a:outerShdw>
            </a:effectLst>
          </p:spPr>
        </p:pic>
        <p:pic>
          <p:nvPicPr>
            <p:cNvPr id="23" name="Graphic 22" descr="Deciduous tree with solid fill">
              <a:extLst>
                <a:ext uri="{FF2B5EF4-FFF2-40B4-BE49-F238E27FC236}">
                  <a16:creationId xmlns:a16="http://schemas.microsoft.com/office/drawing/2014/main" id="{D01A3A92-88B0-EB31-AD1B-6D9C22F348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75759" y="2547062"/>
              <a:ext cx="914400" cy="914400"/>
            </a:xfrm>
            <a:prstGeom prst="rect">
              <a:avLst/>
            </a:prstGeom>
            <a:effectLst>
              <a:outerShdw blurRad="50800" dist="38100" dir="2700000" algn="tl" rotWithShape="0">
                <a:prstClr val="black">
                  <a:alpha val="40000"/>
                </a:prstClr>
              </a:outerShdw>
            </a:effectLst>
          </p:spPr>
        </p:pic>
        <p:pic>
          <p:nvPicPr>
            <p:cNvPr id="27" name="Graphic 26" descr="Deciduous tree with solid fill">
              <a:extLst>
                <a:ext uri="{FF2B5EF4-FFF2-40B4-BE49-F238E27FC236}">
                  <a16:creationId xmlns:a16="http://schemas.microsoft.com/office/drawing/2014/main" id="{7C087D51-F4E2-BF7A-0CC9-5D405BDD64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7750" y="3203785"/>
              <a:ext cx="914400" cy="914400"/>
            </a:xfrm>
            <a:prstGeom prst="rect">
              <a:avLst/>
            </a:prstGeom>
            <a:effectLst>
              <a:outerShdw blurRad="50800" dist="38100" dir="2700000" algn="tl" rotWithShape="0">
                <a:prstClr val="black">
                  <a:alpha val="40000"/>
                </a:prstClr>
              </a:outerShdw>
            </a:effectLst>
          </p:spPr>
        </p:pic>
        <p:pic>
          <p:nvPicPr>
            <p:cNvPr id="21" name="Graphic 20" descr="Deciduous tree with solid fill">
              <a:extLst>
                <a:ext uri="{FF2B5EF4-FFF2-40B4-BE49-F238E27FC236}">
                  <a16:creationId xmlns:a16="http://schemas.microsoft.com/office/drawing/2014/main" id="{5BAC5E7A-66CF-657B-DCC4-74D444434B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15880" y="3068960"/>
              <a:ext cx="914400" cy="914400"/>
            </a:xfrm>
            <a:prstGeom prst="rect">
              <a:avLst/>
            </a:prstGeom>
            <a:effectLst>
              <a:outerShdw blurRad="50800" dist="38100" dir="2700000" algn="tl" rotWithShape="0">
                <a:prstClr val="black">
                  <a:alpha val="40000"/>
                </a:prstClr>
              </a:outerShdw>
            </a:effectLst>
          </p:spPr>
        </p:pic>
      </p:grpSp>
      <p:sp>
        <p:nvSpPr>
          <p:cNvPr id="3" name="Date Placeholder 2">
            <a:extLst>
              <a:ext uri="{FF2B5EF4-FFF2-40B4-BE49-F238E27FC236}">
                <a16:creationId xmlns:a16="http://schemas.microsoft.com/office/drawing/2014/main" id="{C1B1C005-08E8-0320-5B83-5DDBD6119C33}"/>
              </a:ext>
            </a:extLst>
          </p:cNvPr>
          <p:cNvSpPr>
            <a:spLocks noGrp="1"/>
          </p:cNvSpPr>
          <p:nvPr>
            <p:ph type="dt" sz="half" idx="10"/>
          </p:nvPr>
        </p:nvSpPr>
        <p:spPr/>
        <p:txBody>
          <a:bodyPr/>
          <a:lstStyle/>
          <a:p>
            <a:fld id="{7EA67AFD-E12F-43AA-A67D-25E1496E2E18}" type="datetime1">
              <a:rPr lang="en-GB" noProof="0" smtClean="0"/>
              <a:t>16/09/2026</a:t>
            </a:fld>
            <a:endParaRPr lang="en-GB" noProof="0" dirty="0"/>
          </a:p>
        </p:txBody>
      </p:sp>
      <p:sp>
        <p:nvSpPr>
          <p:cNvPr id="7" name="Slide Number Placeholder 6">
            <a:extLst>
              <a:ext uri="{FF2B5EF4-FFF2-40B4-BE49-F238E27FC236}">
                <a16:creationId xmlns:a16="http://schemas.microsoft.com/office/drawing/2014/main" id="{63402ED6-F112-E926-A0A0-D33C7A7A2DE6}"/>
              </a:ext>
            </a:extLst>
          </p:cNvPr>
          <p:cNvSpPr>
            <a:spLocks noGrp="1"/>
          </p:cNvSpPr>
          <p:nvPr>
            <p:ph type="sldNum" sz="quarter" idx="12"/>
          </p:nvPr>
        </p:nvSpPr>
        <p:spPr/>
        <p:txBody>
          <a:bodyPr/>
          <a:lstStyle/>
          <a:p>
            <a:fld id="{442AD375-037F-43D0-B059-5172DA06796A}" type="slidenum">
              <a:rPr lang="en-GB" noProof="0" smtClean="0"/>
              <a:pPr/>
              <a:t>37</a:t>
            </a:fld>
            <a:endParaRPr lang="en-GB" noProof="0" dirty="0"/>
          </a:p>
        </p:txBody>
      </p:sp>
    </p:spTree>
    <p:extLst>
      <p:ext uri="{BB962C8B-B14F-4D97-AF65-F5344CB8AC3E}">
        <p14:creationId xmlns:p14="http://schemas.microsoft.com/office/powerpoint/2010/main" val="20324921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AE465-CC88-140B-9D9D-FFB05981AE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56072-8951-7C95-841E-0675C42036BB}"/>
              </a:ext>
            </a:extLst>
          </p:cNvPr>
          <p:cNvSpPr>
            <a:spLocks noGrp="1"/>
          </p:cNvSpPr>
          <p:nvPr>
            <p:ph type="title"/>
          </p:nvPr>
        </p:nvSpPr>
        <p:spPr/>
        <p:txBody>
          <a:bodyPr/>
          <a:lstStyle/>
          <a:p>
            <a:r>
              <a:rPr lang="en-US" sz="2400" b="1" noProof="0" dirty="0">
                <a:solidFill>
                  <a:srgbClr val="0B0B0B"/>
                </a:solidFill>
                <a:latin typeface="Arial"/>
              </a:rPr>
              <a:t>Method</a:t>
            </a:r>
          </a:p>
        </p:txBody>
      </p:sp>
      <p:sp>
        <p:nvSpPr>
          <p:cNvPr id="3" name="Rounded Rectangle 2">
            <a:extLst>
              <a:ext uri="{FF2B5EF4-FFF2-40B4-BE49-F238E27FC236}">
                <a16:creationId xmlns:a16="http://schemas.microsoft.com/office/drawing/2014/main" id="{4E1C3C80-7F7E-C494-73A6-CC32926A9DD0}"/>
              </a:ext>
            </a:extLst>
          </p:cNvPr>
          <p:cNvSpPr/>
          <p:nvPr/>
        </p:nvSpPr>
        <p:spPr>
          <a:xfrm>
            <a:off x="274320" y="1371600"/>
            <a:ext cx="5577840" cy="32918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TextBox 3">
            <a:extLst>
              <a:ext uri="{FF2B5EF4-FFF2-40B4-BE49-F238E27FC236}">
                <a16:creationId xmlns:a16="http://schemas.microsoft.com/office/drawing/2014/main" id="{44F3BCA3-4245-973B-13DA-FAD84949727E}"/>
              </a:ext>
            </a:extLst>
          </p:cNvPr>
          <p:cNvSpPr txBox="1"/>
          <p:nvPr/>
        </p:nvSpPr>
        <p:spPr>
          <a:xfrm>
            <a:off x="731520" y="1691640"/>
            <a:ext cx="4754880" cy="452432"/>
          </a:xfrm>
          <a:prstGeom prst="rect">
            <a:avLst/>
          </a:prstGeom>
          <a:noFill/>
        </p:spPr>
        <p:txBody>
          <a:bodyPr wrap="square" lIns="0" tIns="0" rIns="0" bIns="0" anchor="t">
            <a:spAutoFit/>
          </a:bodyPr>
          <a:lstStyle/>
          <a:p>
            <a:pPr algn="l">
              <a:spcAft>
                <a:spcPts val="800"/>
              </a:spcAft>
            </a:pPr>
            <a:r>
              <a:rPr lang="en-US" sz="3000" b="1" i="0" noProof="0" dirty="0">
                <a:solidFill>
                  <a:srgbClr val="FF0000"/>
                </a:solidFill>
                <a:latin typeface="Arial"/>
              </a:rPr>
              <a:t>R</a:t>
            </a:r>
          </a:p>
        </p:txBody>
      </p:sp>
      <p:sp>
        <p:nvSpPr>
          <p:cNvPr id="5" name="TextBox 4">
            <a:extLst>
              <a:ext uri="{FF2B5EF4-FFF2-40B4-BE49-F238E27FC236}">
                <a16:creationId xmlns:a16="http://schemas.microsoft.com/office/drawing/2014/main" id="{A1933B4B-1622-BBB9-ABB0-60E78823EB3A}"/>
              </a:ext>
            </a:extLst>
          </p:cNvPr>
          <p:cNvSpPr txBox="1"/>
          <p:nvPr/>
        </p:nvSpPr>
        <p:spPr>
          <a:xfrm>
            <a:off x="731520" y="2423160"/>
            <a:ext cx="4754880" cy="286553"/>
          </a:xfrm>
          <a:prstGeom prst="rect">
            <a:avLst/>
          </a:prstGeom>
          <a:noFill/>
        </p:spPr>
        <p:txBody>
          <a:bodyPr wrap="square" lIns="0" tIns="0" rIns="0" bIns="0" anchor="t">
            <a:spAutoFit/>
          </a:bodyPr>
          <a:lstStyle/>
          <a:p>
            <a:pPr algn="l">
              <a:spcAft>
                <a:spcPts val="800"/>
              </a:spcAft>
            </a:pPr>
            <a:r>
              <a:rPr lang="en-US" sz="1900" dirty="0">
                <a:solidFill>
                  <a:srgbClr val="0B0B0B"/>
                </a:solidFill>
                <a:latin typeface="Arial"/>
              </a:rPr>
              <a:t>Y</a:t>
            </a:r>
            <a:r>
              <a:rPr lang="en-US" sz="1900" b="0" i="0" noProof="0" dirty="0">
                <a:solidFill>
                  <a:srgbClr val="0B0B0B"/>
                </a:solidFill>
                <a:latin typeface="Arial"/>
              </a:rPr>
              <a:t>our data</a:t>
            </a:r>
          </a:p>
        </p:txBody>
      </p:sp>
      <p:sp>
        <p:nvSpPr>
          <p:cNvPr id="6" name="Down Arrow 5">
            <a:extLst>
              <a:ext uri="{FF2B5EF4-FFF2-40B4-BE49-F238E27FC236}">
                <a16:creationId xmlns:a16="http://schemas.microsoft.com/office/drawing/2014/main" id="{908C28D5-A3EF-EDA6-BB8A-B6877CE8356E}"/>
              </a:ext>
            </a:extLst>
          </p:cNvPr>
          <p:cNvSpPr/>
          <p:nvPr/>
        </p:nvSpPr>
        <p:spPr>
          <a:xfrm>
            <a:off x="841247" y="2880360"/>
            <a:ext cx="182880" cy="219456"/>
          </a:xfrm>
          <a:prstGeom prst="down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7" name="TextBox 6">
            <a:extLst>
              <a:ext uri="{FF2B5EF4-FFF2-40B4-BE49-F238E27FC236}">
                <a16:creationId xmlns:a16="http://schemas.microsoft.com/office/drawing/2014/main" id="{35AF91C1-1ECC-BAFE-3D3D-CCF84B266FBD}"/>
              </a:ext>
            </a:extLst>
          </p:cNvPr>
          <p:cNvSpPr txBox="1"/>
          <p:nvPr/>
        </p:nvSpPr>
        <p:spPr>
          <a:xfrm>
            <a:off x="731520" y="3081528"/>
            <a:ext cx="4754880" cy="286553"/>
          </a:xfrm>
          <a:prstGeom prst="rect">
            <a:avLst/>
          </a:prstGeom>
          <a:noFill/>
        </p:spPr>
        <p:txBody>
          <a:bodyPr wrap="square" lIns="0" tIns="0" rIns="0" bIns="0" anchor="t">
            <a:spAutoFit/>
          </a:bodyPr>
          <a:lstStyle/>
          <a:p>
            <a:pPr algn="l">
              <a:spcAft>
                <a:spcPts val="800"/>
              </a:spcAft>
            </a:pPr>
            <a:r>
              <a:rPr lang="en-US" sz="1900" dirty="0">
                <a:solidFill>
                  <a:srgbClr val="0B0B0B"/>
                </a:solidFill>
                <a:latin typeface="Arial"/>
              </a:rPr>
              <a:t>Y</a:t>
            </a:r>
            <a:r>
              <a:rPr lang="en-US" sz="1900" b="0" i="0" noProof="0" dirty="0">
                <a:solidFill>
                  <a:srgbClr val="0B0B0B"/>
                </a:solidFill>
                <a:latin typeface="Arial"/>
              </a:rPr>
              <a:t>our script</a:t>
            </a:r>
          </a:p>
        </p:txBody>
      </p:sp>
      <p:sp>
        <p:nvSpPr>
          <p:cNvPr id="8" name="Down Arrow 7">
            <a:extLst>
              <a:ext uri="{FF2B5EF4-FFF2-40B4-BE49-F238E27FC236}">
                <a16:creationId xmlns:a16="http://schemas.microsoft.com/office/drawing/2014/main" id="{1FDFC266-F147-1733-5C67-C5910AE896A3}"/>
              </a:ext>
            </a:extLst>
          </p:cNvPr>
          <p:cNvSpPr/>
          <p:nvPr/>
        </p:nvSpPr>
        <p:spPr>
          <a:xfrm>
            <a:off x="841247" y="3538728"/>
            <a:ext cx="182880" cy="219456"/>
          </a:xfrm>
          <a:prstGeom prst="down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9" name="TextBox 8">
            <a:extLst>
              <a:ext uri="{FF2B5EF4-FFF2-40B4-BE49-F238E27FC236}">
                <a16:creationId xmlns:a16="http://schemas.microsoft.com/office/drawing/2014/main" id="{FE800F79-CA3A-25AE-1F70-F7FBC334D119}"/>
              </a:ext>
            </a:extLst>
          </p:cNvPr>
          <p:cNvSpPr txBox="1"/>
          <p:nvPr/>
        </p:nvSpPr>
        <p:spPr>
          <a:xfrm>
            <a:off x="731520" y="3739896"/>
            <a:ext cx="4754880" cy="286553"/>
          </a:xfrm>
          <a:prstGeom prst="rect">
            <a:avLst/>
          </a:prstGeom>
          <a:noFill/>
        </p:spPr>
        <p:txBody>
          <a:bodyPr wrap="square" lIns="0" tIns="0" rIns="0" bIns="0" anchor="t">
            <a:spAutoFit/>
          </a:bodyPr>
          <a:lstStyle/>
          <a:p>
            <a:pPr algn="l">
              <a:spcAft>
                <a:spcPts val="800"/>
              </a:spcAft>
            </a:pPr>
            <a:r>
              <a:rPr lang="en-US" sz="1900" b="0" i="0" noProof="0" dirty="0">
                <a:solidFill>
                  <a:srgbClr val="0B0B0B"/>
                </a:solidFill>
                <a:latin typeface="Arial"/>
              </a:rPr>
              <a:t>Statistics, figures, </a:t>
            </a:r>
            <a:r>
              <a:rPr lang="en-US" sz="1900" b="0" i="0" noProof="0" dirty="0" err="1">
                <a:solidFill>
                  <a:srgbClr val="0B0B0B"/>
                </a:solidFill>
                <a:latin typeface="Arial"/>
              </a:rPr>
              <a:t>etc</a:t>
            </a:r>
            <a:r>
              <a:rPr lang="en-US" sz="1900" dirty="0">
                <a:solidFill>
                  <a:srgbClr val="0B0B0B"/>
                </a:solidFill>
                <a:latin typeface="Arial"/>
              </a:rPr>
              <a:t>.</a:t>
            </a:r>
            <a:r>
              <a:rPr lang="en-US" sz="1900" b="0" i="0" noProof="0" dirty="0">
                <a:solidFill>
                  <a:srgbClr val="0B0B0B"/>
                </a:solidFill>
                <a:latin typeface="Arial"/>
              </a:rPr>
              <a:t> out</a:t>
            </a:r>
          </a:p>
        </p:txBody>
      </p:sp>
      <p:sp>
        <p:nvSpPr>
          <p:cNvPr id="10" name="Rounded Rectangle 9">
            <a:extLst>
              <a:ext uri="{FF2B5EF4-FFF2-40B4-BE49-F238E27FC236}">
                <a16:creationId xmlns:a16="http://schemas.microsoft.com/office/drawing/2014/main" id="{A3DA796E-0291-1B23-2E3A-B6F0DADD58DF}"/>
              </a:ext>
            </a:extLst>
          </p:cNvPr>
          <p:cNvSpPr/>
          <p:nvPr/>
        </p:nvSpPr>
        <p:spPr>
          <a:xfrm>
            <a:off x="6336792" y="1371600"/>
            <a:ext cx="5577840" cy="32918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1" name="TextBox 10">
            <a:extLst>
              <a:ext uri="{FF2B5EF4-FFF2-40B4-BE49-F238E27FC236}">
                <a16:creationId xmlns:a16="http://schemas.microsoft.com/office/drawing/2014/main" id="{3DD9ADEE-7248-3BA1-A32C-EE916BF5A15E}"/>
              </a:ext>
            </a:extLst>
          </p:cNvPr>
          <p:cNvSpPr txBox="1"/>
          <p:nvPr/>
        </p:nvSpPr>
        <p:spPr>
          <a:xfrm>
            <a:off x="6793992" y="1691640"/>
            <a:ext cx="4754880" cy="548640"/>
          </a:xfrm>
          <a:prstGeom prst="rect">
            <a:avLst/>
          </a:prstGeom>
          <a:noFill/>
        </p:spPr>
        <p:txBody>
          <a:bodyPr wrap="square" lIns="0" tIns="0" rIns="0" bIns="0" anchor="t">
            <a:spAutoFit/>
          </a:bodyPr>
          <a:lstStyle/>
          <a:p>
            <a:pPr algn="l">
              <a:spcAft>
                <a:spcPts val="800"/>
              </a:spcAft>
            </a:pPr>
            <a:r>
              <a:rPr lang="en-US" sz="3000" b="1" i="0" noProof="0" dirty="0">
                <a:solidFill>
                  <a:srgbClr val="2A78D6"/>
                </a:solidFill>
                <a:latin typeface="Arial"/>
              </a:rPr>
              <a:t>SLiM</a:t>
            </a:r>
          </a:p>
        </p:txBody>
      </p:sp>
      <p:sp>
        <p:nvSpPr>
          <p:cNvPr id="12" name="TextBox 11">
            <a:extLst>
              <a:ext uri="{FF2B5EF4-FFF2-40B4-BE49-F238E27FC236}">
                <a16:creationId xmlns:a16="http://schemas.microsoft.com/office/drawing/2014/main" id="{F7E4ACB2-066A-4363-E9D0-7452F290B1CE}"/>
              </a:ext>
            </a:extLst>
          </p:cNvPr>
          <p:cNvSpPr txBox="1"/>
          <p:nvPr/>
        </p:nvSpPr>
        <p:spPr>
          <a:xfrm>
            <a:off x="6793992" y="2423160"/>
            <a:ext cx="4754880" cy="286553"/>
          </a:xfrm>
          <a:prstGeom prst="rect">
            <a:avLst/>
          </a:prstGeom>
          <a:noFill/>
        </p:spPr>
        <p:txBody>
          <a:bodyPr wrap="square" lIns="0" tIns="0" rIns="0" bIns="0" anchor="t">
            <a:spAutoFit/>
          </a:bodyPr>
          <a:lstStyle/>
          <a:p>
            <a:pPr algn="l">
              <a:spcAft>
                <a:spcPts val="800"/>
              </a:spcAft>
            </a:pPr>
            <a:r>
              <a:rPr lang="en-US" sz="1900" dirty="0">
                <a:solidFill>
                  <a:srgbClr val="0B0B0B"/>
                </a:solidFill>
                <a:latin typeface="Arial"/>
              </a:rPr>
              <a:t>Y</a:t>
            </a:r>
            <a:r>
              <a:rPr lang="en-US" sz="1900" b="0" i="0" noProof="0" dirty="0">
                <a:solidFill>
                  <a:srgbClr val="0B0B0B"/>
                </a:solidFill>
                <a:latin typeface="Arial"/>
              </a:rPr>
              <a:t>our parameters/data</a:t>
            </a:r>
          </a:p>
        </p:txBody>
      </p:sp>
      <p:sp>
        <p:nvSpPr>
          <p:cNvPr id="13" name="Down Arrow 12">
            <a:extLst>
              <a:ext uri="{FF2B5EF4-FFF2-40B4-BE49-F238E27FC236}">
                <a16:creationId xmlns:a16="http://schemas.microsoft.com/office/drawing/2014/main" id="{0A460087-3F0A-9DDE-B074-C792B6208161}"/>
              </a:ext>
            </a:extLst>
          </p:cNvPr>
          <p:cNvSpPr/>
          <p:nvPr/>
        </p:nvSpPr>
        <p:spPr>
          <a:xfrm>
            <a:off x="6903720" y="2880360"/>
            <a:ext cx="182880" cy="219456"/>
          </a:xfrm>
          <a:prstGeom prst="down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4" name="TextBox 13">
            <a:extLst>
              <a:ext uri="{FF2B5EF4-FFF2-40B4-BE49-F238E27FC236}">
                <a16:creationId xmlns:a16="http://schemas.microsoft.com/office/drawing/2014/main" id="{14CAEDA6-3D2D-AC67-90FC-3D54927C1D6D}"/>
              </a:ext>
            </a:extLst>
          </p:cNvPr>
          <p:cNvSpPr txBox="1"/>
          <p:nvPr/>
        </p:nvSpPr>
        <p:spPr>
          <a:xfrm>
            <a:off x="6793992" y="3081528"/>
            <a:ext cx="4754880" cy="286553"/>
          </a:xfrm>
          <a:prstGeom prst="rect">
            <a:avLst/>
          </a:prstGeom>
          <a:noFill/>
        </p:spPr>
        <p:txBody>
          <a:bodyPr wrap="square" lIns="0" tIns="0" rIns="0" bIns="0" anchor="t">
            <a:spAutoFit/>
          </a:bodyPr>
          <a:lstStyle/>
          <a:p>
            <a:pPr algn="l">
              <a:spcAft>
                <a:spcPts val="800"/>
              </a:spcAft>
            </a:pPr>
            <a:r>
              <a:rPr lang="en-US" sz="1900" dirty="0">
                <a:solidFill>
                  <a:srgbClr val="0B0B0B"/>
                </a:solidFill>
                <a:latin typeface="Arial"/>
              </a:rPr>
              <a:t>Y</a:t>
            </a:r>
            <a:r>
              <a:rPr lang="en-US" sz="1900" b="0" i="0" noProof="0" dirty="0">
                <a:solidFill>
                  <a:srgbClr val="0B0B0B"/>
                </a:solidFill>
                <a:latin typeface="Arial"/>
              </a:rPr>
              <a:t>our script</a:t>
            </a:r>
          </a:p>
        </p:txBody>
      </p:sp>
      <p:sp>
        <p:nvSpPr>
          <p:cNvPr id="15" name="Down Arrow 14">
            <a:extLst>
              <a:ext uri="{FF2B5EF4-FFF2-40B4-BE49-F238E27FC236}">
                <a16:creationId xmlns:a16="http://schemas.microsoft.com/office/drawing/2014/main" id="{AC1D6377-0B4D-1FB3-6192-ED5B2B7C9C4A}"/>
              </a:ext>
            </a:extLst>
          </p:cNvPr>
          <p:cNvSpPr/>
          <p:nvPr/>
        </p:nvSpPr>
        <p:spPr>
          <a:xfrm>
            <a:off x="6903720" y="3538728"/>
            <a:ext cx="182880" cy="219456"/>
          </a:xfrm>
          <a:prstGeom prst="down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6" name="TextBox 15">
            <a:extLst>
              <a:ext uri="{FF2B5EF4-FFF2-40B4-BE49-F238E27FC236}">
                <a16:creationId xmlns:a16="http://schemas.microsoft.com/office/drawing/2014/main" id="{8837D49D-7883-0047-6E9A-0D3B90AFF5BA}"/>
              </a:ext>
            </a:extLst>
          </p:cNvPr>
          <p:cNvSpPr txBox="1"/>
          <p:nvPr/>
        </p:nvSpPr>
        <p:spPr>
          <a:xfrm>
            <a:off x="6793992" y="3739896"/>
            <a:ext cx="4754880" cy="286553"/>
          </a:xfrm>
          <a:prstGeom prst="rect">
            <a:avLst/>
          </a:prstGeom>
          <a:noFill/>
        </p:spPr>
        <p:txBody>
          <a:bodyPr wrap="square" lIns="0" tIns="0" rIns="0" bIns="0" anchor="t">
            <a:spAutoFit/>
          </a:bodyPr>
          <a:lstStyle/>
          <a:p>
            <a:pPr algn="l">
              <a:spcAft>
                <a:spcPts val="800"/>
              </a:spcAft>
            </a:pPr>
            <a:r>
              <a:rPr lang="en-US" sz="1900" b="0" i="0" noProof="0" dirty="0">
                <a:solidFill>
                  <a:srgbClr val="0B0B0B"/>
                </a:solidFill>
                <a:latin typeface="Arial"/>
              </a:rPr>
              <a:t>Population</a:t>
            </a:r>
            <a:r>
              <a:rPr lang="en-US" sz="1900" dirty="0">
                <a:solidFill>
                  <a:srgbClr val="0B0B0B"/>
                </a:solidFill>
                <a:latin typeface="Arial"/>
              </a:rPr>
              <a:t>s</a:t>
            </a:r>
            <a:r>
              <a:rPr lang="en-US" sz="1900" b="0" i="0" noProof="0" dirty="0">
                <a:solidFill>
                  <a:srgbClr val="0B0B0B"/>
                </a:solidFill>
                <a:latin typeface="Arial"/>
              </a:rPr>
              <a:t>, figures, log files out</a:t>
            </a:r>
          </a:p>
        </p:txBody>
      </p:sp>
      <p:sp>
        <p:nvSpPr>
          <p:cNvPr id="17" name="Date Placeholder 16">
            <a:extLst>
              <a:ext uri="{FF2B5EF4-FFF2-40B4-BE49-F238E27FC236}">
                <a16:creationId xmlns:a16="http://schemas.microsoft.com/office/drawing/2014/main" id="{42FABC9C-05F6-4F52-5B64-F1644F7936ED}"/>
              </a:ext>
            </a:extLst>
          </p:cNvPr>
          <p:cNvSpPr>
            <a:spLocks noGrp="1"/>
          </p:cNvSpPr>
          <p:nvPr>
            <p:ph type="dt" sz="half" idx="10"/>
          </p:nvPr>
        </p:nvSpPr>
        <p:spPr/>
        <p:txBody>
          <a:bodyPr/>
          <a:lstStyle/>
          <a:p>
            <a:fld id="{2E0022F2-7C5C-49A3-9964-6FB2F1DE0629}" type="datetime1">
              <a:rPr lang="en-GB" noProof="0" smtClean="0"/>
              <a:t>16/09/2026</a:t>
            </a:fld>
            <a:endParaRPr lang="en-GB" noProof="0" dirty="0"/>
          </a:p>
        </p:txBody>
      </p:sp>
      <p:sp>
        <p:nvSpPr>
          <p:cNvPr id="19" name="Slide Number Placeholder 18">
            <a:extLst>
              <a:ext uri="{FF2B5EF4-FFF2-40B4-BE49-F238E27FC236}">
                <a16:creationId xmlns:a16="http://schemas.microsoft.com/office/drawing/2014/main" id="{D2565313-BD0F-6FCF-51D1-7143A65FA19F}"/>
              </a:ext>
            </a:extLst>
          </p:cNvPr>
          <p:cNvSpPr>
            <a:spLocks noGrp="1"/>
          </p:cNvSpPr>
          <p:nvPr>
            <p:ph type="sldNum" sz="quarter" idx="12"/>
          </p:nvPr>
        </p:nvSpPr>
        <p:spPr/>
        <p:txBody>
          <a:bodyPr/>
          <a:lstStyle/>
          <a:p>
            <a:fld id="{442AD375-037F-43D0-B059-5172DA06796A}" type="slidenum">
              <a:rPr lang="en-GB" noProof="0" smtClean="0"/>
              <a:pPr/>
              <a:t>38</a:t>
            </a:fld>
            <a:endParaRPr lang="en-GB" noProof="0" dirty="0"/>
          </a:p>
        </p:txBody>
      </p:sp>
    </p:spTree>
    <p:extLst>
      <p:ext uri="{BB962C8B-B14F-4D97-AF65-F5344CB8AC3E}">
        <p14:creationId xmlns:p14="http://schemas.microsoft.com/office/powerpoint/2010/main" val="18625822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5C7DE-C2A8-34F4-DC23-015FECE84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9056E-069B-8730-5A3B-F6961292F3E1}"/>
              </a:ext>
            </a:extLst>
          </p:cNvPr>
          <p:cNvSpPr>
            <a:spLocks noGrp="1"/>
          </p:cNvSpPr>
          <p:nvPr>
            <p:ph type="title"/>
          </p:nvPr>
        </p:nvSpPr>
        <p:spPr/>
        <p:txBody>
          <a:bodyPr/>
          <a:lstStyle/>
          <a:p>
            <a:r>
              <a:rPr lang="en-US" sz="2400" b="1" noProof="0" dirty="0">
                <a:solidFill>
                  <a:srgbClr val="0B0B0B"/>
                </a:solidFill>
                <a:latin typeface="Arial"/>
              </a:rPr>
              <a:t>Method: what is under the hood</a:t>
            </a:r>
          </a:p>
        </p:txBody>
      </p:sp>
      <p:sp>
        <p:nvSpPr>
          <p:cNvPr id="8" name="Rectangle: Rounded Corners 7">
            <a:extLst>
              <a:ext uri="{FF2B5EF4-FFF2-40B4-BE49-F238E27FC236}">
                <a16:creationId xmlns:a16="http://schemas.microsoft.com/office/drawing/2014/main" id="{40B9C681-8EE4-7420-6892-EF56A9804EBE}"/>
              </a:ext>
            </a:extLst>
          </p:cNvPr>
          <p:cNvSpPr/>
          <p:nvPr/>
        </p:nvSpPr>
        <p:spPr>
          <a:xfrm>
            <a:off x="271463" y="2056656"/>
            <a:ext cx="5610101" cy="28803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 name="TextBox 9">
            <a:extLst>
              <a:ext uri="{FF2B5EF4-FFF2-40B4-BE49-F238E27FC236}">
                <a16:creationId xmlns:a16="http://schemas.microsoft.com/office/drawing/2014/main" id="{5DC72730-4F03-A55A-54EC-CCFFA9158856}"/>
              </a:ext>
            </a:extLst>
          </p:cNvPr>
          <p:cNvSpPr txBox="1"/>
          <p:nvPr/>
        </p:nvSpPr>
        <p:spPr>
          <a:xfrm>
            <a:off x="991543" y="2704728"/>
            <a:ext cx="4320480" cy="723853"/>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b="1" dirty="0"/>
              <a:t>H</a:t>
            </a:r>
            <a:r>
              <a:rPr lang="en-CH" b="1" dirty="0" err="1"/>
              <a:t>ighly</a:t>
            </a:r>
            <a:r>
              <a:rPr lang="en-CH" b="1" dirty="0"/>
              <a:t> optimized C++ engine</a:t>
            </a: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Vectorized</a:t>
            </a:r>
            <a:endParaRPr lang="en-CH" b="1" dirty="0"/>
          </a:p>
        </p:txBody>
      </p:sp>
      <p:sp>
        <p:nvSpPr>
          <p:cNvPr id="4" name="Date Placeholder 3">
            <a:extLst>
              <a:ext uri="{FF2B5EF4-FFF2-40B4-BE49-F238E27FC236}">
                <a16:creationId xmlns:a16="http://schemas.microsoft.com/office/drawing/2014/main" id="{A0F6A0C8-FF1F-4088-8A4E-41577C8579BC}"/>
              </a:ext>
            </a:extLst>
          </p:cNvPr>
          <p:cNvSpPr>
            <a:spLocks noGrp="1"/>
          </p:cNvSpPr>
          <p:nvPr>
            <p:ph type="dt" sz="half" idx="10"/>
          </p:nvPr>
        </p:nvSpPr>
        <p:spPr/>
        <p:txBody>
          <a:bodyPr/>
          <a:lstStyle/>
          <a:p>
            <a:fld id="{16F137DF-F57F-4736-B398-B415E4A9E0AA}" type="datetime1">
              <a:rPr lang="en-GB" noProof="0" smtClean="0"/>
              <a:t>16/09/2026</a:t>
            </a:fld>
            <a:endParaRPr lang="en-GB" noProof="0" dirty="0"/>
          </a:p>
        </p:txBody>
      </p:sp>
      <p:sp>
        <p:nvSpPr>
          <p:cNvPr id="7" name="Slide Number Placeholder 6">
            <a:extLst>
              <a:ext uri="{FF2B5EF4-FFF2-40B4-BE49-F238E27FC236}">
                <a16:creationId xmlns:a16="http://schemas.microsoft.com/office/drawing/2014/main" id="{B010D518-CC11-CD31-E4A5-0AA3456D6556}"/>
              </a:ext>
            </a:extLst>
          </p:cNvPr>
          <p:cNvSpPr>
            <a:spLocks noGrp="1"/>
          </p:cNvSpPr>
          <p:nvPr>
            <p:ph type="sldNum" sz="quarter" idx="12"/>
          </p:nvPr>
        </p:nvSpPr>
        <p:spPr/>
        <p:txBody>
          <a:bodyPr/>
          <a:lstStyle/>
          <a:p>
            <a:fld id="{442AD375-037F-43D0-B059-5172DA06796A}" type="slidenum">
              <a:rPr lang="en-GB" noProof="0" smtClean="0"/>
              <a:pPr/>
              <a:t>39</a:t>
            </a:fld>
            <a:endParaRPr lang="en-GB" noProof="0" dirty="0"/>
          </a:p>
        </p:txBody>
      </p:sp>
    </p:spTree>
    <p:extLst>
      <p:ext uri="{BB962C8B-B14F-4D97-AF65-F5344CB8AC3E}">
        <p14:creationId xmlns:p14="http://schemas.microsoft.com/office/powerpoint/2010/main" val="529941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229FB-B5A1-CEAE-1B3A-2FDB41D96656}"/>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0CA77E8-583F-8BFD-0A39-005FBE5B5BE4}"/>
              </a:ext>
            </a:extLst>
          </p:cNvPr>
          <p:cNvSpPr/>
          <p:nvPr/>
        </p:nvSpPr>
        <p:spPr>
          <a:xfrm>
            <a:off x="6285284" y="2056656"/>
            <a:ext cx="5610101" cy="28803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 name="Title 1">
            <a:extLst>
              <a:ext uri="{FF2B5EF4-FFF2-40B4-BE49-F238E27FC236}">
                <a16:creationId xmlns:a16="http://schemas.microsoft.com/office/drawing/2014/main" id="{F7D7E440-603C-38CC-8D2B-3533C3951AAD}"/>
              </a:ext>
            </a:extLst>
          </p:cNvPr>
          <p:cNvSpPr>
            <a:spLocks noGrp="1"/>
          </p:cNvSpPr>
          <p:nvPr>
            <p:ph type="title"/>
          </p:nvPr>
        </p:nvSpPr>
        <p:spPr/>
        <p:txBody>
          <a:bodyPr/>
          <a:lstStyle/>
          <a:p>
            <a:r>
              <a:rPr lang="en-US" sz="2400" b="1" noProof="0" dirty="0">
                <a:solidFill>
                  <a:srgbClr val="0B0B0B"/>
                </a:solidFill>
                <a:latin typeface="Arial"/>
              </a:rPr>
              <a:t>Method: what is under the hood</a:t>
            </a:r>
          </a:p>
        </p:txBody>
      </p:sp>
      <p:sp>
        <p:nvSpPr>
          <p:cNvPr id="3" name="TextBox 2">
            <a:extLst>
              <a:ext uri="{FF2B5EF4-FFF2-40B4-BE49-F238E27FC236}">
                <a16:creationId xmlns:a16="http://schemas.microsoft.com/office/drawing/2014/main" id="{97C920B9-C36D-905F-5C74-69D2C283767D}"/>
              </a:ext>
            </a:extLst>
          </p:cNvPr>
          <p:cNvSpPr txBox="1"/>
          <p:nvPr/>
        </p:nvSpPr>
        <p:spPr>
          <a:xfrm>
            <a:off x="7005364" y="2704728"/>
            <a:ext cx="4320480" cy="1206421"/>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b="1" dirty="0"/>
              <a:t>Eidos (R based scripting language)</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Built in objects </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Recipe / “cookbook”</a:t>
            </a:r>
            <a:endParaRPr lang="en-CH" b="1" dirty="0"/>
          </a:p>
        </p:txBody>
      </p:sp>
      <p:sp>
        <p:nvSpPr>
          <p:cNvPr id="8" name="Rectangle: Rounded Corners 7">
            <a:extLst>
              <a:ext uri="{FF2B5EF4-FFF2-40B4-BE49-F238E27FC236}">
                <a16:creationId xmlns:a16="http://schemas.microsoft.com/office/drawing/2014/main" id="{F0BBAE01-70E1-5648-504C-0453E713BA0C}"/>
              </a:ext>
            </a:extLst>
          </p:cNvPr>
          <p:cNvSpPr/>
          <p:nvPr/>
        </p:nvSpPr>
        <p:spPr>
          <a:xfrm>
            <a:off x="271463" y="2056656"/>
            <a:ext cx="5610101" cy="28803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 name="TextBox 9">
            <a:extLst>
              <a:ext uri="{FF2B5EF4-FFF2-40B4-BE49-F238E27FC236}">
                <a16:creationId xmlns:a16="http://schemas.microsoft.com/office/drawing/2014/main" id="{E3544DF8-6CD5-4DDC-582A-3AE200E2C421}"/>
              </a:ext>
            </a:extLst>
          </p:cNvPr>
          <p:cNvSpPr txBox="1"/>
          <p:nvPr/>
        </p:nvSpPr>
        <p:spPr>
          <a:xfrm>
            <a:off x="991543" y="2704728"/>
            <a:ext cx="4320480" cy="723853"/>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b="1" dirty="0"/>
              <a:t>H</a:t>
            </a:r>
            <a:r>
              <a:rPr lang="en-CH" b="1" dirty="0" err="1"/>
              <a:t>ighly</a:t>
            </a:r>
            <a:r>
              <a:rPr lang="en-CH" b="1" dirty="0"/>
              <a:t> optimized C++ engine</a:t>
            </a: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Vectorized</a:t>
            </a:r>
            <a:endParaRPr lang="en-CH" b="1" dirty="0"/>
          </a:p>
        </p:txBody>
      </p:sp>
      <p:sp>
        <p:nvSpPr>
          <p:cNvPr id="4" name="Date Placeholder 3">
            <a:extLst>
              <a:ext uri="{FF2B5EF4-FFF2-40B4-BE49-F238E27FC236}">
                <a16:creationId xmlns:a16="http://schemas.microsoft.com/office/drawing/2014/main" id="{C394001D-DEEA-3CDF-3F12-96698170E7C1}"/>
              </a:ext>
            </a:extLst>
          </p:cNvPr>
          <p:cNvSpPr>
            <a:spLocks noGrp="1"/>
          </p:cNvSpPr>
          <p:nvPr>
            <p:ph type="dt" sz="half" idx="10"/>
          </p:nvPr>
        </p:nvSpPr>
        <p:spPr/>
        <p:txBody>
          <a:bodyPr/>
          <a:lstStyle/>
          <a:p>
            <a:fld id="{200303F5-D454-4F68-B200-DEEF076354B4}" type="datetime1">
              <a:rPr lang="en-GB" noProof="0" smtClean="0"/>
              <a:t>16/09/2026</a:t>
            </a:fld>
            <a:endParaRPr lang="en-GB" noProof="0" dirty="0"/>
          </a:p>
        </p:txBody>
      </p:sp>
      <p:sp>
        <p:nvSpPr>
          <p:cNvPr id="7" name="Slide Number Placeholder 6">
            <a:extLst>
              <a:ext uri="{FF2B5EF4-FFF2-40B4-BE49-F238E27FC236}">
                <a16:creationId xmlns:a16="http://schemas.microsoft.com/office/drawing/2014/main" id="{A11C7478-121D-383C-791F-257B8D03B84D}"/>
              </a:ext>
            </a:extLst>
          </p:cNvPr>
          <p:cNvSpPr>
            <a:spLocks noGrp="1"/>
          </p:cNvSpPr>
          <p:nvPr>
            <p:ph type="sldNum" sz="quarter" idx="12"/>
          </p:nvPr>
        </p:nvSpPr>
        <p:spPr/>
        <p:txBody>
          <a:bodyPr/>
          <a:lstStyle/>
          <a:p>
            <a:fld id="{442AD375-037F-43D0-B059-5172DA06796A}" type="slidenum">
              <a:rPr lang="en-GB" noProof="0" smtClean="0"/>
              <a:pPr/>
              <a:t>40</a:t>
            </a:fld>
            <a:endParaRPr lang="en-GB" noProof="0" dirty="0"/>
          </a:p>
        </p:txBody>
      </p:sp>
    </p:spTree>
    <p:extLst>
      <p:ext uri="{BB962C8B-B14F-4D97-AF65-F5344CB8AC3E}">
        <p14:creationId xmlns:p14="http://schemas.microsoft.com/office/powerpoint/2010/main" val="24117027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BE664-B024-848F-A311-5C6726A304CE}"/>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8B44592-2F28-121E-5216-BC0C608E8DB5}"/>
              </a:ext>
            </a:extLst>
          </p:cNvPr>
          <p:cNvSpPr/>
          <p:nvPr/>
        </p:nvSpPr>
        <p:spPr>
          <a:xfrm>
            <a:off x="6285284" y="2056656"/>
            <a:ext cx="5610101" cy="28803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 name="Title 1">
            <a:extLst>
              <a:ext uri="{FF2B5EF4-FFF2-40B4-BE49-F238E27FC236}">
                <a16:creationId xmlns:a16="http://schemas.microsoft.com/office/drawing/2014/main" id="{C3D4AB34-F1B7-DA8E-035D-9CA8C7A61A6C}"/>
              </a:ext>
            </a:extLst>
          </p:cNvPr>
          <p:cNvSpPr>
            <a:spLocks noGrp="1"/>
          </p:cNvSpPr>
          <p:nvPr>
            <p:ph type="title"/>
          </p:nvPr>
        </p:nvSpPr>
        <p:spPr/>
        <p:txBody>
          <a:bodyPr/>
          <a:lstStyle/>
          <a:p>
            <a:r>
              <a:rPr lang="en-US" sz="2400" b="1" noProof="0" dirty="0">
                <a:solidFill>
                  <a:srgbClr val="0B0B0B"/>
                </a:solidFill>
                <a:latin typeface="Arial"/>
              </a:rPr>
              <a:t>Method: what is under the hood</a:t>
            </a:r>
          </a:p>
        </p:txBody>
      </p:sp>
      <p:sp>
        <p:nvSpPr>
          <p:cNvPr id="3" name="TextBox 2">
            <a:extLst>
              <a:ext uri="{FF2B5EF4-FFF2-40B4-BE49-F238E27FC236}">
                <a16:creationId xmlns:a16="http://schemas.microsoft.com/office/drawing/2014/main" id="{3C07567B-DDA7-847D-DCA3-78D0980326D8}"/>
              </a:ext>
            </a:extLst>
          </p:cNvPr>
          <p:cNvSpPr txBox="1"/>
          <p:nvPr/>
        </p:nvSpPr>
        <p:spPr>
          <a:xfrm>
            <a:off x="7005364" y="2704728"/>
            <a:ext cx="4320480" cy="1206421"/>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b="1" dirty="0"/>
              <a:t>Eidos (R based scripting language)</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Built in objects </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Recipe / “cookbook”</a:t>
            </a:r>
            <a:endParaRPr lang="en-CH" b="1" dirty="0"/>
          </a:p>
        </p:txBody>
      </p:sp>
      <p:sp>
        <p:nvSpPr>
          <p:cNvPr id="8" name="Rectangle: Rounded Corners 7">
            <a:extLst>
              <a:ext uri="{FF2B5EF4-FFF2-40B4-BE49-F238E27FC236}">
                <a16:creationId xmlns:a16="http://schemas.microsoft.com/office/drawing/2014/main" id="{E072E86E-E1D0-D527-175E-9489D67105A2}"/>
              </a:ext>
            </a:extLst>
          </p:cNvPr>
          <p:cNvSpPr/>
          <p:nvPr/>
        </p:nvSpPr>
        <p:spPr>
          <a:xfrm>
            <a:off x="271463" y="2056656"/>
            <a:ext cx="5610101" cy="28803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 name="TextBox 9">
            <a:extLst>
              <a:ext uri="{FF2B5EF4-FFF2-40B4-BE49-F238E27FC236}">
                <a16:creationId xmlns:a16="http://schemas.microsoft.com/office/drawing/2014/main" id="{564265B0-F4CC-8B99-F007-234CF81DEE87}"/>
              </a:ext>
            </a:extLst>
          </p:cNvPr>
          <p:cNvSpPr txBox="1"/>
          <p:nvPr/>
        </p:nvSpPr>
        <p:spPr>
          <a:xfrm>
            <a:off x="991543" y="2704728"/>
            <a:ext cx="4320480" cy="723853"/>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b="1" dirty="0"/>
              <a:t>H</a:t>
            </a:r>
            <a:r>
              <a:rPr lang="en-CH" b="1" dirty="0" err="1"/>
              <a:t>ighly</a:t>
            </a:r>
            <a:r>
              <a:rPr lang="en-CH" b="1" dirty="0"/>
              <a:t> optimized C++ engine</a:t>
            </a: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Vectorized</a:t>
            </a:r>
            <a:endParaRPr lang="en-CH" b="1" dirty="0"/>
          </a:p>
        </p:txBody>
      </p:sp>
      <p:sp>
        <p:nvSpPr>
          <p:cNvPr id="12" name="Explosion: 14 Points 11">
            <a:extLst>
              <a:ext uri="{FF2B5EF4-FFF2-40B4-BE49-F238E27FC236}">
                <a16:creationId xmlns:a16="http://schemas.microsoft.com/office/drawing/2014/main" id="{AE2ABED1-4471-0F8A-2C6E-984D465A3966}"/>
              </a:ext>
            </a:extLst>
          </p:cNvPr>
          <p:cNvSpPr/>
          <p:nvPr/>
        </p:nvSpPr>
        <p:spPr>
          <a:xfrm>
            <a:off x="695400" y="1124744"/>
            <a:ext cx="5832648" cy="4320480"/>
          </a:xfrm>
          <a:prstGeom prst="irregularSeal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Power!!</a:t>
            </a:r>
            <a:endParaRPr lang="en-CH" sz="2400" b="1" dirty="0"/>
          </a:p>
        </p:txBody>
      </p:sp>
      <p:sp>
        <p:nvSpPr>
          <p:cNvPr id="13" name="Date Placeholder 12">
            <a:extLst>
              <a:ext uri="{FF2B5EF4-FFF2-40B4-BE49-F238E27FC236}">
                <a16:creationId xmlns:a16="http://schemas.microsoft.com/office/drawing/2014/main" id="{3C2AE84F-4C2F-A6F7-9590-B56875A057B9}"/>
              </a:ext>
            </a:extLst>
          </p:cNvPr>
          <p:cNvSpPr>
            <a:spLocks noGrp="1"/>
          </p:cNvSpPr>
          <p:nvPr>
            <p:ph type="dt" sz="half" idx="10"/>
          </p:nvPr>
        </p:nvSpPr>
        <p:spPr/>
        <p:txBody>
          <a:bodyPr/>
          <a:lstStyle/>
          <a:p>
            <a:fld id="{6D470E2F-A564-4D22-B6EB-8EC6444A8AEE}" type="datetime1">
              <a:rPr lang="en-GB" noProof="0" smtClean="0"/>
              <a:t>16/09/2026</a:t>
            </a:fld>
            <a:endParaRPr lang="en-GB" noProof="0" dirty="0"/>
          </a:p>
        </p:txBody>
      </p:sp>
      <p:sp>
        <p:nvSpPr>
          <p:cNvPr id="15" name="Slide Number Placeholder 14">
            <a:extLst>
              <a:ext uri="{FF2B5EF4-FFF2-40B4-BE49-F238E27FC236}">
                <a16:creationId xmlns:a16="http://schemas.microsoft.com/office/drawing/2014/main" id="{16DF38EB-D56B-A9AB-2679-4F503188F6F6}"/>
              </a:ext>
            </a:extLst>
          </p:cNvPr>
          <p:cNvSpPr>
            <a:spLocks noGrp="1"/>
          </p:cNvSpPr>
          <p:nvPr>
            <p:ph type="sldNum" sz="quarter" idx="12"/>
          </p:nvPr>
        </p:nvSpPr>
        <p:spPr/>
        <p:txBody>
          <a:bodyPr/>
          <a:lstStyle/>
          <a:p>
            <a:fld id="{442AD375-037F-43D0-B059-5172DA06796A}" type="slidenum">
              <a:rPr lang="en-GB" noProof="0" smtClean="0"/>
              <a:pPr/>
              <a:t>41</a:t>
            </a:fld>
            <a:endParaRPr lang="en-GB" noProof="0" dirty="0"/>
          </a:p>
        </p:txBody>
      </p:sp>
    </p:spTree>
    <p:extLst>
      <p:ext uri="{BB962C8B-B14F-4D97-AF65-F5344CB8AC3E}">
        <p14:creationId xmlns:p14="http://schemas.microsoft.com/office/powerpoint/2010/main" val="614732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C39C-E4F4-B7FD-4EF4-2EE05EDF5AB8}"/>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01A2F98-54CE-747D-3A77-B5E07F2C8E53}"/>
              </a:ext>
            </a:extLst>
          </p:cNvPr>
          <p:cNvSpPr/>
          <p:nvPr/>
        </p:nvSpPr>
        <p:spPr>
          <a:xfrm>
            <a:off x="6285284" y="2056656"/>
            <a:ext cx="5610101" cy="28803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 name="Title 1">
            <a:extLst>
              <a:ext uri="{FF2B5EF4-FFF2-40B4-BE49-F238E27FC236}">
                <a16:creationId xmlns:a16="http://schemas.microsoft.com/office/drawing/2014/main" id="{2E34DDA8-1008-17C9-C8C5-166555BC504C}"/>
              </a:ext>
            </a:extLst>
          </p:cNvPr>
          <p:cNvSpPr>
            <a:spLocks noGrp="1"/>
          </p:cNvSpPr>
          <p:nvPr>
            <p:ph type="title"/>
          </p:nvPr>
        </p:nvSpPr>
        <p:spPr/>
        <p:txBody>
          <a:bodyPr/>
          <a:lstStyle/>
          <a:p>
            <a:r>
              <a:rPr lang="en-US" sz="2400" b="1" noProof="0" dirty="0">
                <a:solidFill>
                  <a:srgbClr val="0B0B0B"/>
                </a:solidFill>
                <a:latin typeface="Arial"/>
              </a:rPr>
              <a:t>Method: what is under the hood</a:t>
            </a:r>
          </a:p>
        </p:txBody>
      </p:sp>
      <p:sp>
        <p:nvSpPr>
          <p:cNvPr id="3" name="TextBox 2">
            <a:extLst>
              <a:ext uri="{FF2B5EF4-FFF2-40B4-BE49-F238E27FC236}">
                <a16:creationId xmlns:a16="http://schemas.microsoft.com/office/drawing/2014/main" id="{D206CD9D-02BC-59E7-BFF7-1655570A4B02}"/>
              </a:ext>
            </a:extLst>
          </p:cNvPr>
          <p:cNvSpPr txBox="1"/>
          <p:nvPr/>
        </p:nvSpPr>
        <p:spPr>
          <a:xfrm>
            <a:off x="7005364" y="2704728"/>
            <a:ext cx="4320480" cy="1206421"/>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b="1" dirty="0"/>
              <a:t>Eidos (R based scripting language)</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Built in objects </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Recipe / “cookbook”</a:t>
            </a:r>
            <a:endParaRPr lang="en-CH" b="1" dirty="0"/>
          </a:p>
        </p:txBody>
      </p:sp>
      <p:sp>
        <p:nvSpPr>
          <p:cNvPr id="8" name="Rectangle: Rounded Corners 7">
            <a:extLst>
              <a:ext uri="{FF2B5EF4-FFF2-40B4-BE49-F238E27FC236}">
                <a16:creationId xmlns:a16="http://schemas.microsoft.com/office/drawing/2014/main" id="{53637449-8EE6-3DD2-2C74-0D6D546E2B29}"/>
              </a:ext>
            </a:extLst>
          </p:cNvPr>
          <p:cNvSpPr/>
          <p:nvPr/>
        </p:nvSpPr>
        <p:spPr>
          <a:xfrm>
            <a:off x="271463" y="2056656"/>
            <a:ext cx="5610101" cy="28803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 name="TextBox 9">
            <a:extLst>
              <a:ext uri="{FF2B5EF4-FFF2-40B4-BE49-F238E27FC236}">
                <a16:creationId xmlns:a16="http://schemas.microsoft.com/office/drawing/2014/main" id="{C3DD2168-018B-70A5-F446-5B5F629A4219}"/>
              </a:ext>
            </a:extLst>
          </p:cNvPr>
          <p:cNvSpPr txBox="1"/>
          <p:nvPr/>
        </p:nvSpPr>
        <p:spPr>
          <a:xfrm>
            <a:off x="991543" y="2704728"/>
            <a:ext cx="4320480" cy="723853"/>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b="1" dirty="0"/>
              <a:t>H</a:t>
            </a:r>
            <a:r>
              <a:rPr lang="en-CH" b="1" dirty="0" err="1"/>
              <a:t>ighly</a:t>
            </a:r>
            <a:r>
              <a:rPr lang="en-CH" b="1" dirty="0"/>
              <a:t> optimized C++ engine</a:t>
            </a: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Vectorized</a:t>
            </a:r>
            <a:endParaRPr lang="en-CH" b="1" dirty="0"/>
          </a:p>
        </p:txBody>
      </p:sp>
      <p:sp>
        <p:nvSpPr>
          <p:cNvPr id="12" name="Explosion: 14 Points 11">
            <a:extLst>
              <a:ext uri="{FF2B5EF4-FFF2-40B4-BE49-F238E27FC236}">
                <a16:creationId xmlns:a16="http://schemas.microsoft.com/office/drawing/2014/main" id="{3275A4DA-9D0C-0DC1-7EE1-7CB36CCF0E5E}"/>
              </a:ext>
            </a:extLst>
          </p:cNvPr>
          <p:cNvSpPr/>
          <p:nvPr/>
        </p:nvSpPr>
        <p:spPr>
          <a:xfrm>
            <a:off x="695400" y="1124744"/>
            <a:ext cx="5832648" cy="4320480"/>
          </a:xfrm>
          <a:prstGeom prst="irregularSeal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Power!!</a:t>
            </a:r>
            <a:endParaRPr lang="en-CH" sz="2400" b="1" dirty="0"/>
          </a:p>
        </p:txBody>
      </p:sp>
      <p:sp>
        <p:nvSpPr>
          <p:cNvPr id="6" name="Rectangle: Rounded Corners 5">
            <a:extLst>
              <a:ext uri="{FF2B5EF4-FFF2-40B4-BE49-F238E27FC236}">
                <a16:creationId xmlns:a16="http://schemas.microsoft.com/office/drawing/2014/main" id="{7D67E089-DC95-52EF-6DBA-B9AC44AE5A75}"/>
              </a:ext>
            </a:extLst>
          </p:cNvPr>
          <p:cNvSpPr/>
          <p:nvPr/>
        </p:nvSpPr>
        <p:spPr>
          <a:xfrm>
            <a:off x="6897352" y="2128664"/>
            <a:ext cx="4536504" cy="273630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Simplicity</a:t>
            </a:r>
            <a:endParaRPr lang="en-CH" sz="2400" b="1" dirty="0"/>
          </a:p>
        </p:txBody>
      </p:sp>
      <p:sp>
        <p:nvSpPr>
          <p:cNvPr id="7" name="Date Placeholder 6">
            <a:extLst>
              <a:ext uri="{FF2B5EF4-FFF2-40B4-BE49-F238E27FC236}">
                <a16:creationId xmlns:a16="http://schemas.microsoft.com/office/drawing/2014/main" id="{BBE701C4-B7AD-5459-99DF-081D8BBDEE84}"/>
              </a:ext>
            </a:extLst>
          </p:cNvPr>
          <p:cNvSpPr>
            <a:spLocks noGrp="1"/>
          </p:cNvSpPr>
          <p:nvPr>
            <p:ph type="dt" sz="half" idx="10"/>
          </p:nvPr>
        </p:nvSpPr>
        <p:spPr/>
        <p:txBody>
          <a:bodyPr/>
          <a:lstStyle/>
          <a:p>
            <a:fld id="{67E72453-A548-4253-8CCA-762FBC6B53EB}" type="datetime1">
              <a:rPr lang="en-GB" noProof="0" smtClean="0"/>
              <a:t>16/09/2026</a:t>
            </a:fld>
            <a:endParaRPr lang="en-GB" noProof="0" dirty="0"/>
          </a:p>
        </p:txBody>
      </p:sp>
      <p:sp>
        <p:nvSpPr>
          <p:cNvPr id="11" name="Slide Number Placeholder 10">
            <a:extLst>
              <a:ext uri="{FF2B5EF4-FFF2-40B4-BE49-F238E27FC236}">
                <a16:creationId xmlns:a16="http://schemas.microsoft.com/office/drawing/2014/main" id="{A7C2191B-1457-C156-71F6-DC5FFCCE4A3E}"/>
              </a:ext>
            </a:extLst>
          </p:cNvPr>
          <p:cNvSpPr>
            <a:spLocks noGrp="1"/>
          </p:cNvSpPr>
          <p:nvPr>
            <p:ph type="sldNum" sz="quarter" idx="12"/>
          </p:nvPr>
        </p:nvSpPr>
        <p:spPr/>
        <p:txBody>
          <a:bodyPr/>
          <a:lstStyle/>
          <a:p>
            <a:fld id="{442AD375-037F-43D0-B059-5172DA06796A}" type="slidenum">
              <a:rPr lang="en-GB" noProof="0" smtClean="0"/>
              <a:pPr/>
              <a:t>42</a:t>
            </a:fld>
            <a:endParaRPr lang="en-GB" noProof="0" dirty="0"/>
          </a:p>
        </p:txBody>
      </p:sp>
    </p:spTree>
    <p:extLst>
      <p:ext uri="{BB962C8B-B14F-4D97-AF65-F5344CB8AC3E}">
        <p14:creationId xmlns:p14="http://schemas.microsoft.com/office/powerpoint/2010/main" val="36021189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73935-7AA3-61AA-B687-56CF6EE55898}"/>
            </a:ext>
          </a:extLst>
        </p:cNvPr>
        <p:cNvGrpSpPr/>
        <p:nvPr/>
      </p:nvGrpSpPr>
      <p:grpSpPr>
        <a:xfrm>
          <a:off x="0" y="0"/>
          <a:ext cx="0" cy="0"/>
          <a:chOff x="0" y="0"/>
          <a:chExt cx="0" cy="0"/>
        </a:xfrm>
      </p:grpSpPr>
      <p:sp>
        <p:nvSpPr>
          <p:cNvPr id="3953" name="Title 3952">
            <a:extLst>
              <a:ext uri="{FF2B5EF4-FFF2-40B4-BE49-F238E27FC236}">
                <a16:creationId xmlns:a16="http://schemas.microsoft.com/office/drawing/2014/main" id="{86CFAAED-0B78-F62F-6E3A-E9106F53F990}"/>
              </a:ext>
            </a:extLst>
          </p:cNvPr>
          <p:cNvSpPr>
            <a:spLocks noGrp="1"/>
          </p:cNvSpPr>
          <p:nvPr>
            <p:ph type="title"/>
          </p:nvPr>
        </p:nvSpPr>
        <p:spPr>
          <a:xfrm>
            <a:off x="270669" y="236627"/>
            <a:ext cx="11650662" cy="625944"/>
          </a:xfrm>
        </p:spPr>
        <p:txBody>
          <a:bodyPr/>
          <a:lstStyle/>
          <a:p>
            <a:r>
              <a:rPr lang="en-US" dirty="0"/>
              <a:t>Method</a:t>
            </a:r>
            <a:endParaRPr lang="en-US" noProof="0" dirty="0"/>
          </a:p>
        </p:txBody>
      </p:sp>
      <p:pic>
        <p:nvPicPr>
          <p:cNvPr id="4" name="Picture 3">
            <a:extLst>
              <a:ext uri="{FF2B5EF4-FFF2-40B4-BE49-F238E27FC236}">
                <a16:creationId xmlns:a16="http://schemas.microsoft.com/office/drawing/2014/main" id="{4504DFA3-C20B-01B5-D049-60C18D5DCDCC}"/>
              </a:ext>
            </a:extLst>
          </p:cNvPr>
          <p:cNvPicPr>
            <a:picLocks noChangeAspect="1"/>
          </p:cNvPicPr>
          <p:nvPr/>
        </p:nvPicPr>
        <p:blipFill>
          <a:blip r:embed="rId3"/>
          <a:srcRect b="43629"/>
          <a:stretch>
            <a:fillRect/>
          </a:stretch>
        </p:blipFill>
        <p:spPr>
          <a:xfrm>
            <a:off x="687293" y="862571"/>
            <a:ext cx="10817414" cy="5446749"/>
          </a:xfrm>
          <a:prstGeom prst="rect">
            <a:avLst/>
          </a:prstGeom>
        </p:spPr>
      </p:pic>
      <p:sp>
        <p:nvSpPr>
          <p:cNvPr id="2" name="Date Placeholder 1">
            <a:extLst>
              <a:ext uri="{FF2B5EF4-FFF2-40B4-BE49-F238E27FC236}">
                <a16:creationId xmlns:a16="http://schemas.microsoft.com/office/drawing/2014/main" id="{9FC05182-3896-333D-6BD1-8F9F31BB8E96}"/>
              </a:ext>
            </a:extLst>
          </p:cNvPr>
          <p:cNvSpPr>
            <a:spLocks noGrp="1"/>
          </p:cNvSpPr>
          <p:nvPr>
            <p:ph type="dt" sz="half" idx="10"/>
          </p:nvPr>
        </p:nvSpPr>
        <p:spPr/>
        <p:txBody>
          <a:bodyPr/>
          <a:lstStyle/>
          <a:p>
            <a:fld id="{94B7EF56-87B7-4E9E-9F1E-CF80C18E5EA6}"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B792FC8A-F3F8-E0D6-FCD8-E4CD11199B3E}"/>
              </a:ext>
            </a:extLst>
          </p:cNvPr>
          <p:cNvSpPr>
            <a:spLocks noGrp="1"/>
          </p:cNvSpPr>
          <p:nvPr>
            <p:ph type="sldNum" sz="quarter" idx="12"/>
          </p:nvPr>
        </p:nvSpPr>
        <p:spPr/>
        <p:txBody>
          <a:bodyPr/>
          <a:lstStyle/>
          <a:p>
            <a:fld id="{442AD375-037F-43D0-B059-5172DA06796A}" type="slidenum">
              <a:rPr lang="en-GB" noProof="0" smtClean="0"/>
              <a:pPr/>
              <a:t>43</a:t>
            </a:fld>
            <a:endParaRPr lang="en-GB" noProof="0" dirty="0"/>
          </a:p>
        </p:txBody>
      </p:sp>
    </p:spTree>
    <p:extLst>
      <p:ext uri="{BB962C8B-B14F-4D97-AF65-F5344CB8AC3E}">
        <p14:creationId xmlns:p14="http://schemas.microsoft.com/office/powerpoint/2010/main" val="35201439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AEFFA-1050-7CBB-16B0-A59BC2A61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4E437-F25C-DD22-E42B-1F72226E92B1}"/>
              </a:ext>
            </a:extLst>
          </p:cNvPr>
          <p:cNvSpPr>
            <a:spLocks noGrp="1"/>
          </p:cNvSpPr>
          <p:nvPr>
            <p:ph type="title"/>
          </p:nvPr>
        </p:nvSpPr>
        <p:spPr/>
        <p:txBody>
          <a:bodyPr/>
          <a:lstStyle/>
          <a:p>
            <a:r>
              <a:rPr lang="en-US" sz="2400" b="1" noProof="0" dirty="0">
                <a:solidFill>
                  <a:srgbClr val="0B0B0B"/>
                </a:solidFill>
                <a:latin typeface="Arial"/>
              </a:rPr>
              <a:t>Method</a:t>
            </a:r>
          </a:p>
        </p:txBody>
      </p:sp>
      <p:sp>
        <p:nvSpPr>
          <p:cNvPr id="3" name="Rounded Rectangle 2">
            <a:extLst>
              <a:ext uri="{FF2B5EF4-FFF2-40B4-BE49-F238E27FC236}">
                <a16:creationId xmlns:a16="http://schemas.microsoft.com/office/drawing/2014/main" id="{957D4921-E17D-F7A2-1A7F-E3888350A85C}"/>
              </a:ext>
            </a:extLst>
          </p:cNvPr>
          <p:cNvSpPr/>
          <p:nvPr/>
        </p:nvSpPr>
        <p:spPr>
          <a:xfrm>
            <a:off x="274320" y="1188720"/>
            <a:ext cx="7772400" cy="4480560"/>
          </a:xfrm>
          <a:prstGeom prst="roundRect">
            <a:avLst>
              <a:gd name="adj" fmla="val 45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TextBox 3">
            <a:extLst>
              <a:ext uri="{FF2B5EF4-FFF2-40B4-BE49-F238E27FC236}">
                <a16:creationId xmlns:a16="http://schemas.microsoft.com/office/drawing/2014/main" id="{E2F87AEF-634C-F136-10EC-13CFFC2C1EB6}"/>
              </a:ext>
            </a:extLst>
          </p:cNvPr>
          <p:cNvSpPr txBox="1"/>
          <p:nvPr/>
        </p:nvSpPr>
        <p:spPr>
          <a:xfrm>
            <a:off x="640080" y="1554480"/>
            <a:ext cx="7132320" cy="3840480"/>
          </a:xfrm>
          <a:prstGeom prst="rect">
            <a:avLst/>
          </a:prstGeom>
          <a:noFill/>
        </p:spPr>
        <p:txBody>
          <a:bodyPr wrap="square" lIns="0" tIns="0" rIns="0" bIns="0" anchor="t">
            <a:spAutoFit/>
          </a:bodyPr>
          <a:lstStyle/>
          <a:p>
            <a:pPr algn="l">
              <a:lnSpc>
                <a:spcPct val="135000"/>
              </a:lnSpc>
              <a:spcAft>
                <a:spcPts val="100"/>
              </a:spcAft>
            </a:pPr>
            <a:r>
              <a:rPr lang="en-US" sz="1300" b="0" i="0" noProof="0" dirty="0">
                <a:solidFill>
                  <a:srgbClr val="0B0B0B"/>
                </a:solidFill>
                <a:latin typeface="Courier New"/>
              </a:rPr>
              <a:t>initialize()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initializeMutationRate</a:t>
            </a:r>
            <a:r>
              <a:rPr lang="en-US" sz="1300" b="0" i="0" noProof="0" dirty="0">
                <a:solidFill>
                  <a:srgbClr val="0B0B0B"/>
                </a:solidFill>
                <a:latin typeface="Courier New"/>
              </a:rPr>
              <a:t>(1e-7);</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initializeMutationType</a:t>
            </a:r>
            <a:r>
              <a:rPr lang="en-US" sz="1300" b="0" i="0" noProof="0" dirty="0">
                <a:solidFill>
                  <a:srgbClr val="0B0B0B"/>
                </a:solidFill>
                <a:latin typeface="Courier New"/>
              </a:rPr>
              <a:t>("m1", 0.5, "f", 0.0);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initializeGenomicElementType</a:t>
            </a:r>
            <a:r>
              <a:rPr lang="en-US" sz="1300" b="0" i="0" noProof="0" dirty="0">
                <a:solidFill>
                  <a:srgbClr val="0B0B0B"/>
                </a:solidFill>
                <a:latin typeface="Courier New"/>
              </a:rPr>
              <a:t>("g1", m1, 1.0);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a:t>
            </a:r>
            <a:r>
              <a:rPr lang="en-US" sz="1300" b="0" i="0" noProof="0" dirty="0">
                <a:solidFill>
                  <a:srgbClr val="0B0B0B"/>
                </a:solidFill>
                <a:latin typeface="Courier New"/>
              </a:rPr>
              <a:t>(g1, 0, 99999);</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initializeRecombinationRate</a:t>
            </a:r>
            <a:r>
              <a:rPr lang="en-US" sz="1300" b="0" i="0" noProof="0" dirty="0">
                <a:solidFill>
                  <a:srgbClr val="0B0B0B"/>
                </a:solidFill>
                <a:latin typeface="Courier New"/>
              </a:rPr>
              <a:t>(1e-8);</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sim.addSubpop</a:t>
            </a:r>
            <a:r>
              <a:rPr lang="en-US" sz="1300" b="0" i="0" noProof="0" dirty="0">
                <a:solidFill>
                  <a:srgbClr val="0B0B0B"/>
                </a:solidFill>
                <a:latin typeface="Courier New"/>
              </a:rPr>
              <a:t>("p1", 500);</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10000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sim.simulationFinished</a:t>
            </a: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a:t>
            </a:r>
          </a:p>
        </p:txBody>
      </p:sp>
      <p:sp>
        <p:nvSpPr>
          <p:cNvPr id="7" name="TextBox 6">
            <a:extLst>
              <a:ext uri="{FF2B5EF4-FFF2-40B4-BE49-F238E27FC236}">
                <a16:creationId xmlns:a16="http://schemas.microsoft.com/office/drawing/2014/main" id="{D4CB179E-DAC1-E348-CBB8-714A8F039386}"/>
              </a:ext>
            </a:extLst>
          </p:cNvPr>
          <p:cNvSpPr txBox="1"/>
          <p:nvPr/>
        </p:nvSpPr>
        <p:spPr>
          <a:xfrm>
            <a:off x="274320" y="6053328"/>
            <a:ext cx="8686800" cy="228600"/>
          </a:xfrm>
          <a:prstGeom prst="rect">
            <a:avLst/>
          </a:prstGeom>
          <a:noFill/>
        </p:spPr>
        <p:txBody>
          <a:bodyPr wrap="square" lIns="0" tIns="0" rIns="0" bIns="0" anchor="t">
            <a:spAutoFit/>
          </a:bodyPr>
          <a:lstStyle/>
          <a:p>
            <a:pPr algn="l">
              <a:spcAft>
                <a:spcPts val="800"/>
              </a:spcAft>
            </a:pPr>
            <a:r>
              <a:rPr lang="en-US" sz="1000" b="0" i="0" noProof="0" dirty="0">
                <a:solidFill>
                  <a:srgbClr val="8A8880"/>
                </a:solidFill>
                <a:latin typeface="Arial"/>
              </a:rPr>
              <a:t>SLiM manual §4.1, the basic neutral simulation recipe.</a:t>
            </a:r>
          </a:p>
        </p:txBody>
      </p:sp>
      <p:sp>
        <p:nvSpPr>
          <p:cNvPr id="5" name="Date Placeholder 4">
            <a:extLst>
              <a:ext uri="{FF2B5EF4-FFF2-40B4-BE49-F238E27FC236}">
                <a16:creationId xmlns:a16="http://schemas.microsoft.com/office/drawing/2014/main" id="{2A60152A-AC6C-FCB4-EE73-3940DBDBC87D}"/>
              </a:ext>
            </a:extLst>
          </p:cNvPr>
          <p:cNvSpPr>
            <a:spLocks noGrp="1"/>
          </p:cNvSpPr>
          <p:nvPr>
            <p:ph type="dt" sz="half" idx="10"/>
          </p:nvPr>
        </p:nvSpPr>
        <p:spPr/>
        <p:txBody>
          <a:bodyPr/>
          <a:lstStyle/>
          <a:p>
            <a:fld id="{030628FE-8943-48EE-B15C-0B35C7ED44F9}" type="datetime1">
              <a:rPr lang="en-GB" noProof="0" smtClean="0"/>
              <a:t>16/09/2026</a:t>
            </a:fld>
            <a:endParaRPr lang="en-GB" noProof="0" dirty="0"/>
          </a:p>
        </p:txBody>
      </p:sp>
      <p:sp>
        <p:nvSpPr>
          <p:cNvPr id="8" name="Slide Number Placeholder 7">
            <a:extLst>
              <a:ext uri="{FF2B5EF4-FFF2-40B4-BE49-F238E27FC236}">
                <a16:creationId xmlns:a16="http://schemas.microsoft.com/office/drawing/2014/main" id="{24BA6E2F-3526-A700-CF1A-AA9D9A8079D3}"/>
              </a:ext>
            </a:extLst>
          </p:cNvPr>
          <p:cNvSpPr>
            <a:spLocks noGrp="1"/>
          </p:cNvSpPr>
          <p:nvPr>
            <p:ph type="sldNum" sz="quarter" idx="12"/>
          </p:nvPr>
        </p:nvSpPr>
        <p:spPr/>
        <p:txBody>
          <a:bodyPr/>
          <a:lstStyle/>
          <a:p>
            <a:fld id="{442AD375-037F-43D0-B059-5172DA06796A}" type="slidenum">
              <a:rPr lang="en-GB" noProof="0" smtClean="0"/>
              <a:pPr/>
              <a:t>44</a:t>
            </a:fld>
            <a:endParaRPr lang="en-GB" noProof="0" dirty="0"/>
          </a:p>
        </p:txBody>
      </p:sp>
    </p:spTree>
    <p:extLst>
      <p:ext uri="{BB962C8B-B14F-4D97-AF65-F5344CB8AC3E}">
        <p14:creationId xmlns:p14="http://schemas.microsoft.com/office/powerpoint/2010/main" val="18170145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noProof="0" dirty="0">
                <a:solidFill>
                  <a:srgbClr val="0B0B0B"/>
                </a:solidFill>
                <a:latin typeface="Arial"/>
              </a:rPr>
              <a:t>Method</a:t>
            </a:r>
          </a:p>
        </p:txBody>
      </p:sp>
      <p:sp>
        <p:nvSpPr>
          <p:cNvPr id="3" name="Rounded Rectangle 2"/>
          <p:cNvSpPr/>
          <p:nvPr/>
        </p:nvSpPr>
        <p:spPr>
          <a:xfrm>
            <a:off x="274320" y="1188720"/>
            <a:ext cx="7772400" cy="4480560"/>
          </a:xfrm>
          <a:prstGeom prst="roundRect">
            <a:avLst>
              <a:gd name="adj" fmla="val 45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TextBox 3"/>
          <p:cNvSpPr txBox="1"/>
          <p:nvPr/>
        </p:nvSpPr>
        <p:spPr>
          <a:xfrm>
            <a:off x="640080" y="1554480"/>
            <a:ext cx="7132320" cy="3840480"/>
          </a:xfrm>
          <a:prstGeom prst="rect">
            <a:avLst/>
          </a:prstGeom>
          <a:noFill/>
        </p:spPr>
        <p:txBody>
          <a:bodyPr wrap="square" lIns="0" tIns="0" rIns="0" bIns="0" anchor="t">
            <a:spAutoFit/>
          </a:bodyPr>
          <a:lstStyle/>
          <a:p>
            <a:pPr algn="l">
              <a:lnSpc>
                <a:spcPct val="135000"/>
              </a:lnSpc>
              <a:spcAft>
                <a:spcPts val="100"/>
              </a:spcAft>
            </a:pPr>
            <a:r>
              <a:rPr lang="en-US" sz="1300" b="0" i="0" noProof="0" dirty="0">
                <a:solidFill>
                  <a:srgbClr val="0B0B0B"/>
                </a:solidFill>
                <a:latin typeface="Courier New"/>
              </a:rPr>
              <a:t>initialize()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initializeMutationRate</a:t>
            </a:r>
            <a:r>
              <a:rPr lang="en-US" sz="1300" b="0" i="0" noProof="0" dirty="0">
                <a:solidFill>
                  <a:srgbClr val="0B0B0B"/>
                </a:solidFill>
                <a:latin typeface="Courier New"/>
              </a:rPr>
              <a:t>(1e-7);</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initializeMutationType</a:t>
            </a:r>
            <a:r>
              <a:rPr lang="en-US" sz="1300" b="0" i="0" noProof="0" dirty="0">
                <a:solidFill>
                  <a:srgbClr val="0B0B0B"/>
                </a:solidFill>
                <a:latin typeface="Courier New"/>
              </a:rPr>
              <a:t>("m1", 0.5, "f", 0.0);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initializeGenomicElementType</a:t>
            </a:r>
            <a:r>
              <a:rPr lang="en-US" sz="1300" b="0" i="0" noProof="0" dirty="0">
                <a:solidFill>
                  <a:srgbClr val="0B0B0B"/>
                </a:solidFill>
                <a:latin typeface="Courier New"/>
              </a:rPr>
              <a:t>("g1", m1, 1.0);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a:t>
            </a:r>
            <a:r>
              <a:rPr lang="en-US" sz="1300" b="0" i="0" noProof="0" dirty="0">
                <a:solidFill>
                  <a:srgbClr val="0B0B0B"/>
                </a:solidFill>
                <a:latin typeface="Courier New"/>
              </a:rPr>
              <a:t>(g1, 0, 99999);</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initializeRecombinationRate</a:t>
            </a:r>
            <a:r>
              <a:rPr lang="en-US" sz="1300" b="0" i="0" noProof="0" dirty="0">
                <a:solidFill>
                  <a:srgbClr val="0B0B0B"/>
                </a:solidFill>
                <a:latin typeface="Courier New"/>
              </a:rPr>
              <a:t>(1e-8);</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sim.addSubpop</a:t>
            </a:r>
            <a:r>
              <a:rPr lang="en-US" sz="1300" b="0" i="0" noProof="0" dirty="0">
                <a:solidFill>
                  <a:srgbClr val="0B0B0B"/>
                </a:solidFill>
                <a:latin typeface="Courier New"/>
              </a:rPr>
              <a:t>("p1", 500);</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10000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sim.simulationFinished</a:t>
            </a: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a:t>
            </a:r>
          </a:p>
        </p:txBody>
      </p:sp>
      <p:sp>
        <p:nvSpPr>
          <p:cNvPr id="7" name="TextBox 6"/>
          <p:cNvSpPr txBox="1"/>
          <p:nvPr/>
        </p:nvSpPr>
        <p:spPr>
          <a:xfrm>
            <a:off x="274320" y="6053328"/>
            <a:ext cx="8686800" cy="228600"/>
          </a:xfrm>
          <a:prstGeom prst="rect">
            <a:avLst/>
          </a:prstGeom>
          <a:noFill/>
        </p:spPr>
        <p:txBody>
          <a:bodyPr wrap="square" lIns="0" tIns="0" rIns="0" bIns="0" anchor="t">
            <a:spAutoFit/>
          </a:bodyPr>
          <a:lstStyle/>
          <a:p>
            <a:pPr algn="l">
              <a:spcAft>
                <a:spcPts val="800"/>
              </a:spcAft>
            </a:pPr>
            <a:r>
              <a:rPr lang="en-US" sz="1000" b="0" i="0" noProof="0" dirty="0">
                <a:solidFill>
                  <a:srgbClr val="8A8880"/>
                </a:solidFill>
                <a:latin typeface="Arial"/>
              </a:rPr>
              <a:t>SLiM manual §4.1, the basic neutral simulation recipe.</a:t>
            </a:r>
          </a:p>
        </p:txBody>
      </p:sp>
      <p:sp>
        <p:nvSpPr>
          <p:cNvPr id="5" name="Oval 4">
            <a:extLst>
              <a:ext uri="{FF2B5EF4-FFF2-40B4-BE49-F238E27FC236}">
                <a16:creationId xmlns:a16="http://schemas.microsoft.com/office/drawing/2014/main" id="{583B56F1-CFEC-84BA-BFC2-109D1C21FB34}"/>
              </a:ext>
            </a:extLst>
          </p:cNvPr>
          <p:cNvSpPr/>
          <p:nvPr/>
        </p:nvSpPr>
        <p:spPr>
          <a:xfrm>
            <a:off x="839416" y="1844824"/>
            <a:ext cx="3096344" cy="288032"/>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 name="Date Placeholder 5">
            <a:extLst>
              <a:ext uri="{FF2B5EF4-FFF2-40B4-BE49-F238E27FC236}">
                <a16:creationId xmlns:a16="http://schemas.microsoft.com/office/drawing/2014/main" id="{E4A738AC-6022-B9EC-6B33-9B01D059AF40}"/>
              </a:ext>
            </a:extLst>
          </p:cNvPr>
          <p:cNvSpPr>
            <a:spLocks noGrp="1"/>
          </p:cNvSpPr>
          <p:nvPr>
            <p:ph type="dt" sz="half" idx="10"/>
          </p:nvPr>
        </p:nvSpPr>
        <p:spPr/>
        <p:txBody>
          <a:bodyPr/>
          <a:lstStyle/>
          <a:p>
            <a:fld id="{11DD6794-A5A9-4F5C-86BF-AB639FB06FA7}" type="datetime1">
              <a:rPr lang="en-GB" noProof="0" smtClean="0"/>
              <a:t>16/09/2026</a:t>
            </a:fld>
            <a:endParaRPr lang="en-GB" noProof="0" dirty="0"/>
          </a:p>
        </p:txBody>
      </p:sp>
      <p:sp>
        <p:nvSpPr>
          <p:cNvPr id="9" name="Slide Number Placeholder 8">
            <a:extLst>
              <a:ext uri="{FF2B5EF4-FFF2-40B4-BE49-F238E27FC236}">
                <a16:creationId xmlns:a16="http://schemas.microsoft.com/office/drawing/2014/main" id="{FF1E323B-8086-99BA-E53F-0AAFD5151028}"/>
              </a:ext>
            </a:extLst>
          </p:cNvPr>
          <p:cNvSpPr>
            <a:spLocks noGrp="1"/>
          </p:cNvSpPr>
          <p:nvPr>
            <p:ph type="sldNum" sz="quarter" idx="12"/>
          </p:nvPr>
        </p:nvSpPr>
        <p:spPr/>
        <p:txBody>
          <a:bodyPr/>
          <a:lstStyle/>
          <a:p>
            <a:fld id="{442AD375-037F-43D0-B059-5172DA06796A}" type="slidenum">
              <a:rPr lang="en-GB" noProof="0" smtClean="0"/>
              <a:pPr/>
              <a:t>45</a:t>
            </a:fld>
            <a:endParaRPr lang="en-GB" noProof="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E84C8-4396-468E-12FC-531994BE6F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89CB2-E6CB-B420-0945-C0CDB417CD12}"/>
              </a:ext>
            </a:extLst>
          </p:cNvPr>
          <p:cNvSpPr>
            <a:spLocks noGrp="1"/>
          </p:cNvSpPr>
          <p:nvPr>
            <p:ph type="title"/>
          </p:nvPr>
        </p:nvSpPr>
        <p:spPr/>
        <p:txBody>
          <a:bodyPr/>
          <a:lstStyle/>
          <a:p>
            <a:r>
              <a:rPr lang="en-US" sz="2400" b="1" noProof="0" dirty="0">
                <a:solidFill>
                  <a:srgbClr val="0B0B0B"/>
                </a:solidFill>
                <a:latin typeface="Arial"/>
              </a:rPr>
              <a:t>Method</a:t>
            </a:r>
          </a:p>
        </p:txBody>
      </p:sp>
      <p:sp>
        <p:nvSpPr>
          <p:cNvPr id="3" name="Rounded Rectangle 2">
            <a:extLst>
              <a:ext uri="{FF2B5EF4-FFF2-40B4-BE49-F238E27FC236}">
                <a16:creationId xmlns:a16="http://schemas.microsoft.com/office/drawing/2014/main" id="{897D69D1-89BF-5B58-5879-23A5F1871D5D}"/>
              </a:ext>
            </a:extLst>
          </p:cNvPr>
          <p:cNvSpPr/>
          <p:nvPr/>
        </p:nvSpPr>
        <p:spPr>
          <a:xfrm>
            <a:off x="274320" y="1188720"/>
            <a:ext cx="7772400" cy="4480560"/>
          </a:xfrm>
          <a:prstGeom prst="roundRect">
            <a:avLst>
              <a:gd name="adj" fmla="val 45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TextBox 3">
            <a:extLst>
              <a:ext uri="{FF2B5EF4-FFF2-40B4-BE49-F238E27FC236}">
                <a16:creationId xmlns:a16="http://schemas.microsoft.com/office/drawing/2014/main" id="{F21FA98B-4313-63DC-6DA1-DDE3BCE603CC}"/>
              </a:ext>
            </a:extLst>
          </p:cNvPr>
          <p:cNvSpPr txBox="1"/>
          <p:nvPr/>
        </p:nvSpPr>
        <p:spPr>
          <a:xfrm>
            <a:off x="640080" y="1554480"/>
            <a:ext cx="7132320" cy="3840480"/>
          </a:xfrm>
          <a:prstGeom prst="rect">
            <a:avLst/>
          </a:prstGeom>
          <a:noFill/>
        </p:spPr>
        <p:txBody>
          <a:bodyPr wrap="square" lIns="0" tIns="0" rIns="0" bIns="0" anchor="t">
            <a:spAutoFit/>
          </a:bodyPr>
          <a:lstStyle/>
          <a:p>
            <a:pPr algn="l">
              <a:lnSpc>
                <a:spcPct val="135000"/>
              </a:lnSpc>
              <a:spcAft>
                <a:spcPts val="100"/>
              </a:spcAft>
            </a:pPr>
            <a:r>
              <a:rPr lang="en-US" sz="1300" b="0" i="0" noProof="0" dirty="0">
                <a:solidFill>
                  <a:srgbClr val="0B0B0B"/>
                </a:solidFill>
                <a:latin typeface="Courier New"/>
              </a:rPr>
              <a:t>initialize()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initializeMutationRate</a:t>
            </a:r>
            <a:r>
              <a:rPr lang="en-US" sz="1300" b="0" i="0" noProof="0" dirty="0">
                <a:solidFill>
                  <a:srgbClr val="0B0B0B"/>
                </a:solidFill>
                <a:latin typeface="Courier New"/>
              </a:rPr>
              <a:t>(1e-7);</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initializeMutationType</a:t>
            </a:r>
            <a:r>
              <a:rPr lang="en-US" sz="1300" b="0" i="0" noProof="0" dirty="0">
                <a:solidFill>
                  <a:srgbClr val="0B0B0B"/>
                </a:solidFill>
                <a:latin typeface="Courier New"/>
              </a:rPr>
              <a:t>("m1", 0.5, "f", 0.0);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initializeGenomicElementType</a:t>
            </a:r>
            <a:r>
              <a:rPr lang="en-US" sz="1300" b="0" i="0" noProof="0" dirty="0">
                <a:solidFill>
                  <a:srgbClr val="0B0B0B"/>
                </a:solidFill>
                <a:latin typeface="Courier New"/>
              </a:rPr>
              <a:t>("g1", m1, 1.0);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a:t>
            </a:r>
            <a:r>
              <a:rPr lang="en-US" sz="1300" b="0" i="0" noProof="0" dirty="0">
                <a:solidFill>
                  <a:srgbClr val="0B0B0B"/>
                </a:solidFill>
                <a:latin typeface="Courier New"/>
              </a:rPr>
              <a:t>(g1, 0, 99999);</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initializeRecombinationRate</a:t>
            </a:r>
            <a:r>
              <a:rPr lang="en-US" sz="1300" b="0" i="0" noProof="0" dirty="0">
                <a:solidFill>
                  <a:srgbClr val="0B0B0B"/>
                </a:solidFill>
                <a:latin typeface="Courier New"/>
              </a:rPr>
              <a:t>(1e-8);</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sim.addSubpop</a:t>
            </a:r>
            <a:r>
              <a:rPr lang="en-US" sz="1300" b="0" i="0" noProof="0" dirty="0">
                <a:solidFill>
                  <a:srgbClr val="0B0B0B"/>
                </a:solidFill>
                <a:latin typeface="Courier New"/>
              </a:rPr>
              <a:t>("p1", 500);</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10000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sim.simulationFinished</a:t>
            </a: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a:t>
            </a:r>
          </a:p>
        </p:txBody>
      </p:sp>
      <p:sp>
        <p:nvSpPr>
          <p:cNvPr id="7" name="TextBox 6">
            <a:extLst>
              <a:ext uri="{FF2B5EF4-FFF2-40B4-BE49-F238E27FC236}">
                <a16:creationId xmlns:a16="http://schemas.microsoft.com/office/drawing/2014/main" id="{F4470360-CEF3-753D-8B47-3AFA254220B1}"/>
              </a:ext>
            </a:extLst>
          </p:cNvPr>
          <p:cNvSpPr txBox="1"/>
          <p:nvPr/>
        </p:nvSpPr>
        <p:spPr>
          <a:xfrm>
            <a:off x="274320" y="6053328"/>
            <a:ext cx="8686800" cy="228600"/>
          </a:xfrm>
          <a:prstGeom prst="rect">
            <a:avLst/>
          </a:prstGeom>
          <a:noFill/>
        </p:spPr>
        <p:txBody>
          <a:bodyPr wrap="square" lIns="0" tIns="0" rIns="0" bIns="0" anchor="t">
            <a:spAutoFit/>
          </a:bodyPr>
          <a:lstStyle/>
          <a:p>
            <a:pPr algn="l">
              <a:spcAft>
                <a:spcPts val="800"/>
              </a:spcAft>
            </a:pPr>
            <a:r>
              <a:rPr lang="en-US" sz="1000" b="0" i="0" noProof="0" dirty="0">
                <a:solidFill>
                  <a:srgbClr val="8A8880"/>
                </a:solidFill>
                <a:latin typeface="Arial"/>
              </a:rPr>
              <a:t>SLiM manual §4.1, the basic neutral simulation recipe.</a:t>
            </a:r>
          </a:p>
        </p:txBody>
      </p:sp>
      <p:sp>
        <p:nvSpPr>
          <p:cNvPr id="8" name="Oval 7">
            <a:extLst>
              <a:ext uri="{FF2B5EF4-FFF2-40B4-BE49-F238E27FC236}">
                <a16:creationId xmlns:a16="http://schemas.microsoft.com/office/drawing/2014/main" id="{E36AABBC-43AE-92D0-F390-7F4B8BB8BAD5}"/>
              </a:ext>
            </a:extLst>
          </p:cNvPr>
          <p:cNvSpPr/>
          <p:nvPr/>
        </p:nvSpPr>
        <p:spPr>
          <a:xfrm>
            <a:off x="839416" y="2132856"/>
            <a:ext cx="3096344" cy="288032"/>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 name="Date Placeholder 4">
            <a:extLst>
              <a:ext uri="{FF2B5EF4-FFF2-40B4-BE49-F238E27FC236}">
                <a16:creationId xmlns:a16="http://schemas.microsoft.com/office/drawing/2014/main" id="{20E93361-FA0E-3223-0E45-DF3ABA29E889}"/>
              </a:ext>
            </a:extLst>
          </p:cNvPr>
          <p:cNvSpPr>
            <a:spLocks noGrp="1"/>
          </p:cNvSpPr>
          <p:nvPr>
            <p:ph type="dt" sz="half" idx="10"/>
          </p:nvPr>
        </p:nvSpPr>
        <p:spPr/>
        <p:txBody>
          <a:bodyPr/>
          <a:lstStyle/>
          <a:p>
            <a:fld id="{125CCBF3-387B-4A5A-B51B-9B594CC88F57}" type="datetime1">
              <a:rPr lang="en-GB" noProof="0" smtClean="0"/>
              <a:t>16/09/2026</a:t>
            </a:fld>
            <a:endParaRPr lang="en-GB" noProof="0" dirty="0"/>
          </a:p>
        </p:txBody>
      </p:sp>
      <p:sp>
        <p:nvSpPr>
          <p:cNvPr id="9" name="Slide Number Placeholder 8">
            <a:extLst>
              <a:ext uri="{FF2B5EF4-FFF2-40B4-BE49-F238E27FC236}">
                <a16:creationId xmlns:a16="http://schemas.microsoft.com/office/drawing/2014/main" id="{7CC975E5-BEAF-C97D-E7A0-67134AAAA3F8}"/>
              </a:ext>
            </a:extLst>
          </p:cNvPr>
          <p:cNvSpPr>
            <a:spLocks noGrp="1"/>
          </p:cNvSpPr>
          <p:nvPr>
            <p:ph type="sldNum" sz="quarter" idx="12"/>
          </p:nvPr>
        </p:nvSpPr>
        <p:spPr/>
        <p:txBody>
          <a:bodyPr/>
          <a:lstStyle/>
          <a:p>
            <a:fld id="{442AD375-037F-43D0-B059-5172DA06796A}" type="slidenum">
              <a:rPr lang="en-GB" noProof="0" smtClean="0"/>
              <a:pPr/>
              <a:t>46</a:t>
            </a:fld>
            <a:endParaRPr lang="en-GB" noProof="0" dirty="0"/>
          </a:p>
        </p:txBody>
      </p:sp>
    </p:spTree>
    <p:extLst>
      <p:ext uri="{BB962C8B-B14F-4D97-AF65-F5344CB8AC3E}">
        <p14:creationId xmlns:p14="http://schemas.microsoft.com/office/powerpoint/2010/main" val="7540774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395F4-513D-0C56-ED66-660D818F29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B953D-ECD2-4253-C252-5C802954AA1F}"/>
              </a:ext>
            </a:extLst>
          </p:cNvPr>
          <p:cNvSpPr>
            <a:spLocks noGrp="1"/>
          </p:cNvSpPr>
          <p:nvPr>
            <p:ph type="title"/>
          </p:nvPr>
        </p:nvSpPr>
        <p:spPr/>
        <p:txBody>
          <a:bodyPr/>
          <a:lstStyle/>
          <a:p>
            <a:r>
              <a:rPr lang="en-US" sz="2400" b="1" noProof="0" dirty="0">
                <a:solidFill>
                  <a:srgbClr val="0B0B0B"/>
                </a:solidFill>
                <a:latin typeface="Arial"/>
              </a:rPr>
              <a:t>Method</a:t>
            </a:r>
          </a:p>
        </p:txBody>
      </p:sp>
      <p:sp>
        <p:nvSpPr>
          <p:cNvPr id="3" name="Rounded Rectangle 2">
            <a:extLst>
              <a:ext uri="{FF2B5EF4-FFF2-40B4-BE49-F238E27FC236}">
                <a16:creationId xmlns:a16="http://schemas.microsoft.com/office/drawing/2014/main" id="{EBADBF6B-8A43-FB99-C710-4DB4E94D942B}"/>
              </a:ext>
            </a:extLst>
          </p:cNvPr>
          <p:cNvSpPr/>
          <p:nvPr/>
        </p:nvSpPr>
        <p:spPr>
          <a:xfrm>
            <a:off x="274320" y="1188720"/>
            <a:ext cx="7772400" cy="4480560"/>
          </a:xfrm>
          <a:prstGeom prst="roundRect">
            <a:avLst>
              <a:gd name="adj" fmla="val 45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TextBox 3">
            <a:extLst>
              <a:ext uri="{FF2B5EF4-FFF2-40B4-BE49-F238E27FC236}">
                <a16:creationId xmlns:a16="http://schemas.microsoft.com/office/drawing/2014/main" id="{4AA76BC2-31F8-3C13-E9C9-F3C2C482BBEC}"/>
              </a:ext>
            </a:extLst>
          </p:cNvPr>
          <p:cNvSpPr txBox="1"/>
          <p:nvPr/>
        </p:nvSpPr>
        <p:spPr>
          <a:xfrm>
            <a:off x="640080" y="1554480"/>
            <a:ext cx="7132320" cy="3840480"/>
          </a:xfrm>
          <a:prstGeom prst="rect">
            <a:avLst/>
          </a:prstGeom>
          <a:noFill/>
        </p:spPr>
        <p:txBody>
          <a:bodyPr wrap="square" lIns="0" tIns="0" rIns="0" bIns="0" anchor="t">
            <a:spAutoFit/>
          </a:bodyPr>
          <a:lstStyle/>
          <a:p>
            <a:pPr algn="l">
              <a:lnSpc>
                <a:spcPct val="135000"/>
              </a:lnSpc>
              <a:spcAft>
                <a:spcPts val="100"/>
              </a:spcAft>
            </a:pPr>
            <a:r>
              <a:rPr lang="en-US" sz="1300" b="0" i="0" noProof="0" dirty="0">
                <a:solidFill>
                  <a:srgbClr val="0B0B0B"/>
                </a:solidFill>
                <a:latin typeface="Courier New"/>
              </a:rPr>
              <a:t>initialize()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initializeMutationRate</a:t>
            </a:r>
            <a:r>
              <a:rPr lang="en-US" sz="1300" b="0" i="0" noProof="0" dirty="0">
                <a:solidFill>
                  <a:srgbClr val="0B0B0B"/>
                </a:solidFill>
                <a:latin typeface="Courier New"/>
              </a:rPr>
              <a:t>(1e-7);</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initializeMutationType</a:t>
            </a:r>
            <a:r>
              <a:rPr lang="en-US" sz="1300" b="0" i="0" noProof="0" dirty="0">
                <a:solidFill>
                  <a:srgbClr val="0B0B0B"/>
                </a:solidFill>
                <a:latin typeface="Courier New"/>
              </a:rPr>
              <a:t>("m1", 0.5, "f", 0.0);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initializeGenomicElementType</a:t>
            </a:r>
            <a:r>
              <a:rPr lang="en-US" sz="1300" b="0" i="0" noProof="0" dirty="0">
                <a:solidFill>
                  <a:srgbClr val="0B0B0B"/>
                </a:solidFill>
                <a:latin typeface="Courier New"/>
              </a:rPr>
              <a:t>("g1", m1, 1.0);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a:t>
            </a:r>
            <a:r>
              <a:rPr lang="en-US" sz="1300" b="0" i="0" noProof="0" dirty="0">
                <a:solidFill>
                  <a:srgbClr val="0B0B0B"/>
                </a:solidFill>
                <a:latin typeface="Courier New"/>
              </a:rPr>
              <a:t>(g1, 0, 99999);</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initializeRecombinationRate</a:t>
            </a:r>
            <a:r>
              <a:rPr lang="en-US" sz="1300" b="0" i="0" noProof="0" dirty="0">
                <a:solidFill>
                  <a:srgbClr val="0B0B0B"/>
                </a:solidFill>
                <a:latin typeface="Courier New"/>
              </a:rPr>
              <a:t>(1e-8);</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sim.addSubpop</a:t>
            </a:r>
            <a:r>
              <a:rPr lang="en-US" sz="1300" b="0" i="0" noProof="0" dirty="0">
                <a:solidFill>
                  <a:srgbClr val="0B0B0B"/>
                </a:solidFill>
                <a:latin typeface="Courier New"/>
              </a:rPr>
              <a:t>("p1", 500);</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10000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sim.simulationFinished</a:t>
            </a: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a:t>
            </a:r>
          </a:p>
        </p:txBody>
      </p:sp>
      <p:sp>
        <p:nvSpPr>
          <p:cNvPr id="7" name="TextBox 6">
            <a:extLst>
              <a:ext uri="{FF2B5EF4-FFF2-40B4-BE49-F238E27FC236}">
                <a16:creationId xmlns:a16="http://schemas.microsoft.com/office/drawing/2014/main" id="{624C42FD-45BC-CB44-6719-E93FE6608B58}"/>
              </a:ext>
            </a:extLst>
          </p:cNvPr>
          <p:cNvSpPr txBox="1"/>
          <p:nvPr/>
        </p:nvSpPr>
        <p:spPr>
          <a:xfrm>
            <a:off x="274320" y="6053328"/>
            <a:ext cx="8686800" cy="228600"/>
          </a:xfrm>
          <a:prstGeom prst="rect">
            <a:avLst/>
          </a:prstGeom>
          <a:noFill/>
        </p:spPr>
        <p:txBody>
          <a:bodyPr wrap="square" lIns="0" tIns="0" rIns="0" bIns="0" anchor="t">
            <a:spAutoFit/>
          </a:bodyPr>
          <a:lstStyle/>
          <a:p>
            <a:pPr algn="l">
              <a:spcAft>
                <a:spcPts val="800"/>
              </a:spcAft>
            </a:pPr>
            <a:r>
              <a:rPr lang="en-US" sz="1000" b="0" i="0" noProof="0" dirty="0">
                <a:solidFill>
                  <a:srgbClr val="8A8880"/>
                </a:solidFill>
                <a:latin typeface="Arial"/>
              </a:rPr>
              <a:t>SLiM manual §4.1, the basic neutral simulation recipe.</a:t>
            </a:r>
          </a:p>
        </p:txBody>
      </p:sp>
      <p:sp>
        <p:nvSpPr>
          <p:cNvPr id="8" name="Oval 7">
            <a:extLst>
              <a:ext uri="{FF2B5EF4-FFF2-40B4-BE49-F238E27FC236}">
                <a16:creationId xmlns:a16="http://schemas.microsoft.com/office/drawing/2014/main" id="{0E50F6D6-8B53-AD25-6438-82BD9D8035F4}"/>
              </a:ext>
            </a:extLst>
          </p:cNvPr>
          <p:cNvSpPr/>
          <p:nvPr/>
        </p:nvSpPr>
        <p:spPr>
          <a:xfrm>
            <a:off x="365760" y="2348880"/>
            <a:ext cx="5154176" cy="648072"/>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 name="Date Placeholder 4">
            <a:extLst>
              <a:ext uri="{FF2B5EF4-FFF2-40B4-BE49-F238E27FC236}">
                <a16:creationId xmlns:a16="http://schemas.microsoft.com/office/drawing/2014/main" id="{23901DE0-4683-B2E0-230D-58E07E780FE3}"/>
              </a:ext>
            </a:extLst>
          </p:cNvPr>
          <p:cNvSpPr>
            <a:spLocks noGrp="1"/>
          </p:cNvSpPr>
          <p:nvPr>
            <p:ph type="dt" sz="half" idx="10"/>
          </p:nvPr>
        </p:nvSpPr>
        <p:spPr/>
        <p:txBody>
          <a:bodyPr/>
          <a:lstStyle/>
          <a:p>
            <a:fld id="{8D3B043D-799E-4269-A10D-C2732782C011}" type="datetime1">
              <a:rPr lang="en-GB" noProof="0" smtClean="0"/>
              <a:t>16/09/2026</a:t>
            </a:fld>
            <a:endParaRPr lang="en-GB" noProof="0" dirty="0"/>
          </a:p>
        </p:txBody>
      </p:sp>
      <p:sp>
        <p:nvSpPr>
          <p:cNvPr id="9" name="Slide Number Placeholder 8">
            <a:extLst>
              <a:ext uri="{FF2B5EF4-FFF2-40B4-BE49-F238E27FC236}">
                <a16:creationId xmlns:a16="http://schemas.microsoft.com/office/drawing/2014/main" id="{78CD305D-B274-CE81-5E5F-F7300CB440FB}"/>
              </a:ext>
            </a:extLst>
          </p:cNvPr>
          <p:cNvSpPr>
            <a:spLocks noGrp="1"/>
          </p:cNvSpPr>
          <p:nvPr>
            <p:ph type="sldNum" sz="quarter" idx="12"/>
          </p:nvPr>
        </p:nvSpPr>
        <p:spPr/>
        <p:txBody>
          <a:bodyPr/>
          <a:lstStyle/>
          <a:p>
            <a:fld id="{442AD375-037F-43D0-B059-5172DA06796A}" type="slidenum">
              <a:rPr lang="en-GB" noProof="0" smtClean="0"/>
              <a:pPr/>
              <a:t>47</a:t>
            </a:fld>
            <a:endParaRPr lang="en-GB" noProof="0" dirty="0"/>
          </a:p>
        </p:txBody>
      </p:sp>
    </p:spTree>
    <p:extLst>
      <p:ext uri="{BB962C8B-B14F-4D97-AF65-F5344CB8AC3E}">
        <p14:creationId xmlns:p14="http://schemas.microsoft.com/office/powerpoint/2010/main" val="5369642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E3D4D-5DDF-92C3-E21B-7BA63A64B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104C24-3584-8334-265A-99011CC374B4}"/>
              </a:ext>
            </a:extLst>
          </p:cNvPr>
          <p:cNvSpPr>
            <a:spLocks noGrp="1"/>
          </p:cNvSpPr>
          <p:nvPr>
            <p:ph type="title"/>
          </p:nvPr>
        </p:nvSpPr>
        <p:spPr/>
        <p:txBody>
          <a:bodyPr/>
          <a:lstStyle/>
          <a:p>
            <a:r>
              <a:rPr lang="en-US" sz="2400" b="1" noProof="0" dirty="0">
                <a:solidFill>
                  <a:srgbClr val="0B0B0B"/>
                </a:solidFill>
                <a:latin typeface="Arial"/>
              </a:rPr>
              <a:t>Method</a:t>
            </a:r>
          </a:p>
        </p:txBody>
      </p:sp>
      <p:sp>
        <p:nvSpPr>
          <p:cNvPr id="3" name="Rounded Rectangle 2">
            <a:extLst>
              <a:ext uri="{FF2B5EF4-FFF2-40B4-BE49-F238E27FC236}">
                <a16:creationId xmlns:a16="http://schemas.microsoft.com/office/drawing/2014/main" id="{E168BF35-B000-9AA9-0A35-8614793156BA}"/>
              </a:ext>
            </a:extLst>
          </p:cNvPr>
          <p:cNvSpPr/>
          <p:nvPr/>
        </p:nvSpPr>
        <p:spPr>
          <a:xfrm>
            <a:off x="274320" y="1188720"/>
            <a:ext cx="7772400" cy="4480560"/>
          </a:xfrm>
          <a:prstGeom prst="roundRect">
            <a:avLst>
              <a:gd name="adj" fmla="val 45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TextBox 3">
            <a:extLst>
              <a:ext uri="{FF2B5EF4-FFF2-40B4-BE49-F238E27FC236}">
                <a16:creationId xmlns:a16="http://schemas.microsoft.com/office/drawing/2014/main" id="{E46B7EAB-4560-E8D8-F4A0-F1148BFEB0B5}"/>
              </a:ext>
            </a:extLst>
          </p:cNvPr>
          <p:cNvSpPr txBox="1"/>
          <p:nvPr/>
        </p:nvSpPr>
        <p:spPr>
          <a:xfrm>
            <a:off x="640080" y="1554480"/>
            <a:ext cx="7132320" cy="3840480"/>
          </a:xfrm>
          <a:prstGeom prst="rect">
            <a:avLst/>
          </a:prstGeom>
          <a:noFill/>
        </p:spPr>
        <p:txBody>
          <a:bodyPr wrap="square" lIns="0" tIns="0" rIns="0" bIns="0" anchor="t">
            <a:spAutoFit/>
          </a:bodyPr>
          <a:lstStyle/>
          <a:p>
            <a:pPr algn="l">
              <a:lnSpc>
                <a:spcPct val="135000"/>
              </a:lnSpc>
              <a:spcAft>
                <a:spcPts val="100"/>
              </a:spcAft>
            </a:pPr>
            <a:r>
              <a:rPr lang="en-US" sz="1300" b="0" i="0" noProof="0" dirty="0">
                <a:solidFill>
                  <a:srgbClr val="0B0B0B"/>
                </a:solidFill>
                <a:latin typeface="Courier New"/>
              </a:rPr>
              <a:t>initialize()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initializeMutationRate</a:t>
            </a:r>
            <a:r>
              <a:rPr lang="en-US" sz="1300" b="0" i="0" noProof="0" dirty="0">
                <a:solidFill>
                  <a:srgbClr val="0B0B0B"/>
                </a:solidFill>
                <a:latin typeface="Courier New"/>
              </a:rPr>
              <a:t>(1e-7);</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initializeMutationType</a:t>
            </a:r>
            <a:r>
              <a:rPr lang="en-US" sz="1300" b="0" i="0" noProof="0" dirty="0">
                <a:solidFill>
                  <a:srgbClr val="0B0B0B"/>
                </a:solidFill>
                <a:latin typeface="Courier New"/>
              </a:rPr>
              <a:t>("m1", 0.5, "f", 0.0);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initializeGenomicElementType</a:t>
            </a:r>
            <a:r>
              <a:rPr lang="en-US" sz="1300" b="0" i="0" noProof="0" dirty="0">
                <a:solidFill>
                  <a:srgbClr val="0B0B0B"/>
                </a:solidFill>
                <a:latin typeface="Courier New"/>
              </a:rPr>
              <a:t>("g1", m1, 1.0);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a:t>
            </a:r>
            <a:r>
              <a:rPr lang="en-US" sz="1300" b="0" i="0" noProof="0" dirty="0">
                <a:solidFill>
                  <a:srgbClr val="0B0B0B"/>
                </a:solidFill>
                <a:latin typeface="Courier New"/>
              </a:rPr>
              <a:t>(g1, 0, 99999);</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initializeRecombinationRate</a:t>
            </a:r>
            <a:r>
              <a:rPr lang="en-US" sz="1300" b="0" i="0" noProof="0" dirty="0">
                <a:solidFill>
                  <a:srgbClr val="0B0B0B"/>
                </a:solidFill>
                <a:latin typeface="Courier New"/>
              </a:rPr>
              <a:t>(1e-8);</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sim.addSubpop</a:t>
            </a:r>
            <a:r>
              <a:rPr lang="en-US" sz="1300" b="0" i="0" noProof="0" dirty="0">
                <a:solidFill>
                  <a:srgbClr val="0B0B0B"/>
                </a:solidFill>
                <a:latin typeface="Courier New"/>
              </a:rPr>
              <a:t>("p1", 500);</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10000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sim.simulationFinished</a:t>
            </a: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a:t>
            </a:r>
          </a:p>
        </p:txBody>
      </p:sp>
      <p:sp>
        <p:nvSpPr>
          <p:cNvPr id="7" name="TextBox 6">
            <a:extLst>
              <a:ext uri="{FF2B5EF4-FFF2-40B4-BE49-F238E27FC236}">
                <a16:creationId xmlns:a16="http://schemas.microsoft.com/office/drawing/2014/main" id="{E7715BD7-FD04-062C-9804-C4492ECC5607}"/>
              </a:ext>
            </a:extLst>
          </p:cNvPr>
          <p:cNvSpPr txBox="1"/>
          <p:nvPr/>
        </p:nvSpPr>
        <p:spPr>
          <a:xfrm>
            <a:off x="274320" y="6053328"/>
            <a:ext cx="8686800" cy="228600"/>
          </a:xfrm>
          <a:prstGeom prst="rect">
            <a:avLst/>
          </a:prstGeom>
          <a:noFill/>
        </p:spPr>
        <p:txBody>
          <a:bodyPr wrap="square" lIns="0" tIns="0" rIns="0" bIns="0" anchor="t">
            <a:spAutoFit/>
          </a:bodyPr>
          <a:lstStyle/>
          <a:p>
            <a:pPr algn="l">
              <a:spcAft>
                <a:spcPts val="800"/>
              </a:spcAft>
            </a:pPr>
            <a:r>
              <a:rPr lang="en-US" sz="1000" b="0" i="0" noProof="0" dirty="0">
                <a:solidFill>
                  <a:srgbClr val="8A8880"/>
                </a:solidFill>
                <a:latin typeface="Arial"/>
              </a:rPr>
              <a:t>SLiM manual §4.1, the basic neutral simulation recipe.</a:t>
            </a:r>
          </a:p>
        </p:txBody>
      </p:sp>
      <p:sp>
        <p:nvSpPr>
          <p:cNvPr id="8" name="Oval 7">
            <a:extLst>
              <a:ext uri="{FF2B5EF4-FFF2-40B4-BE49-F238E27FC236}">
                <a16:creationId xmlns:a16="http://schemas.microsoft.com/office/drawing/2014/main" id="{C9494102-E189-E59B-EF97-02CE81376D85}"/>
              </a:ext>
            </a:extLst>
          </p:cNvPr>
          <p:cNvSpPr/>
          <p:nvPr/>
        </p:nvSpPr>
        <p:spPr>
          <a:xfrm>
            <a:off x="767408" y="2924944"/>
            <a:ext cx="3240360" cy="360040"/>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 name="Date Placeholder 4">
            <a:extLst>
              <a:ext uri="{FF2B5EF4-FFF2-40B4-BE49-F238E27FC236}">
                <a16:creationId xmlns:a16="http://schemas.microsoft.com/office/drawing/2014/main" id="{D820BEAB-6FEE-49C6-789B-527A60F94A2F}"/>
              </a:ext>
            </a:extLst>
          </p:cNvPr>
          <p:cNvSpPr>
            <a:spLocks noGrp="1"/>
          </p:cNvSpPr>
          <p:nvPr>
            <p:ph type="dt" sz="half" idx="10"/>
          </p:nvPr>
        </p:nvSpPr>
        <p:spPr/>
        <p:txBody>
          <a:bodyPr/>
          <a:lstStyle/>
          <a:p>
            <a:fld id="{BE7D457B-5D50-43F2-90FF-7BD0C1A69031}" type="datetime1">
              <a:rPr lang="en-GB" noProof="0" smtClean="0"/>
              <a:t>16/09/2026</a:t>
            </a:fld>
            <a:endParaRPr lang="en-GB" noProof="0" dirty="0"/>
          </a:p>
        </p:txBody>
      </p:sp>
      <p:sp>
        <p:nvSpPr>
          <p:cNvPr id="9" name="Slide Number Placeholder 8">
            <a:extLst>
              <a:ext uri="{FF2B5EF4-FFF2-40B4-BE49-F238E27FC236}">
                <a16:creationId xmlns:a16="http://schemas.microsoft.com/office/drawing/2014/main" id="{726E6C50-A173-D9FE-B7CE-F326D3D832BD}"/>
              </a:ext>
            </a:extLst>
          </p:cNvPr>
          <p:cNvSpPr>
            <a:spLocks noGrp="1"/>
          </p:cNvSpPr>
          <p:nvPr>
            <p:ph type="sldNum" sz="quarter" idx="12"/>
          </p:nvPr>
        </p:nvSpPr>
        <p:spPr/>
        <p:txBody>
          <a:bodyPr/>
          <a:lstStyle/>
          <a:p>
            <a:fld id="{442AD375-037F-43D0-B059-5172DA06796A}" type="slidenum">
              <a:rPr lang="en-GB" noProof="0" smtClean="0"/>
              <a:pPr/>
              <a:t>48</a:t>
            </a:fld>
            <a:endParaRPr lang="en-GB" noProof="0" dirty="0"/>
          </a:p>
        </p:txBody>
      </p:sp>
    </p:spTree>
    <p:extLst>
      <p:ext uri="{BB962C8B-B14F-4D97-AF65-F5344CB8AC3E}">
        <p14:creationId xmlns:p14="http://schemas.microsoft.com/office/powerpoint/2010/main" val="20702279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5C0CD-11A3-3BB7-E192-722F7A571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443DF-01EB-DCB2-050E-FD31B5FFB042}"/>
              </a:ext>
            </a:extLst>
          </p:cNvPr>
          <p:cNvSpPr>
            <a:spLocks noGrp="1"/>
          </p:cNvSpPr>
          <p:nvPr>
            <p:ph type="title"/>
          </p:nvPr>
        </p:nvSpPr>
        <p:spPr/>
        <p:txBody>
          <a:bodyPr/>
          <a:lstStyle/>
          <a:p>
            <a:r>
              <a:rPr lang="en-US" sz="2400" b="1" noProof="0" dirty="0">
                <a:solidFill>
                  <a:srgbClr val="0B0B0B"/>
                </a:solidFill>
                <a:latin typeface="Arial"/>
              </a:rPr>
              <a:t>Method</a:t>
            </a:r>
          </a:p>
        </p:txBody>
      </p:sp>
      <p:sp>
        <p:nvSpPr>
          <p:cNvPr id="3" name="Rounded Rectangle 2">
            <a:extLst>
              <a:ext uri="{FF2B5EF4-FFF2-40B4-BE49-F238E27FC236}">
                <a16:creationId xmlns:a16="http://schemas.microsoft.com/office/drawing/2014/main" id="{1CA0F4F5-C5FB-69C9-A9E0-1A7CFE1255ED}"/>
              </a:ext>
            </a:extLst>
          </p:cNvPr>
          <p:cNvSpPr/>
          <p:nvPr/>
        </p:nvSpPr>
        <p:spPr>
          <a:xfrm>
            <a:off x="274320" y="1188720"/>
            <a:ext cx="7772400" cy="4480560"/>
          </a:xfrm>
          <a:prstGeom prst="roundRect">
            <a:avLst>
              <a:gd name="adj" fmla="val 45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TextBox 3">
            <a:extLst>
              <a:ext uri="{FF2B5EF4-FFF2-40B4-BE49-F238E27FC236}">
                <a16:creationId xmlns:a16="http://schemas.microsoft.com/office/drawing/2014/main" id="{C6124929-30A0-464C-22CA-468F7CA05C0C}"/>
              </a:ext>
            </a:extLst>
          </p:cNvPr>
          <p:cNvSpPr txBox="1"/>
          <p:nvPr/>
        </p:nvSpPr>
        <p:spPr>
          <a:xfrm>
            <a:off x="640080" y="1554480"/>
            <a:ext cx="7132320" cy="3840480"/>
          </a:xfrm>
          <a:prstGeom prst="rect">
            <a:avLst/>
          </a:prstGeom>
          <a:noFill/>
        </p:spPr>
        <p:txBody>
          <a:bodyPr wrap="square" lIns="0" tIns="0" rIns="0" bIns="0" anchor="t">
            <a:spAutoFit/>
          </a:bodyPr>
          <a:lstStyle/>
          <a:p>
            <a:pPr algn="l">
              <a:lnSpc>
                <a:spcPct val="135000"/>
              </a:lnSpc>
              <a:spcAft>
                <a:spcPts val="100"/>
              </a:spcAft>
            </a:pPr>
            <a:r>
              <a:rPr lang="en-US" sz="1300" b="0" i="0" noProof="0" dirty="0">
                <a:solidFill>
                  <a:srgbClr val="0B0B0B"/>
                </a:solidFill>
                <a:latin typeface="Courier New"/>
              </a:rPr>
              <a:t>initialize()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initializeMutationRate</a:t>
            </a:r>
            <a:r>
              <a:rPr lang="en-US" sz="1300" b="0" i="0" noProof="0" dirty="0">
                <a:solidFill>
                  <a:srgbClr val="0B0B0B"/>
                </a:solidFill>
                <a:latin typeface="Courier New"/>
              </a:rPr>
              <a:t>(1e-7);</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initializeMutationType</a:t>
            </a:r>
            <a:r>
              <a:rPr lang="en-US" sz="1300" b="0" i="0" noProof="0" dirty="0">
                <a:solidFill>
                  <a:srgbClr val="0B0B0B"/>
                </a:solidFill>
                <a:latin typeface="Courier New"/>
              </a:rPr>
              <a:t>("m1", 0.5, "f", 0.0);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initializeGenomicElementType</a:t>
            </a:r>
            <a:r>
              <a:rPr lang="en-US" sz="1300" b="0" i="0" noProof="0" dirty="0">
                <a:solidFill>
                  <a:srgbClr val="0B0B0B"/>
                </a:solidFill>
                <a:latin typeface="Courier New"/>
              </a:rPr>
              <a:t>("g1", m1, 1.0);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a:t>
            </a:r>
            <a:r>
              <a:rPr lang="en-US" sz="1300" b="0" i="0" noProof="0" dirty="0">
                <a:solidFill>
                  <a:srgbClr val="0B0B0B"/>
                </a:solidFill>
                <a:latin typeface="Courier New"/>
              </a:rPr>
              <a:t>(g1, 0, 99999);</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initializeRecombinationRate</a:t>
            </a:r>
            <a:r>
              <a:rPr lang="en-US" sz="1300" b="0" i="0" noProof="0" dirty="0">
                <a:solidFill>
                  <a:srgbClr val="0B0B0B"/>
                </a:solidFill>
                <a:latin typeface="Courier New"/>
              </a:rPr>
              <a:t>(1e-8);</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sim.addSubpop</a:t>
            </a:r>
            <a:r>
              <a:rPr lang="en-US" sz="1300" b="0" i="0" noProof="0" dirty="0">
                <a:solidFill>
                  <a:srgbClr val="0B0B0B"/>
                </a:solidFill>
                <a:latin typeface="Courier New"/>
              </a:rPr>
              <a:t>("p1", 500);</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10000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sim.simulationFinished</a:t>
            </a: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a:t>
            </a:r>
          </a:p>
        </p:txBody>
      </p:sp>
      <p:sp>
        <p:nvSpPr>
          <p:cNvPr id="7" name="TextBox 6">
            <a:extLst>
              <a:ext uri="{FF2B5EF4-FFF2-40B4-BE49-F238E27FC236}">
                <a16:creationId xmlns:a16="http://schemas.microsoft.com/office/drawing/2014/main" id="{2A6539DA-BA38-A47C-83C7-EC4396E8C69D}"/>
              </a:ext>
            </a:extLst>
          </p:cNvPr>
          <p:cNvSpPr txBox="1"/>
          <p:nvPr/>
        </p:nvSpPr>
        <p:spPr>
          <a:xfrm>
            <a:off x="274320" y="6053328"/>
            <a:ext cx="8686800" cy="228600"/>
          </a:xfrm>
          <a:prstGeom prst="rect">
            <a:avLst/>
          </a:prstGeom>
          <a:noFill/>
        </p:spPr>
        <p:txBody>
          <a:bodyPr wrap="square" lIns="0" tIns="0" rIns="0" bIns="0" anchor="t">
            <a:spAutoFit/>
          </a:bodyPr>
          <a:lstStyle/>
          <a:p>
            <a:pPr algn="l">
              <a:spcAft>
                <a:spcPts val="800"/>
              </a:spcAft>
            </a:pPr>
            <a:r>
              <a:rPr lang="en-US" sz="1000" b="0" i="0" noProof="0" dirty="0">
                <a:solidFill>
                  <a:srgbClr val="8A8880"/>
                </a:solidFill>
                <a:latin typeface="Arial"/>
              </a:rPr>
              <a:t>SLiM manual §4.1, the basic neutral simulation recipe.</a:t>
            </a:r>
          </a:p>
        </p:txBody>
      </p:sp>
      <p:sp>
        <p:nvSpPr>
          <p:cNvPr id="8" name="Oval 7">
            <a:extLst>
              <a:ext uri="{FF2B5EF4-FFF2-40B4-BE49-F238E27FC236}">
                <a16:creationId xmlns:a16="http://schemas.microsoft.com/office/drawing/2014/main" id="{FDB2827E-390C-BD72-4D2C-D1D666D51FF5}"/>
              </a:ext>
            </a:extLst>
          </p:cNvPr>
          <p:cNvSpPr/>
          <p:nvPr/>
        </p:nvSpPr>
        <p:spPr>
          <a:xfrm>
            <a:off x="640080" y="3756268"/>
            <a:ext cx="3079656" cy="360040"/>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 name="Date Placeholder 4">
            <a:extLst>
              <a:ext uri="{FF2B5EF4-FFF2-40B4-BE49-F238E27FC236}">
                <a16:creationId xmlns:a16="http://schemas.microsoft.com/office/drawing/2014/main" id="{76C2658D-ED60-1FBC-9FE2-4958D1422B2D}"/>
              </a:ext>
            </a:extLst>
          </p:cNvPr>
          <p:cNvSpPr>
            <a:spLocks noGrp="1"/>
          </p:cNvSpPr>
          <p:nvPr>
            <p:ph type="dt" sz="half" idx="10"/>
          </p:nvPr>
        </p:nvSpPr>
        <p:spPr/>
        <p:txBody>
          <a:bodyPr/>
          <a:lstStyle/>
          <a:p>
            <a:fld id="{598A73CF-21FD-4C56-A533-4824714C15C5}" type="datetime1">
              <a:rPr lang="en-GB" noProof="0" smtClean="0"/>
              <a:t>16/09/2026</a:t>
            </a:fld>
            <a:endParaRPr lang="en-GB" noProof="0" dirty="0"/>
          </a:p>
        </p:txBody>
      </p:sp>
      <p:sp>
        <p:nvSpPr>
          <p:cNvPr id="9" name="Slide Number Placeholder 8">
            <a:extLst>
              <a:ext uri="{FF2B5EF4-FFF2-40B4-BE49-F238E27FC236}">
                <a16:creationId xmlns:a16="http://schemas.microsoft.com/office/drawing/2014/main" id="{265E8D5B-BDEB-7CA8-6CC4-2CCD4456DB10}"/>
              </a:ext>
            </a:extLst>
          </p:cNvPr>
          <p:cNvSpPr>
            <a:spLocks noGrp="1"/>
          </p:cNvSpPr>
          <p:nvPr>
            <p:ph type="sldNum" sz="quarter" idx="12"/>
          </p:nvPr>
        </p:nvSpPr>
        <p:spPr/>
        <p:txBody>
          <a:bodyPr/>
          <a:lstStyle/>
          <a:p>
            <a:fld id="{442AD375-037F-43D0-B059-5172DA06796A}" type="slidenum">
              <a:rPr lang="en-GB" noProof="0" smtClean="0"/>
              <a:pPr/>
              <a:t>49</a:t>
            </a:fld>
            <a:endParaRPr lang="en-GB" noProof="0" dirty="0"/>
          </a:p>
        </p:txBody>
      </p:sp>
    </p:spTree>
    <p:extLst>
      <p:ext uri="{BB962C8B-B14F-4D97-AF65-F5344CB8AC3E}">
        <p14:creationId xmlns:p14="http://schemas.microsoft.com/office/powerpoint/2010/main" val="4478757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07B73-BC9C-597D-E802-D98CAB2A6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2E00B-89FF-A1A2-F7D1-B673C327CE83}"/>
              </a:ext>
            </a:extLst>
          </p:cNvPr>
          <p:cNvSpPr>
            <a:spLocks noGrp="1"/>
          </p:cNvSpPr>
          <p:nvPr>
            <p:ph type="title"/>
          </p:nvPr>
        </p:nvSpPr>
        <p:spPr/>
        <p:txBody>
          <a:bodyPr/>
          <a:lstStyle/>
          <a:p>
            <a:r>
              <a:rPr lang="en-US" sz="2400" b="1" noProof="0" dirty="0">
                <a:solidFill>
                  <a:srgbClr val="0B0B0B"/>
                </a:solidFill>
                <a:latin typeface="Arial"/>
              </a:rPr>
              <a:t>Method</a:t>
            </a:r>
          </a:p>
        </p:txBody>
      </p:sp>
      <p:sp>
        <p:nvSpPr>
          <p:cNvPr id="3" name="Rounded Rectangle 2">
            <a:extLst>
              <a:ext uri="{FF2B5EF4-FFF2-40B4-BE49-F238E27FC236}">
                <a16:creationId xmlns:a16="http://schemas.microsoft.com/office/drawing/2014/main" id="{A17C3974-4EE9-97F7-124C-5D746D8858DB}"/>
              </a:ext>
            </a:extLst>
          </p:cNvPr>
          <p:cNvSpPr/>
          <p:nvPr/>
        </p:nvSpPr>
        <p:spPr>
          <a:xfrm>
            <a:off x="274320" y="1188720"/>
            <a:ext cx="7772400" cy="4480560"/>
          </a:xfrm>
          <a:prstGeom prst="roundRect">
            <a:avLst>
              <a:gd name="adj" fmla="val 45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TextBox 3">
            <a:extLst>
              <a:ext uri="{FF2B5EF4-FFF2-40B4-BE49-F238E27FC236}">
                <a16:creationId xmlns:a16="http://schemas.microsoft.com/office/drawing/2014/main" id="{1476A94D-8ABB-B0FF-7E90-26B3CE6495EB}"/>
              </a:ext>
            </a:extLst>
          </p:cNvPr>
          <p:cNvSpPr txBox="1"/>
          <p:nvPr/>
        </p:nvSpPr>
        <p:spPr>
          <a:xfrm>
            <a:off x="640080" y="1554480"/>
            <a:ext cx="7132320" cy="3840480"/>
          </a:xfrm>
          <a:prstGeom prst="rect">
            <a:avLst/>
          </a:prstGeom>
          <a:noFill/>
        </p:spPr>
        <p:txBody>
          <a:bodyPr wrap="square" lIns="0" tIns="0" rIns="0" bIns="0" anchor="t">
            <a:spAutoFit/>
          </a:bodyPr>
          <a:lstStyle/>
          <a:p>
            <a:pPr algn="l">
              <a:lnSpc>
                <a:spcPct val="135000"/>
              </a:lnSpc>
              <a:spcAft>
                <a:spcPts val="100"/>
              </a:spcAft>
            </a:pPr>
            <a:r>
              <a:rPr lang="en-US" sz="1300" b="0" i="0" noProof="0" dirty="0">
                <a:solidFill>
                  <a:srgbClr val="0B0B0B"/>
                </a:solidFill>
                <a:latin typeface="Courier New"/>
              </a:rPr>
              <a:t>initialize()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initializeMutationRate</a:t>
            </a:r>
            <a:r>
              <a:rPr lang="en-US" sz="1300" b="0" i="0" noProof="0" dirty="0">
                <a:solidFill>
                  <a:srgbClr val="0B0B0B"/>
                </a:solidFill>
                <a:latin typeface="Courier New"/>
              </a:rPr>
              <a:t>(1e-7);</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initializeMutationType</a:t>
            </a:r>
            <a:r>
              <a:rPr lang="en-US" sz="1300" b="0" i="0" noProof="0" dirty="0">
                <a:solidFill>
                  <a:srgbClr val="0B0B0B"/>
                </a:solidFill>
                <a:latin typeface="Courier New"/>
              </a:rPr>
              <a:t>("m1", 0.5, "f", 0.0);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initializeGenomicElementType</a:t>
            </a:r>
            <a:r>
              <a:rPr lang="en-US" sz="1300" b="0" i="0" noProof="0" dirty="0">
                <a:solidFill>
                  <a:srgbClr val="0B0B0B"/>
                </a:solidFill>
                <a:latin typeface="Courier New"/>
              </a:rPr>
              <a:t>("g1", m1, 1.0);</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initializeGenomicElement</a:t>
            </a:r>
            <a:r>
              <a:rPr lang="en-US" sz="1300" b="0" i="0" noProof="0" dirty="0">
                <a:solidFill>
                  <a:srgbClr val="0B0B0B"/>
                </a:solidFill>
                <a:latin typeface="Courier New"/>
              </a:rPr>
              <a:t>(g1, 0, 99999);</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initializeRecombinationRate</a:t>
            </a:r>
            <a:r>
              <a:rPr lang="en-US" sz="1300" b="0" i="0" noProof="0" dirty="0">
                <a:solidFill>
                  <a:srgbClr val="0B0B0B"/>
                </a:solidFill>
                <a:latin typeface="Courier New"/>
              </a:rPr>
              <a:t>(1e-8);</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sim.addSubpop</a:t>
            </a:r>
            <a:r>
              <a:rPr lang="en-US" sz="1300" b="0" i="0" noProof="0" dirty="0">
                <a:solidFill>
                  <a:srgbClr val="0B0B0B"/>
                </a:solidFill>
                <a:latin typeface="Courier New"/>
              </a:rPr>
              <a:t>("p1", 500);</a:t>
            </a:r>
          </a:p>
          <a:p>
            <a:pPr algn="l">
              <a:lnSpc>
                <a:spcPct val="135000"/>
              </a:lnSpc>
              <a:spcAft>
                <a:spcPts val="100"/>
              </a:spcAft>
            </a:pP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10000 early() {</a:t>
            </a:r>
          </a:p>
          <a:p>
            <a:pPr algn="l">
              <a:lnSpc>
                <a:spcPct val="135000"/>
              </a:lnSpc>
              <a:spcAft>
                <a:spcPts val="100"/>
              </a:spcAft>
            </a:pPr>
            <a:r>
              <a:rPr lang="en-US" sz="1300" b="0" i="0" noProof="0" dirty="0">
                <a:solidFill>
                  <a:srgbClr val="0B0B0B"/>
                </a:solidFill>
                <a:latin typeface="Courier New"/>
              </a:rPr>
              <a:t>    </a:t>
            </a:r>
            <a:r>
              <a:rPr lang="en-US" sz="1300" b="0" i="0" noProof="0" dirty="0" err="1">
                <a:solidFill>
                  <a:srgbClr val="0B0B0B"/>
                </a:solidFill>
                <a:latin typeface="Courier New"/>
              </a:rPr>
              <a:t>sim.simulationFinished</a:t>
            </a:r>
            <a:r>
              <a:rPr lang="en-US" sz="1300" b="0" i="0" noProof="0" dirty="0">
                <a:solidFill>
                  <a:srgbClr val="0B0B0B"/>
                </a:solidFill>
                <a:latin typeface="Courier New"/>
              </a:rPr>
              <a:t>();</a:t>
            </a:r>
          </a:p>
          <a:p>
            <a:pPr algn="l">
              <a:lnSpc>
                <a:spcPct val="135000"/>
              </a:lnSpc>
              <a:spcAft>
                <a:spcPts val="100"/>
              </a:spcAft>
            </a:pPr>
            <a:r>
              <a:rPr lang="en-US" sz="1300" b="0" i="0" noProof="0" dirty="0">
                <a:solidFill>
                  <a:srgbClr val="0B0B0B"/>
                </a:solidFill>
                <a:latin typeface="Courier New"/>
              </a:rPr>
              <a:t>}</a:t>
            </a:r>
          </a:p>
        </p:txBody>
      </p:sp>
      <p:sp>
        <p:nvSpPr>
          <p:cNvPr id="6" name="TextBox 5">
            <a:extLst>
              <a:ext uri="{FF2B5EF4-FFF2-40B4-BE49-F238E27FC236}">
                <a16:creationId xmlns:a16="http://schemas.microsoft.com/office/drawing/2014/main" id="{20ABF9C4-8106-DB34-1667-96B77BA3CB47}"/>
              </a:ext>
            </a:extLst>
          </p:cNvPr>
          <p:cNvSpPr txBox="1"/>
          <p:nvPr/>
        </p:nvSpPr>
        <p:spPr>
          <a:xfrm>
            <a:off x="8412480" y="2514600"/>
            <a:ext cx="3502152" cy="1681807"/>
          </a:xfrm>
          <a:prstGeom prst="rect">
            <a:avLst/>
          </a:prstGeom>
          <a:noFill/>
        </p:spPr>
        <p:txBody>
          <a:bodyPr wrap="square" lIns="0" tIns="0" rIns="0" bIns="0" anchor="t">
            <a:spAutoFit/>
          </a:bodyPr>
          <a:lstStyle/>
          <a:p>
            <a:pPr marL="285750" indent="-285750" algn="l">
              <a:lnSpc>
                <a:spcPct val="135000"/>
              </a:lnSpc>
              <a:spcAft>
                <a:spcPts val="800"/>
              </a:spcAft>
              <a:buFont typeface="Arial" panose="020B0604020202020204" pitchFamily="34" charset="0"/>
              <a:buChar char="•"/>
            </a:pPr>
            <a:r>
              <a:rPr lang="en-US" sz="1700" b="0" i="0" noProof="0" dirty="0">
                <a:solidFill>
                  <a:srgbClr val="0B0B0B"/>
                </a:solidFill>
                <a:latin typeface="Arial"/>
              </a:rPr>
              <a:t>500 individuals.</a:t>
            </a:r>
          </a:p>
          <a:p>
            <a:pPr marL="285750" indent="-285750" algn="l">
              <a:lnSpc>
                <a:spcPct val="135000"/>
              </a:lnSpc>
              <a:spcAft>
                <a:spcPts val="800"/>
              </a:spcAft>
              <a:buFont typeface="Arial" panose="020B0604020202020204" pitchFamily="34" charset="0"/>
              <a:buChar char="•"/>
            </a:pPr>
            <a:r>
              <a:rPr lang="en-US" sz="1700" b="0" i="0" noProof="0" dirty="0">
                <a:solidFill>
                  <a:srgbClr val="0B0B0B"/>
                </a:solidFill>
                <a:latin typeface="Arial"/>
              </a:rPr>
              <a:t>100</a:t>
            </a:r>
            <a:r>
              <a:rPr lang="en-US" sz="1700" dirty="0">
                <a:solidFill>
                  <a:srgbClr val="0B0B0B"/>
                </a:solidFill>
                <a:latin typeface="Arial"/>
              </a:rPr>
              <a:t>,000 bp chromosome</a:t>
            </a:r>
            <a:r>
              <a:rPr lang="en-US" sz="1700" b="0" i="0" noProof="0" dirty="0">
                <a:solidFill>
                  <a:srgbClr val="0B0B0B"/>
                </a:solidFill>
                <a:latin typeface="Arial"/>
              </a:rPr>
              <a:t>.</a:t>
            </a:r>
          </a:p>
          <a:p>
            <a:pPr marL="285750" indent="-285750">
              <a:lnSpc>
                <a:spcPct val="135000"/>
              </a:lnSpc>
              <a:spcAft>
                <a:spcPts val="800"/>
              </a:spcAft>
              <a:buFont typeface="Arial" panose="020B0604020202020204" pitchFamily="34" charset="0"/>
              <a:buChar char="•"/>
            </a:pPr>
            <a:r>
              <a:rPr lang="en-US" sz="1700" dirty="0">
                <a:solidFill>
                  <a:srgbClr val="0B0B0B"/>
                </a:solidFill>
                <a:latin typeface="Arial"/>
              </a:rPr>
              <a:t>Neutral mutation</a:t>
            </a:r>
            <a:endParaRPr lang="en-US" sz="1700" b="0" i="0" noProof="0" dirty="0">
              <a:solidFill>
                <a:srgbClr val="0B0B0B"/>
              </a:solidFill>
              <a:latin typeface="Arial"/>
            </a:endParaRPr>
          </a:p>
          <a:p>
            <a:pPr marL="285750" indent="-285750" algn="l">
              <a:lnSpc>
                <a:spcPct val="135000"/>
              </a:lnSpc>
              <a:spcAft>
                <a:spcPts val="800"/>
              </a:spcAft>
              <a:buFont typeface="Arial" panose="020B0604020202020204" pitchFamily="34" charset="0"/>
              <a:buChar char="•"/>
            </a:pPr>
            <a:r>
              <a:rPr lang="en-US" sz="1700" b="0" i="0" noProof="0" dirty="0">
                <a:solidFill>
                  <a:srgbClr val="0B0B0B"/>
                </a:solidFill>
                <a:latin typeface="Arial"/>
              </a:rPr>
              <a:t>10,000 generations.</a:t>
            </a:r>
          </a:p>
        </p:txBody>
      </p:sp>
      <p:sp>
        <p:nvSpPr>
          <p:cNvPr id="7" name="TextBox 6">
            <a:extLst>
              <a:ext uri="{FF2B5EF4-FFF2-40B4-BE49-F238E27FC236}">
                <a16:creationId xmlns:a16="http://schemas.microsoft.com/office/drawing/2014/main" id="{5748068B-A1A1-D784-ABB5-D273A732C2D3}"/>
              </a:ext>
            </a:extLst>
          </p:cNvPr>
          <p:cNvSpPr txBox="1"/>
          <p:nvPr/>
        </p:nvSpPr>
        <p:spPr>
          <a:xfrm>
            <a:off x="274320" y="6053328"/>
            <a:ext cx="8686800" cy="228600"/>
          </a:xfrm>
          <a:prstGeom prst="rect">
            <a:avLst/>
          </a:prstGeom>
          <a:noFill/>
        </p:spPr>
        <p:txBody>
          <a:bodyPr wrap="square" lIns="0" tIns="0" rIns="0" bIns="0" anchor="t">
            <a:spAutoFit/>
          </a:bodyPr>
          <a:lstStyle/>
          <a:p>
            <a:pPr algn="l">
              <a:spcAft>
                <a:spcPts val="800"/>
              </a:spcAft>
            </a:pPr>
            <a:r>
              <a:rPr lang="en-US" sz="1000" b="0" i="0" noProof="0" dirty="0">
                <a:solidFill>
                  <a:srgbClr val="8A8880"/>
                </a:solidFill>
                <a:latin typeface="Arial"/>
              </a:rPr>
              <a:t>SLiM manual §4.1, the basic neutral simulation recipe.</a:t>
            </a:r>
          </a:p>
        </p:txBody>
      </p:sp>
      <p:sp>
        <p:nvSpPr>
          <p:cNvPr id="8" name="Oval 7">
            <a:extLst>
              <a:ext uri="{FF2B5EF4-FFF2-40B4-BE49-F238E27FC236}">
                <a16:creationId xmlns:a16="http://schemas.microsoft.com/office/drawing/2014/main" id="{3DD46114-9F4E-9A3E-88DC-68DFAC73AB83}"/>
              </a:ext>
            </a:extLst>
          </p:cNvPr>
          <p:cNvSpPr/>
          <p:nvPr/>
        </p:nvSpPr>
        <p:spPr>
          <a:xfrm>
            <a:off x="365760" y="4293096"/>
            <a:ext cx="3209960" cy="728259"/>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 name="Date Placeholder 4">
            <a:extLst>
              <a:ext uri="{FF2B5EF4-FFF2-40B4-BE49-F238E27FC236}">
                <a16:creationId xmlns:a16="http://schemas.microsoft.com/office/drawing/2014/main" id="{3CC0D797-E9DA-5925-C705-6992B449CCDD}"/>
              </a:ext>
            </a:extLst>
          </p:cNvPr>
          <p:cNvSpPr>
            <a:spLocks noGrp="1"/>
          </p:cNvSpPr>
          <p:nvPr>
            <p:ph type="dt" sz="half" idx="10"/>
          </p:nvPr>
        </p:nvSpPr>
        <p:spPr/>
        <p:txBody>
          <a:bodyPr/>
          <a:lstStyle/>
          <a:p>
            <a:fld id="{117A4EDB-3266-4BE0-AAE5-911265025496}" type="datetime1">
              <a:rPr lang="en-GB" noProof="0" smtClean="0"/>
              <a:t>16/09/2026</a:t>
            </a:fld>
            <a:endParaRPr lang="en-GB" noProof="0" dirty="0"/>
          </a:p>
        </p:txBody>
      </p:sp>
      <p:sp>
        <p:nvSpPr>
          <p:cNvPr id="10" name="Slide Number Placeholder 9">
            <a:extLst>
              <a:ext uri="{FF2B5EF4-FFF2-40B4-BE49-F238E27FC236}">
                <a16:creationId xmlns:a16="http://schemas.microsoft.com/office/drawing/2014/main" id="{D106D8B9-C36C-CD55-D1A2-267CAB661144}"/>
              </a:ext>
            </a:extLst>
          </p:cNvPr>
          <p:cNvSpPr>
            <a:spLocks noGrp="1"/>
          </p:cNvSpPr>
          <p:nvPr>
            <p:ph type="sldNum" sz="quarter" idx="12"/>
          </p:nvPr>
        </p:nvSpPr>
        <p:spPr/>
        <p:txBody>
          <a:bodyPr/>
          <a:lstStyle/>
          <a:p>
            <a:fld id="{442AD375-037F-43D0-B059-5172DA06796A}" type="slidenum">
              <a:rPr lang="en-GB" noProof="0" smtClean="0"/>
              <a:pPr/>
              <a:t>50</a:t>
            </a:fld>
            <a:endParaRPr lang="en-GB" noProof="0" dirty="0"/>
          </a:p>
        </p:txBody>
      </p:sp>
    </p:spTree>
    <p:extLst>
      <p:ext uri="{BB962C8B-B14F-4D97-AF65-F5344CB8AC3E}">
        <p14:creationId xmlns:p14="http://schemas.microsoft.com/office/powerpoint/2010/main" val="11045527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3BC88-552B-07A8-77F7-B7675F4BA4E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0279978-725B-F85C-7366-DCF4FFC61D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885" y="67999"/>
            <a:ext cx="10246230" cy="6722002"/>
          </a:xfrm>
          <a:prstGeom prst="rect">
            <a:avLst/>
          </a:prstGeom>
          <a:effectLst>
            <a:outerShdw blurRad="50800" dist="38100" dir="2700000" algn="tl" rotWithShape="0">
              <a:prstClr val="black">
                <a:alpha val="40000"/>
              </a:prstClr>
            </a:outerShdw>
          </a:effectLst>
        </p:spPr>
      </p:pic>
      <p:sp>
        <p:nvSpPr>
          <p:cNvPr id="2" name="Date Placeholder 1">
            <a:extLst>
              <a:ext uri="{FF2B5EF4-FFF2-40B4-BE49-F238E27FC236}">
                <a16:creationId xmlns:a16="http://schemas.microsoft.com/office/drawing/2014/main" id="{B4B9BAB8-F3B8-7368-2890-DBFA0F0A4E7A}"/>
              </a:ext>
            </a:extLst>
          </p:cNvPr>
          <p:cNvSpPr>
            <a:spLocks noGrp="1"/>
          </p:cNvSpPr>
          <p:nvPr>
            <p:ph type="dt" sz="half" idx="10"/>
          </p:nvPr>
        </p:nvSpPr>
        <p:spPr/>
        <p:txBody>
          <a:bodyPr/>
          <a:lstStyle/>
          <a:p>
            <a:fld id="{5327CA29-EC4C-43F9-99DE-A229B6D3BDB1}" type="datetime1">
              <a:rPr lang="en-GB" smtClean="0"/>
              <a:t>16/09/2026</a:t>
            </a:fld>
            <a:endParaRPr lang="de-CH" dirty="0"/>
          </a:p>
        </p:txBody>
      </p:sp>
      <p:sp>
        <p:nvSpPr>
          <p:cNvPr id="4" name="Slide Number Placeholder 3">
            <a:extLst>
              <a:ext uri="{FF2B5EF4-FFF2-40B4-BE49-F238E27FC236}">
                <a16:creationId xmlns:a16="http://schemas.microsoft.com/office/drawing/2014/main" id="{BC425DA7-3E22-A089-B031-128C2FB87811}"/>
              </a:ext>
            </a:extLst>
          </p:cNvPr>
          <p:cNvSpPr>
            <a:spLocks noGrp="1"/>
          </p:cNvSpPr>
          <p:nvPr>
            <p:ph type="sldNum" sz="quarter" idx="12"/>
          </p:nvPr>
        </p:nvSpPr>
        <p:spPr/>
        <p:txBody>
          <a:bodyPr/>
          <a:lstStyle/>
          <a:p>
            <a:fld id="{442AD375-037F-43D0-B059-5172DA06796A}" type="slidenum">
              <a:rPr lang="de-CH" smtClean="0"/>
              <a:pPr/>
              <a:t>51</a:t>
            </a:fld>
            <a:endParaRPr lang="de-CH" dirty="0"/>
          </a:p>
        </p:txBody>
      </p:sp>
    </p:spTree>
    <p:extLst>
      <p:ext uri="{BB962C8B-B14F-4D97-AF65-F5344CB8AC3E}">
        <p14:creationId xmlns:p14="http://schemas.microsoft.com/office/powerpoint/2010/main" val="27093857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393FD-C89E-BA48-25DD-DABFCD42E60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24CB52D-2E50-96E0-BEBB-4701971B26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885" y="67999"/>
            <a:ext cx="10246230" cy="6722002"/>
          </a:xfrm>
          <a:prstGeom prst="rect">
            <a:avLst/>
          </a:prstGeom>
          <a:effectLst>
            <a:outerShdw blurRad="50800" dist="38100" dir="2700000" algn="tl" rotWithShape="0">
              <a:prstClr val="black">
                <a:alpha val="40000"/>
              </a:prstClr>
            </a:outerShdw>
          </a:effectLst>
        </p:spPr>
      </p:pic>
      <p:sp>
        <p:nvSpPr>
          <p:cNvPr id="3" name="Circle: Hollow 2">
            <a:extLst>
              <a:ext uri="{FF2B5EF4-FFF2-40B4-BE49-F238E27FC236}">
                <a16:creationId xmlns:a16="http://schemas.microsoft.com/office/drawing/2014/main" id="{BDD616E8-2ED7-9692-05F6-6B8A436C0D5D}"/>
              </a:ext>
            </a:extLst>
          </p:cNvPr>
          <p:cNvSpPr/>
          <p:nvPr/>
        </p:nvSpPr>
        <p:spPr>
          <a:xfrm>
            <a:off x="4655840" y="3933056"/>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1</a:t>
            </a:r>
            <a:endParaRPr lang="en-CH" sz="2400" b="1" dirty="0">
              <a:solidFill>
                <a:schemeClr val="tx1"/>
              </a:solidFill>
            </a:endParaRPr>
          </a:p>
        </p:txBody>
      </p:sp>
      <p:sp>
        <p:nvSpPr>
          <p:cNvPr id="6" name="TextBox 5">
            <a:extLst>
              <a:ext uri="{FF2B5EF4-FFF2-40B4-BE49-F238E27FC236}">
                <a16:creationId xmlns:a16="http://schemas.microsoft.com/office/drawing/2014/main" id="{CA839EBA-DAFA-F4C4-6AC2-FD896754F779}"/>
              </a:ext>
            </a:extLst>
          </p:cNvPr>
          <p:cNvSpPr txBox="1"/>
          <p:nvPr/>
        </p:nvSpPr>
        <p:spPr>
          <a:xfrm>
            <a:off x="5735960" y="4365104"/>
            <a:ext cx="1872208" cy="241285"/>
          </a:xfrm>
          <a:prstGeom prst="rect">
            <a:avLst/>
          </a:prstGeom>
          <a:noFill/>
        </p:spPr>
        <p:txBody>
          <a:bodyPr wrap="square" lIns="0" tIns="0" rIns="0" bIns="0" rtlCol="0">
            <a:spAutoFit/>
          </a:bodyPr>
          <a:lstStyle/>
          <a:p>
            <a:r>
              <a:rPr lang="en-US" b="1" dirty="0"/>
              <a:t>The scripting pane </a:t>
            </a:r>
            <a:endParaRPr lang="en-CH" dirty="0"/>
          </a:p>
        </p:txBody>
      </p:sp>
      <p:sp>
        <p:nvSpPr>
          <p:cNvPr id="11" name="Date Placeholder 10">
            <a:extLst>
              <a:ext uri="{FF2B5EF4-FFF2-40B4-BE49-F238E27FC236}">
                <a16:creationId xmlns:a16="http://schemas.microsoft.com/office/drawing/2014/main" id="{C34F48D4-CF1F-6F8C-967D-FCE87229D57D}"/>
              </a:ext>
            </a:extLst>
          </p:cNvPr>
          <p:cNvSpPr>
            <a:spLocks noGrp="1"/>
          </p:cNvSpPr>
          <p:nvPr>
            <p:ph type="dt" sz="half" idx="10"/>
          </p:nvPr>
        </p:nvSpPr>
        <p:spPr/>
        <p:txBody>
          <a:bodyPr/>
          <a:lstStyle/>
          <a:p>
            <a:fld id="{B8D86DCD-EB80-4331-BCF8-E0D2E4152870}" type="datetime1">
              <a:rPr lang="en-GB" smtClean="0"/>
              <a:t>16/09/2026</a:t>
            </a:fld>
            <a:endParaRPr lang="de-CH" dirty="0"/>
          </a:p>
        </p:txBody>
      </p:sp>
      <p:sp>
        <p:nvSpPr>
          <p:cNvPr id="12" name="Slide Number Placeholder 11">
            <a:extLst>
              <a:ext uri="{FF2B5EF4-FFF2-40B4-BE49-F238E27FC236}">
                <a16:creationId xmlns:a16="http://schemas.microsoft.com/office/drawing/2014/main" id="{C5495F04-7E73-204B-B7F0-09A0F922FEAF}"/>
              </a:ext>
            </a:extLst>
          </p:cNvPr>
          <p:cNvSpPr>
            <a:spLocks noGrp="1"/>
          </p:cNvSpPr>
          <p:nvPr>
            <p:ph type="sldNum" sz="quarter" idx="12"/>
          </p:nvPr>
        </p:nvSpPr>
        <p:spPr/>
        <p:txBody>
          <a:bodyPr/>
          <a:lstStyle/>
          <a:p>
            <a:fld id="{442AD375-037F-43D0-B059-5172DA06796A}" type="slidenum">
              <a:rPr lang="de-CH" smtClean="0"/>
              <a:pPr/>
              <a:t>52</a:t>
            </a:fld>
            <a:endParaRPr lang="de-CH" dirty="0"/>
          </a:p>
        </p:txBody>
      </p:sp>
    </p:spTree>
    <p:extLst>
      <p:ext uri="{BB962C8B-B14F-4D97-AF65-F5344CB8AC3E}">
        <p14:creationId xmlns:p14="http://schemas.microsoft.com/office/powerpoint/2010/main" val="8613364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A6A90-8F03-738E-CC9E-7CDF16FDAF3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258475D-65C9-BC8F-8C61-032DE6288F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885" y="67999"/>
            <a:ext cx="10246230" cy="6722002"/>
          </a:xfrm>
          <a:prstGeom prst="rect">
            <a:avLst/>
          </a:prstGeom>
          <a:effectLst>
            <a:outerShdw blurRad="50800" dist="38100" dir="2700000" algn="tl" rotWithShape="0">
              <a:prstClr val="black">
                <a:alpha val="40000"/>
              </a:prstClr>
            </a:outerShdw>
          </a:effectLst>
        </p:spPr>
      </p:pic>
      <p:sp>
        <p:nvSpPr>
          <p:cNvPr id="3" name="Circle: Hollow 2">
            <a:extLst>
              <a:ext uri="{FF2B5EF4-FFF2-40B4-BE49-F238E27FC236}">
                <a16:creationId xmlns:a16="http://schemas.microsoft.com/office/drawing/2014/main" id="{97650FDD-C359-936A-5114-EB99761B0A9D}"/>
              </a:ext>
            </a:extLst>
          </p:cNvPr>
          <p:cNvSpPr/>
          <p:nvPr/>
        </p:nvSpPr>
        <p:spPr>
          <a:xfrm>
            <a:off x="4655840" y="3933056"/>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1</a:t>
            </a:r>
            <a:endParaRPr lang="en-CH" sz="2400" b="1" dirty="0">
              <a:solidFill>
                <a:schemeClr val="tx1"/>
              </a:solidFill>
            </a:endParaRPr>
          </a:p>
        </p:txBody>
      </p:sp>
      <p:sp>
        <p:nvSpPr>
          <p:cNvPr id="6" name="Circle: Hollow 5">
            <a:extLst>
              <a:ext uri="{FF2B5EF4-FFF2-40B4-BE49-F238E27FC236}">
                <a16:creationId xmlns:a16="http://schemas.microsoft.com/office/drawing/2014/main" id="{03A1CAF3-1A11-5B31-88E6-3092EE64877B}"/>
              </a:ext>
            </a:extLst>
          </p:cNvPr>
          <p:cNvSpPr/>
          <p:nvPr/>
        </p:nvSpPr>
        <p:spPr>
          <a:xfrm>
            <a:off x="8544272" y="3861048"/>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2</a:t>
            </a:r>
            <a:endParaRPr lang="en-CH" sz="2400" b="1" dirty="0">
              <a:solidFill>
                <a:schemeClr val="tx1"/>
              </a:solidFill>
            </a:endParaRPr>
          </a:p>
        </p:txBody>
      </p:sp>
      <p:sp>
        <p:nvSpPr>
          <p:cNvPr id="8" name="TextBox 7">
            <a:extLst>
              <a:ext uri="{FF2B5EF4-FFF2-40B4-BE49-F238E27FC236}">
                <a16:creationId xmlns:a16="http://schemas.microsoft.com/office/drawing/2014/main" id="{1DC3B9D7-32CC-CCEB-3EDA-539E53464FE7}"/>
              </a:ext>
            </a:extLst>
          </p:cNvPr>
          <p:cNvSpPr txBox="1"/>
          <p:nvPr/>
        </p:nvSpPr>
        <p:spPr>
          <a:xfrm>
            <a:off x="9696400" y="4149080"/>
            <a:ext cx="2016224" cy="241285"/>
          </a:xfrm>
          <a:prstGeom prst="rect">
            <a:avLst/>
          </a:prstGeom>
          <a:noFill/>
        </p:spPr>
        <p:txBody>
          <a:bodyPr wrap="square" lIns="0" tIns="0" rIns="0" bIns="0" rtlCol="0">
            <a:spAutoFit/>
          </a:bodyPr>
          <a:lstStyle/>
          <a:p>
            <a:r>
              <a:rPr lang="en-US" b="1"/>
              <a:t>The output pane </a:t>
            </a:r>
            <a:endParaRPr lang="en-CH" dirty="0"/>
          </a:p>
        </p:txBody>
      </p:sp>
      <p:sp>
        <p:nvSpPr>
          <p:cNvPr id="9" name="Date Placeholder 8">
            <a:extLst>
              <a:ext uri="{FF2B5EF4-FFF2-40B4-BE49-F238E27FC236}">
                <a16:creationId xmlns:a16="http://schemas.microsoft.com/office/drawing/2014/main" id="{DEAC66CE-EACF-F060-4484-96D977A86955}"/>
              </a:ext>
            </a:extLst>
          </p:cNvPr>
          <p:cNvSpPr>
            <a:spLocks noGrp="1"/>
          </p:cNvSpPr>
          <p:nvPr>
            <p:ph type="dt" sz="half" idx="10"/>
          </p:nvPr>
        </p:nvSpPr>
        <p:spPr/>
        <p:txBody>
          <a:bodyPr/>
          <a:lstStyle/>
          <a:p>
            <a:fld id="{003C6882-B8FD-4C12-95A0-FE432E5E7D27}" type="datetime1">
              <a:rPr lang="en-GB" smtClean="0"/>
              <a:t>16/09/2026</a:t>
            </a:fld>
            <a:endParaRPr lang="de-CH" dirty="0"/>
          </a:p>
        </p:txBody>
      </p:sp>
      <p:sp>
        <p:nvSpPr>
          <p:cNvPr id="10" name="Slide Number Placeholder 9">
            <a:extLst>
              <a:ext uri="{FF2B5EF4-FFF2-40B4-BE49-F238E27FC236}">
                <a16:creationId xmlns:a16="http://schemas.microsoft.com/office/drawing/2014/main" id="{1E572592-6FCD-A046-35F0-EFCB1C80B94B}"/>
              </a:ext>
            </a:extLst>
          </p:cNvPr>
          <p:cNvSpPr>
            <a:spLocks noGrp="1"/>
          </p:cNvSpPr>
          <p:nvPr>
            <p:ph type="sldNum" sz="quarter" idx="12"/>
          </p:nvPr>
        </p:nvSpPr>
        <p:spPr/>
        <p:txBody>
          <a:bodyPr/>
          <a:lstStyle/>
          <a:p>
            <a:fld id="{442AD375-037F-43D0-B059-5172DA06796A}" type="slidenum">
              <a:rPr lang="de-CH" smtClean="0"/>
              <a:pPr/>
              <a:t>53</a:t>
            </a:fld>
            <a:endParaRPr lang="de-CH" dirty="0"/>
          </a:p>
        </p:txBody>
      </p:sp>
    </p:spTree>
    <p:extLst>
      <p:ext uri="{BB962C8B-B14F-4D97-AF65-F5344CB8AC3E}">
        <p14:creationId xmlns:p14="http://schemas.microsoft.com/office/powerpoint/2010/main" val="8438475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A6DEF-D048-A3FA-569D-4458BF959C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F2AF1F5-2928-BDF5-1728-89DB861035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885" y="67999"/>
            <a:ext cx="10246230" cy="6722002"/>
          </a:xfrm>
          <a:prstGeom prst="rect">
            <a:avLst/>
          </a:prstGeom>
          <a:effectLst>
            <a:outerShdw blurRad="50800" dist="38100" dir="2700000" algn="tl" rotWithShape="0">
              <a:prstClr val="black">
                <a:alpha val="40000"/>
              </a:prstClr>
            </a:outerShdw>
          </a:effectLst>
        </p:spPr>
      </p:pic>
      <p:sp>
        <p:nvSpPr>
          <p:cNvPr id="3" name="Circle: Hollow 2">
            <a:extLst>
              <a:ext uri="{FF2B5EF4-FFF2-40B4-BE49-F238E27FC236}">
                <a16:creationId xmlns:a16="http://schemas.microsoft.com/office/drawing/2014/main" id="{A8F9B5FE-E121-54A7-BFD4-95A7EC6E60E2}"/>
              </a:ext>
            </a:extLst>
          </p:cNvPr>
          <p:cNvSpPr/>
          <p:nvPr/>
        </p:nvSpPr>
        <p:spPr>
          <a:xfrm>
            <a:off x="1631504" y="764704"/>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3</a:t>
            </a:r>
            <a:endParaRPr lang="en-CH" sz="2400" b="1" dirty="0">
              <a:solidFill>
                <a:schemeClr val="tx1"/>
              </a:solidFill>
            </a:endParaRPr>
          </a:p>
        </p:txBody>
      </p:sp>
      <p:sp>
        <p:nvSpPr>
          <p:cNvPr id="6" name="TextBox 5">
            <a:extLst>
              <a:ext uri="{FF2B5EF4-FFF2-40B4-BE49-F238E27FC236}">
                <a16:creationId xmlns:a16="http://schemas.microsoft.com/office/drawing/2014/main" id="{909AE071-B6E9-CD66-6130-149B0D416BE3}"/>
              </a:ext>
            </a:extLst>
          </p:cNvPr>
          <p:cNvSpPr txBox="1"/>
          <p:nvPr/>
        </p:nvSpPr>
        <p:spPr>
          <a:xfrm>
            <a:off x="2783632" y="1124744"/>
            <a:ext cx="2088232" cy="241285"/>
          </a:xfrm>
          <a:prstGeom prst="rect">
            <a:avLst/>
          </a:prstGeom>
          <a:noFill/>
        </p:spPr>
        <p:txBody>
          <a:bodyPr wrap="square" lIns="0" tIns="0" rIns="0" bIns="0" rtlCol="0">
            <a:spAutoFit/>
          </a:bodyPr>
          <a:lstStyle/>
          <a:p>
            <a:r>
              <a:rPr lang="en-US" b="1" dirty="0"/>
              <a:t>The population view </a:t>
            </a:r>
            <a:endParaRPr lang="en-CH" dirty="0"/>
          </a:p>
        </p:txBody>
      </p:sp>
      <p:sp>
        <p:nvSpPr>
          <p:cNvPr id="8" name="Circle: Hollow 7">
            <a:extLst>
              <a:ext uri="{FF2B5EF4-FFF2-40B4-BE49-F238E27FC236}">
                <a16:creationId xmlns:a16="http://schemas.microsoft.com/office/drawing/2014/main" id="{9730E8D4-9438-AB56-D24B-7E5F9F3D8F60}"/>
              </a:ext>
            </a:extLst>
          </p:cNvPr>
          <p:cNvSpPr/>
          <p:nvPr/>
        </p:nvSpPr>
        <p:spPr>
          <a:xfrm>
            <a:off x="4655840" y="3933056"/>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1</a:t>
            </a:r>
            <a:endParaRPr lang="en-CH" sz="2400" b="1" dirty="0">
              <a:solidFill>
                <a:schemeClr val="tx1"/>
              </a:solidFill>
            </a:endParaRPr>
          </a:p>
        </p:txBody>
      </p:sp>
      <p:sp>
        <p:nvSpPr>
          <p:cNvPr id="10" name="Circle: Hollow 9">
            <a:extLst>
              <a:ext uri="{FF2B5EF4-FFF2-40B4-BE49-F238E27FC236}">
                <a16:creationId xmlns:a16="http://schemas.microsoft.com/office/drawing/2014/main" id="{C32EC7DF-29E4-64D7-CD96-2239B53E7610}"/>
              </a:ext>
            </a:extLst>
          </p:cNvPr>
          <p:cNvSpPr/>
          <p:nvPr/>
        </p:nvSpPr>
        <p:spPr>
          <a:xfrm>
            <a:off x="8544272" y="3861048"/>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2</a:t>
            </a:r>
            <a:endParaRPr lang="en-CH" sz="2400" b="1" dirty="0">
              <a:solidFill>
                <a:schemeClr val="tx1"/>
              </a:solidFill>
            </a:endParaRPr>
          </a:p>
        </p:txBody>
      </p:sp>
      <p:sp>
        <p:nvSpPr>
          <p:cNvPr id="15" name="Date Placeholder 14">
            <a:extLst>
              <a:ext uri="{FF2B5EF4-FFF2-40B4-BE49-F238E27FC236}">
                <a16:creationId xmlns:a16="http://schemas.microsoft.com/office/drawing/2014/main" id="{0F6F8D31-0698-FD30-A532-554857C0582E}"/>
              </a:ext>
            </a:extLst>
          </p:cNvPr>
          <p:cNvSpPr>
            <a:spLocks noGrp="1"/>
          </p:cNvSpPr>
          <p:nvPr>
            <p:ph type="dt" sz="half" idx="10"/>
          </p:nvPr>
        </p:nvSpPr>
        <p:spPr/>
        <p:txBody>
          <a:bodyPr/>
          <a:lstStyle/>
          <a:p>
            <a:fld id="{C34010FA-B334-4BF9-8433-D2C0F16B0E11}" type="datetime1">
              <a:rPr lang="en-GB" smtClean="0"/>
              <a:t>16/09/2026</a:t>
            </a:fld>
            <a:endParaRPr lang="de-CH" dirty="0"/>
          </a:p>
        </p:txBody>
      </p:sp>
      <p:sp>
        <p:nvSpPr>
          <p:cNvPr id="16" name="Slide Number Placeholder 15">
            <a:extLst>
              <a:ext uri="{FF2B5EF4-FFF2-40B4-BE49-F238E27FC236}">
                <a16:creationId xmlns:a16="http://schemas.microsoft.com/office/drawing/2014/main" id="{B2586124-AAC4-0FFD-04D8-E13F9E64C50B}"/>
              </a:ext>
            </a:extLst>
          </p:cNvPr>
          <p:cNvSpPr>
            <a:spLocks noGrp="1"/>
          </p:cNvSpPr>
          <p:nvPr>
            <p:ph type="sldNum" sz="quarter" idx="12"/>
          </p:nvPr>
        </p:nvSpPr>
        <p:spPr/>
        <p:txBody>
          <a:bodyPr/>
          <a:lstStyle/>
          <a:p>
            <a:fld id="{442AD375-037F-43D0-B059-5172DA06796A}" type="slidenum">
              <a:rPr lang="de-CH" smtClean="0"/>
              <a:pPr/>
              <a:t>54</a:t>
            </a:fld>
            <a:endParaRPr lang="de-CH" dirty="0"/>
          </a:p>
        </p:txBody>
      </p:sp>
    </p:spTree>
    <p:extLst>
      <p:ext uri="{BB962C8B-B14F-4D97-AF65-F5344CB8AC3E}">
        <p14:creationId xmlns:p14="http://schemas.microsoft.com/office/powerpoint/2010/main" val="26861854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13B59-791F-13BE-3A17-1D3FCF8CB27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51F8806-9789-846F-B43B-089A82B969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885" y="67999"/>
            <a:ext cx="10246230" cy="6722002"/>
          </a:xfrm>
          <a:prstGeom prst="rect">
            <a:avLst/>
          </a:prstGeom>
          <a:effectLst>
            <a:outerShdw blurRad="50800" dist="38100" dir="2700000" algn="tl" rotWithShape="0">
              <a:prstClr val="black">
                <a:alpha val="40000"/>
              </a:prstClr>
            </a:outerShdw>
          </a:effectLst>
        </p:spPr>
      </p:pic>
      <p:sp>
        <p:nvSpPr>
          <p:cNvPr id="3" name="Circle: Hollow 2">
            <a:extLst>
              <a:ext uri="{FF2B5EF4-FFF2-40B4-BE49-F238E27FC236}">
                <a16:creationId xmlns:a16="http://schemas.microsoft.com/office/drawing/2014/main" id="{714E9C85-EF0D-70FB-7F9A-18837952D63C}"/>
              </a:ext>
            </a:extLst>
          </p:cNvPr>
          <p:cNvSpPr/>
          <p:nvPr/>
        </p:nvSpPr>
        <p:spPr>
          <a:xfrm>
            <a:off x="5159896" y="692696"/>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4</a:t>
            </a:r>
            <a:endParaRPr lang="en-CH" sz="2400" b="1" dirty="0">
              <a:solidFill>
                <a:schemeClr val="tx1"/>
              </a:solidFill>
            </a:endParaRPr>
          </a:p>
        </p:txBody>
      </p:sp>
      <p:sp>
        <p:nvSpPr>
          <p:cNvPr id="6" name="TextBox 5">
            <a:extLst>
              <a:ext uri="{FF2B5EF4-FFF2-40B4-BE49-F238E27FC236}">
                <a16:creationId xmlns:a16="http://schemas.microsoft.com/office/drawing/2014/main" id="{839717EC-3CB0-8F7A-E2DF-CA6B597C80C3}"/>
              </a:ext>
            </a:extLst>
          </p:cNvPr>
          <p:cNvSpPr txBox="1"/>
          <p:nvPr/>
        </p:nvSpPr>
        <p:spPr>
          <a:xfrm>
            <a:off x="6276020" y="1050213"/>
            <a:ext cx="2088232" cy="241285"/>
          </a:xfrm>
          <a:prstGeom prst="rect">
            <a:avLst/>
          </a:prstGeom>
          <a:noFill/>
        </p:spPr>
        <p:txBody>
          <a:bodyPr wrap="square" lIns="0" tIns="0" rIns="0" bIns="0" rtlCol="0">
            <a:spAutoFit/>
          </a:bodyPr>
          <a:lstStyle/>
          <a:p>
            <a:r>
              <a:rPr lang="en-US" b="1" dirty="0"/>
              <a:t>The individuals view </a:t>
            </a:r>
            <a:endParaRPr lang="en-CH" dirty="0"/>
          </a:p>
        </p:txBody>
      </p:sp>
      <p:sp>
        <p:nvSpPr>
          <p:cNvPr id="12" name="Circle: Hollow 11">
            <a:extLst>
              <a:ext uri="{FF2B5EF4-FFF2-40B4-BE49-F238E27FC236}">
                <a16:creationId xmlns:a16="http://schemas.microsoft.com/office/drawing/2014/main" id="{5C0CBCA2-D81C-7E14-5483-18DAEE7E8B29}"/>
              </a:ext>
            </a:extLst>
          </p:cNvPr>
          <p:cNvSpPr/>
          <p:nvPr/>
        </p:nvSpPr>
        <p:spPr>
          <a:xfrm>
            <a:off x="1631504" y="764704"/>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3</a:t>
            </a:r>
            <a:endParaRPr lang="en-CH" sz="2400" b="1" dirty="0">
              <a:solidFill>
                <a:schemeClr val="tx1"/>
              </a:solidFill>
            </a:endParaRPr>
          </a:p>
        </p:txBody>
      </p:sp>
      <p:sp>
        <p:nvSpPr>
          <p:cNvPr id="14" name="Circle: Hollow 13">
            <a:extLst>
              <a:ext uri="{FF2B5EF4-FFF2-40B4-BE49-F238E27FC236}">
                <a16:creationId xmlns:a16="http://schemas.microsoft.com/office/drawing/2014/main" id="{2A565E92-A120-F2A2-B7B2-BD6CE8D3667F}"/>
              </a:ext>
            </a:extLst>
          </p:cNvPr>
          <p:cNvSpPr/>
          <p:nvPr/>
        </p:nvSpPr>
        <p:spPr>
          <a:xfrm>
            <a:off x="4655840" y="3933056"/>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1</a:t>
            </a:r>
            <a:endParaRPr lang="en-CH" sz="2400" b="1" dirty="0">
              <a:solidFill>
                <a:schemeClr val="tx1"/>
              </a:solidFill>
            </a:endParaRPr>
          </a:p>
        </p:txBody>
      </p:sp>
      <p:sp>
        <p:nvSpPr>
          <p:cNvPr id="16" name="Circle: Hollow 15">
            <a:extLst>
              <a:ext uri="{FF2B5EF4-FFF2-40B4-BE49-F238E27FC236}">
                <a16:creationId xmlns:a16="http://schemas.microsoft.com/office/drawing/2014/main" id="{66B7874A-4A45-9873-EC6B-A9F867669FB2}"/>
              </a:ext>
            </a:extLst>
          </p:cNvPr>
          <p:cNvSpPr/>
          <p:nvPr/>
        </p:nvSpPr>
        <p:spPr>
          <a:xfrm>
            <a:off x="8544272" y="3861048"/>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2</a:t>
            </a:r>
            <a:endParaRPr lang="en-CH" sz="2400" b="1" dirty="0">
              <a:solidFill>
                <a:schemeClr val="tx1"/>
              </a:solidFill>
            </a:endParaRPr>
          </a:p>
        </p:txBody>
      </p:sp>
      <p:sp>
        <p:nvSpPr>
          <p:cNvPr id="17" name="Date Placeholder 16">
            <a:extLst>
              <a:ext uri="{FF2B5EF4-FFF2-40B4-BE49-F238E27FC236}">
                <a16:creationId xmlns:a16="http://schemas.microsoft.com/office/drawing/2014/main" id="{B3C550BF-F467-378A-0D93-BA652892FB7B}"/>
              </a:ext>
            </a:extLst>
          </p:cNvPr>
          <p:cNvSpPr>
            <a:spLocks noGrp="1"/>
          </p:cNvSpPr>
          <p:nvPr>
            <p:ph type="dt" sz="half" idx="10"/>
          </p:nvPr>
        </p:nvSpPr>
        <p:spPr/>
        <p:txBody>
          <a:bodyPr/>
          <a:lstStyle/>
          <a:p>
            <a:fld id="{E7736E41-4644-446D-9394-E89C694BAF49}" type="datetime1">
              <a:rPr lang="en-GB" smtClean="0"/>
              <a:t>16/09/2026</a:t>
            </a:fld>
            <a:endParaRPr lang="de-CH" dirty="0"/>
          </a:p>
        </p:txBody>
      </p:sp>
      <p:sp>
        <p:nvSpPr>
          <p:cNvPr id="18" name="Slide Number Placeholder 17">
            <a:extLst>
              <a:ext uri="{FF2B5EF4-FFF2-40B4-BE49-F238E27FC236}">
                <a16:creationId xmlns:a16="http://schemas.microsoft.com/office/drawing/2014/main" id="{A1252E85-4602-30D9-64ED-25FEE158AD08}"/>
              </a:ext>
            </a:extLst>
          </p:cNvPr>
          <p:cNvSpPr>
            <a:spLocks noGrp="1"/>
          </p:cNvSpPr>
          <p:nvPr>
            <p:ph type="sldNum" sz="quarter" idx="12"/>
          </p:nvPr>
        </p:nvSpPr>
        <p:spPr/>
        <p:txBody>
          <a:bodyPr/>
          <a:lstStyle/>
          <a:p>
            <a:fld id="{442AD375-037F-43D0-B059-5172DA06796A}" type="slidenum">
              <a:rPr lang="de-CH" smtClean="0"/>
              <a:pPr/>
              <a:t>55</a:t>
            </a:fld>
            <a:endParaRPr lang="de-CH" dirty="0"/>
          </a:p>
        </p:txBody>
      </p:sp>
    </p:spTree>
    <p:extLst>
      <p:ext uri="{BB962C8B-B14F-4D97-AF65-F5344CB8AC3E}">
        <p14:creationId xmlns:p14="http://schemas.microsoft.com/office/powerpoint/2010/main" val="13357201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6B386-8424-6D48-7DE8-BE2E8D3E3A9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22BA287-AA9C-606A-750E-8A4506C9EE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885" y="67999"/>
            <a:ext cx="10246230" cy="6722002"/>
          </a:xfrm>
          <a:prstGeom prst="rect">
            <a:avLst/>
          </a:prstGeom>
          <a:effectLst>
            <a:outerShdw blurRad="50800" dist="38100" dir="2700000" algn="tl" rotWithShape="0">
              <a:prstClr val="black">
                <a:alpha val="40000"/>
              </a:prstClr>
            </a:outerShdw>
          </a:effectLst>
        </p:spPr>
      </p:pic>
      <p:sp>
        <p:nvSpPr>
          <p:cNvPr id="3" name="Circle: Hollow 2">
            <a:extLst>
              <a:ext uri="{FF2B5EF4-FFF2-40B4-BE49-F238E27FC236}">
                <a16:creationId xmlns:a16="http://schemas.microsoft.com/office/drawing/2014/main" id="{2D3FE800-8484-DAB5-235B-A601D7B6D1A3}"/>
              </a:ext>
            </a:extLst>
          </p:cNvPr>
          <p:cNvSpPr/>
          <p:nvPr/>
        </p:nvSpPr>
        <p:spPr>
          <a:xfrm>
            <a:off x="11219115" y="332656"/>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5</a:t>
            </a:r>
            <a:endParaRPr lang="en-CH" sz="2400" b="1" dirty="0">
              <a:solidFill>
                <a:schemeClr val="tx1"/>
              </a:solidFill>
            </a:endParaRPr>
          </a:p>
        </p:txBody>
      </p:sp>
      <p:sp>
        <p:nvSpPr>
          <p:cNvPr id="6" name="TextBox 5">
            <a:extLst>
              <a:ext uri="{FF2B5EF4-FFF2-40B4-BE49-F238E27FC236}">
                <a16:creationId xmlns:a16="http://schemas.microsoft.com/office/drawing/2014/main" id="{5EC8859C-BC86-1854-5C0F-CB82D8A28E06}"/>
              </a:ext>
            </a:extLst>
          </p:cNvPr>
          <p:cNvSpPr txBox="1"/>
          <p:nvPr/>
        </p:nvSpPr>
        <p:spPr>
          <a:xfrm>
            <a:off x="9696400" y="212013"/>
            <a:ext cx="1872208" cy="241285"/>
          </a:xfrm>
          <a:prstGeom prst="rect">
            <a:avLst/>
          </a:prstGeom>
          <a:noFill/>
        </p:spPr>
        <p:txBody>
          <a:bodyPr wrap="square" lIns="0" tIns="0" rIns="0" bIns="0" rtlCol="0">
            <a:spAutoFit/>
          </a:bodyPr>
          <a:lstStyle/>
          <a:p>
            <a:r>
              <a:rPr lang="en-US" b="1" dirty="0"/>
              <a:t>The tick controls </a:t>
            </a:r>
            <a:endParaRPr lang="en-CH" dirty="0"/>
          </a:p>
        </p:txBody>
      </p:sp>
      <p:sp>
        <p:nvSpPr>
          <p:cNvPr id="8" name="Circle: Hollow 7">
            <a:extLst>
              <a:ext uri="{FF2B5EF4-FFF2-40B4-BE49-F238E27FC236}">
                <a16:creationId xmlns:a16="http://schemas.microsoft.com/office/drawing/2014/main" id="{0C03D7C1-667B-BC73-0DEA-6A7377D1DC22}"/>
              </a:ext>
            </a:extLst>
          </p:cNvPr>
          <p:cNvSpPr/>
          <p:nvPr/>
        </p:nvSpPr>
        <p:spPr>
          <a:xfrm>
            <a:off x="5159896" y="692696"/>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4</a:t>
            </a:r>
            <a:endParaRPr lang="en-CH" sz="2400" b="1" dirty="0">
              <a:solidFill>
                <a:schemeClr val="tx1"/>
              </a:solidFill>
            </a:endParaRPr>
          </a:p>
        </p:txBody>
      </p:sp>
      <p:sp>
        <p:nvSpPr>
          <p:cNvPr id="10" name="Circle: Hollow 9">
            <a:extLst>
              <a:ext uri="{FF2B5EF4-FFF2-40B4-BE49-F238E27FC236}">
                <a16:creationId xmlns:a16="http://schemas.microsoft.com/office/drawing/2014/main" id="{8AE13A69-2AA1-C9E7-C3CA-C0006E7807D0}"/>
              </a:ext>
            </a:extLst>
          </p:cNvPr>
          <p:cNvSpPr/>
          <p:nvPr/>
        </p:nvSpPr>
        <p:spPr>
          <a:xfrm>
            <a:off x="1631504" y="764704"/>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3</a:t>
            </a:r>
            <a:endParaRPr lang="en-CH" sz="2400" b="1" dirty="0">
              <a:solidFill>
                <a:schemeClr val="tx1"/>
              </a:solidFill>
            </a:endParaRPr>
          </a:p>
        </p:txBody>
      </p:sp>
      <p:sp>
        <p:nvSpPr>
          <p:cNvPr id="12" name="Circle: Hollow 11">
            <a:extLst>
              <a:ext uri="{FF2B5EF4-FFF2-40B4-BE49-F238E27FC236}">
                <a16:creationId xmlns:a16="http://schemas.microsoft.com/office/drawing/2014/main" id="{DB32DA45-7AF3-7AE2-C1D9-31DFEFEED8A8}"/>
              </a:ext>
            </a:extLst>
          </p:cNvPr>
          <p:cNvSpPr/>
          <p:nvPr/>
        </p:nvSpPr>
        <p:spPr>
          <a:xfrm>
            <a:off x="4655840" y="3933056"/>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1</a:t>
            </a:r>
            <a:endParaRPr lang="en-CH" sz="2400" b="1" dirty="0">
              <a:solidFill>
                <a:schemeClr val="tx1"/>
              </a:solidFill>
            </a:endParaRPr>
          </a:p>
        </p:txBody>
      </p:sp>
      <p:sp>
        <p:nvSpPr>
          <p:cNvPr id="14" name="Circle: Hollow 13">
            <a:extLst>
              <a:ext uri="{FF2B5EF4-FFF2-40B4-BE49-F238E27FC236}">
                <a16:creationId xmlns:a16="http://schemas.microsoft.com/office/drawing/2014/main" id="{89BBFA25-1B8D-9FA4-DA7C-BB9D1AA85C2B}"/>
              </a:ext>
            </a:extLst>
          </p:cNvPr>
          <p:cNvSpPr/>
          <p:nvPr/>
        </p:nvSpPr>
        <p:spPr>
          <a:xfrm>
            <a:off x="8544272" y="3861048"/>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2</a:t>
            </a:r>
            <a:endParaRPr lang="en-CH" sz="2400" b="1" dirty="0">
              <a:solidFill>
                <a:schemeClr val="tx1"/>
              </a:solidFill>
            </a:endParaRPr>
          </a:p>
        </p:txBody>
      </p:sp>
      <p:sp>
        <p:nvSpPr>
          <p:cNvPr id="15" name="Date Placeholder 14">
            <a:extLst>
              <a:ext uri="{FF2B5EF4-FFF2-40B4-BE49-F238E27FC236}">
                <a16:creationId xmlns:a16="http://schemas.microsoft.com/office/drawing/2014/main" id="{68127C09-BC09-F831-315E-457EB72B27E3}"/>
              </a:ext>
            </a:extLst>
          </p:cNvPr>
          <p:cNvSpPr>
            <a:spLocks noGrp="1"/>
          </p:cNvSpPr>
          <p:nvPr>
            <p:ph type="dt" sz="half" idx="10"/>
          </p:nvPr>
        </p:nvSpPr>
        <p:spPr/>
        <p:txBody>
          <a:bodyPr/>
          <a:lstStyle/>
          <a:p>
            <a:fld id="{A10BDABA-79D4-4439-B3E3-E019C7B23D8B}" type="datetime1">
              <a:rPr lang="en-GB" smtClean="0"/>
              <a:t>16/09/2026</a:t>
            </a:fld>
            <a:endParaRPr lang="de-CH" dirty="0"/>
          </a:p>
        </p:txBody>
      </p:sp>
      <p:sp>
        <p:nvSpPr>
          <p:cNvPr id="16" name="Slide Number Placeholder 15">
            <a:extLst>
              <a:ext uri="{FF2B5EF4-FFF2-40B4-BE49-F238E27FC236}">
                <a16:creationId xmlns:a16="http://schemas.microsoft.com/office/drawing/2014/main" id="{56CBEADE-FDF7-5FD1-DA12-20C3785EEBFF}"/>
              </a:ext>
            </a:extLst>
          </p:cNvPr>
          <p:cNvSpPr>
            <a:spLocks noGrp="1"/>
          </p:cNvSpPr>
          <p:nvPr>
            <p:ph type="sldNum" sz="quarter" idx="12"/>
          </p:nvPr>
        </p:nvSpPr>
        <p:spPr/>
        <p:txBody>
          <a:bodyPr/>
          <a:lstStyle/>
          <a:p>
            <a:fld id="{442AD375-037F-43D0-B059-5172DA06796A}" type="slidenum">
              <a:rPr lang="de-CH" smtClean="0"/>
              <a:pPr/>
              <a:t>56</a:t>
            </a:fld>
            <a:endParaRPr lang="de-CH" dirty="0"/>
          </a:p>
        </p:txBody>
      </p:sp>
    </p:spTree>
    <p:extLst>
      <p:ext uri="{BB962C8B-B14F-4D97-AF65-F5344CB8AC3E}">
        <p14:creationId xmlns:p14="http://schemas.microsoft.com/office/powerpoint/2010/main" val="708842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E4C0A-19EC-17EA-D11D-8D230554A23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40390FC-0FDC-285E-43B5-F6A757D575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885" y="67999"/>
            <a:ext cx="10246230" cy="6722002"/>
          </a:xfrm>
          <a:prstGeom prst="rect">
            <a:avLst/>
          </a:prstGeom>
          <a:effectLst>
            <a:outerShdw blurRad="50800" dist="38100" dir="2700000" algn="tl" rotWithShape="0">
              <a:prstClr val="black">
                <a:alpha val="40000"/>
              </a:prstClr>
            </a:outerShdw>
          </a:effectLst>
        </p:spPr>
      </p:pic>
      <p:sp>
        <p:nvSpPr>
          <p:cNvPr id="3" name="Circle: Hollow 2">
            <a:extLst>
              <a:ext uri="{FF2B5EF4-FFF2-40B4-BE49-F238E27FC236}">
                <a16:creationId xmlns:a16="http://schemas.microsoft.com/office/drawing/2014/main" id="{42C59C1C-B730-561D-9F38-841AFC884DEB}"/>
              </a:ext>
            </a:extLst>
          </p:cNvPr>
          <p:cNvSpPr/>
          <p:nvPr/>
        </p:nvSpPr>
        <p:spPr>
          <a:xfrm>
            <a:off x="11219115" y="332656"/>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5</a:t>
            </a:r>
            <a:endParaRPr lang="en-CH" sz="2400" b="1" dirty="0">
              <a:solidFill>
                <a:schemeClr val="tx1"/>
              </a:solidFill>
            </a:endParaRPr>
          </a:p>
        </p:txBody>
      </p:sp>
      <p:sp>
        <p:nvSpPr>
          <p:cNvPr id="6" name="TextBox 5">
            <a:extLst>
              <a:ext uri="{FF2B5EF4-FFF2-40B4-BE49-F238E27FC236}">
                <a16:creationId xmlns:a16="http://schemas.microsoft.com/office/drawing/2014/main" id="{BBAED37F-7219-D69E-4D21-A50B64F6D373}"/>
              </a:ext>
            </a:extLst>
          </p:cNvPr>
          <p:cNvSpPr txBox="1"/>
          <p:nvPr/>
        </p:nvSpPr>
        <p:spPr>
          <a:xfrm>
            <a:off x="9696400" y="212013"/>
            <a:ext cx="1872208" cy="241285"/>
          </a:xfrm>
          <a:prstGeom prst="rect">
            <a:avLst/>
          </a:prstGeom>
          <a:noFill/>
        </p:spPr>
        <p:txBody>
          <a:bodyPr wrap="square" lIns="0" tIns="0" rIns="0" bIns="0" rtlCol="0">
            <a:spAutoFit/>
          </a:bodyPr>
          <a:lstStyle/>
          <a:p>
            <a:r>
              <a:rPr lang="en-US" b="1" dirty="0"/>
              <a:t>The tick controls </a:t>
            </a:r>
            <a:endParaRPr lang="en-CH" dirty="0"/>
          </a:p>
        </p:txBody>
      </p:sp>
      <p:sp>
        <p:nvSpPr>
          <p:cNvPr id="8" name="Circle: Hollow 7">
            <a:extLst>
              <a:ext uri="{FF2B5EF4-FFF2-40B4-BE49-F238E27FC236}">
                <a16:creationId xmlns:a16="http://schemas.microsoft.com/office/drawing/2014/main" id="{A9F17453-9AA1-CA90-FB78-FB692B9840A4}"/>
              </a:ext>
            </a:extLst>
          </p:cNvPr>
          <p:cNvSpPr/>
          <p:nvPr/>
        </p:nvSpPr>
        <p:spPr>
          <a:xfrm>
            <a:off x="5159896" y="692696"/>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4</a:t>
            </a:r>
            <a:endParaRPr lang="en-CH" sz="2400" b="1" dirty="0">
              <a:solidFill>
                <a:schemeClr val="tx1"/>
              </a:solidFill>
            </a:endParaRPr>
          </a:p>
        </p:txBody>
      </p:sp>
      <p:sp>
        <p:nvSpPr>
          <p:cNvPr id="10" name="Circle: Hollow 9">
            <a:extLst>
              <a:ext uri="{FF2B5EF4-FFF2-40B4-BE49-F238E27FC236}">
                <a16:creationId xmlns:a16="http://schemas.microsoft.com/office/drawing/2014/main" id="{0767611B-8D6A-8443-E213-846012FFA265}"/>
              </a:ext>
            </a:extLst>
          </p:cNvPr>
          <p:cNvSpPr/>
          <p:nvPr/>
        </p:nvSpPr>
        <p:spPr>
          <a:xfrm>
            <a:off x="1631504" y="764704"/>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3</a:t>
            </a:r>
            <a:endParaRPr lang="en-CH" sz="2400" b="1" dirty="0">
              <a:solidFill>
                <a:schemeClr val="tx1"/>
              </a:solidFill>
            </a:endParaRPr>
          </a:p>
        </p:txBody>
      </p:sp>
      <p:sp>
        <p:nvSpPr>
          <p:cNvPr id="12" name="Circle: Hollow 11">
            <a:extLst>
              <a:ext uri="{FF2B5EF4-FFF2-40B4-BE49-F238E27FC236}">
                <a16:creationId xmlns:a16="http://schemas.microsoft.com/office/drawing/2014/main" id="{CF2837B7-F164-DFEB-B5E7-4F8F46094E1E}"/>
              </a:ext>
            </a:extLst>
          </p:cNvPr>
          <p:cNvSpPr/>
          <p:nvPr/>
        </p:nvSpPr>
        <p:spPr>
          <a:xfrm>
            <a:off x="4655840" y="3933056"/>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1</a:t>
            </a:r>
            <a:endParaRPr lang="en-CH" sz="2400" b="1" dirty="0">
              <a:solidFill>
                <a:schemeClr val="tx1"/>
              </a:solidFill>
            </a:endParaRPr>
          </a:p>
        </p:txBody>
      </p:sp>
      <p:sp>
        <p:nvSpPr>
          <p:cNvPr id="14" name="Circle: Hollow 13">
            <a:extLst>
              <a:ext uri="{FF2B5EF4-FFF2-40B4-BE49-F238E27FC236}">
                <a16:creationId xmlns:a16="http://schemas.microsoft.com/office/drawing/2014/main" id="{AF84C97D-D2C1-1EDA-405B-92573A1C483C}"/>
              </a:ext>
            </a:extLst>
          </p:cNvPr>
          <p:cNvSpPr/>
          <p:nvPr/>
        </p:nvSpPr>
        <p:spPr>
          <a:xfrm>
            <a:off x="8544272" y="3861048"/>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2</a:t>
            </a:r>
            <a:endParaRPr lang="en-CH" sz="2400" b="1" dirty="0">
              <a:solidFill>
                <a:schemeClr val="tx1"/>
              </a:solidFill>
            </a:endParaRPr>
          </a:p>
        </p:txBody>
      </p:sp>
      <p:sp>
        <p:nvSpPr>
          <p:cNvPr id="4" name="Circle: Hollow 3">
            <a:extLst>
              <a:ext uri="{FF2B5EF4-FFF2-40B4-BE49-F238E27FC236}">
                <a16:creationId xmlns:a16="http://schemas.microsoft.com/office/drawing/2014/main" id="{F4ABBDFA-0852-4A9B-5041-2E2018664228}"/>
              </a:ext>
            </a:extLst>
          </p:cNvPr>
          <p:cNvSpPr/>
          <p:nvPr/>
        </p:nvSpPr>
        <p:spPr>
          <a:xfrm>
            <a:off x="3719736" y="1749441"/>
            <a:ext cx="936104" cy="86409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6</a:t>
            </a:r>
            <a:endParaRPr lang="en-CH" sz="2400" b="1" dirty="0">
              <a:solidFill>
                <a:schemeClr val="tx1"/>
              </a:solidFill>
            </a:endParaRPr>
          </a:p>
        </p:txBody>
      </p:sp>
      <p:sp>
        <p:nvSpPr>
          <p:cNvPr id="9" name="TextBox 8">
            <a:extLst>
              <a:ext uri="{FF2B5EF4-FFF2-40B4-BE49-F238E27FC236}">
                <a16:creationId xmlns:a16="http://schemas.microsoft.com/office/drawing/2014/main" id="{49352A3E-4118-A8FE-6522-F09BE7322BEF}"/>
              </a:ext>
            </a:extLst>
          </p:cNvPr>
          <p:cNvSpPr txBox="1"/>
          <p:nvPr/>
        </p:nvSpPr>
        <p:spPr>
          <a:xfrm>
            <a:off x="4750272" y="1965465"/>
            <a:ext cx="2304256" cy="241285"/>
          </a:xfrm>
          <a:prstGeom prst="rect">
            <a:avLst/>
          </a:prstGeom>
          <a:noFill/>
        </p:spPr>
        <p:txBody>
          <a:bodyPr wrap="square" lIns="0" tIns="0" rIns="0" bIns="0" rtlCol="0">
            <a:spAutoFit/>
          </a:bodyPr>
          <a:lstStyle/>
          <a:p>
            <a:r>
              <a:rPr lang="en-US" b="1" dirty="0"/>
              <a:t>The chromosome view </a:t>
            </a:r>
            <a:endParaRPr lang="en-CH" dirty="0"/>
          </a:p>
        </p:txBody>
      </p:sp>
      <p:sp>
        <p:nvSpPr>
          <p:cNvPr id="11" name="Date Placeholder 10">
            <a:extLst>
              <a:ext uri="{FF2B5EF4-FFF2-40B4-BE49-F238E27FC236}">
                <a16:creationId xmlns:a16="http://schemas.microsoft.com/office/drawing/2014/main" id="{7002DA61-F9AC-A02A-B1E0-A4F14F1C7A27}"/>
              </a:ext>
            </a:extLst>
          </p:cNvPr>
          <p:cNvSpPr>
            <a:spLocks noGrp="1"/>
          </p:cNvSpPr>
          <p:nvPr>
            <p:ph type="dt" sz="half" idx="10"/>
          </p:nvPr>
        </p:nvSpPr>
        <p:spPr/>
        <p:txBody>
          <a:bodyPr/>
          <a:lstStyle/>
          <a:p>
            <a:fld id="{A1239D50-C3CD-45B5-B173-A3C83962289E}" type="datetime1">
              <a:rPr lang="en-GB" smtClean="0"/>
              <a:t>16/09/2026</a:t>
            </a:fld>
            <a:endParaRPr lang="de-CH" dirty="0"/>
          </a:p>
        </p:txBody>
      </p:sp>
      <p:sp>
        <p:nvSpPr>
          <p:cNvPr id="13" name="Slide Number Placeholder 12">
            <a:extLst>
              <a:ext uri="{FF2B5EF4-FFF2-40B4-BE49-F238E27FC236}">
                <a16:creationId xmlns:a16="http://schemas.microsoft.com/office/drawing/2014/main" id="{8A3AF04B-79A3-100C-1F3A-4FFA6EC010D4}"/>
              </a:ext>
            </a:extLst>
          </p:cNvPr>
          <p:cNvSpPr>
            <a:spLocks noGrp="1"/>
          </p:cNvSpPr>
          <p:nvPr>
            <p:ph type="sldNum" sz="quarter" idx="12"/>
          </p:nvPr>
        </p:nvSpPr>
        <p:spPr/>
        <p:txBody>
          <a:bodyPr/>
          <a:lstStyle/>
          <a:p>
            <a:fld id="{442AD375-037F-43D0-B059-5172DA06796A}" type="slidenum">
              <a:rPr lang="de-CH" smtClean="0"/>
              <a:pPr/>
              <a:t>57</a:t>
            </a:fld>
            <a:endParaRPr lang="de-CH" dirty="0"/>
          </a:p>
        </p:txBody>
      </p:sp>
    </p:spTree>
    <p:extLst>
      <p:ext uri="{BB962C8B-B14F-4D97-AF65-F5344CB8AC3E}">
        <p14:creationId xmlns:p14="http://schemas.microsoft.com/office/powerpoint/2010/main" val="27738581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D68E9-003A-5807-E049-F3AA892E3A1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7EA56E9-2C20-0831-9D76-9CD213D696D3}"/>
              </a:ext>
            </a:extLst>
          </p:cNvPr>
          <p:cNvPicPr>
            <a:picLocks noChangeAspect="1"/>
          </p:cNvPicPr>
          <p:nvPr/>
        </p:nvPicPr>
        <p:blipFill>
          <a:blip r:embed="rId3"/>
          <a:stretch>
            <a:fillRect/>
          </a:stretch>
        </p:blipFill>
        <p:spPr>
          <a:xfrm>
            <a:off x="47328" y="188640"/>
            <a:ext cx="11789633" cy="6169313"/>
          </a:xfrm>
          <a:prstGeom prst="rect">
            <a:avLst/>
          </a:prstGeom>
        </p:spPr>
      </p:pic>
      <p:sp>
        <p:nvSpPr>
          <p:cNvPr id="2" name="Oval 1">
            <a:extLst>
              <a:ext uri="{FF2B5EF4-FFF2-40B4-BE49-F238E27FC236}">
                <a16:creationId xmlns:a16="http://schemas.microsoft.com/office/drawing/2014/main" id="{7C4513F7-0C6B-3E49-0C27-AA04BE3A698B}"/>
              </a:ext>
            </a:extLst>
          </p:cNvPr>
          <p:cNvSpPr/>
          <p:nvPr/>
        </p:nvSpPr>
        <p:spPr>
          <a:xfrm>
            <a:off x="78260" y="332656"/>
            <a:ext cx="2063552" cy="1368152"/>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dirty="0"/>
          </a:p>
        </p:txBody>
      </p:sp>
      <p:sp>
        <p:nvSpPr>
          <p:cNvPr id="8" name="Date Placeholder 7">
            <a:extLst>
              <a:ext uri="{FF2B5EF4-FFF2-40B4-BE49-F238E27FC236}">
                <a16:creationId xmlns:a16="http://schemas.microsoft.com/office/drawing/2014/main" id="{C9BA97E7-92A4-865B-D774-C2E397B6B387}"/>
              </a:ext>
            </a:extLst>
          </p:cNvPr>
          <p:cNvSpPr>
            <a:spLocks noGrp="1"/>
          </p:cNvSpPr>
          <p:nvPr>
            <p:ph type="dt" sz="half" idx="10"/>
          </p:nvPr>
        </p:nvSpPr>
        <p:spPr/>
        <p:txBody>
          <a:bodyPr/>
          <a:lstStyle/>
          <a:p>
            <a:fld id="{7220466D-8244-404E-9904-448E1EBFBA30}" type="datetime1">
              <a:rPr lang="en-GB" smtClean="0"/>
              <a:t>16/09/2026</a:t>
            </a:fld>
            <a:endParaRPr lang="de-CH" dirty="0"/>
          </a:p>
        </p:txBody>
      </p:sp>
      <p:sp>
        <p:nvSpPr>
          <p:cNvPr id="9" name="Slide Number Placeholder 8">
            <a:extLst>
              <a:ext uri="{FF2B5EF4-FFF2-40B4-BE49-F238E27FC236}">
                <a16:creationId xmlns:a16="http://schemas.microsoft.com/office/drawing/2014/main" id="{CD91DBDD-C062-3766-722A-326C1F0F9033}"/>
              </a:ext>
            </a:extLst>
          </p:cNvPr>
          <p:cNvSpPr>
            <a:spLocks noGrp="1"/>
          </p:cNvSpPr>
          <p:nvPr>
            <p:ph type="sldNum" sz="quarter" idx="12"/>
          </p:nvPr>
        </p:nvSpPr>
        <p:spPr/>
        <p:txBody>
          <a:bodyPr/>
          <a:lstStyle/>
          <a:p>
            <a:fld id="{442AD375-037F-43D0-B059-5172DA06796A}" type="slidenum">
              <a:rPr lang="de-CH" smtClean="0"/>
              <a:pPr/>
              <a:t>58</a:t>
            </a:fld>
            <a:endParaRPr lang="de-CH" dirty="0"/>
          </a:p>
        </p:txBody>
      </p:sp>
    </p:spTree>
    <p:extLst>
      <p:ext uri="{BB962C8B-B14F-4D97-AF65-F5344CB8AC3E}">
        <p14:creationId xmlns:p14="http://schemas.microsoft.com/office/powerpoint/2010/main" val="40822912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C8DD-3C0D-0DCB-3702-73F946793C8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33CD26-605F-A742-7B4C-05A69B4205B9}"/>
              </a:ext>
            </a:extLst>
          </p:cNvPr>
          <p:cNvPicPr>
            <a:picLocks noChangeAspect="1"/>
          </p:cNvPicPr>
          <p:nvPr/>
        </p:nvPicPr>
        <p:blipFill>
          <a:blip r:embed="rId3"/>
          <a:stretch>
            <a:fillRect/>
          </a:stretch>
        </p:blipFill>
        <p:spPr>
          <a:xfrm>
            <a:off x="47328" y="188640"/>
            <a:ext cx="11789633" cy="6169313"/>
          </a:xfrm>
          <a:prstGeom prst="rect">
            <a:avLst/>
          </a:prstGeom>
        </p:spPr>
      </p:pic>
      <p:sp>
        <p:nvSpPr>
          <p:cNvPr id="3" name="Oval 2">
            <a:extLst>
              <a:ext uri="{FF2B5EF4-FFF2-40B4-BE49-F238E27FC236}">
                <a16:creationId xmlns:a16="http://schemas.microsoft.com/office/drawing/2014/main" id="{31CCE60C-305A-500D-ADEF-954B474989F7}"/>
              </a:ext>
            </a:extLst>
          </p:cNvPr>
          <p:cNvSpPr/>
          <p:nvPr/>
        </p:nvSpPr>
        <p:spPr>
          <a:xfrm>
            <a:off x="2063552" y="692696"/>
            <a:ext cx="8856984" cy="1224135"/>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 name="Date Placeholder 5">
            <a:extLst>
              <a:ext uri="{FF2B5EF4-FFF2-40B4-BE49-F238E27FC236}">
                <a16:creationId xmlns:a16="http://schemas.microsoft.com/office/drawing/2014/main" id="{A839B3EA-A694-CA30-FA24-74995530BC7A}"/>
              </a:ext>
            </a:extLst>
          </p:cNvPr>
          <p:cNvSpPr>
            <a:spLocks noGrp="1"/>
          </p:cNvSpPr>
          <p:nvPr>
            <p:ph type="dt" sz="half" idx="10"/>
          </p:nvPr>
        </p:nvSpPr>
        <p:spPr/>
        <p:txBody>
          <a:bodyPr/>
          <a:lstStyle/>
          <a:p>
            <a:fld id="{CE6DF22B-F6CE-47A4-8636-302C69365116}" type="datetime1">
              <a:rPr lang="en-GB" smtClean="0"/>
              <a:t>16/09/2026</a:t>
            </a:fld>
            <a:endParaRPr lang="de-CH" dirty="0"/>
          </a:p>
        </p:txBody>
      </p:sp>
      <p:sp>
        <p:nvSpPr>
          <p:cNvPr id="7" name="Slide Number Placeholder 6">
            <a:extLst>
              <a:ext uri="{FF2B5EF4-FFF2-40B4-BE49-F238E27FC236}">
                <a16:creationId xmlns:a16="http://schemas.microsoft.com/office/drawing/2014/main" id="{2D064496-FEBD-4D31-7334-EF72E1C34C88}"/>
              </a:ext>
            </a:extLst>
          </p:cNvPr>
          <p:cNvSpPr>
            <a:spLocks noGrp="1"/>
          </p:cNvSpPr>
          <p:nvPr>
            <p:ph type="sldNum" sz="quarter" idx="12"/>
          </p:nvPr>
        </p:nvSpPr>
        <p:spPr/>
        <p:txBody>
          <a:bodyPr/>
          <a:lstStyle/>
          <a:p>
            <a:fld id="{442AD375-037F-43D0-B059-5172DA06796A}" type="slidenum">
              <a:rPr lang="de-CH" smtClean="0"/>
              <a:pPr/>
              <a:t>59</a:t>
            </a:fld>
            <a:endParaRPr lang="de-CH" dirty="0"/>
          </a:p>
        </p:txBody>
      </p:sp>
    </p:spTree>
    <p:extLst>
      <p:ext uri="{BB962C8B-B14F-4D97-AF65-F5344CB8AC3E}">
        <p14:creationId xmlns:p14="http://schemas.microsoft.com/office/powerpoint/2010/main" val="637798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3F6A8-71DF-724F-B9CD-E60A42C03E3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BACC9AD-4FEA-40D7-9119-AF1EAEA3B3AD}"/>
              </a:ext>
            </a:extLst>
          </p:cNvPr>
          <p:cNvPicPr>
            <a:picLocks noChangeAspect="1"/>
          </p:cNvPicPr>
          <p:nvPr/>
        </p:nvPicPr>
        <p:blipFill>
          <a:blip r:embed="rId3"/>
          <a:stretch>
            <a:fillRect/>
          </a:stretch>
        </p:blipFill>
        <p:spPr>
          <a:xfrm>
            <a:off x="47328" y="188640"/>
            <a:ext cx="11789633" cy="6169313"/>
          </a:xfrm>
          <a:prstGeom prst="rect">
            <a:avLst/>
          </a:prstGeom>
        </p:spPr>
      </p:pic>
      <p:sp>
        <p:nvSpPr>
          <p:cNvPr id="3" name="Oval 2">
            <a:extLst>
              <a:ext uri="{FF2B5EF4-FFF2-40B4-BE49-F238E27FC236}">
                <a16:creationId xmlns:a16="http://schemas.microsoft.com/office/drawing/2014/main" id="{41D91D7A-5723-2B54-A78D-13C1C75BE31F}"/>
              </a:ext>
            </a:extLst>
          </p:cNvPr>
          <p:cNvSpPr/>
          <p:nvPr/>
        </p:nvSpPr>
        <p:spPr>
          <a:xfrm>
            <a:off x="47327" y="1772816"/>
            <a:ext cx="11789633" cy="648072"/>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dirty="0"/>
          </a:p>
        </p:txBody>
      </p:sp>
      <p:sp>
        <p:nvSpPr>
          <p:cNvPr id="6" name="Date Placeholder 5">
            <a:extLst>
              <a:ext uri="{FF2B5EF4-FFF2-40B4-BE49-F238E27FC236}">
                <a16:creationId xmlns:a16="http://schemas.microsoft.com/office/drawing/2014/main" id="{A5E07686-4E74-94DD-AEFB-35CD176152E4}"/>
              </a:ext>
            </a:extLst>
          </p:cNvPr>
          <p:cNvSpPr>
            <a:spLocks noGrp="1"/>
          </p:cNvSpPr>
          <p:nvPr>
            <p:ph type="dt" sz="half" idx="10"/>
          </p:nvPr>
        </p:nvSpPr>
        <p:spPr/>
        <p:txBody>
          <a:bodyPr/>
          <a:lstStyle/>
          <a:p>
            <a:fld id="{EFCC3851-9455-4027-9564-AA6C7D131B82}" type="datetime1">
              <a:rPr lang="en-GB" smtClean="0"/>
              <a:t>16/09/2026</a:t>
            </a:fld>
            <a:endParaRPr lang="de-CH" dirty="0"/>
          </a:p>
        </p:txBody>
      </p:sp>
      <p:sp>
        <p:nvSpPr>
          <p:cNvPr id="7" name="Slide Number Placeholder 6">
            <a:extLst>
              <a:ext uri="{FF2B5EF4-FFF2-40B4-BE49-F238E27FC236}">
                <a16:creationId xmlns:a16="http://schemas.microsoft.com/office/drawing/2014/main" id="{857E49B7-B109-EEF8-CC8B-1CABB82DBF55}"/>
              </a:ext>
            </a:extLst>
          </p:cNvPr>
          <p:cNvSpPr>
            <a:spLocks noGrp="1"/>
          </p:cNvSpPr>
          <p:nvPr>
            <p:ph type="sldNum" sz="quarter" idx="12"/>
          </p:nvPr>
        </p:nvSpPr>
        <p:spPr/>
        <p:txBody>
          <a:bodyPr/>
          <a:lstStyle/>
          <a:p>
            <a:fld id="{442AD375-037F-43D0-B059-5172DA06796A}" type="slidenum">
              <a:rPr lang="de-CH" smtClean="0"/>
              <a:pPr/>
              <a:t>60</a:t>
            </a:fld>
            <a:endParaRPr lang="de-CH" dirty="0"/>
          </a:p>
        </p:txBody>
      </p:sp>
    </p:spTree>
    <p:extLst>
      <p:ext uri="{BB962C8B-B14F-4D97-AF65-F5344CB8AC3E}">
        <p14:creationId xmlns:p14="http://schemas.microsoft.com/office/powerpoint/2010/main" val="25384162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14C9C-0153-837D-8F1F-12EEC9C8231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D277405-6142-05B9-7D3D-B96F5FC1F8F5}"/>
              </a:ext>
            </a:extLst>
          </p:cNvPr>
          <p:cNvPicPr>
            <a:picLocks noChangeAspect="1"/>
          </p:cNvPicPr>
          <p:nvPr/>
        </p:nvPicPr>
        <p:blipFill>
          <a:blip r:embed="rId3"/>
          <a:stretch>
            <a:fillRect/>
          </a:stretch>
        </p:blipFill>
        <p:spPr>
          <a:xfrm>
            <a:off x="47328" y="188640"/>
            <a:ext cx="11789633" cy="6169313"/>
          </a:xfrm>
          <a:prstGeom prst="rect">
            <a:avLst/>
          </a:prstGeom>
        </p:spPr>
      </p:pic>
      <p:sp>
        <p:nvSpPr>
          <p:cNvPr id="3" name="Oval 2">
            <a:extLst>
              <a:ext uri="{FF2B5EF4-FFF2-40B4-BE49-F238E27FC236}">
                <a16:creationId xmlns:a16="http://schemas.microsoft.com/office/drawing/2014/main" id="{33A4FB3F-F83B-FA48-89D1-A4709BF0EC82}"/>
              </a:ext>
            </a:extLst>
          </p:cNvPr>
          <p:cNvSpPr/>
          <p:nvPr/>
        </p:nvSpPr>
        <p:spPr>
          <a:xfrm>
            <a:off x="10035033" y="188640"/>
            <a:ext cx="2088232" cy="1368152"/>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 name="Date Placeholder 5">
            <a:extLst>
              <a:ext uri="{FF2B5EF4-FFF2-40B4-BE49-F238E27FC236}">
                <a16:creationId xmlns:a16="http://schemas.microsoft.com/office/drawing/2014/main" id="{74B2E643-DB49-B79C-613E-2DD59EB93DF6}"/>
              </a:ext>
            </a:extLst>
          </p:cNvPr>
          <p:cNvSpPr>
            <a:spLocks noGrp="1"/>
          </p:cNvSpPr>
          <p:nvPr>
            <p:ph type="dt" sz="half" idx="10"/>
          </p:nvPr>
        </p:nvSpPr>
        <p:spPr/>
        <p:txBody>
          <a:bodyPr/>
          <a:lstStyle/>
          <a:p>
            <a:fld id="{51D47568-8E32-4AAD-AAE0-CC65DA013A75}" type="datetime1">
              <a:rPr lang="en-GB" smtClean="0"/>
              <a:t>16/09/2026</a:t>
            </a:fld>
            <a:endParaRPr lang="de-CH" dirty="0"/>
          </a:p>
        </p:txBody>
      </p:sp>
      <p:sp>
        <p:nvSpPr>
          <p:cNvPr id="7" name="Slide Number Placeholder 6">
            <a:extLst>
              <a:ext uri="{FF2B5EF4-FFF2-40B4-BE49-F238E27FC236}">
                <a16:creationId xmlns:a16="http://schemas.microsoft.com/office/drawing/2014/main" id="{E5062B27-867B-5381-24E9-4A7A0E17AE0F}"/>
              </a:ext>
            </a:extLst>
          </p:cNvPr>
          <p:cNvSpPr>
            <a:spLocks noGrp="1"/>
          </p:cNvSpPr>
          <p:nvPr>
            <p:ph type="sldNum" sz="quarter" idx="12"/>
          </p:nvPr>
        </p:nvSpPr>
        <p:spPr/>
        <p:txBody>
          <a:bodyPr/>
          <a:lstStyle/>
          <a:p>
            <a:fld id="{442AD375-037F-43D0-B059-5172DA06796A}" type="slidenum">
              <a:rPr lang="de-CH" smtClean="0"/>
              <a:pPr/>
              <a:t>61</a:t>
            </a:fld>
            <a:endParaRPr lang="de-CH" dirty="0"/>
          </a:p>
        </p:txBody>
      </p:sp>
    </p:spTree>
    <p:extLst>
      <p:ext uri="{BB962C8B-B14F-4D97-AF65-F5344CB8AC3E}">
        <p14:creationId xmlns:p14="http://schemas.microsoft.com/office/powerpoint/2010/main" val="41876007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BD675-0004-5355-45D5-C01B5B30566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C280C8A-B295-E542-6A94-038B86458408}"/>
              </a:ext>
            </a:extLst>
          </p:cNvPr>
          <p:cNvPicPr>
            <a:picLocks noChangeAspect="1"/>
          </p:cNvPicPr>
          <p:nvPr/>
        </p:nvPicPr>
        <p:blipFill>
          <a:blip r:embed="rId3"/>
          <a:stretch>
            <a:fillRect/>
          </a:stretch>
        </p:blipFill>
        <p:spPr>
          <a:xfrm>
            <a:off x="47328" y="182538"/>
            <a:ext cx="11789633" cy="6210121"/>
          </a:xfrm>
          <a:prstGeom prst="rect">
            <a:avLst/>
          </a:prstGeom>
        </p:spPr>
      </p:pic>
      <p:sp>
        <p:nvSpPr>
          <p:cNvPr id="9" name="Date Placeholder 8">
            <a:extLst>
              <a:ext uri="{FF2B5EF4-FFF2-40B4-BE49-F238E27FC236}">
                <a16:creationId xmlns:a16="http://schemas.microsoft.com/office/drawing/2014/main" id="{47E0E56F-96EF-1751-53AD-ACC800CC7FE1}"/>
              </a:ext>
            </a:extLst>
          </p:cNvPr>
          <p:cNvSpPr>
            <a:spLocks noGrp="1"/>
          </p:cNvSpPr>
          <p:nvPr>
            <p:ph type="dt" sz="half" idx="10"/>
          </p:nvPr>
        </p:nvSpPr>
        <p:spPr/>
        <p:txBody>
          <a:bodyPr/>
          <a:lstStyle/>
          <a:p>
            <a:fld id="{6174E405-311A-48C8-A71E-428E59334934}" type="datetime1">
              <a:rPr lang="en-GB" smtClean="0"/>
              <a:t>16/09/2026</a:t>
            </a:fld>
            <a:endParaRPr lang="de-CH" dirty="0"/>
          </a:p>
        </p:txBody>
      </p:sp>
      <p:sp>
        <p:nvSpPr>
          <p:cNvPr id="10" name="Slide Number Placeholder 9">
            <a:extLst>
              <a:ext uri="{FF2B5EF4-FFF2-40B4-BE49-F238E27FC236}">
                <a16:creationId xmlns:a16="http://schemas.microsoft.com/office/drawing/2014/main" id="{03110685-F381-4170-44D0-717A050A1CAD}"/>
              </a:ext>
            </a:extLst>
          </p:cNvPr>
          <p:cNvSpPr>
            <a:spLocks noGrp="1"/>
          </p:cNvSpPr>
          <p:nvPr>
            <p:ph type="sldNum" sz="quarter" idx="12"/>
          </p:nvPr>
        </p:nvSpPr>
        <p:spPr/>
        <p:txBody>
          <a:bodyPr/>
          <a:lstStyle/>
          <a:p>
            <a:fld id="{442AD375-037F-43D0-B059-5172DA06796A}" type="slidenum">
              <a:rPr lang="de-CH" smtClean="0"/>
              <a:pPr/>
              <a:t>62</a:t>
            </a:fld>
            <a:endParaRPr lang="de-CH" dirty="0"/>
          </a:p>
        </p:txBody>
      </p:sp>
    </p:spTree>
    <p:extLst>
      <p:ext uri="{BB962C8B-B14F-4D97-AF65-F5344CB8AC3E}">
        <p14:creationId xmlns:p14="http://schemas.microsoft.com/office/powerpoint/2010/main" val="32406667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4099D-BDAA-ABAA-407D-F54D4F367CA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EE810EE-2FC9-DFF8-9F83-D4977ECC6458}"/>
              </a:ext>
            </a:extLst>
          </p:cNvPr>
          <p:cNvPicPr>
            <a:picLocks noChangeAspect="1"/>
          </p:cNvPicPr>
          <p:nvPr/>
        </p:nvPicPr>
        <p:blipFill>
          <a:blip r:embed="rId3"/>
          <a:stretch>
            <a:fillRect/>
          </a:stretch>
        </p:blipFill>
        <p:spPr>
          <a:xfrm>
            <a:off x="47328" y="182538"/>
            <a:ext cx="11789633" cy="6210121"/>
          </a:xfrm>
          <a:prstGeom prst="rect">
            <a:avLst/>
          </a:prstGeom>
        </p:spPr>
      </p:pic>
      <p:sp>
        <p:nvSpPr>
          <p:cNvPr id="9" name="Date Placeholder 8">
            <a:extLst>
              <a:ext uri="{FF2B5EF4-FFF2-40B4-BE49-F238E27FC236}">
                <a16:creationId xmlns:a16="http://schemas.microsoft.com/office/drawing/2014/main" id="{3868A3D0-2D67-F6AC-B019-0EE67F43A0DF}"/>
              </a:ext>
            </a:extLst>
          </p:cNvPr>
          <p:cNvSpPr>
            <a:spLocks noGrp="1"/>
          </p:cNvSpPr>
          <p:nvPr>
            <p:ph type="dt" sz="half" idx="10"/>
          </p:nvPr>
        </p:nvSpPr>
        <p:spPr/>
        <p:txBody>
          <a:bodyPr/>
          <a:lstStyle/>
          <a:p>
            <a:fld id="{6174E405-311A-48C8-A71E-428E59334934}" type="datetime1">
              <a:rPr lang="en-GB" smtClean="0"/>
              <a:t>16/09/2026</a:t>
            </a:fld>
            <a:endParaRPr lang="de-CH" dirty="0"/>
          </a:p>
        </p:txBody>
      </p:sp>
      <p:sp>
        <p:nvSpPr>
          <p:cNvPr id="10" name="Slide Number Placeholder 9">
            <a:extLst>
              <a:ext uri="{FF2B5EF4-FFF2-40B4-BE49-F238E27FC236}">
                <a16:creationId xmlns:a16="http://schemas.microsoft.com/office/drawing/2014/main" id="{805F0B32-39B0-8AEE-C35F-AE4DD990E4CB}"/>
              </a:ext>
            </a:extLst>
          </p:cNvPr>
          <p:cNvSpPr>
            <a:spLocks noGrp="1"/>
          </p:cNvSpPr>
          <p:nvPr>
            <p:ph type="sldNum" sz="quarter" idx="12"/>
          </p:nvPr>
        </p:nvSpPr>
        <p:spPr/>
        <p:txBody>
          <a:bodyPr/>
          <a:lstStyle/>
          <a:p>
            <a:fld id="{442AD375-037F-43D0-B059-5172DA06796A}" type="slidenum">
              <a:rPr lang="de-CH" smtClean="0"/>
              <a:pPr/>
              <a:t>63</a:t>
            </a:fld>
            <a:endParaRPr lang="de-CH" dirty="0"/>
          </a:p>
        </p:txBody>
      </p:sp>
      <p:sp>
        <p:nvSpPr>
          <p:cNvPr id="4" name="Oval 3">
            <a:extLst>
              <a:ext uri="{FF2B5EF4-FFF2-40B4-BE49-F238E27FC236}">
                <a16:creationId xmlns:a16="http://schemas.microsoft.com/office/drawing/2014/main" id="{180263E6-21D0-50F0-432F-8AA2732E3E4C}"/>
              </a:ext>
            </a:extLst>
          </p:cNvPr>
          <p:cNvSpPr/>
          <p:nvPr/>
        </p:nvSpPr>
        <p:spPr>
          <a:xfrm>
            <a:off x="47327" y="1772816"/>
            <a:ext cx="11789633" cy="648072"/>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dirty="0"/>
          </a:p>
        </p:txBody>
      </p:sp>
    </p:spTree>
    <p:extLst>
      <p:ext uri="{BB962C8B-B14F-4D97-AF65-F5344CB8AC3E}">
        <p14:creationId xmlns:p14="http://schemas.microsoft.com/office/powerpoint/2010/main" val="27539346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2FC7D-DCEC-BB5D-2B2E-0C450D173F03}"/>
            </a:ext>
          </a:extLst>
        </p:cNvPr>
        <p:cNvGrpSpPr/>
        <p:nvPr/>
      </p:nvGrpSpPr>
      <p:grpSpPr>
        <a:xfrm>
          <a:off x="0" y="0"/>
          <a:ext cx="0" cy="0"/>
          <a:chOff x="0" y="0"/>
          <a:chExt cx="0" cy="0"/>
        </a:xfrm>
      </p:grpSpPr>
      <p:sp>
        <p:nvSpPr>
          <p:cNvPr id="3953" name="Title 3952">
            <a:extLst>
              <a:ext uri="{FF2B5EF4-FFF2-40B4-BE49-F238E27FC236}">
                <a16:creationId xmlns:a16="http://schemas.microsoft.com/office/drawing/2014/main" id="{C7CF2DE8-F9F3-1B7B-AB34-A308464C6A6D}"/>
              </a:ext>
            </a:extLst>
          </p:cNvPr>
          <p:cNvSpPr>
            <a:spLocks noGrp="1"/>
          </p:cNvSpPr>
          <p:nvPr>
            <p:ph type="title"/>
          </p:nvPr>
        </p:nvSpPr>
        <p:spPr>
          <a:xfrm>
            <a:off x="270669" y="236627"/>
            <a:ext cx="11650662" cy="625944"/>
          </a:xfrm>
        </p:spPr>
        <p:txBody>
          <a:bodyPr/>
          <a:lstStyle/>
          <a:p>
            <a:r>
              <a:rPr lang="en-US" dirty="0"/>
              <a:t>Method</a:t>
            </a:r>
            <a:endParaRPr lang="en-US" noProof="0" dirty="0"/>
          </a:p>
        </p:txBody>
      </p:sp>
      <p:sp>
        <p:nvSpPr>
          <p:cNvPr id="2" name="Date Placeholder 1">
            <a:extLst>
              <a:ext uri="{FF2B5EF4-FFF2-40B4-BE49-F238E27FC236}">
                <a16:creationId xmlns:a16="http://schemas.microsoft.com/office/drawing/2014/main" id="{7C4EDD14-B148-BD6E-1A86-510CACA6AC61}"/>
              </a:ext>
            </a:extLst>
          </p:cNvPr>
          <p:cNvSpPr>
            <a:spLocks noGrp="1"/>
          </p:cNvSpPr>
          <p:nvPr>
            <p:ph type="dt" sz="half" idx="10"/>
          </p:nvPr>
        </p:nvSpPr>
        <p:spPr/>
        <p:txBody>
          <a:bodyPr/>
          <a:lstStyle/>
          <a:p>
            <a:fld id="{6909B71B-7C29-469F-9F6E-89D76EDEF3C9}" type="datetime1">
              <a:rPr lang="en-GB" noProof="0" smtClean="0"/>
              <a:t>16/09/2026</a:t>
            </a:fld>
            <a:endParaRPr lang="en-GB" noProof="0" dirty="0"/>
          </a:p>
        </p:txBody>
      </p:sp>
      <p:sp>
        <p:nvSpPr>
          <p:cNvPr id="4" name="Slide Number Placeholder 3">
            <a:extLst>
              <a:ext uri="{FF2B5EF4-FFF2-40B4-BE49-F238E27FC236}">
                <a16:creationId xmlns:a16="http://schemas.microsoft.com/office/drawing/2014/main" id="{1910DB56-5F51-B3F0-0F19-5CFF6D06D7F6}"/>
              </a:ext>
            </a:extLst>
          </p:cNvPr>
          <p:cNvSpPr>
            <a:spLocks noGrp="1"/>
          </p:cNvSpPr>
          <p:nvPr>
            <p:ph type="sldNum" sz="quarter" idx="12"/>
          </p:nvPr>
        </p:nvSpPr>
        <p:spPr/>
        <p:txBody>
          <a:bodyPr/>
          <a:lstStyle/>
          <a:p>
            <a:fld id="{442AD375-037F-43D0-B059-5172DA06796A}" type="slidenum">
              <a:rPr lang="en-GB" noProof="0" smtClean="0"/>
              <a:pPr/>
              <a:t>64</a:t>
            </a:fld>
            <a:endParaRPr lang="en-GB" noProof="0" dirty="0"/>
          </a:p>
        </p:txBody>
      </p:sp>
    </p:spTree>
    <p:extLst>
      <p:ext uri="{BB962C8B-B14F-4D97-AF65-F5344CB8AC3E}">
        <p14:creationId xmlns:p14="http://schemas.microsoft.com/office/powerpoint/2010/main" val="3255885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2F6FD-71A4-7500-7768-459B9ACFF79F}"/>
              </a:ext>
            </a:extLst>
          </p:cNvPr>
          <p:cNvSpPr>
            <a:spLocks noGrp="1"/>
          </p:cNvSpPr>
          <p:nvPr>
            <p:ph type="title"/>
          </p:nvPr>
        </p:nvSpPr>
        <p:spPr/>
        <p:txBody>
          <a:bodyPr/>
          <a:lstStyle/>
          <a:p>
            <a:r>
              <a:rPr lang="en-US" dirty="0"/>
              <a:t>Method</a:t>
            </a:r>
            <a:endParaRPr lang="en-CH" dirty="0"/>
          </a:p>
        </p:txBody>
      </p:sp>
      <p:sp>
        <p:nvSpPr>
          <p:cNvPr id="3" name="Date Placeholder 2">
            <a:extLst>
              <a:ext uri="{FF2B5EF4-FFF2-40B4-BE49-F238E27FC236}">
                <a16:creationId xmlns:a16="http://schemas.microsoft.com/office/drawing/2014/main" id="{61F72069-3328-E212-9B7E-4AD0E45DA097}"/>
              </a:ext>
            </a:extLst>
          </p:cNvPr>
          <p:cNvSpPr>
            <a:spLocks noGrp="1"/>
          </p:cNvSpPr>
          <p:nvPr>
            <p:ph type="dt" sz="half" idx="10"/>
          </p:nvPr>
        </p:nvSpPr>
        <p:spPr/>
        <p:txBody>
          <a:bodyPr/>
          <a:lstStyle/>
          <a:p>
            <a:fld id="{E90E6C75-B95C-44BC-950C-07E7F5DF4799}"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F97ED1CB-E72B-E6D7-C0E0-F242DFDDA552}"/>
              </a:ext>
            </a:extLst>
          </p:cNvPr>
          <p:cNvSpPr>
            <a:spLocks noGrp="1"/>
          </p:cNvSpPr>
          <p:nvPr>
            <p:ph type="sldNum" sz="quarter" idx="12"/>
          </p:nvPr>
        </p:nvSpPr>
        <p:spPr/>
        <p:txBody>
          <a:bodyPr/>
          <a:lstStyle/>
          <a:p>
            <a:fld id="{442AD375-037F-43D0-B059-5172DA06796A}" type="slidenum">
              <a:rPr lang="en-GB" noProof="0" smtClean="0"/>
              <a:pPr/>
              <a:t>65</a:t>
            </a:fld>
            <a:endParaRPr lang="en-GB" noProof="0" dirty="0"/>
          </a:p>
        </p:txBody>
      </p:sp>
      <p:grpSp>
        <p:nvGrpSpPr>
          <p:cNvPr id="6" name="Group 5">
            <a:extLst>
              <a:ext uri="{FF2B5EF4-FFF2-40B4-BE49-F238E27FC236}">
                <a16:creationId xmlns:a16="http://schemas.microsoft.com/office/drawing/2014/main" id="{614158C8-71F0-55F5-58B7-2129E3EE140E}"/>
              </a:ext>
            </a:extLst>
          </p:cNvPr>
          <p:cNvGrpSpPr/>
          <p:nvPr/>
        </p:nvGrpSpPr>
        <p:grpSpPr>
          <a:xfrm>
            <a:off x="2924298" y="919026"/>
            <a:ext cx="6343403" cy="5448021"/>
            <a:chOff x="2556480" y="875247"/>
            <a:chExt cx="6343403" cy="5448021"/>
          </a:xfrm>
        </p:grpSpPr>
        <p:grpSp>
          <p:nvGrpSpPr>
            <p:cNvPr id="7" name="Group 6">
              <a:extLst>
                <a:ext uri="{FF2B5EF4-FFF2-40B4-BE49-F238E27FC236}">
                  <a16:creationId xmlns:a16="http://schemas.microsoft.com/office/drawing/2014/main" id="{47166914-FF8C-361E-0BB2-AD214E847786}"/>
                </a:ext>
              </a:extLst>
            </p:cNvPr>
            <p:cNvGrpSpPr/>
            <p:nvPr/>
          </p:nvGrpSpPr>
          <p:grpSpPr>
            <a:xfrm>
              <a:off x="2556480" y="875247"/>
              <a:ext cx="6343403" cy="5448021"/>
              <a:chOff x="2556480" y="875247"/>
              <a:chExt cx="6343403" cy="5448021"/>
            </a:xfrm>
          </p:grpSpPr>
          <p:grpSp>
            <p:nvGrpSpPr>
              <p:cNvPr id="10" name="Group 9">
                <a:extLst>
                  <a:ext uri="{FF2B5EF4-FFF2-40B4-BE49-F238E27FC236}">
                    <a16:creationId xmlns:a16="http://schemas.microsoft.com/office/drawing/2014/main" id="{0C6CDAC3-05F1-E5C4-9A73-7F2290314334}"/>
                  </a:ext>
                </a:extLst>
              </p:cNvPr>
              <p:cNvGrpSpPr/>
              <p:nvPr/>
            </p:nvGrpSpPr>
            <p:grpSpPr>
              <a:xfrm>
                <a:off x="6091572" y="875247"/>
                <a:ext cx="2808311" cy="5448021"/>
                <a:chOff x="6884827" y="875247"/>
                <a:chExt cx="2808311" cy="5448021"/>
              </a:xfrm>
            </p:grpSpPr>
            <p:sp>
              <p:nvSpPr>
                <p:cNvPr id="46" name="Rectangle: Rounded Corners 45">
                  <a:extLst>
                    <a:ext uri="{FF2B5EF4-FFF2-40B4-BE49-F238E27FC236}">
                      <a16:creationId xmlns:a16="http://schemas.microsoft.com/office/drawing/2014/main" id="{F77FACA1-5BD7-9070-23E2-CBB738DFECB1}"/>
                    </a:ext>
                  </a:extLst>
                </p:cNvPr>
                <p:cNvSpPr/>
                <p:nvPr/>
              </p:nvSpPr>
              <p:spPr>
                <a:xfrm>
                  <a:off x="6884827" y="875247"/>
                  <a:ext cx="2808311" cy="2528830"/>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Rectangle: Rounded Corners 37">
                  <a:extLst>
                    <a:ext uri="{FF2B5EF4-FFF2-40B4-BE49-F238E27FC236}">
                      <a16:creationId xmlns:a16="http://schemas.microsoft.com/office/drawing/2014/main" id="{6159292B-EED1-819F-7D42-F9992CA3696C}"/>
                    </a:ext>
                  </a:extLst>
                </p:cNvPr>
                <p:cNvSpPr/>
                <p:nvPr/>
              </p:nvSpPr>
              <p:spPr>
                <a:xfrm>
                  <a:off x="6884827" y="3794438"/>
                  <a:ext cx="2808311" cy="2528830"/>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TextBox 34">
                  <a:extLst>
                    <a:ext uri="{FF2B5EF4-FFF2-40B4-BE49-F238E27FC236}">
                      <a16:creationId xmlns:a16="http://schemas.microsoft.com/office/drawing/2014/main" id="{1002D562-1DD6-6468-C205-B154BFE40586}"/>
                    </a:ext>
                  </a:extLst>
                </p:cNvPr>
                <p:cNvSpPr txBox="1"/>
                <p:nvPr/>
              </p:nvSpPr>
              <p:spPr>
                <a:xfrm>
                  <a:off x="7032105"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pic>
              <p:nvPicPr>
                <p:cNvPr id="37" name="Graphic 36" descr="Sort with solid fill">
                  <a:extLst>
                    <a:ext uri="{FF2B5EF4-FFF2-40B4-BE49-F238E27FC236}">
                      <a16:creationId xmlns:a16="http://schemas.microsoft.com/office/drawing/2014/main" id="{D16ADF6E-766A-10F1-E462-8D3E078F4D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89051" y="3179815"/>
                  <a:ext cx="914400" cy="914400"/>
                </a:xfrm>
                <a:prstGeom prst="rect">
                  <a:avLst/>
                </a:prstGeom>
                <a:effectLst>
                  <a:outerShdw blurRad="50800" dist="38100" dir="2700000" algn="tl" rotWithShape="0">
                    <a:prstClr val="black">
                      <a:alpha val="40000"/>
                    </a:prstClr>
                  </a:outerShdw>
                </a:effectLst>
              </p:spPr>
            </p:pic>
          </p:grpSp>
          <p:grpSp>
            <p:nvGrpSpPr>
              <p:cNvPr id="11" name="Group 10">
                <a:extLst>
                  <a:ext uri="{FF2B5EF4-FFF2-40B4-BE49-F238E27FC236}">
                    <a16:creationId xmlns:a16="http://schemas.microsoft.com/office/drawing/2014/main" id="{8801789B-2C2F-AC9A-97F9-BEE41A41535F}"/>
                  </a:ext>
                </a:extLst>
              </p:cNvPr>
              <p:cNvGrpSpPr/>
              <p:nvPr/>
            </p:nvGrpSpPr>
            <p:grpSpPr>
              <a:xfrm>
                <a:off x="2556480" y="914118"/>
                <a:ext cx="2808311" cy="5409150"/>
                <a:chOff x="1847527" y="900170"/>
                <a:chExt cx="2808311" cy="5409150"/>
              </a:xfrm>
            </p:grpSpPr>
            <p:sp>
              <p:nvSpPr>
                <p:cNvPr id="25" name="Rectangle: Rounded Corners 24">
                  <a:extLst>
                    <a:ext uri="{FF2B5EF4-FFF2-40B4-BE49-F238E27FC236}">
                      <a16:creationId xmlns:a16="http://schemas.microsoft.com/office/drawing/2014/main" id="{D37F4161-1F29-5028-5D25-54E0E4A3E13C}"/>
                    </a:ext>
                  </a:extLst>
                </p:cNvPr>
                <p:cNvSpPr/>
                <p:nvPr/>
              </p:nvSpPr>
              <p:spPr>
                <a:xfrm>
                  <a:off x="1847527" y="3780490"/>
                  <a:ext cx="2808311" cy="2528830"/>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Rounded Corners 16">
                  <a:extLst>
                    <a:ext uri="{FF2B5EF4-FFF2-40B4-BE49-F238E27FC236}">
                      <a16:creationId xmlns:a16="http://schemas.microsoft.com/office/drawing/2014/main" id="{945207E0-5B8C-2DC3-1B75-1C553822DF65}"/>
                    </a:ext>
                  </a:extLst>
                </p:cNvPr>
                <p:cNvSpPr/>
                <p:nvPr/>
              </p:nvSpPr>
              <p:spPr>
                <a:xfrm>
                  <a:off x="1847527" y="900170"/>
                  <a:ext cx="2808311" cy="2528830"/>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E4E955CE-6038-C4A5-FF8D-22FF2DE6B8EE}"/>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15" name="TextBox 14">
                  <a:extLst>
                    <a:ext uri="{FF2B5EF4-FFF2-40B4-BE49-F238E27FC236}">
                      <a16:creationId xmlns:a16="http://schemas.microsoft.com/office/drawing/2014/main" id="{17C08AE6-2FD3-4EA3-D324-49FD8E23EA65}"/>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pic>
              <p:nvPicPr>
                <p:cNvPr id="16" name="Graphic 15" descr="Sort with solid fill">
                  <a:extLst>
                    <a:ext uri="{FF2B5EF4-FFF2-40B4-BE49-F238E27FC236}">
                      <a16:creationId xmlns:a16="http://schemas.microsoft.com/office/drawing/2014/main" id="{115210A8-1F6E-7EDD-760E-125540A231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18244" y="3175189"/>
                  <a:ext cx="914400" cy="914400"/>
                </a:xfrm>
                <a:prstGeom prst="rect">
                  <a:avLst/>
                </a:prstGeom>
                <a:effectLst>
                  <a:outerShdw blurRad="50800" dist="38100" dir="2700000" algn="tl" rotWithShape="0">
                    <a:prstClr val="black">
                      <a:alpha val="40000"/>
                    </a:prstClr>
                  </a:outerShdw>
                </a:effectLst>
              </p:spPr>
            </p:pic>
          </p:grpSp>
        </p:grpSp>
        <p:pic>
          <p:nvPicPr>
            <p:cNvPr id="8" name="Graphic 7" descr="Sort with solid fill">
              <a:extLst>
                <a:ext uri="{FF2B5EF4-FFF2-40B4-BE49-F238E27FC236}">
                  <a16:creationId xmlns:a16="http://schemas.microsoft.com/office/drawing/2014/main" id="{7680CA3D-0CD1-D567-F198-DD64F275ACC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9" name="Graphic 8" descr="Sort with solid fill">
              <a:extLst>
                <a:ext uri="{FF2B5EF4-FFF2-40B4-BE49-F238E27FC236}">
                  <a16:creationId xmlns:a16="http://schemas.microsoft.com/office/drawing/2014/main" id="{3B7705E7-98C8-DD5C-FD90-9218672076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pic>
        <p:nvPicPr>
          <p:cNvPr id="55" name="Graphic 54" descr="Deciduous tree with solid fill">
            <a:extLst>
              <a:ext uri="{FF2B5EF4-FFF2-40B4-BE49-F238E27FC236}">
                <a16:creationId xmlns:a16="http://schemas.microsoft.com/office/drawing/2014/main" id="{39EC2D92-771A-AA21-E930-CEEC0AE1BB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2249" y="1798288"/>
            <a:ext cx="808788" cy="698099"/>
          </a:xfrm>
          <a:prstGeom prst="rect">
            <a:avLst/>
          </a:prstGeom>
          <a:effectLst>
            <a:outerShdw blurRad="50800" dist="38100" dir="2700000" algn="tl" rotWithShape="0">
              <a:prstClr val="black">
                <a:alpha val="40000"/>
              </a:prstClr>
            </a:outerShdw>
          </a:effectLst>
        </p:spPr>
      </p:pic>
      <p:pic>
        <p:nvPicPr>
          <p:cNvPr id="57" name="Graphic 56" descr="Deciduous tree with solid fill">
            <a:extLst>
              <a:ext uri="{FF2B5EF4-FFF2-40B4-BE49-F238E27FC236}">
                <a16:creationId xmlns:a16="http://schemas.microsoft.com/office/drawing/2014/main" id="{5713F0C5-F615-CF69-0745-63E60D3D37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97617" y="1798288"/>
            <a:ext cx="808788" cy="698099"/>
          </a:xfrm>
          <a:prstGeom prst="rect">
            <a:avLst/>
          </a:prstGeom>
          <a:effectLst>
            <a:outerShdw blurRad="50800" dist="38100" dir="2700000" algn="tl" rotWithShape="0">
              <a:prstClr val="black">
                <a:alpha val="40000"/>
              </a:prstClr>
            </a:outerShdw>
          </a:effectLst>
        </p:spPr>
      </p:pic>
      <p:pic>
        <p:nvPicPr>
          <p:cNvPr id="59" name="Graphic 58" descr="Deciduous tree with solid fill">
            <a:extLst>
              <a:ext uri="{FF2B5EF4-FFF2-40B4-BE49-F238E27FC236}">
                <a16:creationId xmlns:a16="http://schemas.microsoft.com/office/drawing/2014/main" id="{4C36E9D5-53F3-86AB-74DC-8619C1DC91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21424" y="1798288"/>
            <a:ext cx="808788" cy="698099"/>
          </a:xfrm>
          <a:prstGeom prst="rect">
            <a:avLst/>
          </a:prstGeom>
          <a:effectLst>
            <a:outerShdw blurRad="50800" dist="38100" dir="2700000" algn="tl" rotWithShape="0">
              <a:prstClr val="black">
                <a:alpha val="40000"/>
              </a:prstClr>
            </a:outerShdw>
          </a:effectLst>
        </p:spPr>
      </p:pic>
      <p:pic>
        <p:nvPicPr>
          <p:cNvPr id="61" name="Graphic 60" descr="Deciduous tree with solid fill">
            <a:extLst>
              <a:ext uri="{FF2B5EF4-FFF2-40B4-BE49-F238E27FC236}">
                <a16:creationId xmlns:a16="http://schemas.microsoft.com/office/drawing/2014/main" id="{B5531231-2608-F625-D6CB-4EC6F22E11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76792" y="1798288"/>
            <a:ext cx="808788" cy="698099"/>
          </a:xfrm>
          <a:prstGeom prst="rect">
            <a:avLst/>
          </a:prstGeom>
          <a:effectLst>
            <a:outerShdw blurRad="50800" dist="38100" dir="2700000" algn="tl" rotWithShape="0">
              <a:prstClr val="black">
                <a:alpha val="40000"/>
              </a:prstClr>
            </a:outerShdw>
          </a:effectLst>
        </p:spPr>
      </p:pic>
      <p:pic>
        <p:nvPicPr>
          <p:cNvPr id="63" name="Graphic 62" descr="Deciduous tree with solid fill">
            <a:extLst>
              <a:ext uri="{FF2B5EF4-FFF2-40B4-BE49-F238E27FC236}">
                <a16:creationId xmlns:a16="http://schemas.microsoft.com/office/drawing/2014/main" id="{3ABBA5FC-1C1F-9D1C-4134-C608707A04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2249" y="4664820"/>
            <a:ext cx="808788" cy="698099"/>
          </a:xfrm>
          <a:prstGeom prst="rect">
            <a:avLst/>
          </a:prstGeom>
          <a:effectLst>
            <a:outerShdw blurRad="50800" dist="38100" dir="2700000" algn="tl" rotWithShape="0">
              <a:prstClr val="black">
                <a:alpha val="40000"/>
              </a:prstClr>
            </a:outerShdw>
          </a:effectLst>
        </p:spPr>
      </p:pic>
      <p:pic>
        <p:nvPicPr>
          <p:cNvPr id="65" name="Graphic 64" descr="Deciduous tree with solid fill">
            <a:extLst>
              <a:ext uri="{FF2B5EF4-FFF2-40B4-BE49-F238E27FC236}">
                <a16:creationId xmlns:a16="http://schemas.microsoft.com/office/drawing/2014/main" id="{1C9E8D2A-FF2F-51CF-7E43-A46817AF9E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97617" y="4664820"/>
            <a:ext cx="808788" cy="698099"/>
          </a:xfrm>
          <a:prstGeom prst="rect">
            <a:avLst/>
          </a:prstGeom>
          <a:effectLst>
            <a:outerShdw blurRad="50800" dist="38100" dir="2700000" algn="tl" rotWithShape="0">
              <a:prstClr val="black">
                <a:alpha val="40000"/>
              </a:prstClr>
            </a:outerShdw>
          </a:effectLst>
        </p:spPr>
      </p:pic>
      <p:pic>
        <p:nvPicPr>
          <p:cNvPr id="67" name="Graphic 66" descr="Deciduous tree with solid fill">
            <a:extLst>
              <a:ext uri="{FF2B5EF4-FFF2-40B4-BE49-F238E27FC236}">
                <a16:creationId xmlns:a16="http://schemas.microsoft.com/office/drawing/2014/main" id="{01499BFF-659C-2115-F504-BAB023A5B0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8252" y="4664820"/>
            <a:ext cx="808788" cy="698099"/>
          </a:xfrm>
          <a:prstGeom prst="rect">
            <a:avLst/>
          </a:prstGeom>
          <a:effectLst>
            <a:outerShdw blurRad="50800" dist="38100" dir="2700000" algn="tl" rotWithShape="0">
              <a:prstClr val="black">
                <a:alpha val="40000"/>
              </a:prstClr>
            </a:outerShdw>
          </a:effectLst>
        </p:spPr>
      </p:pic>
      <p:pic>
        <p:nvPicPr>
          <p:cNvPr id="69" name="Graphic 68" descr="Deciduous tree with solid fill">
            <a:extLst>
              <a:ext uri="{FF2B5EF4-FFF2-40B4-BE49-F238E27FC236}">
                <a16:creationId xmlns:a16="http://schemas.microsoft.com/office/drawing/2014/main" id="{FEE955A7-CE8D-A42C-5627-897D9BA707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73620" y="4664820"/>
            <a:ext cx="808788" cy="698099"/>
          </a:xfrm>
          <a:prstGeom prst="rect">
            <a:avLst/>
          </a:prstGeom>
          <a:effectLst>
            <a:outerShdw blurRad="50800" dist="38100" dir="2700000" algn="tl" rotWithShape="0">
              <a:prstClr val="black">
                <a:alpha val="40000"/>
              </a:prstClr>
            </a:outerShdw>
          </a:effectLst>
        </p:spPr>
      </p:pic>
      <p:sp>
        <p:nvSpPr>
          <p:cNvPr id="74" name="TextBox 73">
            <a:extLst>
              <a:ext uri="{FF2B5EF4-FFF2-40B4-BE49-F238E27FC236}">
                <a16:creationId xmlns:a16="http://schemas.microsoft.com/office/drawing/2014/main" id="{AED1E9E5-8858-61BB-E1FE-E19B73EDC197}"/>
              </a:ext>
            </a:extLst>
          </p:cNvPr>
          <p:cNvSpPr txBox="1"/>
          <p:nvPr/>
        </p:nvSpPr>
        <p:spPr>
          <a:xfrm>
            <a:off x="5555940" y="457880"/>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1</a:t>
            </a:r>
          </a:p>
        </p:txBody>
      </p:sp>
      <p:sp>
        <p:nvSpPr>
          <p:cNvPr id="76" name="TextBox 75">
            <a:extLst>
              <a:ext uri="{FF2B5EF4-FFF2-40B4-BE49-F238E27FC236}">
                <a16:creationId xmlns:a16="http://schemas.microsoft.com/office/drawing/2014/main" id="{A77CC51B-9134-1A81-7127-E5D39A7B96E5}"/>
              </a:ext>
            </a:extLst>
          </p:cNvPr>
          <p:cNvSpPr txBox="1"/>
          <p:nvPr/>
        </p:nvSpPr>
        <p:spPr>
          <a:xfrm>
            <a:off x="6606668" y="397089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err="1"/>
              <a:t>Px</a:t>
            </a:r>
            <a:endParaRPr lang="en-CH" sz="3200" b="1" dirty="0"/>
          </a:p>
        </p:txBody>
      </p:sp>
    </p:spTree>
    <p:extLst>
      <p:ext uri="{BB962C8B-B14F-4D97-AF65-F5344CB8AC3E}">
        <p14:creationId xmlns:p14="http://schemas.microsoft.com/office/powerpoint/2010/main" val="23684575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89E23-1436-6B50-4704-DEEBE5343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62EF2-D646-CB7A-6895-8F848498877D}"/>
              </a:ext>
            </a:extLst>
          </p:cNvPr>
          <p:cNvSpPr>
            <a:spLocks noGrp="1"/>
          </p:cNvSpPr>
          <p:nvPr>
            <p:ph type="title"/>
          </p:nvPr>
        </p:nvSpPr>
        <p:spPr/>
        <p:txBody>
          <a:bodyPr/>
          <a:lstStyle/>
          <a:p>
            <a:r>
              <a:rPr lang="en-US" dirty="0"/>
              <a:t>Method</a:t>
            </a:r>
            <a:endParaRPr lang="en-CH" dirty="0"/>
          </a:p>
        </p:txBody>
      </p:sp>
      <p:sp>
        <p:nvSpPr>
          <p:cNvPr id="3" name="Date Placeholder 2">
            <a:extLst>
              <a:ext uri="{FF2B5EF4-FFF2-40B4-BE49-F238E27FC236}">
                <a16:creationId xmlns:a16="http://schemas.microsoft.com/office/drawing/2014/main" id="{4D7C8851-2025-D227-F9A0-65A6FC2DFFB2}"/>
              </a:ext>
            </a:extLst>
          </p:cNvPr>
          <p:cNvSpPr>
            <a:spLocks noGrp="1"/>
          </p:cNvSpPr>
          <p:nvPr>
            <p:ph type="dt" sz="half" idx="10"/>
          </p:nvPr>
        </p:nvSpPr>
        <p:spPr/>
        <p:txBody>
          <a:bodyPr/>
          <a:lstStyle/>
          <a:p>
            <a:fld id="{6DCFC228-F55D-4576-8FB6-16CEE6D775E9}"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04017F1D-D7C4-BB71-9443-A2E02E0049C4}"/>
              </a:ext>
            </a:extLst>
          </p:cNvPr>
          <p:cNvSpPr>
            <a:spLocks noGrp="1"/>
          </p:cNvSpPr>
          <p:nvPr>
            <p:ph type="sldNum" sz="quarter" idx="12"/>
          </p:nvPr>
        </p:nvSpPr>
        <p:spPr/>
        <p:txBody>
          <a:bodyPr/>
          <a:lstStyle/>
          <a:p>
            <a:fld id="{442AD375-037F-43D0-B059-5172DA06796A}" type="slidenum">
              <a:rPr lang="en-GB" noProof="0" smtClean="0"/>
              <a:pPr/>
              <a:t>66</a:t>
            </a:fld>
            <a:endParaRPr lang="en-GB" noProof="0" dirty="0"/>
          </a:p>
        </p:txBody>
      </p:sp>
      <p:sp>
        <p:nvSpPr>
          <p:cNvPr id="3253" name="TextBox 3252">
            <a:extLst>
              <a:ext uri="{FF2B5EF4-FFF2-40B4-BE49-F238E27FC236}">
                <a16:creationId xmlns:a16="http://schemas.microsoft.com/office/drawing/2014/main" id="{131DBCB3-F805-52B1-FF22-C261E41443A7}"/>
              </a:ext>
            </a:extLst>
          </p:cNvPr>
          <p:cNvSpPr txBox="1"/>
          <p:nvPr/>
        </p:nvSpPr>
        <p:spPr>
          <a:xfrm>
            <a:off x="5555940" y="457880"/>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2</a:t>
            </a:r>
          </a:p>
        </p:txBody>
      </p:sp>
      <p:grpSp>
        <p:nvGrpSpPr>
          <p:cNvPr id="661" name="Group 660">
            <a:extLst>
              <a:ext uri="{FF2B5EF4-FFF2-40B4-BE49-F238E27FC236}">
                <a16:creationId xmlns:a16="http://schemas.microsoft.com/office/drawing/2014/main" id="{4A6F6D6C-2DC9-1CF8-D41F-3C0A06025EE0}"/>
              </a:ext>
            </a:extLst>
          </p:cNvPr>
          <p:cNvGrpSpPr/>
          <p:nvPr/>
        </p:nvGrpSpPr>
        <p:grpSpPr>
          <a:xfrm>
            <a:off x="2924298" y="919026"/>
            <a:ext cx="6343403" cy="5448021"/>
            <a:chOff x="2556480" y="875247"/>
            <a:chExt cx="6343403" cy="5448021"/>
          </a:xfrm>
        </p:grpSpPr>
        <p:grpSp>
          <p:nvGrpSpPr>
            <p:cNvPr id="660" name="Group 659">
              <a:extLst>
                <a:ext uri="{FF2B5EF4-FFF2-40B4-BE49-F238E27FC236}">
                  <a16:creationId xmlns:a16="http://schemas.microsoft.com/office/drawing/2014/main" id="{DE4EE353-0B7C-4BCD-1B68-83A9199DBD9D}"/>
                </a:ext>
              </a:extLst>
            </p:cNvPr>
            <p:cNvGrpSpPr/>
            <p:nvPr/>
          </p:nvGrpSpPr>
          <p:grpSpPr>
            <a:xfrm>
              <a:off x="2556480" y="875247"/>
              <a:ext cx="6343403" cy="5448021"/>
              <a:chOff x="2556480" y="875247"/>
              <a:chExt cx="6343403" cy="5448021"/>
            </a:xfrm>
          </p:grpSpPr>
          <p:grpSp>
            <p:nvGrpSpPr>
              <p:cNvPr id="659" name="Group 658">
                <a:extLst>
                  <a:ext uri="{FF2B5EF4-FFF2-40B4-BE49-F238E27FC236}">
                    <a16:creationId xmlns:a16="http://schemas.microsoft.com/office/drawing/2014/main" id="{7D729E76-E945-75CA-87A0-9A786C97F7A5}"/>
                  </a:ext>
                </a:extLst>
              </p:cNvPr>
              <p:cNvGrpSpPr/>
              <p:nvPr/>
            </p:nvGrpSpPr>
            <p:grpSpPr>
              <a:xfrm>
                <a:off x="6091572" y="875247"/>
                <a:ext cx="2808311" cy="5448021"/>
                <a:chOff x="6884827" y="875247"/>
                <a:chExt cx="2808311" cy="5448021"/>
              </a:xfrm>
            </p:grpSpPr>
            <p:grpSp>
              <p:nvGrpSpPr>
                <p:cNvPr id="3206" name="Group 3205">
                  <a:extLst>
                    <a:ext uri="{FF2B5EF4-FFF2-40B4-BE49-F238E27FC236}">
                      <a16:creationId xmlns:a16="http://schemas.microsoft.com/office/drawing/2014/main" id="{14C59549-578A-A38A-793F-505D8935F82D}"/>
                    </a:ext>
                  </a:extLst>
                </p:cNvPr>
                <p:cNvGrpSpPr/>
                <p:nvPr/>
              </p:nvGrpSpPr>
              <p:grpSpPr>
                <a:xfrm>
                  <a:off x="6884827" y="875247"/>
                  <a:ext cx="2808311" cy="2528830"/>
                  <a:chOff x="4511822" y="1268760"/>
                  <a:chExt cx="3168351" cy="3312366"/>
                </a:xfrm>
              </p:grpSpPr>
              <p:sp>
                <p:nvSpPr>
                  <p:cNvPr id="3208" name="Rectangle: Rounded Corners 3207">
                    <a:extLst>
                      <a:ext uri="{FF2B5EF4-FFF2-40B4-BE49-F238E27FC236}">
                        <a16:creationId xmlns:a16="http://schemas.microsoft.com/office/drawing/2014/main" id="{7779C2BE-A75F-B002-21D4-8357D370B26E}"/>
                      </a:ext>
                    </a:extLst>
                  </p:cNvPr>
                  <p:cNvSpPr/>
                  <p:nvPr/>
                </p:nvSpPr>
                <p:spPr>
                  <a:xfrm>
                    <a:off x="4511822" y="1268760"/>
                    <a:ext cx="3168351" cy="3312366"/>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223" name="Graphic 3222" descr="Deciduous tree with solid fill">
                    <a:extLst>
                      <a:ext uri="{FF2B5EF4-FFF2-40B4-BE49-F238E27FC236}">
                        <a16:creationId xmlns:a16="http://schemas.microsoft.com/office/drawing/2014/main" id="{26A8FB3E-3FBE-692A-6E0E-4CCEBD162A1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72607" y="2435099"/>
                    <a:ext cx="914400" cy="914399"/>
                  </a:xfrm>
                  <a:prstGeom prst="rect">
                    <a:avLst/>
                  </a:prstGeom>
                  <a:effectLst>
                    <a:outerShdw blurRad="50800" dist="38100" dir="2700000" algn="tl" rotWithShape="0">
                      <a:prstClr val="black">
                        <a:alpha val="40000"/>
                      </a:prstClr>
                    </a:outerShdw>
                  </a:effectLst>
                </p:spPr>
              </p:pic>
              <p:pic>
                <p:nvPicPr>
                  <p:cNvPr id="3224" name="Graphic 3223" descr="Deciduous tree with solid fill">
                    <a:extLst>
                      <a:ext uri="{FF2B5EF4-FFF2-40B4-BE49-F238E27FC236}">
                        <a16:creationId xmlns:a16="http://schemas.microsoft.com/office/drawing/2014/main" id="{F4E7DDEC-A165-5ABB-3124-6F783747D8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31780" y="1877604"/>
                    <a:ext cx="914400" cy="914399"/>
                  </a:xfrm>
                  <a:prstGeom prst="rect">
                    <a:avLst/>
                  </a:prstGeom>
                  <a:effectLst>
                    <a:outerShdw blurRad="50800" dist="38100" dir="2700000" algn="tl" rotWithShape="0">
                      <a:prstClr val="black">
                        <a:alpha val="40000"/>
                      </a:prstClr>
                    </a:outerShdw>
                  </a:effectLst>
                </p:spPr>
              </p:pic>
              <p:pic>
                <p:nvPicPr>
                  <p:cNvPr id="3225" name="Graphic 3224" descr="Deciduous tree with solid fill">
                    <a:extLst>
                      <a:ext uri="{FF2B5EF4-FFF2-40B4-BE49-F238E27FC236}">
                        <a16:creationId xmlns:a16="http://schemas.microsoft.com/office/drawing/2014/main" id="{062C90F8-C5DC-9181-0A3B-14136848CD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444568" y="2672572"/>
                    <a:ext cx="914400" cy="914399"/>
                  </a:xfrm>
                  <a:prstGeom prst="rect">
                    <a:avLst/>
                  </a:prstGeom>
                  <a:effectLst>
                    <a:outerShdw blurRad="50800" dist="38100" dir="2700000" algn="tl" rotWithShape="0">
                      <a:prstClr val="black">
                        <a:alpha val="40000"/>
                      </a:prstClr>
                    </a:outerShdw>
                  </a:effectLst>
                </p:spPr>
              </p:pic>
              <p:pic>
                <p:nvPicPr>
                  <p:cNvPr id="3226" name="Graphic 3225" descr="Deciduous tree with solid fill">
                    <a:extLst>
                      <a:ext uri="{FF2B5EF4-FFF2-40B4-BE49-F238E27FC236}">
                        <a16:creationId xmlns:a16="http://schemas.microsoft.com/office/drawing/2014/main" id="{B3749832-2E5B-4EFC-A73F-94B62542F1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47788" y="2080547"/>
                    <a:ext cx="914400" cy="914399"/>
                  </a:xfrm>
                  <a:prstGeom prst="rect">
                    <a:avLst/>
                  </a:prstGeom>
                  <a:effectLst>
                    <a:outerShdw blurRad="50800" dist="38100" dir="2700000" algn="tl" rotWithShape="0">
                      <a:prstClr val="black">
                        <a:alpha val="40000"/>
                      </a:prstClr>
                    </a:outerShdw>
                  </a:effectLst>
                </p:spPr>
              </p:pic>
              <p:pic>
                <p:nvPicPr>
                  <p:cNvPr id="3227" name="Graphic 3226" descr="Deciduous tree with solid fill">
                    <a:extLst>
                      <a:ext uri="{FF2B5EF4-FFF2-40B4-BE49-F238E27FC236}">
                        <a16:creationId xmlns:a16="http://schemas.microsoft.com/office/drawing/2014/main" id="{3C844C27-3E1A-BCFE-ED8D-4869AF1E31A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75755" y="2547060"/>
                    <a:ext cx="914400" cy="914399"/>
                  </a:xfrm>
                  <a:prstGeom prst="rect">
                    <a:avLst/>
                  </a:prstGeom>
                  <a:effectLst>
                    <a:outerShdw blurRad="50800" dist="38100" dir="2700000" algn="tl" rotWithShape="0">
                      <a:prstClr val="black">
                        <a:alpha val="40000"/>
                      </a:prstClr>
                    </a:outerShdw>
                  </a:effectLst>
                </p:spPr>
              </p:pic>
              <p:pic>
                <p:nvPicPr>
                  <p:cNvPr id="3228" name="Graphic 3227" descr="Deciduous tree with solid fill">
                    <a:extLst>
                      <a:ext uri="{FF2B5EF4-FFF2-40B4-BE49-F238E27FC236}">
                        <a16:creationId xmlns:a16="http://schemas.microsoft.com/office/drawing/2014/main" id="{5AB3BFB5-E0C3-410E-0BF2-1EFFC5E6DF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47747" y="3203783"/>
                    <a:ext cx="914400" cy="914399"/>
                  </a:xfrm>
                  <a:prstGeom prst="rect">
                    <a:avLst/>
                  </a:prstGeom>
                  <a:effectLst>
                    <a:outerShdw blurRad="50800" dist="38100" dir="2700000" algn="tl" rotWithShape="0">
                      <a:prstClr val="black">
                        <a:alpha val="40000"/>
                      </a:prstClr>
                    </a:outerShdw>
                  </a:effectLst>
                </p:spPr>
              </p:pic>
              <p:pic>
                <p:nvPicPr>
                  <p:cNvPr id="3229" name="Graphic 3228" descr="Deciduous tree with solid fill">
                    <a:extLst>
                      <a:ext uri="{FF2B5EF4-FFF2-40B4-BE49-F238E27FC236}">
                        <a16:creationId xmlns:a16="http://schemas.microsoft.com/office/drawing/2014/main" id="{B9C1D267-F152-CEB7-0C93-2EC4CBC2F1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15880" y="3068960"/>
                    <a:ext cx="914400" cy="914399"/>
                  </a:xfrm>
                  <a:prstGeom prst="rect">
                    <a:avLst/>
                  </a:prstGeom>
                  <a:effectLst>
                    <a:outerShdw blurRad="50800" dist="38100" dir="2700000" algn="tl" rotWithShape="0">
                      <a:prstClr val="black">
                        <a:alpha val="40000"/>
                      </a:prstClr>
                    </a:outerShdw>
                  </a:effectLst>
                </p:spPr>
              </p:pic>
            </p:grpSp>
            <p:grpSp>
              <p:nvGrpSpPr>
                <p:cNvPr id="3239" name="Group 3238">
                  <a:extLst>
                    <a:ext uri="{FF2B5EF4-FFF2-40B4-BE49-F238E27FC236}">
                      <a16:creationId xmlns:a16="http://schemas.microsoft.com/office/drawing/2014/main" id="{5A3A3D10-4616-4F4F-766F-9E61166313F4}"/>
                    </a:ext>
                  </a:extLst>
                </p:cNvPr>
                <p:cNvGrpSpPr/>
                <p:nvPr/>
              </p:nvGrpSpPr>
              <p:grpSpPr>
                <a:xfrm>
                  <a:off x="6884827" y="3794438"/>
                  <a:ext cx="2808311" cy="2528830"/>
                  <a:chOff x="4511822" y="1268760"/>
                  <a:chExt cx="3168351" cy="3312366"/>
                </a:xfrm>
              </p:grpSpPr>
              <p:sp>
                <p:nvSpPr>
                  <p:cNvPr id="3240" name="Rectangle: Rounded Corners 3239">
                    <a:extLst>
                      <a:ext uri="{FF2B5EF4-FFF2-40B4-BE49-F238E27FC236}">
                        <a16:creationId xmlns:a16="http://schemas.microsoft.com/office/drawing/2014/main" id="{304710DF-A47D-D7A8-4D0F-B86F1252739A}"/>
                      </a:ext>
                    </a:extLst>
                  </p:cNvPr>
                  <p:cNvSpPr/>
                  <p:nvPr/>
                </p:nvSpPr>
                <p:spPr>
                  <a:xfrm>
                    <a:off x="4511822" y="1268760"/>
                    <a:ext cx="3168351" cy="3312366"/>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241" name="Graphic 3240" descr="Deciduous tree with solid fill">
                    <a:extLst>
                      <a:ext uri="{FF2B5EF4-FFF2-40B4-BE49-F238E27FC236}">
                        <a16:creationId xmlns:a16="http://schemas.microsoft.com/office/drawing/2014/main" id="{F260FEA1-DAEC-806B-3301-A848BA6DE0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2607" y="2435099"/>
                    <a:ext cx="914400" cy="914399"/>
                  </a:xfrm>
                  <a:prstGeom prst="rect">
                    <a:avLst/>
                  </a:prstGeom>
                  <a:effectLst>
                    <a:outerShdw blurRad="50800" dist="38100" dir="2700000" algn="tl" rotWithShape="0">
                      <a:prstClr val="black">
                        <a:alpha val="40000"/>
                      </a:prstClr>
                    </a:outerShdw>
                  </a:effectLst>
                </p:spPr>
              </p:pic>
              <p:pic>
                <p:nvPicPr>
                  <p:cNvPr id="3242" name="Graphic 3241" descr="Deciduous tree with solid fill">
                    <a:extLst>
                      <a:ext uri="{FF2B5EF4-FFF2-40B4-BE49-F238E27FC236}">
                        <a16:creationId xmlns:a16="http://schemas.microsoft.com/office/drawing/2014/main" id="{D3EA4218-8B61-93D5-7233-24B51FAB88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31780" y="1877604"/>
                    <a:ext cx="914400" cy="914399"/>
                  </a:xfrm>
                  <a:prstGeom prst="rect">
                    <a:avLst/>
                  </a:prstGeom>
                  <a:effectLst>
                    <a:outerShdw blurRad="50800" dist="38100" dir="2700000" algn="tl" rotWithShape="0">
                      <a:prstClr val="black">
                        <a:alpha val="40000"/>
                      </a:prstClr>
                    </a:outerShdw>
                  </a:effectLst>
                </p:spPr>
              </p:pic>
              <p:pic>
                <p:nvPicPr>
                  <p:cNvPr id="3243" name="Graphic 3242" descr="Deciduous tree with solid fill">
                    <a:extLst>
                      <a:ext uri="{FF2B5EF4-FFF2-40B4-BE49-F238E27FC236}">
                        <a16:creationId xmlns:a16="http://schemas.microsoft.com/office/drawing/2014/main" id="{C72C392A-E009-E4CB-6593-BB8932C3F2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44568" y="2672572"/>
                    <a:ext cx="914400" cy="914399"/>
                  </a:xfrm>
                  <a:prstGeom prst="rect">
                    <a:avLst/>
                  </a:prstGeom>
                  <a:effectLst>
                    <a:outerShdw blurRad="50800" dist="38100" dir="2700000" algn="tl" rotWithShape="0">
                      <a:prstClr val="black">
                        <a:alpha val="40000"/>
                      </a:prstClr>
                    </a:outerShdw>
                  </a:effectLst>
                </p:spPr>
              </p:pic>
              <p:pic>
                <p:nvPicPr>
                  <p:cNvPr id="3244" name="Graphic 3243" descr="Deciduous tree with solid fill">
                    <a:extLst>
                      <a:ext uri="{FF2B5EF4-FFF2-40B4-BE49-F238E27FC236}">
                        <a16:creationId xmlns:a16="http://schemas.microsoft.com/office/drawing/2014/main" id="{07F57000-994A-639F-CAFA-4FF2ED6703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47788" y="2080547"/>
                    <a:ext cx="914400" cy="914399"/>
                  </a:xfrm>
                  <a:prstGeom prst="rect">
                    <a:avLst/>
                  </a:prstGeom>
                  <a:effectLst>
                    <a:outerShdw blurRad="50800" dist="38100" dir="2700000" algn="tl" rotWithShape="0">
                      <a:prstClr val="black">
                        <a:alpha val="40000"/>
                      </a:prstClr>
                    </a:outerShdw>
                  </a:effectLst>
                </p:spPr>
              </p:pic>
              <p:pic>
                <p:nvPicPr>
                  <p:cNvPr id="3245" name="Graphic 3244" descr="Deciduous tree with solid fill">
                    <a:extLst>
                      <a:ext uri="{FF2B5EF4-FFF2-40B4-BE49-F238E27FC236}">
                        <a16:creationId xmlns:a16="http://schemas.microsoft.com/office/drawing/2014/main" id="{36A3301D-18F7-A24D-93B9-973280D5736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75755" y="2547060"/>
                    <a:ext cx="914400" cy="914399"/>
                  </a:xfrm>
                  <a:prstGeom prst="rect">
                    <a:avLst/>
                  </a:prstGeom>
                  <a:effectLst>
                    <a:outerShdw blurRad="50800" dist="38100" dir="2700000" algn="tl" rotWithShape="0">
                      <a:prstClr val="black">
                        <a:alpha val="40000"/>
                      </a:prstClr>
                    </a:outerShdw>
                  </a:effectLst>
                </p:spPr>
              </p:pic>
              <p:pic>
                <p:nvPicPr>
                  <p:cNvPr id="3246" name="Graphic 3245" descr="Deciduous tree with solid fill">
                    <a:extLst>
                      <a:ext uri="{FF2B5EF4-FFF2-40B4-BE49-F238E27FC236}">
                        <a16:creationId xmlns:a16="http://schemas.microsoft.com/office/drawing/2014/main" id="{6E58F9E3-4B00-45D1-DDE2-8991C49CED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47747" y="3203783"/>
                    <a:ext cx="914400" cy="914399"/>
                  </a:xfrm>
                  <a:prstGeom prst="rect">
                    <a:avLst/>
                  </a:prstGeom>
                  <a:effectLst>
                    <a:outerShdw blurRad="50800" dist="38100" dir="2700000" algn="tl" rotWithShape="0">
                      <a:prstClr val="black">
                        <a:alpha val="40000"/>
                      </a:prstClr>
                    </a:outerShdw>
                  </a:effectLst>
                </p:spPr>
              </p:pic>
              <p:pic>
                <p:nvPicPr>
                  <p:cNvPr id="3247" name="Graphic 3246" descr="Deciduous tree with solid fill">
                    <a:extLst>
                      <a:ext uri="{FF2B5EF4-FFF2-40B4-BE49-F238E27FC236}">
                        <a16:creationId xmlns:a16="http://schemas.microsoft.com/office/drawing/2014/main" id="{9A37A5E4-3B18-0CEB-9B41-E011D7A7F5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15880" y="3068960"/>
                    <a:ext cx="914400" cy="914399"/>
                  </a:xfrm>
                  <a:prstGeom prst="rect">
                    <a:avLst/>
                  </a:prstGeom>
                  <a:effectLst>
                    <a:outerShdw blurRad="50800" dist="38100" dir="2700000" algn="tl" rotWithShape="0">
                      <a:prstClr val="black">
                        <a:alpha val="40000"/>
                      </a:prstClr>
                    </a:outerShdw>
                  </a:effectLst>
                </p:spPr>
              </p:pic>
            </p:grpSp>
            <p:sp>
              <p:nvSpPr>
                <p:cNvPr id="3259" name="TextBox 3258">
                  <a:extLst>
                    <a:ext uri="{FF2B5EF4-FFF2-40B4-BE49-F238E27FC236}">
                      <a16:creationId xmlns:a16="http://schemas.microsoft.com/office/drawing/2014/main" id="{732F4E35-E5B4-E537-BF7B-C2A6F0871CCD}"/>
                    </a:ext>
                  </a:extLst>
                </p:cNvPr>
                <p:cNvSpPr txBox="1"/>
                <p:nvPr/>
              </p:nvSpPr>
              <p:spPr>
                <a:xfrm>
                  <a:off x="7032105"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pic>
              <p:nvPicPr>
                <p:cNvPr id="656" name="Graphic 655" descr="Sort with solid fill">
                  <a:extLst>
                    <a:ext uri="{FF2B5EF4-FFF2-40B4-BE49-F238E27FC236}">
                      <a16:creationId xmlns:a16="http://schemas.microsoft.com/office/drawing/2014/main" id="{F7657763-5CE5-845A-E79A-C57AFF7EFBD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89051" y="3179815"/>
                  <a:ext cx="914400" cy="914400"/>
                </a:xfrm>
                <a:prstGeom prst="rect">
                  <a:avLst/>
                </a:prstGeom>
                <a:effectLst>
                  <a:outerShdw blurRad="50800" dist="38100" dir="2700000" algn="tl" rotWithShape="0">
                    <a:prstClr val="black">
                      <a:alpha val="40000"/>
                    </a:prstClr>
                  </a:outerShdw>
                </a:effectLst>
              </p:spPr>
            </p:pic>
          </p:grpSp>
          <p:grpSp>
            <p:nvGrpSpPr>
              <p:cNvPr id="658" name="Group 657">
                <a:extLst>
                  <a:ext uri="{FF2B5EF4-FFF2-40B4-BE49-F238E27FC236}">
                    <a16:creationId xmlns:a16="http://schemas.microsoft.com/office/drawing/2014/main" id="{E6AC0BDA-F446-0DBA-05A1-E187731F6D61}"/>
                  </a:ext>
                </a:extLst>
              </p:cNvPr>
              <p:cNvGrpSpPr/>
              <p:nvPr/>
            </p:nvGrpSpPr>
            <p:grpSpPr>
              <a:xfrm>
                <a:off x="2556480" y="914118"/>
                <a:ext cx="2808311" cy="5409150"/>
                <a:chOff x="1847527" y="900170"/>
                <a:chExt cx="2808311" cy="5409150"/>
              </a:xfrm>
            </p:grpSpPr>
            <p:grpSp>
              <p:nvGrpSpPr>
                <p:cNvPr id="3230" name="Group 3229">
                  <a:extLst>
                    <a:ext uri="{FF2B5EF4-FFF2-40B4-BE49-F238E27FC236}">
                      <a16:creationId xmlns:a16="http://schemas.microsoft.com/office/drawing/2014/main" id="{A4545DF6-A81F-026A-7A1D-909C47188CC8}"/>
                    </a:ext>
                  </a:extLst>
                </p:cNvPr>
                <p:cNvGrpSpPr/>
                <p:nvPr/>
              </p:nvGrpSpPr>
              <p:grpSpPr>
                <a:xfrm>
                  <a:off x="1847527" y="3780490"/>
                  <a:ext cx="2808311" cy="2528830"/>
                  <a:chOff x="4511822" y="1268760"/>
                  <a:chExt cx="3168351" cy="3312366"/>
                </a:xfrm>
              </p:grpSpPr>
              <p:sp>
                <p:nvSpPr>
                  <p:cNvPr id="3231" name="Rectangle: Rounded Corners 3230">
                    <a:extLst>
                      <a:ext uri="{FF2B5EF4-FFF2-40B4-BE49-F238E27FC236}">
                        <a16:creationId xmlns:a16="http://schemas.microsoft.com/office/drawing/2014/main" id="{EFB60CEC-4396-886E-4F1A-5940F9446CC3}"/>
                      </a:ext>
                    </a:extLst>
                  </p:cNvPr>
                  <p:cNvSpPr/>
                  <p:nvPr/>
                </p:nvSpPr>
                <p:spPr>
                  <a:xfrm>
                    <a:off x="4511822" y="1268760"/>
                    <a:ext cx="3168351" cy="3312366"/>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232" name="Graphic 3231" descr="Deciduous tree with solid fill">
                    <a:extLst>
                      <a:ext uri="{FF2B5EF4-FFF2-40B4-BE49-F238E27FC236}">
                        <a16:creationId xmlns:a16="http://schemas.microsoft.com/office/drawing/2014/main" id="{F394F345-3B79-9909-EC35-D3B55FD27F9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72607" y="2435099"/>
                    <a:ext cx="914400" cy="914399"/>
                  </a:xfrm>
                  <a:prstGeom prst="rect">
                    <a:avLst/>
                  </a:prstGeom>
                  <a:effectLst>
                    <a:outerShdw blurRad="50800" dist="38100" dir="2700000" algn="tl" rotWithShape="0">
                      <a:prstClr val="black">
                        <a:alpha val="40000"/>
                      </a:prstClr>
                    </a:outerShdw>
                  </a:effectLst>
                </p:spPr>
              </p:pic>
              <p:pic>
                <p:nvPicPr>
                  <p:cNvPr id="3233" name="Graphic 3232" descr="Deciduous tree with solid fill">
                    <a:extLst>
                      <a:ext uri="{FF2B5EF4-FFF2-40B4-BE49-F238E27FC236}">
                        <a16:creationId xmlns:a16="http://schemas.microsoft.com/office/drawing/2014/main" id="{E395ED2F-4CE5-431D-9E3E-B9B0FA0DB1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31780" y="1877604"/>
                    <a:ext cx="914400" cy="914399"/>
                  </a:xfrm>
                  <a:prstGeom prst="rect">
                    <a:avLst/>
                  </a:prstGeom>
                  <a:effectLst>
                    <a:outerShdw blurRad="50800" dist="38100" dir="2700000" algn="tl" rotWithShape="0">
                      <a:prstClr val="black">
                        <a:alpha val="40000"/>
                      </a:prstClr>
                    </a:outerShdw>
                  </a:effectLst>
                </p:spPr>
              </p:pic>
              <p:pic>
                <p:nvPicPr>
                  <p:cNvPr id="3234" name="Graphic 3233" descr="Deciduous tree with solid fill">
                    <a:extLst>
                      <a:ext uri="{FF2B5EF4-FFF2-40B4-BE49-F238E27FC236}">
                        <a16:creationId xmlns:a16="http://schemas.microsoft.com/office/drawing/2014/main" id="{090BFF21-154C-D341-DADE-6442538B00B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444568" y="2672572"/>
                    <a:ext cx="914400" cy="914399"/>
                  </a:xfrm>
                  <a:prstGeom prst="rect">
                    <a:avLst/>
                  </a:prstGeom>
                  <a:effectLst>
                    <a:outerShdw blurRad="50800" dist="38100" dir="2700000" algn="tl" rotWithShape="0">
                      <a:prstClr val="black">
                        <a:alpha val="40000"/>
                      </a:prstClr>
                    </a:outerShdw>
                  </a:effectLst>
                </p:spPr>
              </p:pic>
              <p:pic>
                <p:nvPicPr>
                  <p:cNvPr id="3235" name="Graphic 3234" descr="Deciduous tree with solid fill">
                    <a:extLst>
                      <a:ext uri="{FF2B5EF4-FFF2-40B4-BE49-F238E27FC236}">
                        <a16:creationId xmlns:a16="http://schemas.microsoft.com/office/drawing/2014/main" id="{CB8969B3-AB7F-5F6A-E53E-3021F9AC27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47788" y="2080547"/>
                    <a:ext cx="914400" cy="914399"/>
                  </a:xfrm>
                  <a:prstGeom prst="rect">
                    <a:avLst/>
                  </a:prstGeom>
                  <a:effectLst>
                    <a:outerShdw blurRad="50800" dist="38100" dir="2700000" algn="tl" rotWithShape="0">
                      <a:prstClr val="black">
                        <a:alpha val="40000"/>
                      </a:prstClr>
                    </a:outerShdw>
                  </a:effectLst>
                </p:spPr>
              </p:pic>
              <p:pic>
                <p:nvPicPr>
                  <p:cNvPr id="3236" name="Graphic 3235" descr="Deciduous tree with solid fill">
                    <a:extLst>
                      <a:ext uri="{FF2B5EF4-FFF2-40B4-BE49-F238E27FC236}">
                        <a16:creationId xmlns:a16="http://schemas.microsoft.com/office/drawing/2014/main" id="{31184FC4-4448-4D7C-773B-8A30F549BD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75755" y="2547060"/>
                    <a:ext cx="914400" cy="914399"/>
                  </a:xfrm>
                  <a:prstGeom prst="rect">
                    <a:avLst/>
                  </a:prstGeom>
                  <a:effectLst>
                    <a:outerShdw blurRad="50800" dist="38100" dir="2700000" algn="tl" rotWithShape="0">
                      <a:prstClr val="black">
                        <a:alpha val="40000"/>
                      </a:prstClr>
                    </a:outerShdw>
                  </a:effectLst>
                </p:spPr>
              </p:pic>
              <p:pic>
                <p:nvPicPr>
                  <p:cNvPr id="3237" name="Graphic 3236" descr="Deciduous tree with solid fill">
                    <a:extLst>
                      <a:ext uri="{FF2B5EF4-FFF2-40B4-BE49-F238E27FC236}">
                        <a16:creationId xmlns:a16="http://schemas.microsoft.com/office/drawing/2014/main" id="{1827A271-268C-151D-54A4-D5F5110543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47747" y="3203783"/>
                    <a:ext cx="914400" cy="914399"/>
                  </a:xfrm>
                  <a:prstGeom prst="rect">
                    <a:avLst/>
                  </a:prstGeom>
                  <a:effectLst>
                    <a:outerShdw blurRad="50800" dist="38100" dir="2700000" algn="tl" rotWithShape="0">
                      <a:prstClr val="black">
                        <a:alpha val="40000"/>
                      </a:prstClr>
                    </a:outerShdw>
                  </a:effectLst>
                </p:spPr>
              </p:pic>
              <p:pic>
                <p:nvPicPr>
                  <p:cNvPr id="3238" name="Graphic 3237" descr="Deciduous tree with solid fill">
                    <a:extLst>
                      <a:ext uri="{FF2B5EF4-FFF2-40B4-BE49-F238E27FC236}">
                        <a16:creationId xmlns:a16="http://schemas.microsoft.com/office/drawing/2014/main" id="{E8C5FB75-DFEB-C175-A3BD-6C7ECD98D4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15880" y="3068960"/>
                    <a:ext cx="914400" cy="914399"/>
                  </a:xfrm>
                  <a:prstGeom prst="rect">
                    <a:avLst/>
                  </a:prstGeom>
                  <a:effectLst>
                    <a:outerShdw blurRad="50800" dist="38100" dir="2700000" algn="tl" rotWithShape="0">
                      <a:prstClr val="black">
                        <a:alpha val="40000"/>
                      </a:prstClr>
                    </a:outerShdw>
                  </a:effectLst>
                </p:spPr>
              </p:pic>
            </p:grpSp>
            <p:grpSp>
              <p:nvGrpSpPr>
                <p:cNvPr id="3212" name="Group 3211">
                  <a:extLst>
                    <a:ext uri="{FF2B5EF4-FFF2-40B4-BE49-F238E27FC236}">
                      <a16:creationId xmlns:a16="http://schemas.microsoft.com/office/drawing/2014/main" id="{B61F3396-7D5C-34BF-5949-48E88C37C066}"/>
                    </a:ext>
                  </a:extLst>
                </p:cNvPr>
                <p:cNvGrpSpPr/>
                <p:nvPr/>
              </p:nvGrpSpPr>
              <p:grpSpPr>
                <a:xfrm>
                  <a:off x="1847527" y="900170"/>
                  <a:ext cx="2808311" cy="2528830"/>
                  <a:chOff x="4511822" y="1268760"/>
                  <a:chExt cx="3168351" cy="3312366"/>
                </a:xfrm>
              </p:grpSpPr>
              <p:sp>
                <p:nvSpPr>
                  <p:cNvPr id="3213" name="Rectangle: Rounded Corners 3212">
                    <a:extLst>
                      <a:ext uri="{FF2B5EF4-FFF2-40B4-BE49-F238E27FC236}">
                        <a16:creationId xmlns:a16="http://schemas.microsoft.com/office/drawing/2014/main" id="{A0461C18-C557-9497-47DC-9C9F86061D39}"/>
                      </a:ext>
                    </a:extLst>
                  </p:cNvPr>
                  <p:cNvSpPr/>
                  <p:nvPr/>
                </p:nvSpPr>
                <p:spPr>
                  <a:xfrm>
                    <a:off x="4511822" y="1268760"/>
                    <a:ext cx="3168351" cy="3312366"/>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214" name="Graphic 3213" descr="Deciduous tree with solid fill">
                    <a:extLst>
                      <a:ext uri="{FF2B5EF4-FFF2-40B4-BE49-F238E27FC236}">
                        <a16:creationId xmlns:a16="http://schemas.microsoft.com/office/drawing/2014/main" id="{E188A9EA-EA68-A16C-33C3-C768D6DAED7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72607" y="2435099"/>
                    <a:ext cx="914400" cy="914399"/>
                  </a:xfrm>
                  <a:prstGeom prst="rect">
                    <a:avLst/>
                  </a:prstGeom>
                  <a:effectLst>
                    <a:outerShdw blurRad="50800" dist="38100" dir="2700000" algn="tl" rotWithShape="0">
                      <a:prstClr val="black">
                        <a:alpha val="40000"/>
                      </a:prstClr>
                    </a:outerShdw>
                  </a:effectLst>
                </p:spPr>
              </p:pic>
              <p:pic>
                <p:nvPicPr>
                  <p:cNvPr id="3215" name="Graphic 3214" descr="Deciduous tree with solid fill">
                    <a:extLst>
                      <a:ext uri="{FF2B5EF4-FFF2-40B4-BE49-F238E27FC236}">
                        <a16:creationId xmlns:a16="http://schemas.microsoft.com/office/drawing/2014/main" id="{B9A31EB1-2F5C-B9EA-E430-EAEBD92022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31780" y="1877604"/>
                    <a:ext cx="914400" cy="914399"/>
                  </a:xfrm>
                  <a:prstGeom prst="rect">
                    <a:avLst/>
                  </a:prstGeom>
                  <a:effectLst>
                    <a:outerShdw blurRad="50800" dist="38100" dir="2700000" algn="tl" rotWithShape="0">
                      <a:prstClr val="black">
                        <a:alpha val="40000"/>
                      </a:prstClr>
                    </a:outerShdw>
                  </a:effectLst>
                </p:spPr>
              </p:pic>
              <p:pic>
                <p:nvPicPr>
                  <p:cNvPr id="3216" name="Graphic 3215" descr="Deciduous tree with solid fill">
                    <a:extLst>
                      <a:ext uri="{FF2B5EF4-FFF2-40B4-BE49-F238E27FC236}">
                        <a16:creationId xmlns:a16="http://schemas.microsoft.com/office/drawing/2014/main" id="{79F1E93F-2818-ECC1-1D8A-11235097F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444568" y="2672572"/>
                    <a:ext cx="914400" cy="914399"/>
                  </a:xfrm>
                  <a:prstGeom prst="rect">
                    <a:avLst/>
                  </a:prstGeom>
                  <a:effectLst>
                    <a:outerShdw blurRad="50800" dist="38100" dir="2700000" algn="tl" rotWithShape="0">
                      <a:prstClr val="black">
                        <a:alpha val="40000"/>
                      </a:prstClr>
                    </a:outerShdw>
                  </a:effectLst>
                </p:spPr>
              </p:pic>
              <p:pic>
                <p:nvPicPr>
                  <p:cNvPr id="3217" name="Graphic 3216" descr="Deciduous tree with solid fill">
                    <a:extLst>
                      <a:ext uri="{FF2B5EF4-FFF2-40B4-BE49-F238E27FC236}">
                        <a16:creationId xmlns:a16="http://schemas.microsoft.com/office/drawing/2014/main" id="{BFBCD9BF-919F-9FAD-B951-8F2D5D8F332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47788" y="2080547"/>
                    <a:ext cx="914400" cy="914399"/>
                  </a:xfrm>
                  <a:prstGeom prst="rect">
                    <a:avLst/>
                  </a:prstGeom>
                  <a:effectLst>
                    <a:outerShdw blurRad="50800" dist="38100" dir="2700000" algn="tl" rotWithShape="0">
                      <a:prstClr val="black">
                        <a:alpha val="40000"/>
                      </a:prstClr>
                    </a:outerShdw>
                  </a:effectLst>
                </p:spPr>
              </p:pic>
              <p:pic>
                <p:nvPicPr>
                  <p:cNvPr id="3218" name="Graphic 3217" descr="Deciduous tree with solid fill">
                    <a:extLst>
                      <a:ext uri="{FF2B5EF4-FFF2-40B4-BE49-F238E27FC236}">
                        <a16:creationId xmlns:a16="http://schemas.microsoft.com/office/drawing/2014/main" id="{486BF86A-ACD2-59D4-2BDE-769DC38D378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75755" y="2547060"/>
                    <a:ext cx="914400" cy="914399"/>
                  </a:xfrm>
                  <a:prstGeom prst="rect">
                    <a:avLst/>
                  </a:prstGeom>
                  <a:effectLst>
                    <a:outerShdw blurRad="50800" dist="38100" dir="2700000" algn="tl" rotWithShape="0">
                      <a:prstClr val="black">
                        <a:alpha val="40000"/>
                      </a:prstClr>
                    </a:outerShdw>
                  </a:effectLst>
                </p:spPr>
              </p:pic>
              <p:pic>
                <p:nvPicPr>
                  <p:cNvPr id="3219" name="Graphic 3218" descr="Deciduous tree with solid fill">
                    <a:extLst>
                      <a:ext uri="{FF2B5EF4-FFF2-40B4-BE49-F238E27FC236}">
                        <a16:creationId xmlns:a16="http://schemas.microsoft.com/office/drawing/2014/main" id="{C11AB00E-7BC1-3EAC-D460-110DA6D997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7747" y="3203783"/>
                    <a:ext cx="914400" cy="914399"/>
                  </a:xfrm>
                  <a:prstGeom prst="rect">
                    <a:avLst/>
                  </a:prstGeom>
                  <a:effectLst>
                    <a:outerShdw blurRad="50800" dist="38100" dir="2700000" algn="tl" rotWithShape="0">
                      <a:prstClr val="black">
                        <a:alpha val="40000"/>
                      </a:prstClr>
                    </a:outerShdw>
                  </a:effectLst>
                </p:spPr>
              </p:pic>
              <p:pic>
                <p:nvPicPr>
                  <p:cNvPr id="3220" name="Graphic 3219" descr="Deciduous tree with solid fill">
                    <a:extLst>
                      <a:ext uri="{FF2B5EF4-FFF2-40B4-BE49-F238E27FC236}">
                        <a16:creationId xmlns:a16="http://schemas.microsoft.com/office/drawing/2014/main" id="{FBDF95F7-D5F1-84F8-B7F0-9F179E9083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15880" y="3068960"/>
                    <a:ext cx="914400" cy="914399"/>
                  </a:xfrm>
                  <a:prstGeom prst="rect">
                    <a:avLst/>
                  </a:prstGeom>
                  <a:effectLst>
                    <a:outerShdw blurRad="50800" dist="38100" dir="2700000" algn="tl" rotWithShape="0">
                      <a:prstClr val="black">
                        <a:alpha val="40000"/>
                      </a:prstClr>
                    </a:outerShdw>
                  </a:effectLst>
                </p:spPr>
              </p:pic>
            </p:grpSp>
            <p:sp>
              <p:nvSpPr>
                <p:cNvPr id="3257" name="TextBox 3256">
                  <a:extLst>
                    <a:ext uri="{FF2B5EF4-FFF2-40B4-BE49-F238E27FC236}">
                      <a16:creationId xmlns:a16="http://schemas.microsoft.com/office/drawing/2014/main" id="{4B7E64D6-0A2D-7178-E6B5-BFD3B9F9AD46}"/>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3261" name="TextBox 3260">
                  <a:extLst>
                    <a:ext uri="{FF2B5EF4-FFF2-40B4-BE49-F238E27FC236}">
                      <a16:creationId xmlns:a16="http://schemas.microsoft.com/office/drawing/2014/main" id="{E1629657-EEDC-1831-548C-31D56B602974}"/>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pic>
              <p:nvPicPr>
                <p:cNvPr id="650" name="Graphic 649" descr="Sort with solid fill">
                  <a:extLst>
                    <a:ext uri="{FF2B5EF4-FFF2-40B4-BE49-F238E27FC236}">
                      <a16:creationId xmlns:a16="http://schemas.microsoft.com/office/drawing/2014/main" id="{99DD91C4-18F5-401F-15D4-1C84122C35C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18244" y="3175189"/>
                  <a:ext cx="914400" cy="914400"/>
                </a:xfrm>
                <a:prstGeom prst="rect">
                  <a:avLst/>
                </a:prstGeom>
                <a:effectLst>
                  <a:outerShdw blurRad="50800" dist="38100" dir="2700000" algn="tl" rotWithShape="0">
                    <a:prstClr val="black">
                      <a:alpha val="40000"/>
                    </a:prstClr>
                  </a:outerShdw>
                </a:effectLst>
              </p:spPr>
            </p:pic>
          </p:grpSp>
        </p:grpSp>
        <p:pic>
          <p:nvPicPr>
            <p:cNvPr id="652" name="Graphic 651" descr="Sort with solid fill">
              <a:extLst>
                <a:ext uri="{FF2B5EF4-FFF2-40B4-BE49-F238E27FC236}">
                  <a16:creationId xmlns:a16="http://schemas.microsoft.com/office/drawing/2014/main" id="{23BDDA55-F28A-196A-3322-3E50B2B54A7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654" name="Graphic 653" descr="Sort with solid fill">
              <a:extLst>
                <a:ext uri="{FF2B5EF4-FFF2-40B4-BE49-F238E27FC236}">
                  <a16:creationId xmlns:a16="http://schemas.microsoft.com/office/drawing/2014/main" id="{69E6B3EB-A2D8-4D1C-4E47-88C91C104BF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sp>
        <p:nvSpPr>
          <p:cNvPr id="663" name="TextBox 662">
            <a:extLst>
              <a:ext uri="{FF2B5EF4-FFF2-40B4-BE49-F238E27FC236}">
                <a16:creationId xmlns:a16="http://schemas.microsoft.com/office/drawing/2014/main" id="{D44F1833-B280-0EBC-BAB7-0EFE7DC75C16}"/>
              </a:ext>
            </a:extLst>
          </p:cNvPr>
          <p:cNvSpPr txBox="1"/>
          <p:nvPr/>
        </p:nvSpPr>
        <p:spPr>
          <a:xfrm>
            <a:off x="6606668" y="397089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err="1"/>
              <a:t>Px</a:t>
            </a:r>
            <a:endParaRPr lang="en-CH" sz="3200" b="1" dirty="0"/>
          </a:p>
        </p:txBody>
      </p:sp>
    </p:spTree>
    <p:extLst>
      <p:ext uri="{BB962C8B-B14F-4D97-AF65-F5344CB8AC3E}">
        <p14:creationId xmlns:p14="http://schemas.microsoft.com/office/powerpoint/2010/main" val="26745576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41B2B-AD8C-8A1A-BB1B-033C827D2A84}"/>
              </a:ext>
            </a:extLst>
          </p:cNvPr>
          <p:cNvSpPr>
            <a:spLocks noGrp="1"/>
          </p:cNvSpPr>
          <p:nvPr>
            <p:ph type="title"/>
          </p:nvPr>
        </p:nvSpPr>
        <p:spPr/>
        <p:txBody>
          <a:bodyPr/>
          <a:lstStyle/>
          <a:p>
            <a:r>
              <a:rPr lang="en-US" dirty="0"/>
              <a:t>Method</a:t>
            </a:r>
            <a:endParaRPr lang="en-CH" dirty="0"/>
          </a:p>
        </p:txBody>
      </p:sp>
      <p:sp>
        <p:nvSpPr>
          <p:cNvPr id="3" name="Date Placeholder 2">
            <a:extLst>
              <a:ext uri="{FF2B5EF4-FFF2-40B4-BE49-F238E27FC236}">
                <a16:creationId xmlns:a16="http://schemas.microsoft.com/office/drawing/2014/main" id="{6C671C1E-4023-E922-26F4-C59182BE3BC7}"/>
              </a:ext>
            </a:extLst>
          </p:cNvPr>
          <p:cNvSpPr>
            <a:spLocks noGrp="1"/>
          </p:cNvSpPr>
          <p:nvPr>
            <p:ph type="dt" sz="half" idx="10"/>
          </p:nvPr>
        </p:nvSpPr>
        <p:spPr/>
        <p:txBody>
          <a:bodyPr/>
          <a:lstStyle/>
          <a:p>
            <a:fld id="{904CA506-7371-4F1E-85E1-8E8E5C8D40DE}"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A352F820-BD22-0EAC-CBB3-E7E499018CCF}"/>
              </a:ext>
            </a:extLst>
          </p:cNvPr>
          <p:cNvSpPr>
            <a:spLocks noGrp="1"/>
          </p:cNvSpPr>
          <p:nvPr>
            <p:ph type="sldNum" sz="quarter" idx="12"/>
          </p:nvPr>
        </p:nvSpPr>
        <p:spPr/>
        <p:txBody>
          <a:bodyPr/>
          <a:lstStyle/>
          <a:p>
            <a:fld id="{442AD375-037F-43D0-B059-5172DA06796A}" type="slidenum">
              <a:rPr lang="en-GB" noProof="0" smtClean="0"/>
              <a:pPr/>
              <a:t>67</a:t>
            </a:fld>
            <a:endParaRPr lang="en-GB" noProof="0" dirty="0"/>
          </a:p>
        </p:txBody>
      </p:sp>
      <p:grpSp>
        <p:nvGrpSpPr>
          <p:cNvPr id="6" name="Group 5">
            <a:extLst>
              <a:ext uri="{FF2B5EF4-FFF2-40B4-BE49-F238E27FC236}">
                <a16:creationId xmlns:a16="http://schemas.microsoft.com/office/drawing/2014/main" id="{2F071295-4A5B-5DA9-C300-E691FEDE84D9}"/>
              </a:ext>
            </a:extLst>
          </p:cNvPr>
          <p:cNvGrpSpPr/>
          <p:nvPr/>
        </p:nvGrpSpPr>
        <p:grpSpPr>
          <a:xfrm>
            <a:off x="2924298" y="919026"/>
            <a:ext cx="6343403" cy="5448021"/>
            <a:chOff x="2556480" y="875247"/>
            <a:chExt cx="6343403" cy="5448021"/>
          </a:xfrm>
        </p:grpSpPr>
        <p:grpSp>
          <p:nvGrpSpPr>
            <p:cNvPr id="7" name="Group 6">
              <a:extLst>
                <a:ext uri="{FF2B5EF4-FFF2-40B4-BE49-F238E27FC236}">
                  <a16:creationId xmlns:a16="http://schemas.microsoft.com/office/drawing/2014/main" id="{57F28BDE-8882-0384-268A-D5E43CD62A03}"/>
                </a:ext>
              </a:extLst>
            </p:cNvPr>
            <p:cNvGrpSpPr/>
            <p:nvPr/>
          </p:nvGrpSpPr>
          <p:grpSpPr>
            <a:xfrm>
              <a:off x="2556480" y="875247"/>
              <a:ext cx="6343403" cy="5448021"/>
              <a:chOff x="2556480" y="875247"/>
              <a:chExt cx="6343403" cy="5448021"/>
            </a:xfrm>
          </p:grpSpPr>
          <p:grpSp>
            <p:nvGrpSpPr>
              <p:cNvPr id="10" name="Group 9">
                <a:extLst>
                  <a:ext uri="{FF2B5EF4-FFF2-40B4-BE49-F238E27FC236}">
                    <a16:creationId xmlns:a16="http://schemas.microsoft.com/office/drawing/2014/main" id="{ED1087A6-2F3A-EE67-E11F-89CCD1D36179}"/>
                  </a:ext>
                </a:extLst>
              </p:cNvPr>
              <p:cNvGrpSpPr/>
              <p:nvPr/>
            </p:nvGrpSpPr>
            <p:grpSpPr>
              <a:xfrm>
                <a:off x="6091572" y="875247"/>
                <a:ext cx="2808311" cy="5448021"/>
                <a:chOff x="6884827" y="875247"/>
                <a:chExt cx="2808311" cy="5448021"/>
              </a:xfrm>
            </p:grpSpPr>
            <p:sp>
              <p:nvSpPr>
                <p:cNvPr id="46" name="Rectangle: Rounded Corners 45">
                  <a:extLst>
                    <a:ext uri="{FF2B5EF4-FFF2-40B4-BE49-F238E27FC236}">
                      <a16:creationId xmlns:a16="http://schemas.microsoft.com/office/drawing/2014/main" id="{38437F0D-3128-CDE3-B361-C2A8EAFC88F0}"/>
                    </a:ext>
                  </a:extLst>
                </p:cNvPr>
                <p:cNvSpPr/>
                <p:nvPr/>
              </p:nvSpPr>
              <p:spPr>
                <a:xfrm>
                  <a:off x="6884827" y="875247"/>
                  <a:ext cx="2808311" cy="2528830"/>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Rectangle: Rounded Corners 37">
                  <a:extLst>
                    <a:ext uri="{FF2B5EF4-FFF2-40B4-BE49-F238E27FC236}">
                      <a16:creationId xmlns:a16="http://schemas.microsoft.com/office/drawing/2014/main" id="{00F7DB4C-E90A-F658-F9DB-06FD97B5CC57}"/>
                    </a:ext>
                  </a:extLst>
                </p:cNvPr>
                <p:cNvSpPr/>
                <p:nvPr/>
              </p:nvSpPr>
              <p:spPr>
                <a:xfrm>
                  <a:off x="6884827" y="3794438"/>
                  <a:ext cx="2808311" cy="2528830"/>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TextBox 34">
                  <a:extLst>
                    <a:ext uri="{FF2B5EF4-FFF2-40B4-BE49-F238E27FC236}">
                      <a16:creationId xmlns:a16="http://schemas.microsoft.com/office/drawing/2014/main" id="{348233DA-1B4E-D78F-FD14-06755E81AFAD}"/>
                    </a:ext>
                  </a:extLst>
                </p:cNvPr>
                <p:cNvSpPr txBox="1"/>
                <p:nvPr/>
              </p:nvSpPr>
              <p:spPr>
                <a:xfrm>
                  <a:off x="7032105"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pic>
              <p:nvPicPr>
                <p:cNvPr id="37" name="Graphic 36" descr="Sort with solid fill">
                  <a:extLst>
                    <a:ext uri="{FF2B5EF4-FFF2-40B4-BE49-F238E27FC236}">
                      <a16:creationId xmlns:a16="http://schemas.microsoft.com/office/drawing/2014/main" id="{0D45F40F-180D-DC5D-9598-78A546FC0A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89051" y="3179815"/>
                  <a:ext cx="914400" cy="914400"/>
                </a:xfrm>
                <a:prstGeom prst="rect">
                  <a:avLst/>
                </a:prstGeom>
                <a:effectLst>
                  <a:outerShdw blurRad="50800" dist="38100" dir="2700000" algn="tl" rotWithShape="0">
                    <a:prstClr val="black">
                      <a:alpha val="40000"/>
                    </a:prstClr>
                  </a:outerShdw>
                </a:effectLst>
              </p:spPr>
            </p:pic>
          </p:grpSp>
          <p:grpSp>
            <p:nvGrpSpPr>
              <p:cNvPr id="11" name="Group 10">
                <a:extLst>
                  <a:ext uri="{FF2B5EF4-FFF2-40B4-BE49-F238E27FC236}">
                    <a16:creationId xmlns:a16="http://schemas.microsoft.com/office/drawing/2014/main" id="{49BAF59A-657C-C9F1-A28B-742C663EC743}"/>
                  </a:ext>
                </a:extLst>
              </p:cNvPr>
              <p:cNvGrpSpPr/>
              <p:nvPr/>
            </p:nvGrpSpPr>
            <p:grpSpPr>
              <a:xfrm>
                <a:off x="2556480" y="914118"/>
                <a:ext cx="2808311" cy="5409150"/>
                <a:chOff x="1847527" y="900170"/>
                <a:chExt cx="2808311" cy="5409150"/>
              </a:xfrm>
            </p:grpSpPr>
            <p:sp>
              <p:nvSpPr>
                <p:cNvPr id="25" name="Rectangle: Rounded Corners 24">
                  <a:extLst>
                    <a:ext uri="{FF2B5EF4-FFF2-40B4-BE49-F238E27FC236}">
                      <a16:creationId xmlns:a16="http://schemas.microsoft.com/office/drawing/2014/main" id="{BD74856A-797D-AA23-FDAC-681A411C71EE}"/>
                    </a:ext>
                  </a:extLst>
                </p:cNvPr>
                <p:cNvSpPr/>
                <p:nvPr/>
              </p:nvSpPr>
              <p:spPr>
                <a:xfrm>
                  <a:off x="1847527" y="3780490"/>
                  <a:ext cx="2808311" cy="2528830"/>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Rounded Corners 16">
                  <a:extLst>
                    <a:ext uri="{FF2B5EF4-FFF2-40B4-BE49-F238E27FC236}">
                      <a16:creationId xmlns:a16="http://schemas.microsoft.com/office/drawing/2014/main" id="{3C372721-11B5-14A2-24A6-62D42D55F159}"/>
                    </a:ext>
                  </a:extLst>
                </p:cNvPr>
                <p:cNvSpPr/>
                <p:nvPr/>
              </p:nvSpPr>
              <p:spPr>
                <a:xfrm>
                  <a:off x="1847527" y="900170"/>
                  <a:ext cx="2808311" cy="2528830"/>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D5D1C44F-12AA-91E3-8BB5-08C375E1B596}"/>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15" name="TextBox 14">
                  <a:extLst>
                    <a:ext uri="{FF2B5EF4-FFF2-40B4-BE49-F238E27FC236}">
                      <a16:creationId xmlns:a16="http://schemas.microsoft.com/office/drawing/2014/main" id="{1CD22B16-BF92-2CD3-73BB-0DA5AE13AFF3}"/>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pic>
              <p:nvPicPr>
                <p:cNvPr id="16" name="Graphic 15" descr="Sort with solid fill">
                  <a:extLst>
                    <a:ext uri="{FF2B5EF4-FFF2-40B4-BE49-F238E27FC236}">
                      <a16:creationId xmlns:a16="http://schemas.microsoft.com/office/drawing/2014/main" id="{B3F06FDD-1772-ADED-5BB2-CAB345A0951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18244" y="3175189"/>
                  <a:ext cx="914400" cy="914400"/>
                </a:xfrm>
                <a:prstGeom prst="rect">
                  <a:avLst/>
                </a:prstGeom>
                <a:effectLst>
                  <a:outerShdw blurRad="50800" dist="38100" dir="2700000" algn="tl" rotWithShape="0">
                    <a:prstClr val="black">
                      <a:alpha val="40000"/>
                    </a:prstClr>
                  </a:outerShdw>
                </a:effectLst>
              </p:spPr>
            </p:pic>
          </p:grpSp>
        </p:grpSp>
        <p:pic>
          <p:nvPicPr>
            <p:cNvPr id="8" name="Graphic 7" descr="Sort with solid fill">
              <a:extLst>
                <a:ext uri="{FF2B5EF4-FFF2-40B4-BE49-F238E27FC236}">
                  <a16:creationId xmlns:a16="http://schemas.microsoft.com/office/drawing/2014/main" id="{279E5B6D-6910-E4A9-D460-A56AB9ED1B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9" name="Graphic 8" descr="Sort with solid fill">
              <a:extLst>
                <a:ext uri="{FF2B5EF4-FFF2-40B4-BE49-F238E27FC236}">
                  <a16:creationId xmlns:a16="http://schemas.microsoft.com/office/drawing/2014/main" id="{C85C52A2-E136-B17D-3CC2-9422292D767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grpSp>
        <p:nvGrpSpPr>
          <p:cNvPr id="54" name="Group 53">
            <a:extLst>
              <a:ext uri="{FF2B5EF4-FFF2-40B4-BE49-F238E27FC236}">
                <a16:creationId xmlns:a16="http://schemas.microsoft.com/office/drawing/2014/main" id="{90E95F3A-72A0-DC82-30B0-AD873D97AE1B}"/>
              </a:ext>
            </a:extLst>
          </p:cNvPr>
          <p:cNvGrpSpPr/>
          <p:nvPr/>
        </p:nvGrpSpPr>
        <p:grpSpPr>
          <a:xfrm>
            <a:off x="3040902" y="4308507"/>
            <a:ext cx="2582514" cy="1862816"/>
            <a:chOff x="335362" y="1484787"/>
            <a:chExt cx="3888439" cy="2880328"/>
          </a:xfrm>
          <a:effectLst>
            <a:outerShdw blurRad="50800" dist="38100" dir="2700000" algn="tl" rotWithShape="0">
              <a:prstClr val="black">
                <a:alpha val="40000"/>
              </a:prstClr>
            </a:outerShdw>
          </a:effectLst>
        </p:grpSpPr>
        <p:pic>
          <p:nvPicPr>
            <p:cNvPr id="55" name="Graphic 54" descr="Deciduous tree with solid fill">
              <a:extLst>
                <a:ext uri="{FF2B5EF4-FFF2-40B4-BE49-F238E27FC236}">
                  <a16:creationId xmlns:a16="http://schemas.microsoft.com/office/drawing/2014/main" id="{CD5C7055-A28A-23F3-01C8-28C6DF954A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0989" y="2454946"/>
              <a:ext cx="209457" cy="196411"/>
            </a:xfrm>
            <a:prstGeom prst="rect">
              <a:avLst/>
            </a:prstGeom>
          </p:spPr>
        </p:pic>
        <p:pic>
          <p:nvPicPr>
            <p:cNvPr id="56" name="Graphic 55" descr="Deciduous tree with solid fill">
              <a:extLst>
                <a:ext uri="{FF2B5EF4-FFF2-40B4-BE49-F238E27FC236}">
                  <a16:creationId xmlns:a16="http://schemas.microsoft.com/office/drawing/2014/main" id="{8911EEA2-E520-B03D-7C12-A83B756D0A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5362" y="2550806"/>
              <a:ext cx="209457" cy="196411"/>
            </a:xfrm>
            <a:prstGeom prst="rect">
              <a:avLst/>
            </a:prstGeom>
          </p:spPr>
        </p:pic>
        <p:pic>
          <p:nvPicPr>
            <p:cNvPr id="57" name="Graphic 56" descr="Deciduous tree with solid fill">
              <a:extLst>
                <a:ext uri="{FF2B5EF4-FFF2-40B4-BE49-F238E27FC236}">
                  <a16:creationId xmlns:a16="http://schemas.microsoft.com/office/drawing/2014/main" id="{6F05C3B5-4B93-72BA-725E-DD29C0D8B5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1566" y="2366908"/>
              <a:ext cx="209457" cy="196411"/>
            </a:xfrm>
            <a:prstGeom prst="rect">
              <a:avLst/>
            </a:prstGeom>
          </p:spPr>
        </p:pic>
        <p:pic>
          <p:nvPicPr>
            <p:cNvPr id="58" name="Graphic 57" descr="Deciduous tree with solid fill">
              <a:extLst>
                <a:ext uri="{FF2B5EF4-FFF2-40B4-BE49-F238E27FC236}">
                  <a16:creationId xmlns:a16="http://schemas.microsoft.com/office/drawing/2014/main" id="{788734FA-1A04-1603-CEB5-B936E469D3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6" y="2674297"/>
              <a:ext cx="209457" cy="196411"/>
            </a:xfrm>
            <a:prstGeom prst="rect">
              <a:avLst/>
            </a:prstGeom>
          </p:spPr>
        </p:pic>
        <p:pic>
          <p:nvPicPr>
            <p:cNvPr id="59" name="Graphic 58" descr="Deciduous tree with solid fill">
              <a:extLst>
                <a:ext uri="{FF2B5EF4-FFF2-40B4-BE49-F238E27FC236}">
                  <a16:creationId xmlns:a16="http://schemas.microsoft.com/office/drawing/2014/main" id="{1739979D-8249-32CB-F238-70137D8DCA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52" y="2797788"/>
              <a:ext cx="209457" cy="196411"/>
            </a:xfrm>
            <a:prstGeom prst="rect">
              <a:avLst/>
            </a:prstGeom>
          </p:spPr>
        </p:pic>
        <p:pic>
          <p:nvPicPr>
            <p:cNvPr id="60" name="Graphic 59" descr="Deciduous tree with solid fill">
              <a:extLst>
                <a:ext uri="{FF2B5EF4-FFF2-40B4-BE49-F238E27FC236}">
                  <a16:creationId xmlns:a16="http://schemas.microsoft.com/office/drawing/2014/main" id="{7BEA0236-35A7-6ABF-FF65-0CDD5A972C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61" name="Graphic 60" descr="Deciduous tree with solid fill">
              <a:extLst>
                <a:ext uri="{FF2B5EF4-FFF2-40B4-BE49-F238E27FC236}">
                  <a16:creationId xmlns:a16="http://schemas.microsoft.com/office/drawing/2014/main" id="{7A347716-19DB-A12A-F894-E5D9BC29C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62" name="Graphic 61" descr="Deciduous tree with solid fill">
              <a:extLst>
                <a:ext uri="{FF2B5EF4-FFF2-40B4-BE49-F238E27FC236}">
                  <a16:creationId xmlns:a16="http://schemas.microsoft.com/office/drawing/2014/main" id="{DD5BCCBE-0A89-8610-E5C8-36B63A48C7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63" name="Graphic 62" descr="Deciduous tree with solid fill">
              <a:extLst>
                <a:ext uri="{FF2B5EF4-FFF2-40B4-BE49-F238E27FC236}">
                  <a16:creationId xmlns:a16="http://schemas.microsoft.com/office/drawing/2014/main" id="{51B43DA1-E401-41BF-B445-6DB6D11E34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64" name="Graphic 63" descr="Deciduous tree with solid fill">
              <a:extLst>
                <a:ext uri="{FF2B5EF4-FFF2-40B4-BE49-F238E27FC236}">
                  <a16:creationId xmlns:a16="http://schemas.microsoft.com/office/drawing/2014/main" id="{EB5125DC-3AED-0D5A-E139-57DE7E4E71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65" name="Graphic 64" descr="Deciduous tree with solid fill">
              <a:extLst>
                <a:ext uri="{FF2B5EF4-FFF2-40B4-BE49-F238E27FC236}">
                  <a16:creationId xmlns:a16="http://schemas.microsoft.com/office/drawing/2014/main" id="{C24694DE-D2CF-546B-7143-7CB0C96123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66" name="Graphic 65" descr="Deciduous tree with solid fill">
              <a:extLst>
                <a:ext uri="{FF2B5EF4-FFF2-40B4-BE49-F238E27FC236}">
                  <a16:creationId xmlns:a16="http://schemas.microsoft.com/office/drawing/2014/main" id="{F0ED6F97-6975-CF7F-B58A-6292F8A3FD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6" y="3662226"/>
              <a:ext cx="209457" cy="196411"/>
            </a:xfrm>
            <a:prstGeom prst="rect">
              <a:avLst/>
            </a:prstGeom>
          </p:spPr>
        </p:pic>
        <p:pic>
          <p:nvPicPr>
            <p:cNvPr id="67" name="Graphic 66" descr="Deciduous tree with solid fill">
              <a:extLst>
                <a:ext uri="{FF2B5EF4-FFF2-40B4-BE49-F238E27FC236}">
                  <a16:creationId xmlns:a16="http://schemas.microsoft.com/office/drawing/2014/main" id="{D4C8CB39-205F-E398-FB49-97AFCD2741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68" name="Graphic 67" descr="Deciduous tree with solid fill">
              <a:extLst>
                <a:ext uri="{FF2B5EF4-FFF2-40B4-BE49-F238E27FC236}">
                  <a16:creationId xmlns:a16="http://schemas.microsoft.com/office/drawing/2014/main" id="{9D01801B-5ECC-86FE-06AC-38622B0A03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69" name="Graphic 68" descr="Deciduous tree with solid fill">
              <a:extLst>
                <a:ext uri="{FF2B5EF4-FFF2-40B4-BE49-F238E27FC236}">
                  <a16:creationId xmlns:a16="http://schemas.microsoft.com/office/drawing/2014/main" id="{6B9C1F2D-4FF6-F879-AA3F-736CEB69E3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70" name="Graphic 69" descr="Deciduous tree with solid fill">
              <a:extLst>
                <a:ext uri="{FF2B5EF4-FFF2-40B4-BE49-F238E27FC236}">
                  <a16:creationId xmlns:a16="http://schemas.microsoft.com/office/drawing/2014/main" id="{C8F87D9B-2178-AA5C-1D55-22CFCC4325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3" y="2578438"/>
              <a:ext cx="209457" cy="196411"/>
            </a:xfrm>
            <a:prstGeom prst="rect">
              <a:avLst/>
            </a:prstGeom>
          </p:spPr>
        </p:pic>
        <p:pic>
          <p:nvPicPr>
            <p:cNvPr id="71" name="Graphic 70" descr="Deciduous tree with solid fill">
              <a:extLst>
                <a:ext uri="{FF2B5EF4-FFF2-40B4-BE49-F238E27FC236}">
                  <a16:creationId xmlns:a16="http://schemas.microsoft.com/office/drawing/2014/main" id="{8012E09C-0807-3E70-3624-C996BA07D7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8" y="2701929"/>
              <a:ext cx="209457" cy="196411"/>
            </a:xfrm>
            <a:prstGeom prst="rect">
              <a:avLst/>
            </a:prstGeom>
          </p:spPr>
        </p:pic>
        <p:pic>
          <p:nvPicPr>
            <p:cNvPr id="72" name="Graphic 71" descr="Deciduous tree with solid fill">
              <a:extLst>
                <a:ext uri="{FF2B5EF4-FFF2-40B4-BE49-F238E27FC236}">
                  <a16:creationId xmlns:a16="http://schemas.microsoft.com/office/drawing/2014/main" id="{8C7845F0-96C2-BC17-62FF-926789F7E3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73" name="Graphic 72" descr="Deciduous tree with solid fill">
              <a:extLst>
                <a:ext uri="{FF2B5EF4-FFF2-40B4-BE49-F238E27FC236}">
                  <a16:creationId xmlns:a16="http://schemas.microsoft.com/office/drawing/2014/main" id="{D6F0CECE-170D-6F48-AA33-13B6FA64C0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8" y="2948910"/>
              <a:ext cx="209457" cy="196411"/>
            </a:xfrm>
            <a:prstGeom prst="rect">
              <a:avLst/>
            </a:prstGeom>
          </p:spPr>
        </p:pic>
        <p:pic>
          <p:nvPicPr>
            <p:cNvPr id="74" name="Graphic 73" descr="Deciduous tree with solid fill">
              <a:extLst>
                <a:ext uri="{FF2B5EF4-FFF2-40B4-BE49-F238E27FC236}">
                  <a16:creationId xmlns:a16="http://schemas.microsoft.com/office/drawing/2014/main" id="{C3BCBFE5-B956-B520-620E-C4EA8AEC7C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3" y="3072401"/>
              <a:ext cx="209457" cy="196411"/>
            </a:xfrm>
            <a:prstGeom prst="rect">
              <a:avLst/>
            </a:prstGeom>
          </p:spPr>
        </p:pic>
        <p:pic>
          <p:nvPicPr>
            <p:cNvPr id="75" name="Graphic 74" descr="Deciduous tree with solid fill">
              <a:extLst>
                <a:ext uri="{FF2B5EF4-FFF2-40B4-BE49-F238E27FC236}">
                  <a16:creationId xmlns:a16="http://schemas.microsoft.com/office/drawing/2014/main" id="{A871DA44-4213-FBEC-8A62-226F4839FF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76" name="Graphic 75" descr="Deciduous tree with solid fill">
              <a:extLst>
                <a:ext uri="{FF2B5EF4-FFF2-40B4-BE49-F238E27FC236}">
                  <a16:creationId xmlns:a16="http://schemas.microsoft.com/office/drawing/2014/main" id="{996DEBDC-0522-5183-6AA1-BA7F2E034C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77" name="Graphic 76" descr="Deciduous tree with solid fill">
              <a:extLst>
                <a:ext uri="{FF2B5EF4-FFF2-40B4-BE49-F238E27FC236}">
                  <a16:creationId xmlns:a16="http://schemas.microsoft.com/office/drawing/2014/main" id="{B16FB74A-2A70-520E-4E2D-204AF54264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78" name="Graphic 77" descr="Deciduous tree with solid fill">
              <a:extLst>
                <a:ext uri="{FF2B5EF4-FFF2-40B4-BE49-F238E27FC236}">
                  <a16:creationId xmlns:a16="http://schemas.microsoft.com/office/drawing/2014/main" id="{A2F23A5B-8168-EECF-4771-09A7D53CA4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79" name="Graphic 78" descr="Deciduous tree with solid fill">
              <a:extLst>
                <a:ext uri="{FF2B5EF4-FFF2-40B4-BE49-F238E27FC236}">
                  <a16:creationId xmlns:a16="http://schemas.microsoft.com/office/drawing/2014/main" id="{FD09F3D6-2055-DE51-037A-963EC1FE0D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80" name="Graphic 79" descr="Deciduous tree with solid fill">
              <a:extLst>
                <a:ext uri="{FF2B5EF4-FFF2-40B4-BE49-F238E27FC236}">
                  <a16:creationId xmlns:a16="http://schemas.microsoft.com/office/drawing/2014/main" id="{BA34C660-D672-75E9-050C-34B1A9385A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81" name="Graphic 80" descr="Deciduous tree with solid fill">
              <a:extLst>
                <a:ext uri="{FF2B5EF4-FFF2-40B4-BE49-F238E27FC236}">
                  <a16:creationId xmlns:a16="http://schemas.microsoft.com/office/drawing/2014/main" id="{EE8C5ED2-0CBC-5762-9039-D5DF2B871B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82" name="Graphic 81" descr="Deciduous tree with solid fill">
              <a:extLst>
                <a:ext uri="{FF2B5EF4-FFF2-40B4-BE49-F238E27FC236}">
                  <a16:creationId xmlns:a16="http://schemas.microsoft.com/office/drawing/2014/main" id="{C715D8E7-737A-5E32-09EB-570E685540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61" y="2490399"/>
              <a:ext cx="209457" cy="196411"/>
            </a:xfrm>
            <a:prstGeom prst="rect">
              <a:avLst/>
            </a:prstGeom>
          </p:spPr>
        </p:pic>
        <p:pic>
          <p:nvPicPr>
            <p:cNvPr id="83" name="Graphic 82" descr="Deciduous tree with solid fill">
              <a:extLst>
                <a:ext uri="{FF2B5EF4-FFF2-40B4-BE49-F238E27FC236}">
                  <a16:creationId xmlns:a16="http://schemas.microsoft.com/office/drawing/2014/main" id="{39D5508C-84B2-13F4-3F91-4B5E4516AB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84" name="Graphic 83" descr="Deciduous tree with solid fill">
              <a:extLst>
                <a:ext uri="{FF2B5EF4-FFF2-40B4-BE49-F238E27FC236}">
                  <a16:creationId xmlns:a16="http://schemas.microsoft.com/office/drawing/2014/main" id="{0A4BC9EF-71D2-ADB5-992E-EC293EA19D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85" name="Graphic 84" descr="Deciduous tree with solid fill">
              <a:extLst>
                <a:ext uri="{FF2B5EF4-FFF2-40B4-BE49-F238E27FC236}">
                  <a16:creationId xmlns:a16="http://schemas.microsoft.com/office/drawing/2014/main" id="{DCE6ECCA-7F97-F00D-5415-D466094F8C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86" name="Graphic 85" descr="Deciduous tree with solid fill">
              <a:extLst>
                <a:ext uri="{FF2B5EF4-FFF2-40B4-BE49-F238E27FC236}">
                  <a16:creationId xmlns:a16="http://schemas.microsoft.com/office/drawing/2014/main" id="{7F7C6FF8-1A9D-6953-0B3F-F170FD3FE1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87" name="Graphic 86" descr="Deciduous tree with solid fill">
              <a:extLst>
                <a:ext uri="{FF2B5EF4-FFF2-40B4-BE49-F238E27FC236}">
                  <a16:creationId xmlns:a16="http://schemas.microsoft.com/office/drawing/2014/main" id="{28C3DCEB-6C6C-1F11-3020-5A6DAE57A2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88" name="Graphic 87" descr="Deciduous tree with solid fill">
              <a:extLst>
                <a:ext uri="{FF2B5EF4-FFF2-40B4-BE49-F238E27FC236}">
                  <a16:creationId xmlns:a16="http://schemas.microsoft.com/office/drawing/2014/main" id="{B4E368A7-D060-1FCA-BCE4-0237972A31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89" name="Graphic 88" descr="Deciduous tree with solid fill">
              <a:extLst>
                <a:ext uri="{FF2B5EF4-FFF2-40B4-BE49-F238E27FC236}">
                  <a16:creationId xmlns:a16="http://schemas.microsoft.com/office/drawing/2014/main" id="{84E20669-0217-2F28-B5B7-01C67A1B07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3" y="3354837"/>
              <a:ext cx="209457" cy="196411"/>
            </a:xfrm>
            <a:prstGeom prst="rect">
              <a:avLst/>
            </a:prstGeom>
          </p:spPr>
        </p:pic>
        <p:pic>
          <p:nvPicPr>
            <p:cNvPr id="90" name="Graphic 89" descr="Deciduous tree with solid fill">
              <a:extLst>
                <a:ext uri="{FF2B5EF4-FFF2-40B4-BE49-F238E27FC236}">
                  <a16:creationId xmlns:a16="http://schemas.microsoft.com/office/drawing/2014/main" id="{A41AE0C3-DD01-AD33-CB00-5F89F0049A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8" y="3478328"/>
              <a:ext cx="209457" cy="196411"/>
            </a:xfrm>
            <a:prstGeom prst="rect">
              <a:avLst/>
            </a:prstGeom>
          </p:spPr>
        </p:pic>
        <p:pic>
          <p:nvPicPr>
            <p:cNvPr id="91" name="Graphic 90" descr="Deciduous tree with solid fill">
              <a:extLst>
                <a:ext uri="{FF2B5EF4-FFF2-40B4-BE49-F238E27FC236}">
                  <a16:creationId xmlns:a16="http://schemas.microsoft.com/office/drawing/2014/main" id="{B420B0A4-13B6-4F1A-4058-C0E4233F7D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3" y="3601820"/>
              <a:ext cx="209457" cy="196411"/>
            </a:xfrm>
            <a:prstGeom prst="rect">
              <a:avLst/>
            </a:prstGeom>
          </p:spPr>
        </p:pic>
        <p:pic>
          <p:nvPicPr>
            <p:cNvPr id="92" name="Graphic 91" descr="Deciduous tree with solid fill">
              <a:extLst>
                <a:ext uri="{FF2B5EF4-FFF2-40B4-BE49-F238E27FC236}">
                  <a16:creationId xmlns:a16="http://schemas.microsoft.com/office/drawing/2014/main" id="{DE537010-71EC-CEF2-1772-B783D98B30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8" y="3725311"/>
              <a:ext cx="209457" cy="196411"/>
            </a:xfrm>
            <a:prstGeom prst="rect">
              <a:avLst/>
            </a:prstGeom>
          </p:spPr>
        </p:pic>
        <p:pic>
          <p:nvPicPr>
            <p:cNvPr id="93" name="Graphic 92" descr="Deciduous tree with solid fill">
              <a:extLst>
                <a:ext uri="{FF2B5EF4-FFF2-40B4-BE49-F238E27FC236}">
                  <a16:creationId xmlns:a16="http://schemas.microsoft.com/office/drawing/2014/main" id="{9F4D91E0-EAA9-7D57-3B9A-8F29CAA761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3" y="3848803"/>
              <a:ext cx="209457" cy="196411"/>
            </a:xfrm>
            <a:prstGeom prst="rect">
              <a:avLst/>
            </a:prstGeom>
          </p:spPr>
        </p:pic>
        <p:pic>
          <p:nvPicPr>
            <p:cNvPr id="94" name="Graphic 93" descr="Deciduous tree with solid fill">
              <a:extLst>
                <a:ext uri="{FF2B5EF4-FFF2-40B4-BE49-F238E27FC236}">
                  <a16:creationId xmlns:a16="http://schemas.microsoft.com/office/drawing/2014/main" id="{9931CC21-25A8-A4A3-76D9-375E973D37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683" y="2578438"/>
              <a:ext cx="209457" cy="196411"/>
            </a:xfrm>
            <a:prstGeom prst="rect">
              <a:avLst/>
            </a:prstGeom>
          </p:spPr>
        </p:pic>
        <p:pic>
          <p:nvPicPr>
            <p:cNvPr id="95" name="Graphic 94" descr="Deciduous tree with solid fill">
              <a:extLst>
                <a:ext uri="{FF2B5EF4-FFF2-40B4-BE49-F238E27FC236}">
                  <a16:creationId xmlns:a16="http://schemas.microsoft.com/office/drawing/2014/main" id="{D5CDB0CB-BF18-8D3A-445D-3D2AF2181C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6" y="2674297"/>
              <a:ext cx="209457" cy="196411"/>
            </a:xfrm>
            <a:prstGeom prst="rect">
              <a:avLst/>
            </a:prstGeom>
          </p:spPr>
        </p:pic>
        <p:pic>
          <p:nvPicPr>
            <p:cNvPr id="96" name="Graphic 95" descr="Deciduous tree with solid fill">
              <a:extLst>
                <a:ext uri="{FF2B5EF4-FFF2-40B4-BE49-F238E27FC236}">
                  <a16:creationId xmlns:a16="http://schemas.microsoft.com/office/drawing/2014/main" id="{E7C5D1D1-8AE8-4931-A554-D1D2A886B3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60" y="2490399"/>
              <a:ext cx="209457" cy="196411"/>
            </a:xfrm>
            <a:prstGeom prst="rect">
              <a:avLst/>
            </a:prstGeom>
          </p:spPr>
        </p:pic>
        <p:pic>
          <p:nvPicPr>
            <p:cNvPr id="97" name="Graphic 96" descr="Deciduous tree with solid fill">
              <a:extLst>
                <a:ext uri="{FF2B5EF4-FFF2-40B4-BE49-F238E27FC236}">
                  <a16:creationId xmlns:a16="http://schemas.microsoft.com/office/drawing/2014/main" id="{64FFA9F9-84C3-C273-3D13-ADF18B6B54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52" y="2797788"/>
              <a:ext cx="209457" cy="196411"/>
            </a:xfrm>
            <a:prstGeom prst="rect">
              <a:avLst/>
            </a:prstGeom>
          </p:spPr>
        </p:pic>
        <p:pic>
          <p:nvPicPr>
            <p:cNvPr id="98" name="Graphic 97" descr="Deciduous tree with solid fill">
              <a:extLst>
                <a:ext uri="{FF2B5EF4-FFF2-40B4-BE49-F238E27FC236}">
                  <a16:creationId xmlns:a16="http://schemas.microsoft.com/office/drawing/2014/main" id="{D4200345-E420-18B6-FFD8-72B70012DE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99" name="Graphic 98" descr="Deciduous tree with solid fill">
              <a:extLst>
                <a:ext uri="{FF2B5EF4-FFF2-40B4-BE49-F238E27FC236}">
                  <a16:creationId xmlns:a16="http://schemas.microsoft.com/office/drawing/2014/main" id="{B8F93439-A9C3-3D8F-6BB9-B38DA64E2F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00" name="Graphic 99" descr="Deciduous tree with solid fill">
              <a:extLst>
                <a:ext uri="{FF2B5EF4-FFF2-40B4-BE49-F238E27FC236}">
                  <a16:creationId xmlns:a16="http://schemas.microsoft.com/office/drawing/2014/main" id="{D84A9AFE-094C-6B6A-FBAB-AB7A3ED7D6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01" name="Graphic 100" descr="Deciduous tree with solid fill">
              <a:extLst>
                <a:ext uri="{FF2B5EF4-FFF2-40B4-BE49-F238E27FC236}">
                  <a16:creationId xmlns:a16="http://schemas.microsoft.com/office/drawing/2014/main" id="{950F77D8-CA42-A32B-E19F-F771A3D519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02" name="Graphic 101" descr="Deciduous tree with solid fill">
              <a:extLst>
                <a:ext uri="{FF2B5EF4-FFF2-40B4-BE49-F238E27FC236}">
                  <a16:creationId xmlns:a16="http://schemas.microsoft.com/office/drawing/2014/main" id="{B36DDE00-A25B-A677-86FE-129FD201DC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03" name="Graphic 102" descr="Deciduous tree with solid fill">
              <a:extLst>
                <a:ext uri="{FF2B5EF4-FFF2-40B4-BE49-F238E27FC236}">
                  <a16:creationId xmlns:a16="http://schemas.microsoft.com/office/drawing/2014/main" id="{5BE2764C-1B3B-85C5-B7BE-688A9ABC5A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04" name="Graphic 103" descr="Deciduous tree with solid fill">
              <a:extLst>
                <a:ext uri="{FF2B5EF4-FFF2-40B4-BE49-F238E27FC236}">
                  <a16:creationId xmlns:a16="http://schemas.microsoft.com/office/drawing/2014/main" id="{5247B723-9582-91ED-0CA3-34FF6581AD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05" name="Graphic 104" descr="Deciduous tree with solid fill">
              <a:extLst>
                <a:ext uri="{FF2B5EF4-FFF2-40B4-BE49-F238E27FC236}">
                  <a16:creationId xmlns:a16="http://schemas.microsoft.com/office/drawing/2014/main" id="{5C7A759D-239C-9F22-3644-733C46354B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06" name="Graphic 105" descr="Deciduous tree with solid fill">
              <a:extLst>
                <a:ext uri="{FF2B5EF4-FFF2-40B4-BE49-F238E27FC236}">
                  <a16:creationId xmlns:a16="http://schemas.microsoft.com/office/drawing/2014/main" id="{EAF97742-7AE3-BDA6-081F-294A445CD0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07" name="Graphic 106" descr="Deciduous tree with solid fill">
              <a:extLst>
                <a:ext uri="{FF2B5EF4-FFF2-40B4-BE49-F238E27FC236}">
                  <a16:creationId xmlns:a16="http://schemas.microsoft.com/office/drawing/2014/main" id="{32CBAC65-9FEA-6EE8-EC12-6B094EC9A7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08" name="Graphic 107" descr="Deciduous tree with solid fill">
              <a:extLst>
                <a:ext uri="{FF2B5EF4-FFF2-40B4-BE49-F238E27FC236}">
                  <a16:creationId xmlns:a16="http://schemas.microsoft.com/office/drawing/2014/main" id="{D53D65DB-1E8A-25EE-AB0D-B7C32FAA6B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7" y="2701929"/>
              <a:ext cx="209457" cy="196411"/>
            </a:xfrm>
            <a:prstGeom prst="rect">
              <a:avLst/>
            </a:prstGeom>
          </p:spPr>
        </p:pic>
        <p:pic>
          <p:nvPicPr>
            <p:cNvPr id="109" name="Graphic 108" descr="Deciduous tree with solid fill">
              <a:extLst>
                <a:ext uri="{FF2B5EF4-FFF2-40B4-BE49-F238E27FC236}">
                  <a16:creationId xmlns:a16="http://schemas.microsoft.com/office/drawing/2014/main" id="{A2D276D2-7B8F-F519-2862-9CA5EC64AC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110" name="Graphic 109" descr="Deciduous tree with solid fill">
              <a:extLst>
                <a:ext uri="{FF2B5EF4-FFF2-40B4-BE49-F238E27FC236}">
                  <a16:creationId xmlns:a16="http://schemas.microsoft.com/office/drawing/2014/main" id="{E822C07F-3414-5EAE-D922-AC5BECEDCE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7" y="2948910"/>
              <a:ext cx="209457" cy="196411"/>
            </a:xfrm>
            <a:prstGeom prst="rect">
              <a:avLst/>
            </a:prstGeom>
          </p:spPr>
        </p:pic>
        <p:pic>
          <p:nvPicPr>
            <p:cNvPr id="111" name="Graphic 110" descr="Deciduous tree with solid fill">
              <a:extLst>
                <a:ext uri="{FF2B5EF4-FFF2-40B4-BE49-F238E27FC236}">
                  <a16:creationId xmlns:a16="http://schemas.microsoft.com/office/drawing/2014/main" id="{546104BC-B76F-342F-FC2F-2CA3F3A4F1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112" name="Graphic 111" descr="Deciduous tree with solid fill">
              <a:extLst>
                <a:ext uri="{FF2B5EF4-FFF2-40B4-BE49-F238E27FC236}">
                  <a16:creationId xmlns:a16="http://schemas.microsoft.com/office/drawing/2014/main" id="{F6A38D75-C8E3-BEF9-4593-A3AC2F88C8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13" name="Graphic 112" descr="Deciduous tree with solid fill">
              <a:extLst>
                <a:ext uri="{FF2B5EF4-FFF2-40B4-BE49-F238E27FC236}">
                  <a16:creationId xmlns:a16="http://schemas.microsoft.com/office/drawing/2014/main" id="{5632FE57-9FB9-7FC2-6BF8-7EA1C5D7C0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14" name="Graphic 113" descr="Deciduous tree with solid fill">
              <a:extLst>
                <a:ext uri="{FF2B5EF4-FFF2-40B4-BE49-F238E27FC236}">
                  <a16:creationId xmlns:a16="http://schemas.microsoft.com/office/drawing/2014/main" id="{A7B96B34-0359-89DD-2177-8209A53AE8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15" name="Graphic 114" descr="Deciduous tree with solid fill">
              <a:extLst>
                <a:ext uri="{FF2B5EF4-FFF2-40B4-BE49-F238E27FC236}">
                  <a16:creationId xmlns:a16="http://schemas.microsoft.com/office/drawing/2014/main" id="{4F2E610F-8EBC-6AEE-D32D-02388F9104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16" name="Graphic 115" descr="Deciduous tree with solid fill">
              <a:extLst>
                <a:ext uri="{FF2B5EF4-FFF2-40B4-BE49-F238E27FC236}">
                  <a16:creationId xmlns:a16="http://schemas.microsoft.com/office/drawing/2014/main" id="{49C513CF-EDDA-3824-765C-28B919427D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17" name="Graphic 116" descr="Deciduous tree with solid fill">
              <a:extLst>
                <a:ext uri="{FF2B5EF4-FFF2-40B4-BE49-F238E27FC236}">
                  <a16:creationId xmlns:a16="http://schemas.microsoft.com/office/drawing/2014/main" id="{52586D45-E718-803D-8DFD-8FAFDEEA30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18" name="Graphic 117" descr="Deciduous tree with solid fill">
              <a:extLst>
                <a:ext uri="{FF2B5EF4-FFF2-40B4-BE49-F238E27FC236}">
                  <a16:creationId xmlns:a16="http://schemas.microsoft.com/office/drawing/2014/main" id="{DF8EA333-7358-F06B-05D6-C20474B396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19" name="Graphic 118" descr="Deciduous tree with solid fill">
              <a:extLst>
                <a:ext uri="{FF2B5EF4-FFF2-40B4-BE49-F238E27FC236}">
                  <a16:creationId xmlns:a16="http://schemas.microsoft.com/office/drawing/2014/main" id="{CF7990E7-B102-1E33-5EDC-CAEEA9F44F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120" name="Graphic 119" descr="Deciduous tree with solid fill">
              <a:extLst>
                <a:ext uri="{FF2B5EF4-FFF2-40B4-BE49-F238E27FC236}">
                  <a16:creationId xmlns:a16="http://schemas.microsoft.com/office/drawing/2014/main" id="{D28AD5E9-45CE-57A2-A577-9CEF502E05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121" name="Graphic 120" descr="Deciduous tree with solid fill">
              <a:extLst>
                <a:ext uri="{FF2B5EF4-FFF2-40B4-BE49-F238E27FC236}">
                  <a16:creationId xmlns:a16="http://schemas.microsoft.com/office/drawing/2014/main" id="{ABA54185-1340-988E-54B4-BDCCDF1FC8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122" name="Graphic 121" descr="Deciduous tree with solid fill">
              <a:extLst>
                <a:ext uri="{FF2B5EF4-FFF2-40B4-BE49-F238E27FC236}">
                  <a16:creationId xmlns:a16="http://schemas.microsoft.com/office/drawing/2014/main" id="{A47E3C0E-0D39-2B2C-41ED-6F99AE80DB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23" name="Graphic 122" descr="Deciduous tree with solid fill">
              <a:extLst>
                <a:ext uri="{FF2B5EF4-FFF2-40B4-BE49-F238E27FC236}">
                  <a16:creationId xmlns:a16="http://schemas.microsoft.com/office/drawing/2014/main" id="{EEF1BD39-2A97-D4D7-09B1-5C63153232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24" name="Graphic 123" descr="Deciduous tree with solid fill">
              <a:extLst>
                <a:ext uri="{FF2B5EF4-FFF2-40B4-BE49-F238E27FC236}">
                  <a16:creationId xmlns:a16="http://schemas.microsoft.com/office/drawing/2014/main" id="{B3B80755-CCEE-C21D-AA65-00492BCEFA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25" name="Graphic 124" descr="Deciduous tree with solid fill">
              <a:extLst>
                <a:ext uri="{FF2B5EF4-FFF2-40B4-BE49-F238E27FC236}">
                  <a16:creationId xmlns:a16="http://schemas.microsoft.com/office/drawing/2014/main" id="{D2050EE0-78DB-210E-2392-A89B38C1D5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26" name="Graphic 125" descr="Deciduous tree with solid fill">
              <a:extLst>
                <a:ext uri="{FF2B5EF4-FFF2-40B4-BE49-F238E27FC236}">
                  <a16:creationId xmlns:a16="http://schemas.microsoft.com/office/drawing/2014/main" id="{9B702A85-8032-84CA-B3C4-F67A4EA238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27" name="Graphic 126" descr="Deciduous tree with solid fill">
              <a:extLst>
                <a:ext uri="{FF2B5EF4-FFF2-40B4-BE49-F238E27FC236}">
                  <a16:creationId xmlns:a16="http://schemas.microsoft.com/office/drawing/2014/main" id="{5E8108F2-97ED-0B51-E69B-D2F6E148FB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28" name="Graphic 127" descr="Deciduous tree with solid fill">
              <a:extLst>
                <a:ext uri="{FF2B5EF4-FFF2-40B4-BE49-F238E27FC236}">
                  <a16:creationId xmlns:a16="http://schemas.microsoft.com/office/drawing/2014/main" id="{B6686178-2156-CDFF-762E-E5E2AD2B32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29" name="Graphic 128" descr="Deciduous tree with solid fill">
              <a:extLst>
                <a:ext uri="{FF2B5EF4-FFF2-40B4-BE49-F238E27FC236}">
                  <a16:creationId xmlns:a16="http://schemas.microsoft.com/office/drawing/2014/main" id="{8847FA18-33B3-56DD-167E-2D773BCE66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30" name="Graphic 129" descr="Deciduous tree with solid fill">
              <a:extLst>
                <a:ext uri="{FF2B5EF4-FFF2-40B4-BE49-F238E27FC236}">
                  <a16:creationId xmlns:a16="http://schemas.microsoft.com/office/drawing/2014/main" id="{41742EAE-8A2D-8239-F6DB-269EC20650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7" y="2701929"/>
              <a:ext cx="209457" cy="196411"/>
            </a:xfrm>
            <a:prstGeom prst="rect">
              <a:avLst/>
            </a:prstGeom>
          </p:spPr>
        </p:pic>
        <p:pic>
          <p:nvPicPr>
            <p:cNvPr id="131" name="Graphic 130" descr="Deciduous tree with solid fill">
              <a:extLst>
                <a:ext uri="{FF2B5EF4-FFF2-40B4-BE49-F238E27FC236}">
                  <a16:creationId xmlns:a16="http://schemas.microsoft.com/office/drawing/2014/main" id="{EEC62CA5-6CBB-466B-14F3-F402159FE8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132" name="Graphic 131" descr="Deciduous tree with solid fill">
              <a:extLst>
                <a:ext uri="{FF2B5EF4-FFF2-40B4-BE49-F238E27FC236}">
                  <a16:creationId xmlns:a16="http://schemas.microsoft.com/office/drawing/2014/main" id="{4A17B861-A72F-C28D-0CE1-B31B25A42C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133" name="Graphic 132" descr="Deciduous tree with solid fill">
              <a:extLst>
                <a:ext uri="{FF2B5EF4-FFF2-40B4-BE49-F238E27FC236}">
                  <a16:creationId xmlns:a16="http://schemas.microsoft.com/office/drawing/2014/main" id="{ACFF60EE-7735-D70E-9C8D-3FF7A725DA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134" name="Graphic 133" descr="Deciduous tree with solid fill">
              <a:extLst>
                <a:ext uri="{FF2B5EF4-FFF2-40B4-BE49-F238E27FC236}">
                  <a16:creationId xmlns:a16="http://schemas.microsoft.com/office/drawing/2014/main" id="{20E282FC-6BE2-0BBD-551F-266437AE0D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35" name="Graphic 134" descr="Deciduous tree with solid fill">
              <a:extLst>
                <a:ext uri="{FF2B5EF4-FFF2-40B4-BE49-F238E27FC236}">
                  <a16:creationId xmlns:a16="http://schemas.microsoft.com/office/drawing/2014/main" id="{664CC101-CE9C-EE4B-29BC-480D22934E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36" name="Graphic 135" descr="Deciduous tree with solid fill">
              <a:extLst>
                <a:ext uri="{FF2B5EF4-FFF2-40B4-BE49-F238E27FC236}">
                  <a16:creationId xmlns:a16="http://schemas.microsoft.com/office/drawing/2014/main" id="{54AAE850-61F9-7510-DE79-AEFBFDDC6E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37" name="Graphic 136" descr="Deciduous tree with solid fill">
              <a:extLst>
                <a:ext uri="{FF2B5EF4-FFF2-40B4-BE49-F238E27FC236}">
                  <a16:creationId xmlns:a16="http://schemas.microsoft.com/office/drawing/2014/main" id="{0E24882D-E704-18BB-3E5E-DA80F46D05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38" name="Graphic 137" descr="Deciduous tree with solid fill">
              <a:extLst>
                <a:ext uri="{FF2B5EF4-FFF2-40B4-BE49-F238E27FC236}">
                  <a16:creationId xmlns:a16="http://schemas.microsoft.com/office/drawing/2014/main" id="{D441C37D-1DC6-30DB-7047-62F77B422E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39" name="Graphic 138" descr="Deciduous tree with solid fill">
              <a:extLst>
                <a:ext uri="{FF2B5EF4-FFF2-40B4-BE49-F238E27FC236}">
                  <a16:creationId xmlns:a16="http://schemas.microsoft.com/office/drawing/2014/main" id="{6FC2319F-8D39-AD38-4F46-0523E15900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6" y="3662226"/>
              <a:ext cx="209457" cy="196411"/>
            </a:xfrm>
            <a:prstGeom prst="rect">
              <a:avLst/>
            </a:prstGeom>
          </p:spPr>
        </p:pic>
        <p:pic>
          <p:nvPicPr>
            <p:cNvPr id="140" name="Graphic 139" descr="Deciduous tree with solid fill">
              <a:extLst>
                <a:ext uri="{FF2B5EF4-FFF2-40B4-BE49-F238E27FC236}">
                  <a16:creationId xmlns:a16="http://schemas.microsoft.com/office/drawing/2014/main" id="{B31C3099-8E84-9EA5-AF87-75F47F966D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41" name="Graphic 140" descr="Deciduous tree with solid fill">
              <a:extLst>
                <a:ext uri="{FF2B5EF4-FFF2-40B4-BE49-F238E27FC236}">
                  <a16:creationId xmlns:a16="http://schemas.microsoft.com/office/drawing/2014/main" id="{331FE6D2-BD72-ABA4-E474-38D2A251B3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42" name="Graphic 141" descr="Deciduous tree with solid fill">
              <a:extLst>
                <a:ext uri="{FF2B5EF4-FFF2-40B4-BE49-F238E27FC236}">
                  <a16:creationId xmlns:a16="http://schemas.microsoft.com/office/drawing/2014/main" id="{FA892AFF-F8C7-2389-D77D-99DD020A36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43" name="Graphic 142" descr="Deciduous tree with solid fill">
              <a:extLst>
                <a:ext uri="{FF2B5EF4-FFF2-40B4-BE49-F238E27FC236}">
                  <a16:creationId xmlns:a16="http://schemas.microsoft.com/office/drawing/2014/main" id="{76E24C25-583C-F830-9CB6-EB5BE3DAEA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144" name="Graphic 143" descr="Deciduous tree with solid fill">
              <a:extLst>
                <a:ext uri="{FF2B5EF4-FFF2-40B4-BE49-F238E27FC236}">
                  <a16:creationId xmlns:a16="http://schemas.microsoft.com/office/drawing/2014/main" id="{C76B8CE7-1CF6-E567-B40A-E6C7916DC6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7" y="2948910"/>
              <a:ext cx="209457" cy="196411"/>
            </a:xfrm>
            <a:prstGeom prst="rect">
              <a:avLst/>
            </a:prstGeom>
          </p:spPr>
        </p:pic>
        <p:pic>
          <p:nvPicPr>
            <p:cNvPr id="145" name="Graphic 144" descr="Deciduous tree with solid fill">
              <a:extLst>
                <a:ext uri="{FF2B5EF4-FFF2-40B4-BE49-F238E27FC236}">
                  <a16:creationId xmlns:a16="http://schemas.microsoft.com/office/drawing/2014/main" id="{0109A808-0E6A-98F9-905F-C24B57F192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146" name="Graphic 145" descr="Deciduous tree with solid fill">
              <a:extLst>
                <a:ext uri="{FF2B5EF4-FFF2-40B4-BE49-F238E27FC236}">
                  <a16:creationId xmlns:a16="http://schemas.microsoft.com/office/drawing/2014/main" id="{A805B3D7-A11F-1139-A7ED-08E50981E5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47" name="Graphic 146" descr="Deciduous tree with solid fill">
              <a:extLst>
                <a:ext uri="{FF2B5EF4-FFF2-40B4-BE49-F238E27FC236}">
                  <a16:creationId xmlns:a16="http://schemas.microsoft.com/office/drawing/2014/main" id="{E00C25FF-D485-AEEC-C4FA-803775F7FA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48" name="Graphic 147" descr="Deciduous tree with solid fill">
              <a:extLst>
                <a:ext uri="{FF2B5EF4-FFF2-40B4-BE49-F238E27FC236}">
                  <a16:creationId xmlns:a16="http://schemas.microsoft.com/office/drawing/2014/main" id="{4B452E8C-818E-D9DD-698C-E3595A034D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49" name="Graphic 148" descr="Deciduous tree with solid fill">
              <a:extLst>
                <a:ext uri="{FF2B5EF4-FFF2-40B4-BE49-F238E27FC236}">
                  <a16:creationId xmlns:a16="http://schemas.microsoft.com/office/drawing/2014/main" id="{6B9B3196-B714-59AF-C30C-A4F2065D27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50" name="Graphic 149" descr="Deciduous tree with solid fill">
              <a:extLst>
                <a:ext uri="{FF2B5EF4-FFF2-40B4-BE49-F238E27FC236}">
                  <a16:creationId xmlns:a16="http://schemas.microsoft.com/office/drawing/2014/main" id="{4F433462-5FF8-27E1-F1AF-95AC5B9E0F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51" name="Graphic 150" descr="Deciduous tree with solid fill">
              <a:extLst>
                <a:ext uri="{FF2B5EF4-FFF2-40B4-BE49-F238E27FC236}">
                  <a16:creationId xmlns:a16="http://schemas.microsoft.com/office/drawing/2014/main" id="{CAE3F554-BE8F-DF52-86F7-C3F9576F8F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2" name="Graphic 151" descr="Deciduous tree with solid fill">
              <a:extLst>
                <a:ext uri="{FF2B5EF4-FFF2-40B4-BE49-F238E27FC236}">
                  <a16:creationId xmlns:a16="http://schemas.microsoft.com/office/drawing/2014/main" id="{BDD19378-0BA9-5039-EDC9-77A13E5F39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3" name="Graphic 152" descr="Deciduous tree with solid fill">
              <a:extLst>
                <a:ext uri="{FF2B5EF4-FFF2-40B4-BE49-F238E27FC236}">
                  <a16:creationId xmlns:a16="http://schemas.microsoft.com/office/drawing/2014/main" id="{96E33745-42A9-5AB6-48B1-FBBB95B36C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154" name="Graphic 153" descr="Deciduous tree with solid fill">
              <a:extLst>
                <a:ext uri="{FF2B5EF4-FFF2-40B4-BE49-F238E27FC236}">
                  <a16:creationId xmlns:a16="http://schemas.microsoft.com/office/drawing/2014/main" id="{DB4565AC-2C6B-E1CB-09FA-5EA3716C76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155" name="Graphic 154" descr="Deciduous tree with solid fill">
              <a:extLst>
                <a:ext uri="{FF2B5EF4-FFF2-40B4-BE49-F238E27FC236}">
                  <a16:creationId xmlns:a16="http://schemas.microsoft.com/office/drawing/2014/main" id="{091B241C-ED2D-E41F-846F-9088834056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56" name="Graphic 155" descr="Deciduous tree with solid fill">
              <a:extLst>
                <a:ext uri="{FF2B5EF4-FFF2-40B4-BE49-F238E27FC236}">
                  <a16:creationId xmlns:a16="http://schemas.microsoft.com/office/drawing/2014/main" id="{D0C04E21-0E12-41AD-6D92-7B38DC79B6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57" name="Graphic 156" descr="Deciduous tree with solid fill">
              <a:extLst>
                <a:ext uri="{FF2B5EF4-FFF2-40B4-BE49-F238E27FC236}">
                  <a16:creationId xmlns:a16="http://schemas.microsoft.com/office/drawing/2014/main" id="{26CAA5A8-B6E1-7A48-7216-5874944997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58" name="Graphic 157" descr="Deciduous tree with solid fill">
              <a:extLst>
                <a:ext uri="{FF2B5EF4-FFF2-40B4-BE49-F238E27FC236}">
                  <a16:creationId xmlns:a16="http://schemas.microsoft.com/office/drawing/2014/main" id="{63555ED5-EA28-E899-B734-BFED9268A8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59" name="Graphic 158" descr="Deciduous tree with solid fill">
              <a:extLst>
                <a:ext uri="{FF2B5EF4-FFF2-40B4-BE49-F238E27FC236}">
                  <a16:creationId xmlns:a16="http://schemas.microsoft.com/office/drawing/2014/main" id="{7EAD0540-18EA-9CA4-9E76-A5347B619D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60" name="Graphic 159" descr="Deciduous tree with solid fill">
              <a:extLst>
                <a:ext uri="{FF2B5EF4-FFF2-40B4-BE49-F238E27FC236}">
                  <a16:creationId xmlns:a16="http://schemas.microsoft.com/office/drawing/2014/main" id="{21743481-715C-2734-2B7B-20CBF46423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61" name="Graphic 160" descr="Deciduous tree with solid fill">
              <a:extLst>
                <a:ext uri="{FF2B5EF4-FFF2-40B4-BE49-F238E27FC236}">
                  <a16:creationId xmlns:a16="http://schemas.microsoft.com/office/drawing/2014/main" id="{15F0EBB3-33A8-8D21-4C7B-AC10DD76E8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62" name="Graphic 161" descr="Deciduous tree with solid fill">
              <a:extLst>
                <a:ext uri="{FF2B5EF4-FFF2-40B4-BE49-F238E27FC236}">
                  <a16:creationId xmlns:a16="http://schemas.microsoft.com/office/drawing/2014/main" id="{E41E6591-6233-D44F-33F4-424B22E3B5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63" name="Graphic 162" descr="Deciduous tree with solid fill">
              <a:extLst>
                <a:ext uri="{FF2B5EF4-FFF2-40B4-BE49-F238E27FC236}">
                  <a16:creationId xmlns:a16="http://schemas.microsoft.com/office/drawing/2014/main" id="{E1A4A9EB-71DA-2B97-755B-A3B4B671AB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164" name="Graphic 163" descr="Deciduous tree with solid fill">
              <a:extLst>
                <a:ext uri="{FF2B5EF4-FFF2-40B4-BE49-F238E27FC236}">
                  <a16:creationId xmlns:a16="http://schemas.microsoft.com/office/drawing/2014/main" id="{CFAF7373-4CEE-DD2F-7EE9-5A9DE83BE6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165" name="Graphic 164" descr="Deciduous tree with solid fill">
              <a:extLst>
                <a:ext uri="{FF2B5EF4-FFF2-40B4-BE49-F238E27FC236}">
                  <a16:creationId xmlns:a16="http://schemas.microsoft.com/office/drawing/2014/main" id="{52BC1925-BBA0-26B5-6EB8-743AB75430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166" name="Graphic 165" descr="Deciduous tree with solid fill">
              <a:extLst>
                <a:ext uri="{FF2B5EF4-FFF2-40B4-BE49-F238E27FC236}">
                  <a16:creationId xmlns:a16="http://schemas.microsoft.com/office/drawing/2014/main" id="{3A6AFA9F-AEB0-78B9-058E-2C29312313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67" name="Graphic 166" descr="Deciduous tree with solid fill">
              <a:extLst>
                <a:ext uri="{FF2B5EF4-FFF2-40B4-BE49-F238E27FC236}">
                  <a16:creationId xmlns:a16="http://schemas.microsoft.com/office/drawing/2014/main" id="{94D8D3DC-81E2-91B1-DC41-8D7CC75F9F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68" name="Graphic 167" descr="Deciduous tree with solid fill">
              <a:extLst>
                <a:ext uri="{FF2B5EF4-FFF2-40B4-BE49-F238E27FC236}">
                  <a16:creationId xmlns:a16="http://schemas.microsoft.com/office/drawing/2014/main" id="{5167435D-FC5D-206E-F3C7-39967801B7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69" name="Graphic 168" descr="Deciduous tree with solid fill">
              <a:extLst>
                <a:ext uri="{FF2B5EF4-FFF2-40B4-BE49-F238E27FC236}">
                  <a16:creationId xmlns:a16="http://schemas.microsoft.com/office/drawing/2014/main" id="{ED4CC301-2F23-4056-0532-8B4B0D4F8F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5" y="3415245"/>
              <a:ext cx="209457" cy="196411"/>
            </a:xfrm>
            <a:prstGeom prst="rect">
              <a:avLst/>
            </a:prstGeom>
          </p:spPr>
        </p:pic>
        <p:pic>
          <p:nvPicPr>
            <p:cNvPr id="170" name="Graphic 169" descr="Deciduous tree with solid fill">
              <a:extLst>
                <a:ext uri="{FF2B5EF4-FFF2-40B4-BE49-F238E27FC236}">
                  <a16:creationId xmlns:a16="http://schemas.microsoft.com/office/drawing/2014/main" id="{5E09734E-2D83-FF21-D42E-0039C16DE9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71" name="Graphic 170" descr="Deciduous tree with solid fill">
              <a:extLst>
                <a:ext uri="{FF2B5EF4-FFF2-40B4-BE49-F238E27FC236}">
                  <a16:creationId xmlns:a16="http://schemas.microsoft.com/office/drawing/2014/main" id="{CE623B56-08E4-9E37-81F5-54FBA1A76C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6" y="3662226"/>
              <a:ext cx="209457" cy="196411"/>
            </a:xfrm>
            <a:prstGeom prst="rect">
              <a:avLst/>
            </a:prstGeom>
          </p:spPr>
        </p:pic>
        <p:pic>
          <p:nvPicPr>
            <p:cNvPr id="172" name="Graphic 171" descr="Deciduous tree with solid fill">
              <a:extLst>
                <a:ext uri="{FF2B5EF4-FFF2-40B4-BE49-F238E27FC236}">
                  <a16:creationId xmlns:a16="http://schemas.microsoft.com/office/drawing/2014/main" id="{DD45191A-A2AD-55F3-E342-35DDA14453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73" name="Graphic 172" descr="Deciduous tree with solid fill">
              <a:extLst>
                <a:ext uri="{FF2B5EF4-FFF2-40B4-BE49-F238E27FC236}">
                  <a16:creationId xmlns:a16="http://schemas.microsoft.com/office/drawing/2014/main" id="{166F0EEE-D983-9236-D96C-BAC86D8CC6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74" name="Graphic 173" descr="Deciduous tree with solid fill">
              <a:extLst>
                <a:ext uri="{FF2B5EF4-FFF2-40B4-BE49-F238E27FC236}">
                  <a16:creationId xmlns:a16="http://schemas.microsoft.com/office/drawing/2014/main" id="{19654761-8089-DD31-6B63-C335F0D95D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75" name="Graphic 174" descr="Deciduous tree with solid fill">
              <a:extLst>
                <a:ext uri="{FF2B5EF4-FFF2-40B4-BE49-F238E27FC236}">
                  <a16:creationId xmlns:a16="http://schemas.microsoft.com/office/drawing/2014/main" id="{4E19D85B-C26B-9FC5-BBEA-E7CD5C1465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8" y="2948910"/>
              <a:ext cx="209457" cy="196411"/>
            </a:xfrm>
            <a:prstGeom prst="rect">
              <a:avLst/>
            </a:prstGeom>
          </p:spPr>
        </p:pic>
        <p:pic>
          <p:nvPicPr>
            <p:cNvPr id="176" name="Graphic 175" descr="Deciduous tree with solid fill">
              <a:extLst>
                <a:ext uri="{FF2B5EF4-FFF2-40B4-BE49-F238E27FC236}">
                  <a16:creationId xmlns:a16="http://schemas.microsoft.com/office/drawing/2014/main" id="{ABC98B5A-AEB9-F3D9-1F71-E08F015C53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3" y="3072401"/>
              <a:ext cx="209457" cy="196411"/>
            </a:xfrm>
            <a:prstGeom prst="rect">
              <a:avLst/>
            </a:prstGeom>
          </p:spPr>
        </p:pic>
        <p:pic>
          <p:nvPicPr>
            <p:cNvPr id="177" name="Graphic 176" descr="Deciduous tree with solid fill">
              <a:extLst>
                <a:ext uri="{FF2B5EF4-FFF2-40B4-BE49-F238E27FC236}">
                  <a16:creationId xmlns:a16="http://schemas.microsoft.com/office/drawing/2014/main" id="{B4763E4D-6874-B6C1-5C86-7F66F81442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8" y="3195893"/>
              <a:ext cx="209457" cy="196411"/>
            </a:xfrm>
            <a:prstGeom prst="rect">
              <a:avLst/>
            </a:prstGeom>
          </p:spPr>
        </p:pic>
        <p:pic>
          <p:nvPicPr>
            <p:cNvPr id="178" name="Graphic 177" descr="Deciduous tree with solid fill">
              <a:extLst>
                <a:ext uri="{FF2B5EF4-FFF2-40B4-BE49-F238E27FC236}">
                  <a16:creationId xmlns:a16="http://schemas.microsoft.com/office/drawing/2014/main" id="{4F13C8AA-B1D7-BF48-8CBC-B9E2CE822F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3" y="3319384"/>
              <a:ext cx="209457" cy="196411"/>
            </a:xfrm>
            <a:prstGeom prst="rect">
              <a:avLst/>
            </a:prstGeom>
          </p:spPr>
        </p:pic>
        <p:pic>
          <p:nvPicPr>
            <p:cNvPr id="179" name="Graphic 178" descr="Deciduous tree with solid fill">
              <a:extLst>
                <a:ext uri="{FF2B5EF4-FFF2-40B4-BE49-F238E27FC236}">
                  <a16:creationId xmlns:a16="http://schemas.microsoft.com/office/drawing/2014/main" id="{FB15EB94-50FF-D190-862F-2E6708F026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80" name="Graphic 179" descr="Deciduous tree with solid fill">
              <a:extLst>
                <a:ext uri="{FF2B5EF4-FFF2-40B4-BE49-F238E27FC236}">
                  <a16:creationId xmlns:a16="http://schemas.microsoft.com/office/drawing/2014/main" id="{624B3127-92B6-8F49-3EB3-38A7AF795D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81" name="Graphic 180" descr="Deciduous tree with solid fill">
              <a:extLst>
                <a:ext uri="{FF2B5EF4-FFF2-40B4-BE49-F238E27FC236}">
                  <a16:creationId xmlns:a16="http://schemas.microsoft.com/office/drawing/2014/main" id="{0745623C-5F5A-B908-7C2A-3EE47FC75B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82" name="Graphic 181" descr="Deciduous tree with solid fill">
              <a:extLst>
                <a:ext uri="{FF2B5EF4-FFF2-40B4-BE49-F238E27FC236}">
                  <a16:creationId xmlns:a16="http://schemas.microsoft.com/office/drawing/2014/main" id="{5B5B9DB4-AA6B-3C15-36F3-D8E3157057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83" name="Graphic 182" descr="Deciduous tree with solid fill">
              <a:extLst>
                <a:ext uri="{FF2B5EF4-FFF2-40B4-BE49-F238E27FC236}">
                  <a16:creationId xmlns:a16="http://schemas.microsoft.com/office/drawing/2014/main" id="{48303239-A1F3-23CB-2F63-CA41CFEF8B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84" name="Graphic 183" descr="Deciduous tree with solid fill">
              <a:extLst>
                <a:ext uri="{FF2B5EF4-FFF2-40B4-BE49-F238E27FC236}">
                  <a16:creationId xmlns:a16="http://schemas.microsoft.com/office/drawing/2014/main" id="{2EFDD595-CB8F-9768-C3EA-41ADC32493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6" y="2860873"/>
              <a:ext cx="209457" cy="196411"/>
            </a:xfrm>
            <a:prstGeom prst="rect">
              <a:avLst/>
            </a:prstGeom>
          </p:spPr>
        </p:pic>
        <p:pic>
          <p:nvPicPr>
            <p:cNvPr id="185" name="Graphic 184" descr="Deciduous tree with solid fill">
              <a:extLst>
                <a:ext uri="{FF2B5EF4-FFF2-40B4-BE49-F238E27FC236}">
                  <a16:creationId xmlns:a16="http://schemas.microsoft.com/office/drawing/2014/main" id="{5F7AA26E-1CAB-3D22-EA8D-45183313BB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86" name="Graphic 185" descr="Deciduous tree with solid fill">
              <a:extLst>
                <a:ext uri="{FF2B5EF4-FFF2-40B4-BE49-F238E27FC236}">
                  <a16:creationId xmlns:a16="http://schemas.microsoft.com/office/drawing/2014/main" id="{8F7ABEB8-D21F-6CD9-1F84-D8025004FC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87" name="Graphic 186" descr="Deciduous tree with solid fill">
              <a:extLst>
                <a:ext uri="{FF2B5EF4-FFF2-40B4-BE49-F238E27FC236}">
                  <a16:creationId xmlns:a16="http://schemas.microsoft.com/office/drawing/2014/main" id="{94E7A249-1B24-C596-6DA9-AEFF75AF9E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88" name="Graphic 187" descr="Deciduous tree with solid fill">
              <a:extLst>
                <a:ext uri="{FF2B5EF4-FFF2-40B4-BE49-F238E27FC236}">
                  <a16:creationId xmlns:a16="http://schemas.microsoft.com/office/drawing/2014/main" id="{198B05E6-ED76-AF39-EC65-8845AF5738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3" y="3354837"/>
              <a:ext cx="209457" cy="196411"/>
            </a:xfrm>
            <a:prstGeom prst="rect">
              <a:avLst/>
            </a:prstGeom>
          </p:spPr>
        </p:pic>
        <p:pic>
          <p:nvPicPr>
            <p:cNvPr id="189" name="Graphic 188" descr="Deciduous tree with solid fill">
              <a:extLst>
                <a:ext uri="{FF2B5EF4-FFF2-40B4-BE49-F238E27FC236}">
                  <a16:creationId xmlns:a16="http://schemas.microsoft.com/office/drawing/2014/main" id="{EF952C68-C704-925D-704A-3487C96385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8" y="3478328"/>
              <a:ext cx="209457" cy="196411"/>
            </a:xfrm>
            <a:prstGeom prst="rect">
              <a:avLst/>
            </a:prstGeom>
          </p:spPr>
        </p:pic>
        <p:pic>
          <p:nvPicPr>
            <p:cNvPr id="190" name="Graphic 189" descr="Deciduous tree with solid fill">
              <a:extLst>
                <a:ext uri="{FF2B5EF4-FFF2-40B4-BE49-F238E27FC236}">
                  <a16:creationId xmlns:a16="http://schemas.microsoft.com/office/drawing/2014/main" id="{429B76C0-7C74-690A-E89A-B55D804945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3" y="3601820"/>
              <a:ext cx="209457" cy="196411"/>
            </a:xfrm>
            <a:prstGeom prst="rect">
              <a:avLst/>
            </a:prstGeom>
          </p:spPr>
        </p:pic>
        <p:pic>
          <p:nvPicPr>
            <p:cNvPr id="191" name="Graphic 190" descr="Deciduous tree with solid fill">
              <a:extLst>
                <a:ext uri="{FF2B5EF4-FFF2-40B4-BE49-F238E27FC236}">
                  <a16:creationId xmlns:a16="http://schemas.microsoft.com/office/drawing/2014/main" id="{ABEC7D47-1268-2B5F-3650-1ABB8F1574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8" y="3725311"/>
              <a:ext cx="209457" cy="196411"/>
            </a:xfrm>
            <a:prstGeom prst="rect">
              <a:avLst/>
            </a:prstGeom>
          </p:spPr>
        </p:pic>
        <p:pic>
          <p:nvPicPr>
            <p:cNvPr id="192" name="Graphic 191" descr="Deciduous tree with solid fill">
              <a:extLst>
                <a:ext uri="{FF2B5EF4-FFF2-40B4-BE49-F238E27FC236}">
                  <a16:creationId xmlns:a16="http://schemas.microsoft.com/office/drawing/2014/main" id="{F689159E-97D8-DE73-EE72-AD2611D659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3" y="3848803"/>
              <a:ext cx="209457" cy="196411"/>
            </a:xfrm>
            <a:prstGeom prst="rect">
              <a:avLst/>
            </a:prstGeom>
          </p:spPr>
        </p:pic>
        <p:pic>
          <p:nvPicPr>
            <p:cNvPr id="193" name="Graphic 192" descr="Deciduous tree with solid fill">
              <a:extLst>
                <a:ext uri="{FF2B5EF4-FFF2-40B4-BE49-F238E27FC236}">
                  <a16:creationId xmlns:a16="http://schemas.microsoft.com/office/drawing/2014/main" id="{0ECAEC7A-A975-F39D-304D-B07A5F7838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8" y="2948910"/>
              <a:ext cx="209457" cy="196411"/>
            </a:xfrm>
            <a:prstGeom prst="rect">
              <a:avLst/>
            </a:prstGeom>
          </p:spPr>
        </p:pic>
        <p:pic>
          <p:nvPicPr>
            <p:cNvPr id="194" name="Graphic 193" descr="Deciduous tree with solid fill">
              <a:extLst>
                <a:ext uri="{FF2B5EF4-FFF2-40B4-BE49-F238E27FC236}">
                  <a16:creationId xmlns:a16="http://schemas.microsoft.com/office/drawing/2014/main" id="{718C2075-321C-1EDD-B2F3-2DC327978A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195" name="Graphic 194" descr="Deciduous tree with solid fill">
              <a:extLst>
                <a:ext uri="{FF2B5EF4-FFF2-40B4-BE49-F238E27FC236}">
                  <a16:creationId xmlns:a16="http://schemas.microsoft.com/office/drawing/2014/main" id="{CEFBFFD5-639F-7328-FC8D-F452DBE2AB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196" name="Graphic 195" descr="Deciduous tree with solid fill">
              <a:extLst>
                <a:ext uri="{FF2B5EF4-FFF2-40B4-BE49-F238E27FC236}">
                  <a16:creationId xmlns:a16="http://schemas.microsoft.com/office/drawing/2014/main" id="{15179BE8-78A8-5DAE-19C2-A7D080E47D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97" name="Graphic 196" descr="Deciduous tree with solid fill">
              <a:extLst>
                <a:ext uri="{FF2B5EF4-FFF2-40B4-BE49-F238E27FC236}">
                  <a16:creationId xmlns:a16="http://schemas.microsoft.com/office/drawing/2014/main" id="{10075A2A-89F8-25E6-7FE6-85E351A11F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98" name="Graphic 197" descr="Deciduous tree with solid fill">
              <a:extLst>
                <a:ext uri="{FF2B5EF4-FFF2-40B4-BE49-F238E27FC236}">
                  <a16:creationId xmlns:a16="http://schemas.microsoft.com/office/drawing/2014/main" id="{39808BA3-9865-8783-4E27-656E43C81E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99" name="Graphic 198" descr="Deciduous tree with solid fill">
              <a:extLst>
                <a:ext uri="{FF2B5EF4-FFF2-40B4-BE49-F238E27FC236}">
                  <a16:creationId xmlns:a16="http://schemas.microsoft.com/office/drawing/2014/main" id="{AD22010C-B347-7E0E-9B74-1D78E3A5EF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200" name="Graphic 199" descr="Deciduous tree with solid fill">
              <a:extLst>
                <a:ext uri="{FF2B5EF4-FFF2-40B4-BE49-F238E27FC236}">
                  <a16:creationId xmlns:a16="http://schemas.microsoft.com/office/drawing/2014/main" id="{D7D6F6E9-2F95-7563-37C7-36EDDF5848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201" name="Graphic 200" descr="Deciduous tree with solid fill">
              <a:extLst>
                <a:ext uri="{FF2B5EF4-FFF2-40B4-BE49-F238E27FC236}">
                  <a16:creationId xmlns:a16="http://schemas.microsoft.com/office/drawing/2014/main" id="{374E0B67-A811-EDA9-88BD-34F08C98E2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202" name="Graphic 201" descr="Deciduous tree with solid fill">
              <a:extLst>
                <a:ext uri="{FF2B5EF4-FFF2-40B4-BE49-F238E27FC236}">
                  <a16:creationId xmlns:a16="http://schemas.microsoft.com/office/drawing/2014/main" id="{27644F9A-D9E3-18FC-A522-D07B843C82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203" name="Graphic 202" descr="Deciduous tree with solid fill">
              <a:extLst>
                <a:ext uri="{FF2B5EF4-FFF2-40B4-BE49-F238E27FC236}">
                  <a16:creationId xmlns:a16="http://schemas.microsoft.com/office/drawing/2014/main" id="{78708EFF-4F33-6EAC-4829-255FBF36A2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204" name="Graphic 203" descr="Deciduous tree with solid fill">
              <a:extLst>
                <a:ext uri="{FF2B5EF4-FFF2-40B4-BE49-F238E27FC236}">
                  <a16:creationId xmlns:a16="http://schemas.microsoft.com/office/drawing/2014/main" id="{E6C686C4-5C86-7FA7-E9B6-7D5ADD7033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205" name="Graphic 204" descr="Deciduous tree with solid fill">
              <a:extLst>
                <a:ext uri="{FF2B5EF4-FFF2-40B4-BE49-F238E27FC236}">
                  <a16:creationId xmlns:a16="http://schemas.microsoft.com/office/drawing/2014/main" id="{8EB9C2A1-C453-3927-C3E0-34DD32B356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206" name="Graphic 205" descr="Deciduous tree with solid fill">
              <a:extLst>
                <a:ext uri="{FF2B5EF4-FFF2-40B4-BE49-F238E27FC236}">
                  <a16:creationId xmlns:a16="http://schemas.microsoft.com/office/drawing/2014/main" id="{560E665F-6C12-903B-6B47-EA9EDB11BA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207" name="Graphic 206" descr="Deciduous tree with solid fill">
              <a:extLst>
                <a:ext uri="{FF2B5EF4-FFF2-40B4-BE49-F238E27FC236}">
                  <a16:creationId xmlns:a16="http://schemas.microsoft.com/office/drawing/2014/main" id="{F1D9516E-27D6-022B-C508-46DD939E4F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208" name="Graphic 207" descr="Deciduous tree with solid fill">
              <a:extLst>
                <a:ext uri="{FF2B5EF4-FFF2-40B4-BE49-F238E27FC236}">
                  <a16:creationId xmlns:a16="http://schemas.microsoft.com/office/drawing/2014/main" id="{3BFCA60F-6A54-48E2-2CC3-C2A5648D08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209" name="Graphic 208" descr="Deciduous tree with solid fill">
              <a:extLst>
                <a:ext uri="{FF2B5EF4-FFF2-40B4-BE49-F238E27FC236}">
                  <a16:creationId xmlns:a16="http://schemas.microsoft.com/office/drawing/2014/main" id="{9220B25B-7FEA-BE35-5F2A-3BBAABDE43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210" name="Graphic 209" descr="Deciduous tree with solid fill">
              <a:extLst>
                <a:ext uri="{FF2B5EF4-FFF2-40B4-BE49-F238E27FC236}">
                  <a16:creationId xmlns:a16="http://schemas.microsoft.com/office/drawing/2014/main" id="{E0F5A1A6-13C7-B815-7259-65A850E926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211" name="Graphic 210" descr="Deciduous tree with solid fill">
              <a:extLst>
                <a:ext uri="{FF2B5EF4-FFF2-40B4-BE49-F238E27FC236}">
                  <a16:creationId xmlns:a16="http://schemas.microsoft.com/office/drawing/2014/main" id="{BD49F1DD-8FC8-0C25-175A-02FF2156A1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212" name="Graphic 211" descr="Deciduous tree with solid fill">
              <a:extLst>
                <a:ext uri="{FF2B5EF4-FFF2-40B4-BE49-F238E27FC236}">
                  <a16:creationId xmlns:a16="http://schemas.microsoft.com/office/drawing/2014/main" id="{907E77E8-4321-DA5E-4057-5A4EFE4D9D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213" name="Graphic 212" descr="Deciduous tree with solid fill">
              <a:extLst>
                <a:ext uri="{FF2B5EF4-FFF2-40B4-BE49-F238E27FC236}">
                  <a16:creationId xmlns:a16="http://schemas.microsoft.com/office/drawing/2014/main" id="{B615D732-EB5A-5858-1D54-F73FF3CAA7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214" name="Graphic 213" descr="Deciduous tree with solid fill">
              <a:extLst>
                <a:ext uri="{FF2B5EF4-FFF2-40B4-BE49-F238E27FC236}">
                  <a16:creationId xmlns:a16="http://schemas.microsoft.com/office/drawing/2014/main" id="{A0F20BEA-0BF6-7E5C-A427-F97352C657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215" name="Graphic 214" descr="Deciduous tree with solid fill">
              <a:extLst>
                <a:ext uri="{FF2B5EF4-FFF2-40B4-BE49-F238E27FC236}">
                  <a16:creationId xmlns:a16="http://schemas.microsoft.com/office/drawing/2014/main" id="{3AF23C2A-433E-F5D3-D030-65D4D9A4F7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216" name="Graphic 215" descr="Deciduous tree with solid fill">
              <a:extLst>
                <a:ext uri="{FF2B5EF4-FFF2-40B4-BE49-F238E27FC236}">
                  <a16:creationId xmlns:a16="http://schemas.microsoft.com/office/drawing/2014/main" id="{2FC055B7-8045-60BC-BD17-360D89EDEF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217" name="Graphic 216" descr="Deciduous tree with solid fill">
              <a:extLst>
                <a:ext uri="{FF2B5EF4-FFF2-40B4-BE49-F238E27FC236}">
                  <a16:creationId xmlns:a16="http://schemas.microsoft.com/office/drawing/2014/main" id="{1F0E1DE7-3DE4-2C39-92A9-9A128AC4D3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218" name="Graphic 217" descr="Deciduous tree with solid fill">
              <a:extLst>
                <a:ext uri="{FF2B5EF4-FFF2-40B4-BE49-F238E27FC236}">
                  <a16:creationId xmlns:a16="http://schemas.microsoft.com/office/drawing/2014/main" id="{8F155B5F-0C6A-0765-5897-EB080EB612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219" name="Graphic 218" descr="Deciduous tree with solid fill">
              <a:extLst>
                <a:ext uri="{FF2B5EF4-FFF2-40B4-BE49-F238E27FC236}">
                  <a16:creationId xmlns:a16="http://schemas.microsoft.com/office/drawing/2014/main" id="{457B2DF8-BEB5-AF8B-3A1E-19BE3A199B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220" name="Graphic 219" descr="Deciduous tree with solid fill">
              <a:extLst>
                <a:ext uri="{FF2B5EF4-FFF2-40B4-BE49-F238E27FC236}">
                  <a16:creationId xmlns:a16="http://schemas.microsoft.com/office/drawing/2014/main" id="{51834246-84F3-ECCB-8387-17B6BE1167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221" name="Graphic 220" descr="Deciduous tree with solid fill">
              <a:extLst>
                <a:ext uri="{FF2B5EF4-FFF2-40B4-BE49-F238E27FC236}">
                  <a16:creationId xmlns:a16="http://schemas.microsoft.com/office/drawing/2014/main" id="{2169A9E1-0B4A-C6FF-A715-F19312944D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222" name="Graphic 221" descr="Deciduous tree with solid fill">
              <a:extLst>
                <a:ext uri="{FF2B5EF4-FFF2-40B4-BE49-F238E27FC236}">
                  <a16:creationId xmlns:a16="http://schemas.microsoft.com/office/drawing/2014/main" id="{89B4C03B-0877-B4B7-DD56-D1EE647528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223" name="Graphic 222" descr="Deciduous tree with solid fill">
              <a:extLst>
                <a:ext uri="{FF2B5EF4-FFF2-40B4-BE49-F238E27FC236}">
                  <a16:creationId xmlns:a16="http://schemas.microsoft.com/office/drawing/2014/main" id="{BF97ED65-AF61-A8C2-5EF0-BD5258BD54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224" name="Graphic 223" descr="Deciduous tree with solid fill">
              <a:extLst>
                <a:ext uri="{FF2B5EF4-FFF2-40B4-BE49-F238E27FC236}">
                  <a16:creationId xmlns:a16="http://schemas.microsoft.com/office/drawing/2014/main" id="{4BA37D03-7A0B-EE26-7649-FDD8ACCC2D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225" name="Graphic 224" descr="Deciduous tree with solid fill">
              <a:extLst>
                <a:ext uri="{FF2B5EF4-FFF2-40B4-BE49-F238E27FC236}">
                  <a16:creationId xmlns:a16="http://schemas.microsoft.com/office/drawing/2014/main" id="{474B6779-A521-7E79-CF01-604A7B1C0D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226" name="Graphic 225" descr="Deciduous tree with solid fill">
              <a:extLst>
                <a:ext uri="{FF2B5EF4-FFF2-40B4-BE49-F238E27FC236}">
                  <a16:creationId xmlns:a16="http://schemas.microsoft.com/office/drawing/2014/main" id="{BC906260-A57E-18B0-2DCF-B4C25863D4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227" name="Graphic 226" descr="Deciduous tree with solid fill">
              <a:extLst>
                <a:ext uri="{FF2B5EF4-FFF2-40B4-BE49-F238E27FC236}">
                  <a16:creationId xmlns:a16="http://schemas.microsoft.com/office/drawing/2014/main" id="{E66FF7DB-4DEE-339D-F4C2-41CDF028CA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228" name="Graphic 227" descr="Deciduous tree with solid fill">
              <a:extLst>
                <a:ext uri="{FF2B5EF4-FFF2-40B4-BE49-F238E27FC236}">
                  <a16:creationId xmlns:a16="http://schemas.microsoft.com/office/drawing/2014/main" id="{F3BDACD6-5EDF-9730-3947-885194718D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229" name="Graphic 228" descr="Deciduous tree with solid fill">
              <a:extLst>
                <a:ext uri="{FF2B5EF4-FFF2-40B4-BE49-F238E27FC236}">
                  <a16:creationId xmlns:a16="http://schemas.microsoft.com/office/drawing/2014/main" id="{FF7BD8E6-7F00-CF76-7DCD-4747F91930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230" name="Graphic 229" descr="Deciduous tree with solid fill">
              <a:extLst>
                <a:ext uri="{FF2B5EF4-FFF2-40B4-BE49-F238E27FC236}">
                  <a16:creationId xmlns:a16="http://schemas.microsoft.com/office/drawing/2014/main" id="{7B3B9F34-1321-1287-E64C-07BC37E529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231" name="Graphic 230" descr="Deciduous tree with solid fill">
              <a:extLst>
                <a:ext uri="{FF2B5EF4-FFF2-40B4-BE49-F238E27FC236}">
                  <a16:creationId xmlns:a16="http://schemas.microsoft.com/office/drawing/2014/main" id="{620B0758-BA33-FAA4-875B-83EDDE8343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232" name="Graphic 231" descr="Deciduous tree with solid fill">
              <a:extLst>
                <a:ext uri="{FF2B5EF4-FFF2-40B4-BE49-F238E27FC236}">
                  <a16:creationId xmlns:a16="http://schemas.microsoft.com/office/drawing/2014/main" id="{11CFCF28-3D1C-8C02-4D3F-C6BF2BF40B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233" name="Graphic 232" descr="Deciduous tree with solid fill">
              <a:extLst>
                <a:ext uri="{FF2B5EF4-FFF2-40B4-BE49-F238E27FC236}">
                  <a16:creationId xmlns:a16="http://schemas.microsoft.com/office/drawing/2014/main" id="{7672CBD6-DDE0-0B83-F83A-9894529435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234" name="Graphic 233" descr="Deciduous tree with solid fill">
              <a:extLst>
                <a:ext uri="{FF2B5EF4-FFF2-40B4-BE49-F238E27FC236}">
                  <a16:creationId xmlns:a16="http://schemas.microsoft.com/office/drawing/2014/main" id="{893D9134-B92C-344C-8380-99277780E6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235" name="Graphic 234" descr="Deciduous tree with solid fill">
              <a:extLst>
                <a:ext uri="{FF2B5EF4-FFF2-40B4-BE49-F238E27FC236}">
                  <a16:creationId xmlns:a16="http://schemas.microsoft.com/office/drawing/2014/main" id="{0FBDABDD-F519-5FB0-2407-7F6EEA4B17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236" name="Graphic 235" descr="Deciduous tree with solid fill">
              <a:extLst>
                <a:ext uri="{FF2B5EF4-FFF2-40B4-BE49-F238E27FC236}">
                  <a16:creationId xmlns:a16="http://schemas.microsoft.com/office/drawing/2014/main" id="{104BEE23-DE00-183A-9772-FAAD5E6B1C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237" name="Graphic 236" descr="Deciduous tree with solid fill">
              <a:extLst>
                <a:ext uri="{FF2B5EF4-FFF2-40B4-BE49-F238E27FC236}">
                  <a16:creationId xmlns:a16="http://schemas.microsoft.com/office/drawing/2014/main" id="{A336BA23-84B3-9020-8745-85F40B6E9A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238" name="Graphic 237" descr="Deciduous tree with solid fill">
              <a:extLst>
                <a:ext uri="{FF2B5EF4-FFF2-40B4-BE49-F238E27FC236}">
                  <a16:creationId xmlns:a16="http://schemas.microsoft.com/office/drawing/2014/main" id="{8C0595D9-89B2-729C-A55A-5CE380B500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239" name="Graphic 238" descr="Deciduous tree with solid fill">
              <a:extLst>
                <a:ext uri="{FF2B5EF4-FFF2-40B4-BE49-F238E27FC236}">
                  <a16:creationId xmlns:a16="http://schemas.microsoft.com/office/drawing/2014/main" id="{FB204088-F64E-DBA7-9AD0-F662E28092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240" name="Graphic 239" descr="Deciduous tree with solid fill">
              <a:extLst>
                <a:ext uri="{FF2B5EF4-FFF2-40B4-BE49-F238E27FC236}">
                  <a16:creationId xmlns:a16="http://schemas.microsoft.com/office/drawing/2014/main" id="{5228E78C-5FAD-6CF5-BAA1-23D6A13552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241" name="Graphic 240" descr="Deciduous tree with solid fill">
              <a:extLst>
                <a:ext uri="{FF2B5EF4-FFF2-40B4-BE49-F238E27FC236}">
                  <a16:creationId xmlns:a16="http://schemas.microsoft.com/office/drawing/2014/main" id="{2CE35504-B29B-5D17-013A-50960E1AC4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242" name="Graphic 241" descr="Deciduous tree with solid fill">
              <a:extLst>
                <a:ext uri="{FF2B5EF4-FFF2-40B4-BE49-F238E27FC236}">
                  <a16:creationId xmlns:a16="http://schemas.microsoft.com/office/drawing/2014/main" id="{A5F84738-2B4B-BA3A-BC42-8AB20850BD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243" name="Graphic 242" descr="Deciduous tree with solid fill">
              <a:extLst>
                <a:ext uri="{FF2B5EF4-FFF2-40B4-BE49-F238E27FC236}">
                  <a16:creationId xmlns:a16="http://schemas.microsoft.com/office/drawing/2014/main" id="{41D11F37-611F-6BE6-E106-58EB29EF2B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244" name="Graphic 243" descr="Deciduous tree with solid fill">
              <a:extLst>
                <a:ext uri="{FF2B5EF4-FFF2-40B4-BE49-F238E27FC236}">
                  <a16:creationId xmlns:a16="http://schemas.microsoft.com/office/drawing/2014/main" id="{FC1D86E3-7DED-CEE4-2553-81EB20C499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245" name="Graphic 244" descr="Deciduous tree with solid fill">
              <a:extLst>
                <a:ext uri="{FF2B5EF4-FFF2-40B4-BE49-F238E27FC236}">
                  <a16:creationId xmlns:a16="http://schemas.microsoft.com/office/drawing/2014/main" id="{2048A7AB-D2E7-99D2-4D33-2DC2517F70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46" name="Graphic 245" descr="Deciduous tree with solid fill">
              <a:extLst>
                <a:ext uri="{FF2B5EF4-FFF2-40B4-BE49-F238E27FC236}">
                  <a16:creationId xmlns:a16="http://schemas.microsoft.com/office/drawing/2014/main" id="{5D70398C-72DE-F8A9-2416-5294D2C868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247" name="Graphic 246" descr="Deciduous tree with solid fill">
              <a:extLst>
                <a:ext uri="{FF2B5EF4-FFF2-40B4-BE49-F238E27FC236}">
                  <a16:creationId xmlns:a16="http://schemas.microsoft.com/office/drawing/2014/main" id="{1A862B66-B53B-424D-25D0-494899581A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248" name="Graphic 247" descr="Deciduous tree with solid fill">
              <a:extLst>
                <a:ext uri="{FF2B5EF4-FFF2-40B4-BE49-F238E27FC236}">
                  <a16:creationId xmlns:a16="http://schemas.microsoft.com/office/drawing/2014/main" id="{839FAE55-A4DC-D9DC-B09C-72A0868B6E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249" name="Graphic 248" descr="Deciduous tree with solid fill">
              <a:extLst>
                <a:ext uri="{FF2B5EF4-FFF2-40B4-BE49-F238E27FC236}">
                  <a16:creationId xmlns:a16="http://schemas.microsoft.com/office/drawing/2014/main" id="{495715A7-F9A2-90DD-C1E0-C16B19FAD5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250" name="Graphic 249" descr="Deciduous tree with solid fill">
              <a:extLst>
                <a:ext uri="{FF2B5EF4-FFF2-40B4-BE49-F238E27FC236}">
                  <a16:creationId xmlns:a16="http://schemas.microsoft.com/office/drawing/2014/main" id="{15A6921E-9D34-17F8-CAD9-6F3FCA5ABB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251" name="Graphic 250" descr="Deciduous tree with solid fill">
              <a:extLst>
                <a:ext uri="{FF2B5EF4-FFF2-40B4-BE49-F238E27FC236}">
                  <a16:creationId xmlns:a16="http://schemas.microsoft.com/office/drawing/2014/main" id="{CAEB52BA-790B-B510-FCD0-7F9F8EB5ED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252" name="Graphic 251" descr="Deciduous tree with solid fill">
              <a:extLst>
                <a:ext uri="{FF2B5EF4-FFF2-40B4-BE49-F238E27FC236}">
                  <a16:creationId xmlns:a16="http://schemas.microsoft.com/office/drawing/2014/main" id="{ACB8335C-7978-08A6-5DE2-C7F8D5810B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253" name="Graphic 252" descr="Deciduous tree with solid fill">
              <a:extLst>
                <a:ext uri="{FF2B5EF4-FFF2-40B4-BE49-F238E27FC236}">
                  <a16:creationId xmlns:a16="http://schemas.microsoft.com/office/drawing/2014/main" id="{45845064-572A-156F-D816-30DBEA01AC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254" name="Graphic 253" descr="Deciduous tree with solid fill">
              <a:extLst>
                <a:ext uri="{FF2B5EF4-FFF2-40B4-BE49-F238E27FC236}">
                  <a16:creationId xmlns:a16="http://schemas.microsoft.com/office/drawing/2014/main" id="{876A6D18-A3FD-F56B-98BE-14875C6854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255" name="Graphic 254" descr="Deciduous tree with solid fill">
              <a:extLst>
                <a:ext uri="{FF2B5EF4-FFF2-40B4-BE49-F238E27FC236}">
                  <a16:creationId xmlns:a16="http://schemas.microsoft.com/office/drawing/2014/main" id="{9FD14936-F9BB-2315-8800-1BCC6172BC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256" name="Graphic 255" descr="Deciduous tree with solid fill">
              <a:extLst>
                <a:ext uri="{FF2B5EF4-FFF2-40B4-BE49-F238E27FC236}">
                  <a16:creationId xmlns:a16="http://schemas.microsoft.com/office/drawing/2014/main" id="{A87F9C36-F277-018B-5221-AF2187D218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257" name="Graphic 256" descr="Deciduous tree with solid fill">
              <a:extLst>
                <a:ext uri="{FF2B5EF4-FFF2-40B4-BE49-F238E27FC236}">
                  <a16:creationId xmlns:a16="http://schemas.microsoft.com/office/drawing/2014/main" id="{884CA330-1970-54DB-3ECF-034A0CD7A2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258" name="Graphic 257" descr="Deciduous tree with solid fill">
              <a:extLst>
                <a:ext uri="{FF2B5EF4-FFF2-40B4-BE49-F238E27FC236}">
                  <a16:creationId xmlns:a16="http://schemas.microsoft.com/office/drawing/2014/main" id="{25B1F369-6F23-3812-EE6D-54D49123E9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259" name="Graphic 258" descr="Deciduous tree with solid fill">
              <a:extLst>
                <a:ext uri="{FF2B5EF4-FFF2-40B4-BE49-F238E27FC236}">
                  <a16:creationId xmlns:a16="http://schemas.microsoft.com/office/drawing/2014/main" id="{8FDD1C9F-5E16-6787-3D8A-BDA412937B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260" name="Graphic 259" descr="Deciduous tree with solid fill">
              <a:extLst>
                <a:ext uri="{FF2B5EF4-FFF2-40B4-BE49-F238E27FC236}">
                  <a16:creationId xmlns:a16="http://schemas.microsoft.com/office/drawing/2014/main" id="{37FF778F-7380-C8C1-CB6F-C8F6D10253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261" name="Graphic 260" descr="Deciduous tree with solid fill">
              <a:extLst>
                <a:ext uri="{FF2B5EF4-FFF2-40B4-BE49-F238E27FC236}">
                  <a16:creationId xmlns:a16="http://schemas.microsoft.com/office/drawing/2014/main" id="{DD504B04-B9A5-C842-0A40-FB7E273E3A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262" name="Graphic 261" descr="Deciduous tree with solid fill">
              <a:extLst>
                <a:ext uri="{FF2B5EF4-FFF2-40B4-BE49-F238E27FC236}">
                  <a16:creationId xmlns:a16="http://schemas.microsoft.com/office/drawing/2014/main" id="{13A0A9E4-FC8D-ED26-49FA-C050DE0FEF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263" name="Graphic 262" descr="Deciduous tree with solid fill">
              <a:extLst>
                <a:ext uri="{FF2B5EF4-FFF2-40B4-BE49-F238E27FC236}">
                  <a16:creationId xmlns:a16="http://schemas.microsoft.com/office/drawing/2014/main" id="{6CFAF5B5-FB2E-14F8-CDB0-813E409F0E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264" name="Graphic 263" descr="Deciduous tree with solid fill">
              <a:extLst>
                <a:ext uri="{FF2B5EF4-FFF2-40B4-BE49-F238E27FC236}">
                  <a16:creationId xmlns:a16="http://schemas.microsoft.com/office/drawing/2014/main" id="{66BF37CD-05D7-4653-3463-74C7B5B27E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265" name="Graphic 264" descr="Deciduous tree with solid fill">
              <a:extLst>
                <a:ext uri="{FF2B5EF4-FFF2-40B4-BE49-F238E27FC236}">
                  <a16:creationId xmlns:a16="http://schemas.microsoft.com/office/drawing/2014/main" id="{DD7BDCF3-43A9-1EFA-F65A-1DE21FBE4A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66" name="Graphic 265" descr="Deciduous tree with solid fill">
              <a:extLst>
                <a:ext uri="{FF2B5EF4-FFF2-40B4-BE49-F238E27FC236}">
                  <a16:creationId xmlns:a16="http://schemas.microsoft.com/office/drawing/2014/main" id="{550998C6-99BA-D3EB-FE52-159A20C25D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267" name="Graphic 266" descr="Deciduous tree with solid fill">
              <a:extLst>
                <a:ext uri="{FF2B5EF4-FFF2-40B4-BE49-F238E27FC236}">
                  <a16:creationId xmlns:a16="http://schemas.microsoft.com/office/drawing/2014/main" id="{A8659DE2-347F-3411-1FC7-8C0B785DE3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268" name="Graphic 267" descr="Deciduous tree with solid fill">
              <a:extLst>
                <a:ext uri="{FF2B5EF4-FFF2-40B4-BE49-F238E27FC236}">
                  <a16:creationId xmlns:a16="http://schemas.microsoft.com/office/drawing/2014/main" id="{B81C877E-6B42-A2CD-D358-9D00389AA2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269" name="Graphic 268" descr="Deciduous tree with solid fill">
              <a:extLst>
                <a:ext uri="{FF2B5EF4-FFF2-40B4-BE49-F238E27FC236}">
                  <a16:creationId xmlns:a16="http://schemas.microsoft.com/office/drawing/2014/main" id="{B1233C34-3F2A-7B52-8B07-D31B7EB372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270" name="Graphic 269" descr="Deciduous tree with solid fill">
              <a:extLst>
                <a:ext uri="{FF2B5EF4-FFF2-40B4-BE49-F238E27FC236}">
                  <a16:creationId xmlns:a16="http://schemas.microsoft.com/office/drawing/2014/main" id="{AE2C66BB-4C64-5B59-A8BE-49C4BB3AF2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271" name="Graphic 270" descr="Deciduous tree with solid fill">
              <a:extLst>
                <a:ext uri="{FF2B5EF4-FFF2-40B4-BE49-F238E27FC236}">
                  <a16:creationId xmlns:a16="http://schemas.microsoft.com/office/drawing/2014/main" id="{A69CD603-7AAD-D6A2-A4CD-2455FE5846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272" name="Graphic 271" descr="Deciduous tree with solid fill">
              <a:extLst>
                <a:ext uri="{FF2B5EF4-FFF2-40B4-BE49-F238E27FC236}">
                  <a16:creationId xmlns:a16="http://schemas.microsoft.com/office/drawing/2014/main" id="{B87D58C6-F024-3F8D-804E-192A3EFF5E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273" name="Graphic 272" descr="Deciduous tree with solid fill">
              <a:extLst>
                <a:ext uri="{FF2B5EF4-FFF2-40B4-BE49-F238E27FC236}">
                  <a16:creationId xmlns:a16="http://schemas.microsoft.com/office/drawing/2014/main" id="{7CF16AF8-8E3B-AD2C-347F-41F1A4BAD7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274" name="Graphic 273" descr="Deciduous tree with solid fill">
              <a:extLst>
                <a:ext uri="{FF2B5EF4-FFF2-40B4-BE49-F238E27FC236}">
                  <a16:creationId xmlns:a16="http://schemas.microsoft.com/office/drawing/2014/main" id="{32AD8A25-014B-E94A-D4A2-42B7DC9AD3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275" name="Graphic 274" descr="Deciduous tree with solid fill">
              <a:extLst>
                <a:ext uri="{FF2B5EF4-FFF2-40B4-BE49-F238E27FC236}">
                  <a16:creationId xmlns:a16="http://schemas.microsoft.com/office/drawing/2014/main" id="{ACC1E387-876C-BD2E-057D-C86A3B8CBF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276" name="Graphic 275" descr="Deciduous tree with solid fill">
              <a:extLst>
                <a:ext uri="{FF2B5EF4-FFF2-40B4-BE49-F238E27FC236}">
                  <a16:creationId xmlns:a16="http://schemas.microsoft.com/office/drawing/2014/main" id="{E3C4E7BE-3321-4CB7-9F04-CCB6CEA1C8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277" name="Graphic 276" descr="Deciduous tree with solid fill">
              <a:extLst>
                <a:ext uri="{FF2B5EF4-FFF2-40B4-BE49-F238E27FC236}">
                  <a16:creationId xmlns:a16="http://schemas.microsoft.com/office/drawing/2014/main" id="{9BE8D301-D62A-5ED1-7F1C-37129680E6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278" name="Graphic 277" descr="Deciduous tree with solid fill">
              <a:extLst>
                <a:ext uri="{FF2B5EF4-FFF2-40B4-BE49-F238E27FC236}">
                  <a16:creationId xmlns:a16="http://schemas.microsoft.com/office/drawing/2014/main" id="{70DCF0D7-EAFB-1EEB-D743-844F4BA915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279" name="Graphic 278" descr="Deciduous tree with solid fill">
              <a:extLst>
                <a:ext uri="{FF2B5EF4-FFF2-40B4-BE49-F238E27FC236}">
                  <a16:creationId xmlns:a16="http://schemas.microsoft.com/office/drawing/2014/main" id="{6270C173-A9EF-9F49-C355-62CAB3B801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280" name="Graphic 279" descr="Deciduous tree with solid fill">
              <a:extLst>
                <a:ext uri="{FF2B5EF4-FFF2-40B4-BE49-F238E27FC236}">
                  <a16:creationId xmlns:a16="http://schemas.microsoft.com/office/drawing/2014/main" id="{9A001A8E-2378-31C1-A9FB-5ADF228F4B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281" name="Graphic 280" descr="Deciduous tree with solid fill">
              <a:extLst>
                <a:ext uri="{FF2B5EF4-FFF2-40B4-BE49-F238E27FC236}">
                  <a16:creationId xmlns:a16="http://schemas.microsoft.com/office/drawing/2014/main" id="{4AC8B750-2750-D9E6-92C0-A1C52E9326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282" name="Graphic 281" descr="Deciduous tree with solid fill">
              <a:extLst>
                <a:ext uri="{FF2B5EF4-FFF2-40B4-BE49-F238E27FC236}">
                  <a16:creationId xmlns:a16="http://schemas.microsoft.com/office/drawing/2014/main" id="{E6ADAEEF-F5E7-18E2-F06A-9E1AF9F0C3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283" name="Graphic 282" descr="Deciduous tree with solid fill">
              <a:extLst>
                <a:ext uri="{FF2B5EF4-FFF2-40B4-BE49-F238E27FC236}">
                  <a16:creationId xmlns:a16="http://schemas.microsoft.com/office/drawing/2014/main" id="{D2DF0512-BCA9-D34E-7D97-B9193EA667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284" name="Graphic 283" descr="Deciduous tree with solid fill">
              <a:extLst>
                <a:ext uri="{FF2B5EF4-FFF2-40B4-BE49-F238E27FC236}">
                  <a16:creationId xmlns:a16="http://schemas.microsoft.com/office/drawing/2014/main" id="{FFE70B0B-187C-F30B-AC3E-4295C7B850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85" name="Graphic 284" descr="Deciduous tree with solid fill">
              <a:extLst>
                <a:ext uri="{FF2B5EF4-FFF2-40B4-BE49-F238E27FC236}">
                  <a16:creationId xmlns:a16="http://schemas.microsoft.com/office/drawing/2014/main" id="{68A6DA46-7D34-0E7D-9D82-36C7B18500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286" name="Graphic 285" descr="Deciduous tree with solid fill">
              <a:extLst>
                <a:ext uri="{FF2B5EF4-FFF2-40B4-BE49-F238E27FC236}">
                  <a16:creationId xmlns:a16="http://schemas.microsoft.com/office/drawing/2014/main" id="{39DD8F74-279F-8276-41C1-6478DD7172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287" name="Graphic 286" descr="Deciduous tree with solid fill">
              <a:extLst>
                <a:ext uri="{FF2B5EF4-FFF2-40B4-BE49-F238E27FC236}">
                  <a16:creationId xmlns:a16="http://schemas.microsoft.com/office/drawing/2014/main" id="{6D96FF4F-A8F8-C4F4-7AE5-657CBD5C5E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288" name="Graphic 287" descr="Deciduous tree with solid fill">
              <a:extLst>
                <a:ext uri="{FF2B5EF4-FFF2-40B4-BE49-F238E27FC236}">
                  <a16:creationId xmlns:a16="http://schemas.microsoft.com/office/drawing/2014/main" id="{7DCA8DBA-D304-9DC0-5A58-08E32A1AB9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289" name="Graphic 288" descr="Deciduous tree with solid fill">
              <a:extLst>
                <a:ext uri="{FF2B5EF4-FFF2-40B4-BE49-F238E27FC236}">
                  <a16:creationId xmlns:a16="http://schemas.microsoft.com/office/drawing/2014/main" id="{54E85BDA-9344-825C-B6BF-343724A933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290" name="Graphic 289" descr="Deciduous tree with solid fill">
              <a:extLst>
                <a:ext uri="{FF2B5EF4-FFF2-40B4-BE49-F238E27FC236}">
                  <a16:creationId xmlns:a16="http://schemas.microsoft.com/office/drawing/2014/main" id="{225ECB65-AB67-6547-9103-F450AA6E18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291" name="Graphic 290" descr="Deciduous tree with solid fill">
              <a:extLst>
                <a:ext uri="{FF2B5EF4-FFF2-40B4-BE49-F238E27FC236}">
                  <a16:creationId xmlns:a16="http://schemas.microsoft.com/office/drawing/2014/main" id="{7986B9FE-1C10-23C7-9F75-A40C7F13F1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292" name="Graphic 291" descr="Deciduous tree with solid fill">
              <a:extLst>
                <a:ext uri="{FF2B5EF4-FFF2-40B4-BE49-F238E27FC236}">
                  <a16:creationId xmlns:a16="http://schemas.microsoft.com/office/drawing/2014/main" id="{15152839-48A9-915A-39D4-10BC3B7423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293" name="Graphic 292" descr="Deciduous tree with solid fill">
              <a:extLst>
                <a:ext uri="{FF2B5EF4-FFF2-40B4-BE49-F238E27FC236}">
                  <a16:creationId xmlns:a16="http://schemas.microsoft.com/office/drawing/2014/main" id="{BDFE20F5-FF13-181F-D753-E6BB509D8C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294" name="Graphic 293" descr="Deciduous tree with solid fill">
              <a:extLst>
                <a:ext uri="{FF2B5EF4-FFF2-40B4-BE49-F238E27FC236}">
                  <a16:creationId xmlns:a16="http://schemas.microsoft.com/office/drawing/2014/main" id="{F716E1C8-82CA-CE72-BE27-163810CA48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295" name="Graphic 294" descr="Deciduous tree with solid fill">
              <a:extLst>
                <a:ext uri="{FF2B5EF4-FFF2-40B4-BE49-F238E27FC236}">
                  <a16:creationId xmlns:a16="http://schemas.microsoft.com/office/drawing/2014/main" id="{3FA67455-F96A-B045-7C82-1059CA8FA6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296" name="Graphic 295" descr="Deciduous tree with solid fill">
              <a:extLst>
                <a:ext uri="{FF2B5EF4-FFF2-40B4-BE49-F238E27FC236}">
                  <a16:creationId xmlns:a16="http://schemas.microsoft.com/office/drawing/2014/main" id="{5B897D72-4241-EF4E-C1FD-928F543AA5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297" name="Graphic 296" descr="Deciduous tree with solid fill">
              <a:extLst>
                <a:ext uri="{FF2B5EF4-FFF2-40B4-BE49-F238E27FC236}">
                  <a16:creationId xmlns:a16="http://schemas.microsoft.com/office/drawing/2014/main" id="{615FC1C7-755E-009D-D3DB-64729B95F5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298" name="Graphic 297" descr="Deciduous tree with solid fill">
              <a:extLst>
                <a:ext uri="{FF2B5EF4-FFF2-40B4-BE49-F238E27FC236}">
                  <a16:creationId xmlns:a16="http://schemas.microsoft.com/office/drawing/2014/main" id="{6207C28B-FC82-45F3-0861-1EB8E5C4F4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99" name="Graphic 298" descr="Deciduous tree with solid fill">
              <a:extLst>
                <a:ext uri="{FF2B5EF4-FFF2-40B4-BE49-F238E27FC236}">
                  <a16:creationId xmlns:a16="http://schemas.microsoft.com/office/drawing/2014/main" id="{B12840B3-4C88-D45B-5354-0900196449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300" name="Graphic 299" descr="Deciduous tree with solid fill">
              <a:extLst>
                <a:ext uri="{FF2B5EF4-FFF2-40B4-BE49-F238E27FC236}">
                  <a16:creationId xmlns:a16="http://schemas.microsoft.com/office/drawing/2014/main" id="{87AC2B44-9B9B-8340-4FA7-D64E95649B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301" name="Graphic 300" descr="Deciduous tree with solid fill">
              <a:extLst>
                <a:ext uri="{FF2B5EF4-FFF2-40B4-BE49-F238E27FC236}">
                  <a16:creationId xmlns:a16="http://schemas.microsoft.com/office/drawing/2014/main" id="{73BB7B3C-A25D-7E58-D425-576060257D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302" name="Graphic 301" descr="Deciduous tree with solid fill">
              <a:extLst>
                <a:ext uri="{FF2B5EF4-FFF2-40B4-BE49-F238E27FC236}">
                  <a16:creationId xmlns:a16="http://schemas.microsoft.com/office/drawing/2014/main" id="{36990EE5-E9A6-C355-E482-D930C68302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303" name="Graphic 302" descr="Deciduous tree with solid fill">
              <a:extLst>
                <a:ext uri="{FF2B5EF4-FFF2-40B4-BE49-F238E27FC236}">
                  <a16:creationId xmlns:a16="http://schemas.microsoft.com/office/drawing/2014/main" id="{D21A7457-1015-8E2D-226C-49DB51CD5C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304" name="Graphic 303" descr="Deciduous tree with solid fill">
              <a:extLst>
                <a:ext uri="{FF2B5EF4-FFF2-40B4-BE49-F238E27FC236}">
                  <a16:creationId xmlns:a16="http://schemas.microsoft.com/office/drawing/2014/main" id="{AD555974-9E3D-F517-C2DE-F30FF62EDF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305" name="Graphic 304" descr="Deciduous tree with solid fill">
              <a:extLst>
                <a:ext uri="{FF2B5EF4-FFF2-40B4-BE49-F238E27FC236}">
                  <a16:creationId xmlns:a16="http://schemas.microsoft.com/office/drawing/2014/main" id="{827AACB1-9990-E012-2CC8-F2B4758B88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306" name="Graphic 305" descr="Deciduous tree with solid fill">
              <a:extLst>
                <a:ext uri="{FF2B5EF4-FFF2-40B4-BE49-F238E27FC236}">
                  <a16:creationId xmlns:a16="http://schemas.microsoft.com/office/drawing/2014/main" id="{B3B7B662-4ACF-857D-66CE-0AB4440835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307" name="Graphic 306" descr="Deciduous tree with solid fill">
              <a:extLst>
                <a:ext uri="{FF2B5EF4-FFF2-40B4-BE49-F238E27FC236}">
                  <a16:creationId xmlns:a16="http://schemas.microsoft.com/office/drawing/2014/main" id="{BE7738F5-F88B-51BC-C7FB-65B64461FD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308" name="Graphic 307" descr="Deciduous tree with solid fill">
              <a:extLst>
                <a:ext uri="{FF2B5EF4-FFF2-40B4-BE49-F238E27FC236}">
                  <a16:creationId xmlns:a16="http://schemas.microsoft.com/office/drawing/2014/main" id="{D2A29A0F-7791-415A-E089-2AE292A747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309" name="Graphic 308" descr="Deciduous tree with solid fill">
              <a:extLst>
                <a:ext uri="{FF2B5EF4-FFF2-40B4-BE49-F238E27FC236}">
                  <a16:creationId xmlns:a16="http://schemas.microsoft.com/office/drawing/2014/main" id="{9DCD03FE-8F18-CDFC-6ABF-1ED6A303D0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310" name="Graphic 309" descr="Deciduous tree with solid fill">
              <a:extLst>
                <a:ext uri="{FF2B5EF4-FFF2-40B4-BE49-F238E27FC236}">
                  <a16:creationId xmlns:a16="http://schemas.microsoft.com/office/drawing/2014/main" id="{DFAEA852-3E47-09D5-5437-B97B4B842E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311" name="Graphic 310" descr="Deciduous tree with solid fill">
              <a:extLst>
                <a:ext uri="{FF2B5EF4-FFF2-40B4-BE49-F238E27FC236}">
                  <a16:creationId xmlns:a16="http://schemas.microsoft.com/office/drawing/2014/main" id="{555BDC1A-647A-6F23-1DFF-84049747A2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312" name="Graphic 311" descr="Deciduous tree with solid fill">
              <a:extLst>
                <a:ext uri="{FF2B5EF4-FFF2-40B4-BE49-F238E27FC236}">
                  <a16:creationId xmlns:a16="http://schemas.microsoft.com/office/drawing/2014/main" id="{42967ED5-44E7-3FA5-665E-754EB63322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313" name="Graphic 312" descr="Deciduous tree with solid fill">
              <a:extLst>
                <a:ext uri="{FF2B5EF4-FFF2-40B4-BE49-F238E27FC236}">
                  <a16:creationId xmlns:a16="http://schemas.microsoft.com/office/drawing/2014/main" id="{D7155C5B-D596-6625-CC97-16FC35CF1D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314" name="Graphic 313" descr="Deciduous tree with solid fill">
              <a:extLst>
                <a:ext uri="{FF2B5EF4-FFF2-40B4-BE49-F238E27FC236}">
                  <a16:creationId xmlns:a16="http://schemas.microsoft.com/office/drawing/2014/main" id="{846FDE42-3ACF-0C2B-4F9F-78E8916C41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315" name="Graphic 314" descr="Deciduous tree with solid fill">
              <a:extLst>
                <a:ext uri="{FF2B5EF4-FFF2-40B4-BE49-F238E27FC236}">
                  <a16:creationId xmlns:a16="http://schemas.microsoft.com/office/drawing/2014/main" id="{80600D57-0CFC-E6D6-1B04-A151D76B39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316" name="Graphic 315" descr="Deciduous tree with solid fill">
              <a:extLst>
                <a:ext uri="{FF2B5EF4-FFF2-40B4-BE49-F238E27FC236}">
                  <a16:creationId xmlns:a16="http://schemas.microsoft.com/office/drawing/2014/main" id="{2C7C19E8-580E-1435-25AC-80BDC856C6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317" name="Graphic 316" descr="Deciduous tree with solid fill">
              <a:extLst>
                <a:ext uri="{FF2B5EF4-FFF2-40B4-BE49-F238E27FC236}">
                  <a16:creationId xmlns:a16="http://schemas.microsoft.com/office/drawing/2014/main" id="{3D6C1E30-62BA-4F80-FA3C-CFCD8447E8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318" name="Graphic 317" descr="Deciduous tree with solid fill">
              <a:extLst>
                <a:ext uri="{FF2B5EF4-FFF2-40B4-BE49-F238E27FC236}">
                  <a16:creationId xmlns:a16="http://schemas.microsoft.com/office/drawing/2014/main" id="{67D9DA31-4F13-41F1-868A-76902EBA84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319" name="Graphic 318" descr="Deciduous tree with solid fill">
              <a:extLst>
                <a:ext uri="{FF2B5EF4-FFF2-40B4-BE49-F238E27FC236}">
                  <a16:creationId xmlns:a16="http://schemas.microsoft.com/office/drawing/2014/main" id="{EBAF7017-C3CB-E47A-3572-7496FAFF45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320" name="Graphic 319" descr="Deciduous tree with solid fill">
              <a:extLst>
                <a:ext uri="{FF2B5EF4-FFF2-40B4-BE49-F238E27FC236}">
                  <a16:creationId xmlns:a16="http://schemas.microsoft.com/office/drawing/2014/main" id="{E940D341-7CFC-B443-2046-C434457A4B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321" name="Graphic 320" descr="Deciduous tree with solid fill">
              <a:extLst>
                <a:ext uri="{FF2B5EF4-FFF2-40B4-BE49-F238E27FC236}">
                  <a16:creationId xmlns:a16="http://schemas.microsoft.com/office/drawing/2014/main" id="{F66936A5-8245-F497-CCC8-2C760A90E4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322" name="Graphic 321" descr="Deciduous tree with solid fill">
              <a:extLst>
                <a:ext uri="{FF2B5EF4-FFF2-40B4-BE49-F238E27FC236}">
                  <a16:creationId xmlns:a16="http://schemas.microsoft.com/office/drawing/2014/main" id="{7A6A399A-1EB5-B3BF-0C9D-CD1F8EC2CB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323" name="Graphic 322" descr="Deciduous tree with solid fill">
              <a:extLst>
                <a:ext uri="{FF2B5EF4-FFF2-40B4-BE49-F238E27FC236}">
                  <a16:creationId xmlns:a16="http://schemas.microsoft.com/office/drawing/2014/main" id="{24AFBA81-4706-458E-F06D-B5792EE23B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324" name="Graphic 323" descr="Deciduous tree with solid fill">
              <a:extLst>
                <a:ext uri="{FF2B5EF4-FFF2-40B4-BE49-F238E27FC236}">
                  <a16:creationId xmlns:a16="http://schemas.microsoft.com/office/drawing/2014/main" id="{A6F2F175-CF56-9B26-F9C6-785071E3CB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325" name="Graphic 324" descr="Deciduous tree with solid fill">
              <a:extLst>
                <a:ext uri="{FF2B5EF4-FFF2-40B4-BE49-F238E27FC236}">
                  <a16:creationId xmlns:a16="http://schemas.microsoft.com/office/drawing/2014/main" id="{E75F6970-3C8A-8A5C-EB49-CA8EE92931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326" name="Graphic 325" descr="Deciduous tree with solid fill">
              <a:extLst>
                <a:ext uri="{FF2B5EF4-FFF2-40B4-BE49-F238E27FC236}">
                  <a16:creationId xmlns:a16="http://schemas.microsoft.com/office/drawing/2014/main" id="{8C19C8F4-17DD-FC63-961D-5D6FAEE36A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327" name="Graphic 326" descr="Deciduous tree with solid fill">
              <a:extLst>
                <a:ext uri="{FF2B5EF4-FFF2-40B4-BE49-F238E27FC236}">
                  <a16:creationId xmlns:a16="http://schemas.microsoft.com/office/drawing/2014/main" id="{B87D7DCC-F5E8-4B51-34DB-AEE0B121FF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328" name="Graphic 327" descr="Deciduous tree with solid fill">
              <a:extLst>
                <a:ext uri="{FF2B5EF4-FFF2-40B4-BE49-F238E27FC236}">
                  <a16:creationId xmlns:a16="http://schemas.microsoft.com/office/drawing/2014/main" id="{3CFC3E5F-0AFA-599A-F750-2ECCF462C9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819" y="2160331"/>
              <a:ext cx="209457" cy="196411"/>
            </a:xfrm>
            <a:prstGeom prst="rect">
              <a:avLst/>
            </a:prstGeom>
          </p:spPr>
        </p:pic>
        <p:pic>
          <p:nvPicPr>
            <p:cNvPr id="329" name="Graphic 328" descr="Deciduous tree with solid fill">
              <a:extLst>
                <a:ext uri="{FF2B5EF4-FFF2-40B4-BE49-F238E27FC236}">
                  <a16:creationId xmlns:a16="http://schemas.microsoft.com/office/drawing/2014/main" id="{8AE232AE-66EE-02B5-3F41-5CCD7A9271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7192" y="2256190"/>
              <a:ext cx="209457" cy="196411"/>
            </a:xfrm>
            <a:prstGeom prst="rect">
              <a:avLst/>
            </a:prstGeom>
          </p:spPr>
        </p:pic>
        <p:pic>
          <p:nvPicPr>
            <p:cNvPr id="330" name="Graphic 329" descr="Deciduous tree with solid fill">
              <a:extLst>
                <a:ext uri="{FF2B5EF4-FFF2-40B4-BE49-F238E27FC236}">
                  <a16:creationId xmlns:a16="http://schemas.microsoft.com/office/drawing/2014/main" id="{9C717A75-35F4-4FCB-56DB-C1C9095256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3396" y="2072292"/>
              <a:ext cx="209457" cy="196411"/>
            </a:xfrm>
            <a:prstGeom prst="rect">
              <a:avLst/>
            </a:prstGeom>
          </p:spPr>
        </p:pic>
        <p:pic>
          <p:nvPicPr>
            <p:cNvPr id="331" name="Graphic 330" descr="Deciduous tree with solid fill">
              <a:extLst>
                <a:ext uri="{FF2B5EF4-FFF2-40B4-BE49-F238E27FC236}">
                  <a16:creationId xmlns:a16="http://schemas.microsoft.com/office/drawing/2014/main" id="{98651AE9-9771-1CAF-5DD7-043EFDC0EC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54920" y="4168704"/>
              <a:ext cx="209457" cy="196411"/>
            </a:xfrm>
            <a:prstGeom prst="rect">
              <a:avLst/>
            </a:prstGeom>
          </p:spPr>
        </p:pic>
        <p:pic>
          <p:nvPicPr>
            <p:cNvPr id="332" name="Graphic 331" descr="Deciduous tree with solid fill">
              <a:extLst>
                <a:ext uri="{FF2B5EF4-FFF2-40B4-BE49-F238E27FC236}">
                  <a16:creationId xmlns:a16="http://schemas.microsoft.com/office/drawing/2014/main" id="{12436BF0-00D6-328B-B924-F734EDCF77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8886" y="2379681"/>
              <a:ext cx="209457" cy="196411"/>
            </a:xfrm>
            <a:prstGeom prst="rect">
              <a:avLst/>
            </a:prstGeom>
          </p:spPr>
        </p:pic>
        <p:pic>
          <p:nvPicPr>
            <p:cNvPr id="333" name="Graphic 332" descr="Deciduous tree with solid fill">
              <a:extLst>
                <a:ext uri="{FF2B5EF4-FFF2-40B4-BE49-F238E27FC236}">
                  <a16:creationId xmlns:a16="http://schemas.microsoft.com/office/drawing/2014/main" id="{9F65BDC6-02A3-59FF-CCA1-83FEDC9E14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0581" y="2503173"/>
              <a:ext cx="209457" cy="196411"/>
            </a:xfrm>
            <a:prstGeom prst="rect">
              <a:avLst/>
            </a:prstGeom>
          </p:spPr>
        </p:pic>
        <p:pic>
          <p:nvPicPr>
            <p:cNvPr id="334" name="Graphic 333" descr="Deciduous tree with solid fill">
              <a:extLst>
                <a:ext uri="{FF2B5EF4-FFF2-40B4-BE49-F238E27FC236}">
                  <a16:creationId xmlns:a16="http://schemas.microsoft.com/office/drawing/2014/main" id="{4CDE6D85-EA6F-F19E-3BF6-0B1E6F5132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8" y="2626664"/>
              <a:ext cx="209457" cy="196411"/>
            </a:xfrm>
            <a:prstGeom prst="rect">
              <a:avLst/>
            </a:prstGeom>
          </p:spPr>
        </p:pic>
        <p:pic>
          <p:nvPicPr>
            <p:cNvPr id="335" name="Graphic 334" descr="Deciduous tree with solid fill">
              <a:extLst>
                <a:ext uri="{FF2B5EF4-FFF2-40B4-BE49-F238E27FC236}">
                  <a16:creationId xmlns:a16="http://schemas.microsoft.com/office/drawing/2014/main" id="{D8237AE4-6DA3-D7B1-0142-D3ED4A1477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3971" y="2750155"/>
              <a:ext cx="209457" cy="196411"/>
            </a:xfrm>
            <a:prstGeom prst="rect">
              <a:avLst/>
            </a:prstGeom>
          </p:spPr>
        </p:pic>
        <p:pic>
          <p:nvPicPr>
            <p:cNvPr id="336" name="Graphic 335" descr="Deciduous tree with solid fill">
              <a:extLst>
                <a:ext uri="{FF2B5EF4-FFF2-40B4-BE49-F238E27FC236}">
                  <a16:creationId xmlns:a16="http://schemas.microsoft.com/office/drawing/2014/main" id="{007D5579-939B-31E8-84D3-5033D2E31B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666" y="2873647"/>
              <a:ext cx="209457" cy="196411"/>
            </a:xfrm>
            <a:prstGeom prst="rect">
              <a:avLst/>
            </a:prstGeom>
          </p:spPr>
        </p:pic>
        <p:pic>
          <p:nvPicPr>
            <p:cNvPr id="337" name="Graphic 336" descr="Deciduous tree with solid fill">
              <a:extLst>
                <a:ext uri="{FF2B5EF4-FFF2-40B4-BE49-F238E27FC236}">
                  <a16:creationId xmlns:a16="http://schemas.microsoft.com/office/drawing/2014/main" id="{4D1D50A9-2F53-0649-0998-9F1339BDE3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361" y="2997137"/>
              <a:ext cx="209457" cy="196411"/>
            </a:xfrm>
            <a:prstGeom prst="rect">
              <a:avLst/>
            </a:prstGeom>
          </p:spPr>
        </p:pic>
        <p:pic>
          <p:nvPicPr>
            <p:cNvPr id="338" name="Graphic 337" descr="Deciduous tree with solid fill">
              <a:extLst>
                <a:ext uri="{FF2B5EF4-FFF2-40B4-BE49-F238E27FC236}">
                  <a16:creationId xmlns:a16="http://schemas.microsoft.com/office/drawing/2014/main" id="{A65B596A-458C-17DC-1387-B369AA5D5A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055" y="3120629"/>
              <a:ext cx="209457" cy="196411"/>
            </a:xfrm>
            <a:prstGeom prst="rect">
              <a:avLst/>
            </a:prstGeom>
          </p:spPr>
        </p:pic>
        <p:pic>
          <p:nvPicPr>
            <p:cNvPr id="339" name="Graphic 338" descr="Deciduous tree with solid fill">
              <a:extLst>
                <a:ext uri="{FF2B5EF4-FFF2-40B4-BE49-F238E27FC236}">
                  <a16:creationId xmlns:a16="http://schemas.microsoft.com/office/drawing/2014/main" id="{D65FB1E6-2AB6-A726-98AD-616F542DE3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0751" y="3244121"/>
              <a:ext cx="209457" cy="196411"/>
            </a:xfrm>
            <a:prstGeom prst="rect">
              <a:avLst/>
            </a:prstGeom>
          </p:spPr>
        </p:pic>
        <p:pic>
          <p:nvPicPr>
            <p:cNvPr id="340" name="Graphic 339" descr="Deciduous tree with solid fill">
              <a:extLst>
                <a:ext uri="{FF2B5EF4-FFF2-40B4-BE49-F238E27FC236}">
                  <a16:creationId xmlns:a16="http://schemas.microsoft.com/office/drawing/2014/main" id="{471C8CC8-A0F6-2274-94F6-21D876DB55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446" y="3367612"/>
              <a:ext cx="209457" cy="196411"/>
            </a:xfrm>
            <a:prstGeom prst="rect">
              <a:avLst/>
            </a:prstGeom>
          </p:spPr>
        </p:pic>
        <p:pic>
          <p:nvPicPr>
            <p:cNvPr id="341" name="Graphic 340" descr="Deciduous tree with solid fill">
              <a:extLst>
                <a:ext uri="{FF2B5EF4-FFF2-40B4-BE49-F238E27FC236}">
                  <a16:creationId xmlns:a16="http://schemas.microsoft.com/office/drawing/2014/main" id="{1644048E-0301-0F48-17ED-7C64F48566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140" y="3491103"/>
              <a:ext cx="209457" cy="196411"/>
            </a:xfrm>
            <a:prstGeom prst="rect">
              <a:avLst/>
            </a:prstGeom>
          </p:spPr>
        </p:pic>
        <p:pic>
          <p:nvPicPr>
            <p:cNvPr id="342" name="Graphic 341" descr="Deciduous tree with solid fill">
              <a:extLst>
                <a:ext uri="{FF2B5EF4-FFF2-40B4-BE49-F238E27FC236}">
                  <a16:creationId xmlns:a16="http://schemas.microsoft.com/office/drawing/2014/main" id="{85114A87-4187-F339-D4A8-A4D3B90491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5834" y="3614593"/>
              <a:ext cx="209457" cy="196411"/>
            </a:xfrm>
            <a:prstGeom prst="rect">
              <a:avLst/>
            </a:prstGeom>
          </p:spPr>
        </p:pic>
        <p:pic>
          <p:nvPicPr>
            <p:cNvPr id="343" name="Graphic 342" descr="Deciduous tree with solid fill">
              <a:extLst>
                <a:ext uri="{FF2B5EF4-FFF2-40B4-BE49-F238E27FC236}">
                  <a16:creationId xmlns:a16="http://schemas.microsoft.com/office/drawing/2014/main" id="{650572FD-D429-DD02-0B1D-61F89DDA49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529" y="3738084"/>
              <a:ext cx="209457" cy="196411"/>
            </a:xfrm>
            <a:prstGeom prst="rect">
              <a:avLst/>
            </a:prstGeom>
          </p:spPr>
        </p:pic>
        <p:pic>
          <p:nvPicPr>
            <p:cNvPr id="344" name="Graphic 343" descr="Deciduous tree with solid fill">
              <a:extLst>
                <a:ext uri="{FF2B5EF4-FFF2-40B4-BE49-F238E27FC236}">
                  <a16:creationId xmlns:a16="http://schemas.microsoft.com/office/drawing/2014/main" id="{3C3637BB-B745-3606-51B1-83BD4C4B3A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223" y="3861576"/>
              <a:ext cx="209457" cy="196411"/>
            </a:xfrm>
            <a:prstGeom prst="rect">
              <a:avLst/>
            </a:prstGeom>
          </p:spPr>
        </p:pic>
        <p:pic>
          <p:nvPicPr>
            <p:cNvPr id="345" name="Graphic 344" descr="Deciduous tree with solid fill">
              <a:extLst>
                <a:ext uri="{FF2B5EF4-FFF2-40B4-BE49-F238E27FC236}">
                  <a16:creationId xmlns:a16="http://schemas.microsoft.com/office/drawing/2014/main" id="{E470EB56-876C-3F11-67D5-E3C3F3D472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4513" y="2283821"/>
              <a:ext cx="209457" cy="196411"/>
            </a:xfrm>
            <a:prstGeom prst="rect">
              <a:avLst/>
            </a:prstGeom>
          </p:spPr>
        </p:pic>
        <p:pic>
          <p:nvPicPr>
            <p:cNvPr id="346" name="Graphic 345" descr="Deciduous tree with solid fill">
              <a:extLst>
                <a:ext uri="{FF2B5EF4-FFF2-40B4-BE49-F238E27FC236}">
                  <a16:creationId xmlns:a16="http://schemas.microsoft.com/office/drawing/2014/main" id="{E9CD5924-79BA-B26E-7F50-A9B5549DD5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6208" y="2407313"/>
              <a:ext cx="209457" cy="196411"/>
            </a:xfrm>
            <a:prstGeom prst="rect">
              <a:avLst/>
            </a:prstGeom>
          </p:spPr>
        </p:pic>
        <p:pic>
          <p:nvPicPr>
            <p:cNvPr id="347" name="Graphic 346" descr="Deciduous tree with solid fill">
              <a:extLst>
                <a:ext uri="{FF2B5EF4-FFF2-40B4-BE49-F238E27FC236}">
                  <a16:creationId xmlns:a16="http://schemas.microsoft.com/office/drawing/2014/main" id="{DE471228-4903-2172-C63B-132A302FAB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904" y="2530805"/>
              <a:ext cx="209457" cy="196411"/>
            </a:xfrm>
            <a:prstGeom prst="rect">
              <a:avLst/>
            </a:prstGeom>
          </p:spPr>
        </p:pic>
        <p:pic>
          <p:nvPicPr>
            <p:cNvPr id="348" name="Graphic 347" descr="Deciduous tree with solid fill">
              <a:extLst>
                <a:ext uri="{FF2B5EF4-FFF2-40B4-BE49-F238E27FC236}">
                  <a16:creationId xmlns:a16="http://schemas.microsoft.com/office/drawing/2014/main" id="{7F25CEAC-2771-CD98-B90C-BE3FC1745D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598" y="2654296"/>
              <a:ext cx="209457" cy="196411"/>
            </a:xfrm>
            <a:prstGeom prst="rect">
              <a:avLst/>
            </a:prstGeom>
          </p:spPr>
        </p:pic>
        <p:pic>
          <p:nvPicPr>
            <p:cNvPr id="349" name="Graphic 348" descr="Deciduous tree with solid fill">
              <a:extLst>
                <a:ext uri="{FF2B5EF4-FFF2-40B4-BE49-F238E27FC236}">
                  <a16:creationId xmlns:a16="http://schemas.microsoft.com/office/drawing/2014/main" id="{16989792-E0E1-2F0C-47E6-F8241A3F7A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292" y="2777787"/>
              <a:ext cx="209457" cy="196411"/>
            </a:xfrm>
            <a:prstGeom prst="rect">
              <a:avLst/>
            </a:prstGeom>
          </p:spPr>
        </p:pic>
        <p:pic>
          <p:nvPicPr>
            <p:cNvPr id="350" name="Graphic 349" descr="Deciduous tree with solid fill">
              <a:extLst>
                <a:ext uri="{FF2B5EF4-FFF2-40B4-BE49-F238E27FC236}">
                  <a16:creationId xmlns:a16="http://schemas.microsoft.com/office/drawing/2014/main" id="{88E367E1-257B-D4FA-87A7-00148AFEF6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2988" y="2901278"/>
              <a:ext cx="209457" cy="196411"/>
            </a:xfrm>
            <a:prstGeom prst="rect">
              <a:avLst/>
            </a:prstGeom>
          </p:spPr>
        </p:pic>
        <p:pic>
          <p:nvPicPr>
            <p:cNvPr id="351" name="Graphic 350" descr="Deciduous tree with solid fill">
              <a:extLst>
                <a:ext uri="{FF2B5EF4-FFF2-40B4-BE49-F238E27FC236}">
                  <a16:creationId xmlns:a16="http://schemas.microsoft.com/office/drawing/2014/main" id="{ABFB6C6B-93E8-2374-6D50-46F7FA7B64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683" y="3024768"/>
              <a:ext cx="209457" cy="196411"/>
            </a:xfrm>
            <a:prstGeom prst="rect">
              <a:avLst/>
            </a:prstGeom>
          </p:spPr>
        </p:pic>
        <p:pic>
          <p:nvPicPr>
            <p:cNvPr id="352" name="Graphic 351" descr="Deciduous tree with solid fill">
              <a:extLst>
                <a:ext uri="{FF2B5EF4-FFF2-40B4-BE49-F238E27FC236}">
                  <a16:creationId xmlns:a16="http://schemas.microsoft.com/office/drawing/2014/main" id="{08F7FAD9-FF25-F0CE-99A8-4D6BAE3A30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376" y="3148261"/>
              <a:ext cx="209457" cy="196411"/>
            </a:xfrm>
            <a:prstGeom prst="rect">
              <a:avLst/>
            </a:prstGeom>
          </p:spPr>
        </p:pic>
        <p:pic>
          <p:nvPicPr>
            <p:cNvPr id="353" name="Graphic 352" descr="Deciduous tree with solid fill">
              <a:extLst>
                <a:ext uri="{FF2B5EF4-FFF2-40B4-BE49-F238E27FC236}">
                  <a16:creationId xmlns:a16="http://schemas.microsoft.com/office/drawing/2014/main" id="{3B06F59C-B7CC-D301-3770-1B21DB7CA5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073" y="3271751"/>
              <a:ext cx="209457" cy="196411"/>
            </a:xfrm>
            <a:prstGeom prst="rect">
              <a:avLst/>
            </a:prstGeom>
          </p:spPr>
        </p:pic>
        <p:pic>
          <p:nvPicPr>
            <p:cNvPr id="354" name="Graphic 353" descr="Deciduous tree with solid fill">
              <a:extLst>
                <a:ext uri="{FF2B5EF4-FFF2-40B4-BE49-F238E27FC236}">
                  <a16:creationId xmlns:a16="http://schemas.microsoft.com/office/drawing/2014/main" id="{56D40478-7EC5-DED3-8097-2B11E3B7E8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9766" y="3395242"/>
              <a:ext cx="209457" cy="196411"/>
            </a:xfrm>
            <a:prstGeom prst="rect">
              <a:avLst/>
            </a:prstGeom>
          </p:spPr>
        </p:pic>
        <p:pic>
          <p:nvPicPr>
            <p:cNvPr id="355" name="Graphic 354" descr="Deciduous tree with solid fill">
              <a:extLst>
                <a:ext uri="{FF2B5EF4-FFF2-40B4-BE49-F238E27FC236}">
                  <a16:creationId xmlns:a16="http://schemas.microsoft.com/office/drawing/2014/main" id="{2BDFE41D-2C08-0B70-8FD6-BACFA236AE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460" y="3518734"/>
              <a:ext cx="209457" cy="196411"/>
            </a:xfrm>
            <a:prstGeom prst="rect">
              <a:avLst/>
            </a:prstGeom>
          </p:spPr>
        </p:pic>
        <p:pic>
          <p:nvPicPr>
            <p:cNvPr id="356" name="Graphic 355" descr="Deciduous tree with solid fill">
              <a:extLst>
                <a:ext uri="{FF2B5EF4-FFF2-40B4-BE49-F238E27FC236}">
                  <a16:creationId xmlns:a16="http://schemas.microsoft.com/office/drawing/2014/main" id="{A0B894EA-878B-C043-41B5-C968B69FAE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156" y="3642225"/>
              <a:ext cx="209457" cy="196411"/>
            </a:xfrm>
            <a:prstGeom prst="rect">
              <a:avLst/>
            </a:prstGeom>
          </p:spPr>
        </p:pic>
        <p:pic>
          <p:nvPicPr>
            <p:cNvPr id="357" name="Graphic 356" descr="Deciduous tree with solid fill">
              <a:extLst>
                <a:ext uri="{FF2B5EF4-FFF2-40B4-BE49-F238E27FC236}">
                  <a16:creationId xmlns:a16="http://schemas.microsoft.com/office/drawing/2014/main" id="{3B785DC0-E205-F298-D28E-536E168932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4851" y="3765716"/>
              <a:ext cx="209457" cy="196411"/>
            </a:xfrm>
            <a:prstGeom prst="rect">
              <a:avLst/>
            </a:prstGeom>
          </p:spPr>
        </p:pic>
        <p:pic>
          <p:nvPicPr>
            <p:cNvPr id="358" name="Graphic 357" descr="Deciduous tree with solid fill">
              <a:extLst>
                <a:ext uri="{FF2B5EF4-FFF2-40B4-BE49-F238E27FC236}">
                  <a16:creationId xmlns:a16="http://schemas.microsoft.com/office/drawing/2014/main" id="{4D09CA1B-0623-D87F-A509-7AD4374453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5091" y="2195783"/>
              <a:ext cx="209457" cy="196411"/>
            </a:xfrm>
            <a:prstGeom prst="rect">
              <a:avLst/>
            </a:prstGeom>
          </p:spPr>
        </p:pic>
        <p:pic>
          <p:nvPicPr>
            <p:cNvPr id="359" name="Graphic 358" descr="Deciduous tree with solid fill">
              <a:extLst>
                <a:ext uri="{FF2B5EF4-FFF2-40B4-BE49-F238E27FC236}">
                  <a16:creationId xmlns:a16="http://schemas.microsoft.com/office/drawing/2014/main" id="{CC748B21-2690-D4D0-88F3-33A13155A1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6784" y="2319274"/>
              <a:ext cx="209457" cy="196411"/>
            </a:xfrm>
            <a:prstGeom prst="rect">
              <a:avLst/>
            </a:prstGeom>
          </p:spPr>
        </p:pic>
        <p:pic>
          <p:nvPicPr>
            <p:cNvPr id="360" name="Graphic 359" descr="Deciduous tree with solid fill">
              <a:extLst>
                <a:ext uri="{FF2B5EF4-FFF2-40B4-BE49-F238E27FC236}">
                  <a16:creationId xmlns:a16="http://schemas.microsoft.com/office/drawing/2014/main" id="{24C444E9-8158-5F3A-275E-25D275EFE5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8479" y="2442766"/>
              <a:ext cx="209457" cy="196411"/>
            </a:xfrm>
            <a:prstGeom prst="rect">
              <a:avLst/>
            </a:prstGeom>
          </p:spPr>
        </p:pic>
        <p:pic>
          <p:nvPicPr>
            <p:cNvPr id="361" name="Graphic 360" descr="Deciduous tree with solid fill">
              <a:extLst>
                <a:ext uri="{FF2B5EF4-FFF2-40B4-BE49-F238E27FC236}">
                  <a16:creationId xmlns:a16="http://schemas.microsoft.com/office/drawing/2014/main" id="{0AAAE3D6-B19B-5D65-8DED-534E9E5129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0176" y="2566257"/>
              <a:ext cx="209457" cy="196411"/>
            </a:xfrm>
            <a:prstGeom prst="rect">
              <a:avLst/>
            </a:prstGeom>
          </p:spPr>
        </p:pic>
        <p:pic>
          <p:nvPicPr>
            <p:cNvPr id="362" name="Graphic 361" descr="Deciduous tree with solid fill">
              <a:extLst>
                <a:ext uri="{FF2B5EF4-FFF2-40B4-BE49-F238E27FC236}">
                  <a16:creationId xmlns:a16="http://schemas.microsoft.com/office/drawing/2014/main" id="{9705DE41-E303-91EF-A82E-E6FA2A7A34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1869" y="2689748"/>
              <a:ext cx="209457" cy="196411"/>
            </a:xfrm>
            <a:prstGeom prst="rect">
              <a:avLst/>
            </a:prstGeom>
          </p:spPr>
        </p:pic>
        <p:pic>
          <p:nvPicPr>
            <p:cNvPr id="363" name="Graphic 362" descr="Deciduous tree with solid fill">
              <a:extLst>
                <a:ext uri="{FF2B5EF4-FFF2-40B4-BE49-F238E27FC236}">
                  <a16:creationId xmlns:a16="http://schemas.microsoft.com/office/drawing/2014/main" id="{9988507B-5EA7-0200-DA4C-C10AED1F21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563" y="2813240"/>
              <a:ext cx="209457" cy="196411"/>
            </a:xfrm>
            <a:prstGeom prst="rect">
              <a:avLst/>
            </a:prstGeom>
          </p:spPr>
        </p:pic>
        <p:pic>
          <p:nvPicPr>
            <p:cNvPr id="364" name="Graphic 363" descr="Deciduous tree with solid fill">
              <a:extLst>
                <a:ext uri="{FF2B5EF4-FFF2-40B4-BE49-F238E27FC236}">
                  <a16:creationId xmlns:a16="http://schemas.microsoft.com/office/drawing/2014/main" id="{304E17D6-F58B-37F6-BB2F-1CEECD8C3B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259" y="2936731"/>
              <a:ext cx="209457" cy="196411"/>
            </a:xfrm>
            <a:prstGeom prst="rect">
              <a:avLst/>
            </a:prstGeom>
          </p:spPr>
        </p:pic>
        <p:pic>
          <p:nvPicPr>
            <p:cNvPr id="365" name="Graphic 364" descr="Deciduous tree with solid fill">
              <a:extLst>
                <a:ext uri="{FF2B5EF4-FFF2-40B4-BE49-F238E27FC236}">
                  <a16:creationId xmlns:a16="http://schemas.microsoft.com/office/drawing/2014/main" id="{A99E2382-5A3F-6B50-1FA0-862CA5765D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6953" y="3060221"/>
              <a:ext cx="209457" cy="196411"/>
            </a:xfrm>
            <a:prstGeom prst="rect">
              <a:avLst/>
            </a:prstGeom>
          </p:spPr>
        </p:pic>
        <p:pic>
          <p:nvPicPr>
            <p:cNvPr id="366" name="Graphic 365" descr="Deciduous tree with solid fill">
              <a:extLst>
                <a:ext uri="{FF2B5EF4-FFF2-40B4-BE49-F238E27FC236}">
                  <a16:creationId xmlns:a16="http://schemas.microsoft.com/office/drawing/2014/main" id="{E5D72D30-6CC0-5A2A-7EE4-026F8468E8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648" y="3183714"/>
              <a:ext cx="209457" cy="196411"/>
            </a:xfrm>
            <a:prstGeom prst="rect">
              <a:avLst/>
            </a:prstGeom>
          </p:spPr>
        </p:pic>
        <p:pic>
          <p:nvPicPr>
            <p:cNvPr id="367" name="Graphic 366" descr="Deciduous tree with solid fill">
              <a:extLst>
                <a:ext uri="{FF2B5EF4-FFF2-40B4-BE49-F238E27FC236}">
                  <a16:creationId xmlns:a16="http://schemas.microsoft.com/office/drawing/2014/main" id="{A7387AF2-CEAE-D639-247A-1B827A1187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343" y="3307203"/>
              <a:ext cx="209457" cy="196411"/>
            </a:xfrm>
            <a:prstGeom prst="rect">
              <a:avLst/>
            </a:prstGeom>
          </p:spPr>
        </p:pic>
        <p:pic>
          <p:nvPicPr>
            <p:cNvPr id="368" name="Graphic 367" descr="Deciduous tree with solid fill">
              <a:extLst>
                <a:ext uri="{FF2B5EF4-FFF2-40B4-BE49-F238E27FC236}">
                  <a16:creationId xmlns:a16="http://schemas.microsoft.com/office/drawing/2014/main" id="{F0A7ED85-CCDA-85B3-0FD3-56530BC5F5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038" y="3430695"/>
              <a:ext cx="209457" cy="196411"/>
            </a:xfrm>
            <a:prstGeom prst="rect">
              <a:avLst/>
            </a:prstGeom>
          </p:spPr>
        </p:pic>
        <p:pic>
          <p:nvPicPr>
            <p:cNvPr id="369" name="Graphic 368" descr="Deciduous tree with solid fill">
              <a:extLst>
                <a:ext uri="{FF2B5EF4-FFF2-40B4-BE49-F238E27FC236}">
                  <a16:creationId xmlns:a16="http://schemas.microsoft.com/office/drawing/2014/main" id="{571EBE45-37DA-7D2C-B88A-C95E4923FB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3733" y="3554186"/>
              <a:ext cx="209457" cy="196411"/>
            </a:xfrm>
            <a:prstGeom prst="rect">
              <a:avLst/>
            </a:prstGeom>
          </p:spPr>
        </p:pic>
        <p:pic>
          <p:nvPicPr>
            <p:cNvPr id="370" name="Graphic 369" descr="Deciduous tree with solid fill">
              <a:extLst>
                <a:ext uri="{FF2B5EF4-FFF2-40B4-BE49-F238E27FC236}">
                  <a16:creationId xmlns:a16="http://schemas.microsoft.com/office/drawing/2014/main" id="{DB14953C-002C-EAD6-7332-9EE33A4478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7" y="3677678"/>
              <a:ext cx="209457" cy="196411"/>
            </a:xfrm>
            <a:prstGeom prst="rect">
              <a:avLst/>
            </a:prstGeom>
          </p:spPr>
        </p:pic>
        <p:pic>
          <p:nvPicPr>
            <p:cNvPr id="371" name="Graphic 370" descr="Deciduous tree with solid fill">
              <a:extLst>
                <a:ext uri="{FF2B5EF4-FFF2-40B4-BE49-F238E27FC236}">
                  <a16:creationId xmlns:a16="http://schemas.microsoft.com/office/drawing/2014/main" id="{2A7CA4F5-BA88-6039-BD52-9F7E372262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33021" y="4082977"/>
              <a:ext cx="209457" cy="196411"/>
            </a:xfrm>
            <a:prstGeom prst="rect">
              <a:avLst/>
            </a:prstGeom>
          </p:spPr>
        </p:pic>
        <p:pic>
          <p:nvPicPr>
            <p:cNvPr id="372" name="Graphic 371" descr="Deciduous tree with solid fill">
              <a:extLst>
                <a:ext uri="{FF2B5EF4-FFF2-40B4-BE49-F238E27FC236}">
                  <a16:creationId xmlns:a16="http://schemas.microsoft.com/office/drawing/2014/main" id="{F848A4EB-5355-F33E-4258-BDEBF983C0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906" y="1867442"/>
              <a:ext cx="209457" cy="196411"/>
            </a:xfrm>
            <a:prstGeom prst="rect">
              <a:avLst/>
            </a:prstGeom>
          </p:spPr>
        </p:pic>
        <p:pic>
          <p:nvPicPr>
            <p:cNvPr id="373" name="Graphic 372" descr="Deciduous tree with solid fill">
              <a:extLst>
                <a:ext uri="{FF2B5EF4-FFF2-40B4-BE49-F238E27FC236}">
                  <a16:creationId xmlns:a16="http://schemas.microsoft.com/office/drawing/2014/main" id="{BC7ACBF4-FE63-EE4C-6C8D-C766E144F8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4278" y="1963301"/>
              <a:ext cx="209457" cy="196411"/>
            </a:xfrm>
            <a:prstGeom prst="rect">
              <a:avLst/>
            </a:prstGeom>
          </p:spPr>
        </p:pic>
        <p:pic>
          <p:nvPicPr>
            <p:cNvPr id="374" name="Graphic 373" descr="Deciduous tree with solid fill">
              <a:extLst>
                <a:ext uri="{FF2B5EF4-FFF2-40B4-BE49-F238E27FC236}">
                  <a16:creationId xmlns:a16="http://schemas.microsoft.com/office/drawing/2014/main" id="{B6920D81-5AD5-D900-D31C-6AB0E76BE9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482" y="1779403"/>
              <a:ext cx="209457" cy="196411"/>
            </a:xfrm>
            <a:prstGeom prst="rect">
              <a:avLst/>
            </a:prstGeom>
          </p:spPr>
        </p:pic>
        <p:pic>
          <p:nvPicPr>
            <p:cNvPr id="375" name="Graphic 374" descr="Deciduous tree with solid fill">
              <a:extLst>
                <a:ext uri="{FF2B5EF4-FFF2-40B4-BE49-F238E27FC236}">
                  <a16:creationId xmlns:a16="http://schemas.microsoft.com/office/drawing/2014/main" id="{A37A9889-5798-D479-4F23-1FC763D676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74" y="2086792"/>
              <a:ext cx="209457" cy="196411"/>
            </a:xfrm>
            <a:prstGeom prst="rect">
              <a:avLst/>
            </a:prstGeom>
          </p:spPr>
        </p:pic>
        <p:pic>
          <p:nvPicPr>
            <p:cNvPr id="376" name="Graphic 375" descr="Deciduous tree with solid fill">
              <a:extLst>
                <a:ext uri="{FF2B5EF4-FFF2-40B4-BE49-F238E27FC236}">
                  <a16:creationId xmlns:a16="http://schemas.microsoft.com/office/drawing/2014/main" id="{256B7ACE-C14A-67F3-9EC1-40CC43C2EB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9" y="2210283"/>
              <a:ext cx="209457" cy="196411"/>
            </a:xfrm>
            <a:prstGeom prst="rect">
              <a:avLst/>
            </a:prstGeom>
          </p:spPr>
        </p:pic>
        <p:pic>
          <p:nvPicPr>
            <p:cNvPr id="377" name="Graphic 376" descr="Deciduous tree with solid fill">
              <a:extLst>
                <a:ext uri="{FF2B5EF4-FFF2-40B4-BE49-F238E27FC236}">
                  <a16:creationId xmlns:a16="http://schemas.microsoft.com/office/drawing/2014/main" id="{1103EF62-1869-AE55-63F6-36ABE04A9E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3" y="2333774"/>
              <a:ext cx="209457" cy="196411"/>
            </a:xfrm>
            <a:prstGeom prst="rect">
              <a:avLst/>
            </a:prstGeom>
          </p:spPr>
        </p:pic>
        <p:pic>
          <p:nvPicPr>
            <p:cNvPr id="378" name="Graphic 377" descr="Deciduous tree with solid fill">
              <a:extLst>
                <a:ext uri="{FF2B5EF4-FFF2-40B4-BE49-F238E27FC236}">
                  <a16:creationId xmlns:a16="http://schemas.microsoft.com/office/drawing/2014/main" id="{75DA08F2-A4E7-D4B6-0ECA-0FBC958640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8" y="2457266"/>
              <a:ext cx="209457" cy="196411"/>
            </a:xfrm>
            <a:prstGeom prst="rect">
              <a:avLst/>
            </a:prstGeom>
          </p:spPr>
        </p:pic>
        <p:pic>
          <p:nvPicPr>
            <p:cNvPr id="379" name="Graphic 378" descr="Deciduous tree with solid fill">
              <a:extLst>
                <a:ext uri="{FF2B5EF4-FFF2-40B4-BE49-F238E27FC236}">
                  <a16:creationId xmlns:a16="http://schemas.microsoft.com/office/drawing/2014/main" id="{5E0AB892-127B-FCFE-2EBD-CB415956FD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3" y="2580758"/>
              <a:ext cx="209457" cy="196411"/>
            </a:xfrm>
            <a:prstGeom prst="rect">
              <a:avLst/>
            </a:prstGeom>
          </p:spPr>
        </p:pic>
        <p:pic>
          <p:nvPicPr>
            <p:cNvPr id="380" name="Graphic 379" descr="Deciduous tree with solid fill">
              <a:extLst>
                <a:ext uri="{FF2B5EF4-FFF2-40B4-BE49-F238E27FC236}">
                  <a16:creationId xmlns:a16="http://schemas.microsoft.com/office/drawing/2014/main" id="{CB19C7DF-0F51-223C-D093-2F5B60500F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6" y="2704249"/>
              <a:ext cx="209457" cy="196411"/>
            </a:xfrm>
            <a:prstGeom prst="rect">
              <a:avLst/>
            </a:prstGeom>
          </p:spPr>
        </p:pic>
        <p:pic>
          <p:nvPicPr>
            <p:cNvPr id="381" name="Graphic 380" descr="Deciduous tree with solid fill">
              <a:extLst>
                <a:ext uri="{FF2B5EF4-FFF2-40B4-BE49-F238E27FC236}">
                  <a16:creationId xmlns:a16="http://schemas.microsoft.com/office/drawing/2014/main" id="{CA18B287-BF3E-3041-49AB-7B0B7D9CBB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382" name="Graphic 381" descr="Deciduous tree with solid fill">
              <a:extLst>
                <a:ext uri="{FF2B5EF4-FFF2-40B4-BE49-F238E27FC236}">
                  <a16:creationId xmlns:a16="http://schemas.microsoft.com/office/drawing/2014/main" id="{E0181223-2E39-65AD-5D9A-B6C84496C1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383" name="Graphic 382" descr="Deciduous tree with solid fill">
              <a:extLst>
                <a:ext uri="{FF2B5EF4-FFF2-40B4-BE49-F238E27FC236}">
                  <a16:creationId xmlns:a16="http://schemas.microsoft.com/office/drawing/2014/main" id="{22480DFE-EA44-398E-20DC-B74368C8F5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1" y="3074722"/>
              <a:ext cx="209457" cy="196411"/>
            </a:xfrm>
            <a:prstGeom prst="rect">
              <a:avLst/>
            </a:prstGeom>
          </p:spPr>
        </p:pic>
        <p:pic>
          <p:nvPicPr>
            <p:cNvPr id="384" name="Graphic 383" descr="Deciduous tree with solid fill">
              <a:extLst>
                <a:ext uri="{FF2B5EF4-FFF2-40B4-BE49-F238E27FC236}">
                  <a16:creationId xmlns:a16="http://schemas.microsoft.com/office/drawing/2014/main" id="{68C1736E-1D2B-7994-66E4-71BFB03227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6" y="3198214"/>
              <a:ext cx="209457" cy="196411"/>
            </a:xfrm>
            <a:prstGeom prst="rect">
              <a:avLst/>
            </a:prstGeom>
          </p:spPr>
        </p:pic>
        <p:pic>
          <p:nvPicPr>
            <p:cNvPr id="385" name="Graphic 384" descr="Deciduous tree with solid fill">
              <a:extLst>
                <a:ext uri="{FF2B5EF4-FFF2-40B4-BE49-F238E27FC236}">
                  <a16:creationId xmlns:a16="http://schemas.microsoft.com/office/drawing/2014/main" id="{0D697449-37A3-356B-7D45-6CE41A6B1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1" y="3321705"/>
              <a:ext cx="209457" cy="196411"/>
            </a:xfrm>
            <a:prstGeom prst="rect">
              <a:avLst/>
            </a:prstGeom>
          </p:spPr>
        </p:pic>
        <p:pic>
          <p:nvPicPr>
            <p:cNvPr id="386" name="Graphic 385" descr="Deciduous tree with solid fill">
              <a:extLst>
                <a:ext uri="{FF2B5EF4-FFF2-40B4-BE49-F238E27FC236}">
                  <a16:creationId xmlns:a16="http://schemas.microsoft.com/office/drawing/2014/main" id="{187EC173-F214-1FF7-E647-7284BA9E12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6" y="3445196"/>
              <a:ext cx="209457" cy="196411"/>
            </a:xfrm>
            <a:prstGeom prst="rect">
              <a:avLst/>
            </a:prstGeom>
          </p:spPr>
        </p:pic>
        <p:pic>
          <p:nvPicPr>
            <p:cNvPr id="387" name="Graphic 386" descr="Deciduous tree with solid fill">
              <a:extLst>
                <a:ext uri="{FF2B5EF4-FFF2-40B4-BE49-F238E27FC236}">
                  <a16:creationId xmlns:a16="http://schemas.microsoft.com/office/drawing/2014/main" id="{18E6EEAB-702C-4455-5B6F-7B4C1234B6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601" y="1990933"/>
              <a:ext cx="209457" cy="196411"/>
            </a:xfrm>
            <a:prstGeom prst="rect">
              <a:avLst/>
            </a:prstGeom>
          </p:spPr>
        </p:pic>
        <p:pic>
          <p:nvPicPr>
            <p:cNvPr id="388" name="Graphic 387" descr="Deciduous tree with solid fill">
              <a:extLst>
                <a:ext uri="{FF2B5EF4-FFF2-40B4-BE49-F238E27FC236}">
                  <a16:creationId xmlns:a16="http://schemas.microsoft.com/office/drawing/2014/main" id="{E38D9DCE-6E91-24AC-5FEF-7D0F2BDABF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4" y="2114424"/>
              <a:ext cx="209457" cy="196411"/>
            </a:xfrm>
            <a:prstGeom prst="rect">
              <a:avLst/>
            </a:prstGeom>
          </p:spPr>
        </p:pic>
        <p:pic>
          <p:nvPicPr>
            <p:cNvPr id="389" name="Graphic 388" descr="Deciduous tree with solid fill">
              <a:extLst>
                <a:ext uri="{FF2B5EF4-FFF2-40B4-BE49-F238E27FC236}">
                  <a16:creationId xmlns:a16="http://schemas.microsoft.com/office/drawing/2014/main" id="{8EBB8A65-9C50-222E-56A5-47DF25A8C2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9" y="2237915"/>
              <a:ext cx="209457" cy="196411"/>
            </a:xfrm>
            <a:prstGeom prst="rect">
              <a:avLst/>
            </a:prstGeom>
          </p:spPr>
        </p:pic>
        <p:pic>
          <p:nvPicPr>
            <p:cNvPr id="390" name="Graphic 389" descr="Deciduous tree with solid fill">
              <a:extLst>
                <a:ext uri="{FF2B5EF4-FFF2-40B4-BE49-F238E27FC236}">
                  <a16:creationId xmlns:a16="http://schemas.microsoft.com/office/drawing/2014/main" id="{FF780D68-62E1-8DCA-BC48-1D6993AAAD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391" name="Graphic 390" descr="Deciduous tree with solid fill">
              <a:extLst>
                <a:ext uri="{FF2B5EF4-FFF2-40B4-BE49-F238E27FC236}">
                  <a16:creationId xmlns:a16="http://schemas.microsoft.com/office/drawing/2014/main" id="{DF56DE0C-7EF8-F120-35DA-B30E9B74B9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9" y="2484898"/>
              <a:ext cx="209457" cy="196411"/>
            </a:xfrm>
            <a:prstGeom prst="rect">
              <a:avLst/>
            </a:prstGeom>
          </p:spPr>
        </p:pic>
        <p:pic>
          <p:nvPicPr>
            <p:cNvPr id="392" name="Graphic 391" descr="Deciduous tree with solid fill">
              <a:extLst>
                <a:ext uri="{FF2B5EF4-FFF2-40B4-BE49-F238E27FC236}">
                  <a16:creationId xmlns:a16="http://schemas.microsoft.com/office/drawing/2014/main" id="{05A9105F-564A-72A9-0738-4D09EECCC7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4" y="2608389"/>
              <a:ext cx="209457" cy="196411"/>
            </a:xfrm>
            <a:prstGeom prst="rect">
              <a:avLst/>
            </a:prstGeom>
          </p:spPr>
        </p:pic>
        <p:pic>
          <p:nvPicPr>
            <p:cNvPr id="393" name="Graphic 392" descr="Deciduous tree with solid fill">
              <a:extLst>
                <a:ext uri="{FF2B5EF4-FFF2-40B4-BE49-F238E27FC236}">
                  <a16:creationId xmlns:a16="http://schemas.microsoft.com/office/drawing/2014/main" id="{70B43C6E-36C8-F199-FD0A-B7457629DB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9" y="2731881"/>
              <a:ext cx="209457" cy="196411"/>
            </a:xfrm>
            <a:prstGeom prst="rect">
              <a:avLst/>
            </a:prstGeom>
          </p:spPr>
        </p:pic>
        <p:pic>
          <p:nvPicPr>
            <p:cNvPr id="394" name="Graphic 393" descr="Deciduous tree with solid fill">
              <a:extLst>
                <a:ext uri="{FF2B5EF4-FFF2-40B4-BE49-F238E27FC236}">
                  <a16:creationId xmlns:a16="http://schemas.microsoft.com/office/drawing/2014/main" id="{49ED442D-7F01-D8A4-3A76-F2D33A5724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3" y="2855372"/>
              <a:ext cx="209457" cy="196411"/>
            </a:xfrm>
            <a:prstGeom prst="rect">
              <a:avLst/>
            </a:prstGeom>
          </p:spPr>
        </p:pic>
        <p:pic>
          <p:nvPicPr>
            <p:cNvPr id="395" name="Graphic 394" descr="Deciduous tree with solid fill">
              <a:extLst>
                <a:ext uri="{FF2B5EF4-FFF2-40B4-BE49-F238E27FC236}">
                  <a16:creationId xmlns:a16="http://schemas.microsoft.com/office/drawing/2014/main" id="{D0F83DEB-76AF-B7ED-2E34-8B2975CEFA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8" y="2978863"/>
              <a:ext cx="209457" cy="196411"/>
            </a:xfrm>
            <a:prstGeom prst="rect">
              <a:avLst/>
            </a:prstGeom>
          </p:spPr>
        </p:pic>
        <p:pic>
          <p:nvPicPr>
            <p:cNvPr id="396" name="Graphic 395" descr="Deciduous tree with solid fill">
              <a:extLst>
                <a:ext uri="{FF2B5EF4-FFF2-40B4-BE49-F238E27FC236}">
                  <a16:creationId xmlns:a16="http://schemas.microsoft.com/office/drawing/2014/main" id="{E2DEBE2B-1973-C80F-5714-7769A3D5C1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3" y="3102355"/>
              <a:ext cx="209457" cy="196411"/>
            </a:xfrm>
            <a:prstGeom prst="rect">
              <a:avLst/>
            </a:prstGeom>
          </p:spPr>
        </p:pic>
        <p:pic>
          <p:nvPicPr>
            <p:cNvPr id="397" name="Graphic 396" descr="Deciduous tree with solid fill">
              <a:extLst>
                <a:ext uri="{FF2B5EF4-FFF2-40B4-BE49-F238E27FC236}">
                  <a16:creationId xmlns:a16="http://schemas.microsoft.com/office/drawing/2014/main" id="{9CDED014-25CD-B9FA-7607-B869DF1CCB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8" y="3225846"/>
              <a:ext cx="209457" cy="196411"/>
            </a:xfrm>
            <a:prstGeom prst="rect">
              <a:avLst/>
            </a:prstGeom>
          </p:spPr>
        </p:pic>
        <p:pic>
          <p:nvPicPr>
            <p:cNvPr id="398" name="Graphic 397" descr="Deciduous tree with solid fill">
              <a:extLst>
                <a:ext uri="{FF2B5EF4-FFF2-40B4-BE49-F238E27FC236}">
                  <a16:creationId xmlns:a16="http://schemas.microsoft.com/office/drawing/2014/main" id="{51D72C3C-5437-A1CF-EFEC-99E0FFB987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3" y="3349337"/>
              <a:ext cx="209457" cy="196411"/>
            </a:xfrm>
            <a:prstGeom prst="rect">
              <a:avLst/>
            </a:prstGeom>
          </p:spPr>
        </p:pic>
        <p:pic>
          <p:nvPicPr>
            <p:cNvPr id="399" name="Graphic 398" descr="Deciduous tree with solid fill">
              <a:extLst>
                <a:ext uri="{FF2B5EF4-FFF2-40B4-BE49-F238E27FC236}">
                  <a16:creationId xmlns:a16="http://schemas.microsoft.com/office/drawing/2014/main" id="{5FACB28F-867E-979D-1A46-4D6F021156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6" y="1902894"/>
              <a:ext cx="209457" cy="196411"/>
            </a:xfrm>
            <a:prstGeom prst="rect">
              <a:avLst/>
            </a:prstGeom>
          </p:spPr>
        </p:pic>
        <p:pic>
          <p:nvPicPr>
            <p:cNvPr id="400" name="Graphic 399" descr="Deciduous tree with solid fill">
              <a:extLst>
                <a:ext uri="{FF2B5EF4-FFF2-40B4-BE49-F238E27FC236}">
                  <a16:creationId xmlns:a16="http://schemas.microsoft.com/office/drawing/2014/main" id="{7D6794E9-C0F1-60EB-157F-FFC11E16C6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71" y="2026385"/>
              <a:ext cx="209457" cy="196411"/>
            </a:xfrm>
            <a:prstGeom prst="rect">
              <a:avLst/>
            </a:prstGeom>
          </p:spPr>
        </p:pic>
        <p:pic>
          <p:nvPicPr>
            <p:cNvPr id="401" name="Graphic 400" descr="Deciduous tree with solid fill">
              <a:extLst>
                <a:ext uri="{FF2B5EF4-FFF2-40B4-BE49-F238E27FC236}">
                  <a16:creationId xmlns:a16="http://schemas.microsoft.com/office/drawing/2014/main" id="{70D31707-EC60-86B9-0C45-761096B92C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6" y="2149877"/>
              <a:ext cx="209457" cy="196411"/>
            </a:xfrm>
            <a:prstGeom prst="rect">
              <a:avLst/>
            </a:prstGeom>
          </p:spPr>
        </p:pic>
        <p:pic>
          <p:nvPicPr>
            <p:cNvPr id="402" name="Graphic 401" descr="Deciduous tree with solid fill">
              <a:extLst>
                <a:ext uri="{FF2B5EF4-FFF2-40B4-BE49-F238E27FC236}">
                  <a16:creationId xmlns:a16="http://schemas.microsoft.com/office/drawing/2014/main" id="{DC2C91EA-A4F0-1732-B426-917E68A1D7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1" y="2273368"/>
              <a:ext cx="209457" cy="196411"/>
            </a:xfrm>
            <a:prstGeom prst="rect">
              <a:avLst/>
            </a:prstGeom>
          </p:spPr>
        </p:pic>
        <p:pic>
          <p:nvPicPr>
            <p:cNvPr id="403" name="Graphic 402" descr="Deciduous tree with solid fill">
              <a:extLst>
                <a:ext uri="{FF2B5EF4-FFF2-40B4-BE49-F238E27FC236}">
                  <a16:creationId xmlns:a16="http://schemas.microsoft.com/office/drawing/2014/main" id="{EC2309EF-BD27-2574-40C3-AA27D04BDC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6" y="2396860"/>
              <a:ext cx="209457" cy="196411"/>
            </a:xfrm>
            <a:prstGeom prst="rect">
              <a:avLst/>
            </a:prstGeom>
          </p:spPr>
        </p:pic>
        <p:pic>
          <p:nvPicPr>
            <p:cNvPr id="404" name="Graphic 403" descr="Deciduous tree with solid fill">
              <a:extLst>
                <a:ext uri="{FF2B5EF4-FFF2-40B4-BE49-F238E27FC236}">
                  <a16:creationId xmlns:a16="http://schemas.microsoft.com/office/drawing/2014/main" id="{E106C0E6-EC84-3AE0-5D42-B8612A9B83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1" y="2520351"/>
              <a:ext cx="209457" cy="196411"/>
            </a:xfrm>
            <a:prstGeom prst="rect">
              <a:avLst/>
            </a:prstGeom>
          </p:spPr>
        </p:pic>
        <p:pic>
          <p:nvPicPr>
            <p:cNvPr id="405" name="Graphic 404" descr="Deciduous tree with solid fill">
              <a:extLst>
                <a:ext uri="{FF2B5EF4-FFF2-40B4-BE49-F238E27FC236}">
                  <a16:creationId xmlns:a16="http://schemas.microsoft.com/office/drawing/2014/main" id="{FB81D7AF-C2C0-6D31-02A1-7755455165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6" y="2643841"/>
              <a:ext cx="209457" cy="196411"/>
            </a:xfrm>
            <a:prstGeom prst="rect">
              <a:avLst/>
            </a:prstGeom>
          </p:spPr>
        </p:pic>
        <p:pic>
          <p:nvPicPr>
            <p:cNvPr id="406" name="Graphic 405" descr="Deciduous tree with solid fill">
              <a:extLst>
                <a:ext uri="{FF2B5EF4-FFF2-40B4-BE49-F238E27FC236}">
                  <a16:creationId xmlns:a16="http://schemas.microsoft.com/office/drawing/2014/main" id="{02F0F951-391A-77CC-8228-FB3FD22F32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1" y="2767333"/>
              <a:ext cx="209457" cy="196411"/>
            </a:xfrm>
            <a:prstGeom prst="rect">
              <a:avLst/>
            </a:prstGeom>
          </p:spPr>
        </p:pic>
        <p:pic>
          <p:nvPicPr>
            <p:cNvPr id="407" name="Graphic 406" descr="Deciduous tree with solid fill">
              <a:extLst>
                <a:ext uri="{FF2B5EF4-FFF2-40B4-BE49-F238E27FC236}">
                  <a16:creationId xmlns:a16="http://schemas.microsoft.com/office/drawing/2014/main" id="{146323F8-92B3-33F1-8BB6-6CE2CB652B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4" y="2890825"/>
              <a:ext cx="209457" cy="196411"/>
            </a:xfrm>
            <a:prstGeom prst="rect">
              <a:avLst/>
            </a:prstGeom>
          </p:spPr>
        </p:pic>
        <p:pic>
          <p:nvPicPr>
            <p:cNvPr id="408" name="Graphic 407" descr="Deciduous tree with solid fill">
              <a:extLst>
                <a:ext uri="{FF2B5EF4-FFF2-40B4-BE49-F238E27FC236}">
                  <a16:creationId xmlns:a16="http://schemas.microsoft.com/office/drawing/2014/main" id="{612E2E02-5B68-F779-F562-D2EB035C0C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9" y="3014316"/>
              <a:ext cx="209457" cy="196411"/>
            </a:xfrm>
            <a:prstGeom prst="rect">
              <a:avLst/>
            </a:prstGeom>
          </p:spPr>
        </p:pic>
        <p:pic>
          <p:nvPicPr>
            <p:cNvPr id="409" name="Graphic 408" descr="Deciduous tree with solid fill">
              <a:extLst>
                <a:ext uri="{FF2B5EF4-FFF2-40B4-BE49-F238E27FC236}">
                  <a16:creationId xmlns:a16="http://schemas.microsoft.com/office/drawing/2014/main" id="{B400EA8D-5D79-6D12-541C-D178343575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4" y="3137808"/>
              <a:ext cx="209457" cy="196411"/>
            </a:xfrm>
            <a:prstGeom prst="rect">
              <a:avLst/>
            </a:prstGeom>
          </p:spPr>
        </p:pic>
        <p:pic>
          <p:nvPicPr>
            <p:cNvPr id="410" name="Graphic 409" descr="Deciduous tree with solid fill">
              <a:extLst>
                <a:ext uri="{FF2B5EF4-FFF2-40B4-BE49-F238E27FC236}">
                  <a16:creationId xmlns:a16="http://schemas.microsoft.com/office/drawing/2014/main" id="{44625AA2-4A10-583F-27B4-9D9AF66F0B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8" y="3261298"/>
              <a:ext cx="209457" cy="196411"/>
            </a:xfrm>
            <a:prstGeom prst="rect">
              <a:avLst/>
            </a:prstGeom>
          </p:spPr>
        </p:pic>
        <p:pic>
          <p:nvPicPr>
            <p:cNvPr id="411" name="Graphic 410" descr="Deciduous tree with solid fill">
              <a:extLst>
                <a:ext uri="{FF2B5EF4-FFF2-40B4-BE49-F238E27FC236}">
                  <a16:creationId xmlns:a16="http://schemas.microsoft.com/office/drawing/2014/main" id="{A3CC7F7A-2564-27D9-092A-45166B31CF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601" y="1990933"/>
              <a:ext cx="209457" cy="196411"/>
            </a:xfrm>
            <a:prstGeom prst="rect">
              <a:avLst/>
            </a:prstGeom>
          </p:spPr>
        </p:pic>
        <p:pic>
          <p:nvPicPr>
            <p:cNvPr id="412" name="Graphic 411" descr="Deciduous tree with solid fill">
              <a:extLst>
                <a:ext uri="{FF2B5EF4-FFF2-40B4-BE49-F238E27FC236}">
                  <a16:creationId xmlns:a16="http://schemas.microsoft.com/office/drawing/2014/main" id="{35E7DE6B-931A-2B7C-02A6-515524DFA7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74" y="2086792"/>
              <a:ext cx="209457" cy="196411"/>
            </a:xfrm>
            <a:prstGeom prst="rect">
              <a:avLst/>
            </a:prstGeom>
          </p:spPr>
        </p:pic>
        <p:pic>
          <p:nvPicPr>
            <p:cNvPr id="413" name="Graphic 412" descr="Deciduous tree with solid fill">
              <a:extLst>
                <a:ext uri="{FF2B5EF4-FFF2-40B4-BE49-F238E27FC236}">
                  <a16:creationId xmlns:a16="http://schemas.microsoft.com/office/drawing/2014/main" id="{334301A6-862B-DB3D-BB65-F959CBC4C9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6" y="1902894"/>
              <a:ext cx="209457" cy="196411"/>
            </a:xfrm>
            <a:prstGeom prst="rect">
              <a:avLst/>
            </a:prstGeom>
          </p:spPr>
        </p:pic>
        <p:pic>
          <p:nvPicPr>
            <p:cNvPr id="414" name="Graphic 413" descr="Deciduous tree with solid fill">
              <a:extLst>
                <a:ext uri="{FF2B5EF4-FFF2-40B4-BE49-F238E27FC236}">
                  <a16:creationId xmlns:a16="http://schemas.microsoft.com/office/drawing/2014/main" id="{B9FCD77C-A5E7-E1AF-DD84-3EE3E363D8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9" y="2210283"/>
              <a:ext cx="209457" cy="196411"/>
            </a:xfrm>
            <a:prstGeom prst="rect">
              <a:avLst/>
            </a:prstGeom>
          </p:spPr>
        </p:pic>
        <p:pic>
          <p:nvPicPr>
            <p:cNvPr id="415" name="Graphic 414" descr="Deciduous tree with solid fill">
              <a:extLst>
                <a:ext uri="{FF2B5EF4-FFF2-40B4-BE49-F238E27FC236}">
                  <a16:creationId xmlns:a16="http://schemas.microsoft.com/office/drawing/2014/main" id="{D69FFF48-BA3E-E086-99BC-FD39FE434B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3" y="2333774"/>
              <a:ext cx="209457" cy="196411"/>
            </a:xfrm>
            <a:prstGeom prst="rect">
              <a:avLst/>
            </a:prstGeom>
          </p:spPr>
        </p:pic>
        <p:pic>
          <p:nvPicPr>
            <p:cNvPr id="416" name="Graphic 415" descr="Deciduous tree with solid fill">
              <a:extLst>
                <a:ext uri="{FF2B5EF4-FFF2-40B4-BE49-F238E27FC236}">
                  <a16:creationId xmlns:a16="http://schemas.microsoft.com/office/drawing/2014/main" id="{89E57165-0E7B-AFEA-BE0C-3D0188A79A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8" y="2457266"/>
              <a:ext cx="209457" cy="196411"/>
            </a:xfrm>
            <a:prstGeom prst="rect">
              <a:avLst/>
            </a:prstGeom>
          </p:spPr>
        </p:pic>
        <p:pic>
          <p:nvPicPr>
            <p:cNvPr id="417" name="Graphic 416" descr="Deciduous tree with solid fill">
              <a:extLst>
                <a:ext uri="{FF2B5EF4-FFF2-40B4-BE49-F238E27FC236}">
                  <a16:creationId xmlns:a16="http://schemas.microsoft.com/office/drawing/2014/main" id="{27D3F385-FBAC-19BE-4C08-5BE0B2C168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3" y="2580758"/>
              <a:ext cx="209457" cy="196411"/>
            </a:xfrm>
            <a:prstGeom prst="rect">
              <a:avLst/>
            </a:prstGeom>
          </p:spPr>
        </p:pic>
        <p:pic>
          <p:nvPicPr>
            <p:cNvPr id="418" name="Graphic 417" descr="Deciduous tree with solid fill">
              <a:extLst>
                <a:ext uri="{FF2B5EF4-FFF2-40B4-BE49-F238E27FC236}">
                  <a16:creationId xmlns:a16="http://schemas.microsoft.com/office/drawing/2014/main" id="{C0142844-3CBB-3013-9D15-8AEE01EB1F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6" y="2704249"/>
              <a:ext cx="209457" cy="196411"/>
            </a:xfrm>
            <a:prstGeom prst="rect">
              <a:avLst/>
            </a:prstGeom>
          </p:spPr>
        </p:pic>
        <p:pic>
          <p:nvPicPr>
            <p:cNvPr id="419" name="Graphic 418" descr="Deciduous tree with solid fill">
              <a:extLst>
                <a:ext uri="{FF2B5EF4-FFF2-40B4-BE49-F238E27FC236}">
                  <a16:creationId xmlns:a16="http://schemas.microsoft.com/office/drawing/2014/main" id="{65BFB90C-AC36-E01F-1F58-350B8E1988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3" y="2827740"/>
              <a:ext cx="209457" cy="196411"/>
            </a:xfrm>
            <a:prstGeom prst="rect">
              <a:avLst/>
            </a:prstGeom>
          </p:spPr>
        </p:pic>
        <p:pic>
          <p:nvPicPr>
            <p:cNvPr id="420" name="Graphic 419" descr="Deciduous tree with solid fill">
              <a:extLst>
                <a:ext uri="{FF2B5EF4-FFF2-40B4-BE49-F238E27FC236}">
                  <a16:creationId xmlns:a16="http://schemas.microsoft.com/office/drawing/2014/main" id="{FB1D8866-3812-971B-5C5E-EB2E2F2F45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8" y="2951231"/>
              <a:ext cx="209457" cy="196411"/>
            </a:xfrm>
            <a:prstGeom prst="rect">
              <a:avLst/>
            </a:prstGeom>
          </p:spPr>
        </p:pic>
        <p:pic>
          <p:nvPicPr>
            <p:cNvPr id="421" name="Graphic 420" descr="Deciduous tree with solid fill">
              <a:extLst>
                <a:ext uri="{FF2B5EF4-FFF2-40B4-BE49-F238E27FC236}">
                  <a16:creationId xmlns:a16="http://schemas.microsoft.com/office/drawing/2014/main" id="{22EE00B0-7EAF-4BDF-5606-FE9020A4A1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1" y="3074722"/>
              <a:ext cx="209457" cy="196411"/>
            </a:xfrm>
            <a:prstGeom prst="rect">
              <a:avLst/>
            </a:prstGeom>
          </p:spPr>
        </p:pic>
        <p:pic>
          <p:nvPicPr>
            <p:cNvPr id="422" name="Graphic 421" descr="Deciduous tree with solid fill">
              <a:extLst>
                <a:ext uri="{FF2B5EF4-FFF2-40B4-BE49-F238E27FC236}">
                  <a16:creationId xmlns:a16="http://schemas.microsoft.com/office/drawing/2014/main" id="{16DD6DD6-25AE-62EB-8D79-DBCE6F45EF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6" y="3198214"/>
              <a:ext cx="209457" cy="196411"/>
            </a:xfrm>
            <a:prstGeom prst="rect">
              <a:avLst/>
            </a:prstGeom>
          </p:spPr>
        </p:pic>
        <p:pic>
          <p:nvPicPr>
            <p:cNvPr id="423" name="Graphic 422" descr="Deciduous tree with solid fill">
              <a:extLst>
                <a:ext uri="{FF2B5EF4-FFF2-40B4-BE49-F238E27FC236}">
                  <a16:creationId xmlns:a16="http://schemas.microsoft.com/office/drawing/2014/main" id="{BC161C09-60D2-1C8D-C816-F470FE74B2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1" y="3321705"/>
              <a:ext cx="209457" cy="196411"/>
            </a:xfrm>
            <a:prstGeom prst="rect">
              <a:avLst/>
            </a:prstGeom>
          </p:spPr>
        </p:pic>
        <p:pic>
          <p:nvPicPr>
            <p:cNvPr id="424" name="Graphic 423" descr="Deciduous tree with solid fill">
              <a:extLst>
                <a:ext uri="{FF2B5EF4-FFF2-40B4-BE49-F238E27FC236}">
                  <a16:creationId xmlns:a16="http://schemas.microsoft.com/office/drawing/2014/main" id="{15FC222B-148C-F912-A9DF-BEF1392DDC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6" y="3445196"/>
              <a:ext cx="209457" cy="196411"/>
            </a:xfrm>
            <a:prstGeom prst="rect">
              <a:avLst/>
            </a:prstGeom>
          </p:spPr>
        </p:pic>
        <p:pic>
          <p:nvPicPr>
            <p:cNvPr id="425" name="Graphic 424" descr="Deciduous tree with solid fill">
              <a:extLst>
                <a:ext uri="{FF2B5EF4-FFF2-40B4-BE49-F238E27FC236}">
                  <a16:creationId xmlns:a16="http://schemas.microsoft.com/office/drawing/2014/main" id="{902F8772-A783-9B99-B6EE-BC4A972584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5" y="2114424"/>
              <a:ext cx="209457" cy="196411"/>
            </a:xfrm>
            <a:prstGeom prst="rect">
              <a:avLst/>
            </a:prstGeom>
          </p:spPr>
        </p:pic>
        <p:pic>
          <p:nvPicPr>
            <p:cNvPr id="426" name="Graphic 425" descr="Deciduous tree with solid fill">
              <a:extLst>
                <a:ext uri="{FF2B5EF4-FFF2-40B4-BE49-F238E27FC236}">
                  <a16:creationId xmlns:a16="http://schemas.microsoft.com/office/drawing/2014/main" id="{CCA27100-1BC6-516F-52F0-2EC7D4AD71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90" y="2237915"/>
              <a:ext cx="209457" cy="196411"/>
            </a:xfrm>
            <a:prstGeom prst="rect">
              <a:avLst/>
            </a:prstGeom>
          </p:spPr>
        </p:pic>
        <p:pic>
          <p:nvPicPr>
            <p:cNvPr id="427" name="Graphic 426" descr="Deciduous tree with solid fill">
              <a:extLst>
                <a:ext uri="{FF2B5EF4-FFF2-40B4-BE49-F238E27FC236}">
                  <a16:creationId xmlns:a16="http://schemas.microsoft.com/office/drawing/2014/main" id="{44AB7BBA-D0BF-57AE-3C53-1CB1DD6D74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5" y="2361406"/>
              <a:ext cx="209457" cy="196411"/>
            </a:xfrm>
            <a:prstGeom prst="rect">
              <a:avLst/>
            </a:prstGeom>
          </p:spPr>
        </p:pic>
        <p:pic>
          <p:nvPicPr>
            <p:cNvPr id="428" name="Graphic 427" descr="Deciduous tree with solid fill">
              <a:extLst>
                <a:ext uri="{FF2B5EF4-FFF2-40B4-BE49-F238E27FC236}">
                  <a16:creationId xmlns:a16="http://schemas.microsoft.com/office/drawing/2014/main" id="{26BE7B28-E014-4C50-7C7A-45F9D25A3C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9" y="2484898"/>
              <a:ext cx="209457" cy="196411"/>
            </a:xfrm>
            <a:prstGeom prst="rect">
              <a:avLst/>
            </a:prstGeom>
          </p:spPr>
        </p:pic>
        <p:pic>
          <p:nvPicPr>
            <p:cNvPr id="429" name="Graphic 428" descr="Deciduous tree with solid fill">
              <a:extLst>
                <a:ext uri="{FF2B5EF4-FFF2-40B4-BE49-F238E27FC236}">
                  <a16:creationId xmlns:a16="http://schemas.microsoft.com/office/drawing/2014/main" id="{1AD14B93-B7FF-67D7-8B05-0DB4D0EB69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4" y="2608389"/>
              <a:ext cx="209457" cy="196411"/>
            </a:xfrm>
            <a:prstGeom prst="rect">
              <a:avLst/>
            </a:prstGeom>
          </p:spPr>
        </p:pic>
        <p:pic>
          <p:nvPicPr>
            <p:cNvPr id="430" name="Graphic 429" descr="Deciduous tree with solid fill">
              <a:extLst>
                <a:ext uri="{FF2B5EF4-FFF2-40B4-BE49-F238E27FC236}">
                  <a16:creationId xmlns:a16="http://schemas.microsoft.com/office/drawing/2014/main" id="{1773BEE8-E748-D8EE-368A-B0075A6C0F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9" y="2731881"/>
              <a:ext cx="209457" cy="196411"/>
            </a:xfrm>
            <a:prstGeom prst="rect">
              <a:avLst/>
            </a:prstGeom>
          </p:spPr>
        </p:pic>
        <p:pic>
          <p:nvPicPr>
            <p:cNvPr id="431" name="Graphic 430" descr="Deciduous tree with solid fill">
              <a:extLst>
                <a:ext uri="{FF2B5EF4-FFF2-40B4-BE49-F238E27FC236}">
                  <a16:creationId xmlns:a16="http://schemas.microsoft.com/office/drawing/2014/main" id="{F3B79E02-E3ED-9BA5-5698-FEA960E314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3" y="2855372"/>
              <a:ext cx="209457" cy="196411"/>
            </a:xfrm>
            <a:prstGeom prst="rect">
              <a:avLst/>
            </a:prstGeom>
          </p:spPr>
        </p:pic>
        <p:pic>
          <p:nvPicPr>
            <p:cNvPr id="432" name="Graphic 431" descr="Deciduous tree with solid fill">
              <a:extLst>
                <a:ext uri="{FF2B5EF4-FFF2-40B4-BE49-F238E27FC236}">
                  <a16:creationId xmlns:a16="http://schemas.microsoft.com/office/drawing/2014/main" id="{27DBB32E-66C7-5740-FEFC-7FAA22F259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8" y="2978863"/>
              <a:ext cx="209457" cy="196411"/>
            </a:xfrm>
            <a:prstGeom prst="rect">
              <a:avLst/>
            </a:prstGeom>
          </p:spPr>
        </p:pic>
        <p:pic>
          <p:nvPicPr>
            <p:cNvPr id="433" name="Graphic 432" descr="Deciduous tree with solid fill">
              <a:extLst>
                <a:ext uri="{FF2B5EF4-FFF2-40B4-BE49-F238E27FC236}">
                  <a16:creationId xmlns:a16="http://schemas.microsoft.com/office/drawing/2014/main" id="{FA3AEE06-6816-E90E-39C5-EC55472996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3" y="3102355"/>
              <a:ext cx="209457" cy="196411"/>
            </a:xfrm>
            <a:prstGeom prst="rect">
              <a:avLst/>
            </a:prstGeom>
          </p:spPr>
        </p:pic>
        <p:pic>
          <p:nvPicPr>
            <p:cNvPr id="434" name="Graphic 433" descr="Deciduous tree with solid fill">
              <a:extLst>
                <a:ext uri="{FF2B5EF4-FFF2-40B4-BE49-F238E27FC236}">
                  <a16:creationId xmlns:a16="http://schemas.microsoft.com/office/drawing/2014/main" id="{993229BE-6E2F-C9D6-B824-6E88DCBFAE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8" y="3225846"/>
              <a:ext cx="209457" cy="196411"/>
            </a:xfrm>
            <a:prstGeom prst="rect">
              <a:avLst/>
            </a:prstGeom>
          </p:spPr>
        </p:pic>
        <p:pic>
          <p:nvPicPr>
            <p:cNvPr id="435" name="Graphic 434" descr="Deciduous tree with solid fill">
              <a:extLst>
                <a:ext uri="{FF2B5EF4-FFF2-40B4-BE49-F238E27FC236}">
                  <a16:creationId xmlns:a16="http://schemas.microsoft.com/office/drawing/2014/main" id="{A946D4D2-DFB5-6C73-8D19-05A400DA1D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3" y="3349337"/>
              <a:ext cx="209457" cy="196411"/>
            </a:xfrm>
            <a:prstGeom prst="rect">
              <a:avLst/>
            </a:prstGeom>
          </p:spPr>
        </p:pic>
        <p:pic>
          <p:nvPicPr>
            <p:cNvPr id="436" name="Graphic 435" descr="Deciduous tree with solid fill">
              <a:extLst>
                <a:ext uri="{FF2B5EF4-FFF2-40B4-BE49-F238E27FC236}">
                  <a16:creationId xmlns:a16="http://schemas.microsoft.com/office/drawing/2014/main" id="{F0502F83-A5C1-B430-3CA8-35D5321C83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71" y="2026385"/>
              <a:ext cx="209457" cy="196411"/>
            </a:xfrm>
            <a:prstGeom prst="rect">
              <a:avLst/>
            </a:prstGeom>
          </p:spPr>
        </p:pic>
        <p:pic>
          <p:nvPicPr>
            <p:cNvPr id="437" name="Graphic 436" descr="Deciduous tree with solid fill">
              <a:extLst>
                <a:ext uri="{FF2B5EF4-FFF2-40B4-BE49-F238E27FC236}">
                  <a16:creationId xmlns:a16="http://schemas.microsoft.com/office/drawing/2014/main" id="{8D37C6B8-9A8F-6B63-533F-D5824A5D21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6" y="2149877"/>
              <a:ext cx="209457" cy="196411"/>
            </a:xfrm>
            <a:prstGeom prst="rect">
              <a:avLst/>
            </a:prstGeom>
          </p:spPr>
        </p:pic>
        <p:pic>
          <p:nvPicPr>
            <p:cNvPr id="438" name="Graphic 437" descr="Deciduous tree with solid fill">
              <a:extLst>
                <a:ext uri="{FF2B5EF4-FFF2-40B4-BE49-F238E27FC236}">
                  <a16:creationId xmlns:a16="http://schemas.microsoft.com/office/drawing/2014/main" id="{7DFB60A4-BF29-2C3D-B549-8D008C3F1B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1" y="2273368"/>
              <a:ext cx="209457" cy="196411"/>
            </a:xfrm>
            <a:prstGeom prst="rect">
              <a:avLst/>
            </a:prstGeom>
          </p:spPr>
        </p:pic>
        <p:pic>
          <p:nvPicPr>
            <p:cNvPr id="439" name="Graphic 438" descr="Deciduous tree with solid fill">
              <a:extLst>
                <a:ext uri="{FF2B5EF4-FFF2-40B4-BE49-F238E27FC236}">
                  <a16:creationId xmlns:a16="http://schemas.microsoft.com/office/drawing/2014/main" id="{CA68A2DA-7DA1-0505-823E-B2021F45D0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6" y="2396860"/>
              <a:ext cx="209457" cy="196411"/>
            </a:xfrm>
            <a:prstGeom prst="rect">
              <a:avLst/>
            </a:prstGeom>
          </p:spPr>
        </p:pic>
        <p:pic>
          <p:nvPicPr>
            <p:cNvPr id="440" name="Graphic 439" descr="Deciduous tree with solid fill">
              <a:extLst>
                <a:ext uri="{FF2B5EF4-FFF2-40B4-BE49-F238E27FC236}">
                  <a16:creationId xmlns:a16="http://schemas.microsoft.com/office/drawing/2014/main" id="{830DA6F1-FA14-5E41-2214-5B2FDF72AA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1" y="2520351"/>
              <a:ext cx="209457" cy="196411"/>
            </a:xfrm>
            <a:prstGeom prst="rect">
              <a:avLst/>
            </a:prstGeom>
          </p:spPr>
        </p:pic>
        <p:pic>
          <p:nvPicPr>
            <p:cNvPr id="441" name="Graphic 440" descr="Deciduous tree with solid fill">
              <a:extLst>
                <a:ext uri="{FF2B5EF4-FFF2-40B4-BE49-F238E27FC236}">
                  <a16:creationId xmlns:a16="http://schemas.microsoft.com/office/drawing/2014/main" id="{D9B49753-0650-8CD3-5D96-484310F4C5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6" y="2643841"/>
              <a:ext cx="209457" cy="196411"/>
            </a:xfrm>
            <a:prstGeom prst="rect">
              <a:avLst/>
            </a:prstGeom>
          </p:spPr>
        </p:pic>
        <p:pic>
          <p:nvPicPr>
            <p:cNvPr id="442" name="Graphic 441" descr="Deciduous tree with solid fill">
              <a:extLst>
                <a:ext uri="{FF2B5EF4-FFF2-40B4-BE49-F238E27FC236}">
                  <a16:creationId xmlns:a16="http://schemas.microsoft.com/office/drawing/2014/main" id="{3CC3A6A2-645A-87E7-BC8D-404351824E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1" y="2767333"/>
              <a:ext cx="209457" cy="196411"/>
            </a:xfrm>
            <a:prstGeom prst="rect">
              <a:avLst/>
            </a:prstGeom>
          </p:spPr>
        </p:pic>
        <p:pic>
          <p:nvPicPr>
            <p:cNvPr id="443" name="Graphic 442" descr="Deciduous tree with solid fill">
              <a:extLst>
                <a:ext uri="{FF2B5EF4-FFF2-40B4-BE49-F238E27FC236}">
                  <a16:creationId xmlns:a16="http://schemas.microsoft.com/office/drawing/2014/main" id="{973AF4CE-229A-CDE6-9504-04CFD4DD15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5" y="2890825"/>
              <a:ext cx="209457" cy="196411"/>
            </a:xfrm>
            <a:prstGeom prst="rect">
              <a:avLst/>
            </a:prstGeom>
          </p:spPr>
        </p:pic>
        <p:pic>
          <p:nvPicPr>
            <p:cNvPr id="444" name="Graphic 443" descr="Deciduous tree with solid fill">
              <a:extLst>
                <a:ext uri="{FF2B5EF4-FFF2-40B4-BE49-F238E27FC236}">
                  <a16:creationId xmlns:a16="http://schemas.microsoft.com/office/drawing/2014/main" id="{680667FA-786A-9846-8249-3EADC04FE2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9" y="3014316"/>
              <a:ext cx="209457" cy="196411"/>
            </a:xfrm>
            <a:prstGeom prst="rect">
              <a:avLst/>
            </a:prstGeom>
          </p:spPr>
        </p:pic>
        <p:pic>
          <p:nvPicPr>
            <p:cNvPr id="445" name="Graphic 444" descr="Deciduous tree with solid fill">
              <a:extLst>
                <a:ext uri="{FF2B5EF4-FFF2-40B4-BE49-F238E27FC236}">
                  <a16:creationId xmlns:a16="http://schemas.microsoft.com/office/drawing/2014/main" id="{B3CD27A4-82DA-8CC3-5D68-BE1D33F26C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4" y="3137808"/>
              <a:ext cx="209457" cy="196411"/>
            </a:xfrm>
            <a:prstGeom prst="rect">
              <a:avLst/>
            </a:prstGeom>
          </p:spPr>
        </p:pic>
        <p:pic>
          <p:nvPicPr>
            <p:cNvPr id="446" name="Graphic 445" descr="Deciduous tree with solid fill">
              <a:extLst>
                <a:ext uri="{FF2B5EF4-FFF2-40B4-BE49-F238E27FC236}">
                  <a16:creationId xmlns:a16="http://schemas.microsoft.com/office/drawing/2014/main" id="{660FDBD4-06EE-6A0F-C274-1EFA90D3E4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8" y="3261298"/>
              <a:ext cx="209457" cy="196411"/>
            </a:xfrm>
            <a:prstGeom prst="rect">
              <a:avLst/>
            </a:prstGeom>
          </p:spPr>
        </p:pic>
        <p:pic>
          <p:nvPicPr>
            <p:cNvPr id="447" name="Graphic 446" descr="Deciduous tree with solid fill">
              <a:extLst>
                <a:ext uri="{FF2B5EF4-FFF2-40B4-BE49-F238E27FC236}">
                  <a16:creationId xmlns:a16="http://schemas.microsoft.com/office/drawing/2014/main" id="{CC94A179-4518-C538-F133-9526164152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5" y="2114424"/>
              <a:ext cx="209457" cy="196411"/>
            </a:xfrm>
            <a:prstGeom prst="rect">
              <a:avLst/>
            </a:prstGeom>
          </p:spPr>
        </p:pic>
        <p:pic>
          <p:nvPicPr>
            <p:cNvPr id="448" name="Graphic 447" descr="Deciduous tree with solid fill">
              <a:extLst>
                <a:ext uri="{FF2B5EF4-FFF2-40B4-BE49-F238E27FC236}">
                  <a16:creationId xmlns:a16="http://schemas.microsoft.com/office/drawing/2014/main" id="{D45D42A6-1A84-3DA5-8F02-37F626E047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8" y="2210283"/>
              <a:ext cx="209457" cy="196411"/>
            </a:xfrm>
            <a:prstGeom prst="rect">
              <a:avLst/>
            </a:prstGeom>
          </p:spPr>
        </p:pic>
        <p:pic>
          <p:nvPicPr>
            <p:cNvPr id="449" name="Graphic 448" descr="Deciduous tree with solid fill">
              <a:extLst>
                <a:ext uri="{FF2B5EF4-FFF2-40B4-BE49-F238E27FC236}">
                  <a16:creationId xmlns:a16="http://schemas.microsoft.com/office/drawing/2014/main" id="{22291C84-6588-EBC6-E5A3-E636E3DFAB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70" y="2026385"/>
              <a:ext cx="209457" cy="196411"/>
            </a:xfrm>
            <a:prstGeom prst="rect">
              <a:avLst/>
            </a:prstGeom>
          </p:spPr>
        </p:pic>
        <p:pic>
          <p:nvPicPr>
            <p:cNvPr id="450" name="Graphic 449" descr="Deciduous tree with solid fill">
              <a:extLst>
                <a:ext uri="{FF2B5EF4-FFF2-40B4-BE49-F238E27FC236}">
                  <a16:creationId xmlns:a16="http://schemas.microsoft.com/office/drawing/2014/main" id="{432F3DA9-CF49-F906-F61D-E4FB3BCCCD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2" y="2333774"/>
              <a:ext cx="209457" cy="196411"/>
            </a:xfrm>
            <a:prstGeom prst="rect">
              <a:avLst/>
            </a:prstGeom>
          </p:spPr>
        </p:pic>
        <p:pic>
          <p:nvPicPr>
            <p:cNvPr id="451" name="Graphic 450" descr="Deciduous tree with solid fill">
              <a:extLst>
                <a:ext uri="{FF2B5EF4-FFF2-40B4-BE49-F238E27FC236}">
                  <a16:creationId xmlns:a16="http://schemas.microsoft.com/office/drawing/2014/main" id="{FCA57F7D-9028-FB52-86E4-D0F6B163B4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7" y="2457266"/>
              <a:ext cx="209457" cy="196411"/>
            </a:xfrm>
            <a:prstGeom prst="rect">
              <a:avLst/>
            </a:prstGeom>
          </p:spPr>
        </p:pic>
        <p:pic>
          <p:nvPicPr>
            <p:cNvPr id="452" name="Graphic 451" descr="Deciduous tree with solid fill">
              <a:extLst>
                <a:ext uri="{FF2B5EF4-FFF2-40B4-BE49-F238E27FC236}">
                  <a16:creationId xmlns:a16="http://schemas.microsoft.com/office/drawing/2014/main" id="{3634CF3A-3527-829C-B6EB-4D92153C0A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453" name="Graphic 452" descr="Deciduous tree with solid fill">
              <a:extLst>
                <a:ext uri="{FF2B5EF4-FFF2-40B4-BE49-F238E27FC236}">
                  <a16:creationId xmlns:a16="http://schemas.microsoft.com/office/drawing/2014/main" id="{12B7659E-CD7F-D624-7CC1-E0AC9F3AC4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454" name="Graphic 453" descr="Deciduous tree with solid fill">
              <a:extLst>
                <a:ext uri="{FF2B5EF4-FFF2-40B4-BE49-F238E27FC236}">
                  <a16:creationId xmlns:a16="http://schemas.microsoft.com/office/drawing/2014/main" id="{658DC888-8E16-5BD0-2353-B909598B34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455" name="Graphic 454" descr="Deciduous tree with solid fill">
              <a:extLst>
                <a:ext uri="{FF2B5EF4-FFF2-40B4-BE49-F238E27FC236}">
                  <a16:creationId xmlns:a16="http://schemas.microsoft.com/office/drawing/2014/main" id="{03FC6C7D-725A-A734-A3F4-504B886AC2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456" name="Graphic 455" descr="Deciduous tree with solid fill">
              <a:extLst>
                <a:ext uri="{FF2B5EF4-FFF2-40B4-BE49-F238E27FC236}">
                  <a16:creationId xmlns:a16="http://schemas.microsoft.com/office/drawing/2014/main" id="{368622CD-965C-2CD4-3C41-9E776AF6A3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457" name="Graphic 456" descr="Deciduous tree with solid fill">
              <a:extLst>
                <a:ext uri="{FF2B5EF4-FFF2-40B4-BE49-F238E27FC236}">
                  <a16:creationId xmlns:a16="http://schemas.microsoft.com/office/drawing/2014/main" id="{933A2711-ACCD-128B-208C-7E5715AB6D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458" name="Graphic 457" descr="Deciduous tree with solid fill">
              <a:extLst>
                <a:ext uri="{FF2B5EF4-FFF2-40B4-BE49-F238E27FC236}">
                  <a16:creationId xmlns:a16="http://schemas.microsoft.com/office/drawing/2014/main" id="{F65CCDC5-AA93-F2A7-937C-497670042A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459" name="Graphic 458" descr="Deciduous tree with solid fill">
              <a:extLst>
                <a:ext uri="{FF2B5EF4-FFF2-40B4-BE49-F238E27FC236}">
                  <a16:creationId xmlns:a16="http://schemas.microsoft.com/office/drawing/2014/main" id="{06D64A1E-93E5-E2AF-8BF2-E315CCF6A2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460" name="Graphic 459" descr="Deciduous tree with solid fill">
              <a:extLst>
                <a:ext uri="{FF2B5EF4-FFF2-40B4-BE49-F238E27FC236}">
                  <a16:creationId xmlns:a16="http://schemas.microsoft.com/office/drawing/2014/main" id="{C2EAA615-C143-F192-2587-14C9A4EE74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9" y="2237915"/>
              <a:ext cx="209457" cy="196411"/>
            </a:xfrm>
            <a:prstGeom prst="rect">
              <a:avLst/>
            </a:prstGeom>
          </p:spPr>
        </p:pic>
        <p:pic>
          <p:nvPicPr>
            <p:cNvPr id="461" name="Graphic 460" descr="Deciduous tree with solid fill">
              <a:extLst>
                <a:ext uri="{FF2B5EF4-FFF2-40B4-BE49-F238E27FC236}">
                  <a16:creationId xmlns:a16="http://schemas.microsoft.com/office/drawing/2014/main" id="{92F4E5B8-F498-B9B9-F561-2A21BFB183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462" name="Graphic 461" descr="Deciduous tree with solid fill">
              <a:extLst>
                <a:ext uri="{FF2B5EF4-FFF2-40B4-BE49-F238E27FC236}">
                  <a16:creationId xmlns:a16="http://schemas.microsoft.com/office/drawing/2014/main" id="{77C0491B-37AE-8D62-6B91-93A92B7134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8" y="2484898"/>
              <a:ext cx="209457" cy="196411"/>
            </a:xfrm>
            <a:prstGeom prst="rect">
              <a:avLst/>
            </a:prstGeom>
          </p:spPr>
        </p:pic>
        <p:pic>
          <p:nvPicPr>
            <p:cNvPr id="463" name="Graphic 462" descr="Deciduous tree with solid fill">
              <a:extLst>
                <a:ext uri="{FF2B5EF4-FFF2-40B4-BE49-F238E27FC236}">
                  <a16:creationId xmlns:a16="http://schemas.microsoft.com/office/drawing/2014/main" id="{1AD8BD26-C35B-990D-41B1-185706A462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464" name="Graphic 463" descr="Deciduous tree with solid fill">
              <a:extLst>
                <a:ext uri="{FF2B5EF4-FFF2-40B4-BE49-F238E27FC236}">
                  <a16:creationId xmlns:a16="http://schemas.microsoft.com/office/drawing/2014/main" id="{73C8B37D-D5AF-862D-A9E5-E80377116B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465" name="Graphic 464" descr="Deciduous tree with solid fill">
              <a:extLst>
                <a:ext uri="{FF2B5EF4-FFF2-40B4-BE49-F238E27FC236}">
                  <a16:creationId xmlns:a16="http://schemas.microsoft.com/office/drawing/2014/main" id="{2EBE0FAC-4285-6B07-3B3D-A1530AC466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466" name="Graphic 465" descr="Deciduous tree with solid fill">
              <a:extLst>
                <a:ext uri="{FF2B5EF4-FFF2-40B4-BE49-F238E27FC236}">
                  <a16:creationId xmlns:a16="http://schemas.microsoft.com/office/drawing/2014/main" id="{94E6F5AB-31AD-B561-BBD0-2FBEF5EF4B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467" name="Graphic 466" descr="Deciduous tree with solid fill">
              <a:extLst>
                <a:ext uri="{FF2B5EF4-FFF2-40B4-BE49-F238E27FC236}">
                  <a16:creationId xmlns:a16="http://schemas.microsoft.com/office/drawing/2014/main" id="{52091123-A199-39C3-C3A6-47032A5262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468" name="Graphic 467" descr="Deciduous tree with solid fill">
              <a:extLst>
                <a:ext uri="{FF2B5EF4-FFF2-40B4-BE49-F238E27FC236}">
                  <a16:creationId xmlns:a16="http://schemas.microsoft.com/office/drawing/2014/main" id="{BB5D9E41-82D2-AB58-84FB-8D94BBC96F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469" name="Graphic 468" descr="Deciduous tree with solid fill">
              <a:extLst>
                <a:ext uri="{FF2B5EF4-FFF2-40B4-BE49-F238E27FC236}">
                  <a16:creationId xmlns:a16="http://schemas.microsoft.com/office/drawing/2014/main" id="{1A7FA2B3-7835-541E-79AA-5CDD75CB40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470" name="Graphic 469" descr="Deciduous tree with solid fill">
              <a:extLst>
                <a:ext uri="{FF2B5EF4-FFF2-40B4-BE49-F238E27FC236}">
                  <a16:creationId xmlns:a16="http://schemas.microsoft.com/office/drawing/2014/main" id="{E964C01C-C1E5-80A4-F398-C86A40E595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5" y="2149877"/>
              <a:ext cx="209457" cy="196411"/>
            </a:xfrm>
            <a:prstGeom prst="rect">
              <a:avLst/>
            </a:prstGeom>
          </p:spPr>
        </p:pic>
        <p:pic>
          <p:nvPicPr>
            <p:cNvPr id="471" name="Graphic 470" descr="Deciduous tree with solid fill">
              <a:extLst>
                <a:ext uri="{FF2B5EF4-FFF2-40B4-BE49-F238E27FC236}">
                  <a16:creationId xmlns:a16="http://schemas.microsoft.com/office/drawing/2014/main" id="{2336D3E0-8C5F-AE72-9C11-DCD7265CF6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0" y="2273368"/>
              <a:ext cx="209457" cy="196411"/>
            </a:xfrm>
            <a:prstGeom prst="rect">
              <a:avLst/>
            </a:prstGeom>
          </p:spPr>
        </p:pic>
        <p:pic>
          <p:nvPicPr>
            <p:cNvPr id="472" name="Graphic 471" descr="Deciduous tree with solid fill">
              <a:extLst>
                <a:ext uri="{FF2B5EF4-FFF2-40B4-BE49-F238E27FC236}">
                  <a16:creationId xmlns:a16="http://schemas.microsoft.com/office/drawing/2014/main" id="{901732C5-A30A-8504-2376-C3F7480125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473" name="Graphic 472" descr="Deciduous tree with solid fill">
              <a:extLst>
                <a:ext uri="{FF2B5EF4-FFF2-40B4-BE49-F238E27FC236}">
                  <a16:creationId xmlns:a16="http://schemas.microsoft.com/office/drawing/2014/main" id="{EB4A7A85-B572-A70B-FA8C-2B90B0CD4F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474" name="Graphic 473" descr="Deciduous tree with solid fill">
              <a:extLst>
                <a:ext uri="{FF2B5EF4-FFF2-40B4-BE49-F238E27FC236}">
                  <a16:creationId xmlns:a16="http://schemas.microsoft.com/office/drawing/2014/main" id="{F391BACD-3DCE-A365-E385-C9C6B75180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475" name="Graphic 474" descr="Deciduous tree with solid fill">
              <a:extLst>
                <a:ext uri="{FF2B5EF4-FFF2-40B4-BE49-F238E27FC236}">
                  <a16:creationId xmlns:a16="http://schemas.microsoft.com/office/drawing/2014/main" id="{DA131CE0-7CE2-5EB7-F586-3B58A51006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476" name="Graphic 475" descr="Deciduous tree with solid fill">
              <a:extLst>
                <a:ext uri="{FF2B5EF4-FFF2-40B4-BE49-F238E27FC236}">
                  <a16:creationId xmlns:a16="http://schemas.microsoft.com/office/drawing/2014/main" id="{ED21C612-8769-6785-7704-FD3F3AD9A8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477" name="Graphic 476" descr="Deciduous tree with solid fill">
              <a:extLst>
                <a:ext uri="{FF2B5EF4-FFF2-40B4-BE49-F238E27FC236}">
                  <a16:creationId xmlns:a16="http://schemas.microsoft.com/office/drawing/2014/main" id="{D1B97543-8D44-E199-AF22-249827C486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478" name="Graphic 477" descr="Deciduous tree with solid fill">
              <a:extLst>
                <a:ext uri="{FF2B5EF4-FFF2-40B4-BE49-F238E27FC236}">
                  <a16:creationId xmlns:a16="http://schemas.microsoft.com/office/drawing/2014/main" id="{22D63054-3EE0-ED0C-0520-AFBC043BCA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479" name="Graphic 478" descr="Deciduous tree with solid fill">
              <a:extLst>
                <a:ext uri="{FF2B5EF4-FFF2-40B4-BE49-F238E27FC236}">
                  <a16:creationId xmlns:a16="http://schemas.microsoft.com/office/drawing/2014/main" id="{F066A906-80BF-1072-C8DE-4C634E1A02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480" name="Graphic 479" descr="Deciduous tree with solid fill">
              <a:extLst>
                <a:ext uri="{FF2B5EF4-FFF2-40B4-BE49-F238E27FC236}">
                  <a16:creationId xmlns:a16="http://schemas.microsoft.com/office/drawing/2014/main" id="{04E6AE10-ED64-2009-6953-61DD9B1B71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481" name="Graphic 480" descr="Deciduous tree with solid fill">
              <a:extLst>
                <a:ext uri="{FF2B5EF4-FFF2-40B4-BE49-F238E27FC236}">
                  <a16:creationId xmlns:a16="http://schemas.microsoft.com/office/drawing/2014/main" id="{192400A6-3848-9794-386D-D4AD73D40F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2" y="2333774"/>
              <a:ext cx="209457" cy="196411"/>
            </a:xfrm>
            <a:prstGeom prst="rect">
              <a:avLst/>
            </a:prstGeom>
          </p:spPr>
        </p:pic>
        <p:pic>
          <p:nvPicPr>
            <p:cNvPr id="482" name="Graphic 481" descr="Deciduous tree with solid fill">
              <a:extLst>
                <a:ext uri="{FF2B5EF4-FFF2-40B4-BE49-F238E27FC236}">
                  <a16:creationId xmlns:a16="http://schemas.microsoft.com/office/drawing/2014/main" id="{07DEDB71-8DE2-87C2-6BBF-BA2A13ECDC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5" y="2149877"/>
              <a:ext cx="209457" cy="196411"/>
            </a:xfrm>
            <a:prstGeom prst="rect">
              <a:avLst/>
            </a:prstGeom>
          </p:spPr>
        </p:pic>
        <p:pic>
          <p:nvPicPr>
            <p:cNvPr id="483" name="Graphic 482" descr="Deciduous tree with solid fill">
              <a:extLst>
                <a:ext uri="{FF2B5EF4-FFF2-40B4-BE49-F238E27FC236}">
                  <a16:creationId xmlns:a16="http://schemas.microsoft.com/office/drawing/2014/main" id="{E3549B6C-D5C3-6972-8F98-5C29F60957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7" y="2457266"/>
              <a:ext cx="209457" cy="196411"/>
            </a:xfrm>
            <a:prstGeom prst="rect">
              <a:avLst/>
            </a:prstGeom>
          </p:spPr>
        </p:pic>
        <p:pic>
          <p:nvPicPr>
            <p:cNvPr id="484" name="Graphic 483" descr="Deciduous tree with solid fill">
              <a:extLst>
                <a:ext uri="{FF2B5EF4-FFF2-40B4-BE49-F238E27FC236}">
                  <a16:creationId xmlns:a16="http://schemas.microsoft.com/office/drawing/2014/main" id="{06A360EA-7848-605F-F83B-5B4074E09E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485" name="Graphic 484" descr="Deciduous tree with solid fill">
              <a:extLst>
                <a:ext uri="{FF2B5EF4-FFF2-40B4-BE49-F238E27FC236}">
                  <a16:creationId xmlns:a16="http://schemas.microsoft.com/office/drawing/2014/main" id="{0C5359A9-E29A-6A65-3738-1D1A895A55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6" y="2704249"/>
              <a:ext cx="209457" cy="196411"/>
            </a:xfrm>
            <a:prstGeom prst="rect">
              <a:avLst/>
            </a:prstGeom>
          </p:spPr>
        </p:pic>
        <p:pic>
          <p:nvPicPr>
            <p:cNvPr id="486" name="Graphic 485" descr="Deciduous tree with solid fill">
              <a:extLst>
                <a:ext uri="{FF2B5EF4-FFF2-40B4-BE49-F238E27FC236}">
                  <a16:creationId xmlns:a16="http://schemas.microsoft.com/office/drawing/2014/main" id="{2B4634EF-3875-25F5-59B6-DFEEDDC69F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487" name="Graphic 486" descr="Deciduous tree with solid fill">
              <a:extLst>
                <a:ext uri="{FF2B5EF4-FFF2-40B4-BE49-F238E27FC236}">
                  <a16:creationId xmlns:a16="http://schemas.microsoft.com/office/drawing/2014/main" id="{289A079B-EEB6-6644-385A-D11B15FE69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488" name="Graphic 487" descr="Deciduous tree with solid fill">
              <a:extLst>
                <a:ext uri="{FF2B5EF4-FFF2-40B4-BE49-F238E27FC236}">
                  <a16:creationId xmlns:a16="http://schemas.microsoft.com/office/drawing/2014/main" id="{BE5453C8-7A03-27A2-57ED-2F0A3F1FE8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489" name="Graphic 488" descr="Deciduous tree with solid fill">
              <a:extLst>
                <a:ext uri="{FF2B5EF4-FFF2-40B4-BE49-F238E27FC236}">
                  <a16:creationId xmlns:a16="http://schemas.microsoft.com/office/drawing/2014/main" id="{C8161FCF-7AE3-821E-0184-7E9382C1D5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490" name="Graphic 489" descr="Deciduous tree with solid fill">
              <a:extLst>
                <a:ext uri="{FF2B5EF4-FFF2-40B4-BE49-F238E27FC236}">
                  <a16:creationId xmlns:a16="http://schemas.microsoft.com/office/drawing/2014/main" id="{F556C25F-1AE6-C58F-2F37-26F019935E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491" name="Graphic 490" descr="Deciduous tree with solid fill">
              <a:extLst>
                <a:ext uri="{FF2B5EF4-FFF2-40B4-BE49-F238E27FC236}">
                  <a16:creationId xmlns:a16="http://schemas.microsoft.com/office/drawing/2014/main" id="{C39B12D4-5A1C-E0E3-EEDA-90BA0C7A2C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492" name="Graphic 491" descr="Deciduous tree with solid fill">
              <a:extLst>
                <a:ext uri="{FF2B5EF4-FFF2-40B4-BE49-F238E27FC236}">
                  <a16:creationId xmlns:a16="http://schemas.microsoft.com/office/drawing/2014/main" id="{1DFE7938-F9E4-07D7-9A75-00D39CF194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493" name="Graphic 492" descr="Deciduous tree with solid fill">
              <a:extLst>
                <a:ext uri="{FF2B5EF4-FFF2-40B4-BE49-F238E27FC236}">
                  <a16:creationId xmlns:a16="http://schemas.microsoft.com/office/drawing/2014/main" id="{BC86639C-F99C-4351-EAD3-182D1002DC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9" y="2484898"/>
              <a:ext cx="209457" cy="196411"/>
            </a:xfrm>
            <a:prstGeom prst="rect">
              <a:avLst/>
            </a:prstGeom>
          </p:spPr>
        </p:pic>
        <p:pic>
          <p:nvPicPr>
            <p:cNvPr id="494" name="Graphic 493" descr="Deciduous tree with solid fill">
              <a:extLst>
                <a:ext uri="{FF2B5EF4-FFF2-40B4-BE49-F238E27FC236}">
                  <a16:creationId xmlns:a16="http://schemas.microsoft.com/office/drawing/2014/main" id="{D8EC1480-CD9D-2B3C-4D64-D08A07427E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495" name="Graphic 494" descr="Deciduous tree with solid fill">
              <a:extLst>
                <a:ext uri="{FF2B5EF4-FFF2-40B4-BE49-F238E27FC236}">
                  <a16:creationId xmlns:a16="http://schemas.microsoft.com/office/drawing/2014/main" id="{C28EEAB3-DFC2-9ECE-FA19-B5EB3658FE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496" name="Graphic 495" descr="Deciduous tree with solid fill">
              <a:extLst>
                <a:ext uri="{FF2B5EF4-FFF2-40B4-BE49-F238E27FC236}">
                  <a16:creationId xmlns:a16="http://schemas.microsoft.com/office/drawing/2014/main" id="{D4AD188E-3AE1-7AA6-4817-1FEC9A369C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497" name="Graphic 496" descr="Deciduous tree with solid fill">
              <a:extLst>
                <a:ext uri="{FF2B5EF4-FFF2-40B4-BE49-F238E27FC236}">
                  <a16:creationId xmlns:a16="http://schemas.microsoft.com/office/drawing/2014/main" id="{BF07ECFA-1472-9B86-540D-387A5CEB2F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498" name="Graphic 497" descr="Deciduous tree with solid fill">
              <a:extLst>
                <a:ext uri="{FF2B5EF4-FFF2-40B4-BE49-F238E27FC236}">
                  <a16:creationId xmlns:a16="http://schemas.microsoft.com/office/drawing/2014/main" id="{811D4F3B-1270-4129-0314-25808754BA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499" name="Graphic 498" descr="Deciduous tree with solid fill">
              <a:extLst>
                <a:ext uri="{FF2B5EF4-FFF2-40B4-BE49-F238E27FC236}">
                  <a16:creationId xmlns:a16="http://schemas.microsoft.com/office/drawing/2014/main" id="{F028E871-95BA-C8DD-8FE6-E42EDC98A5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500" name="Graphic 499" descr="Deciduous tree with solid fill">
              <a:extLst>
                <a:ext uri="{FF2B5EF4-FFF2-40B4-BE49-F238E27FC236}">
                  <a16:creationId xmlns:a16="http://schemas.microsoft.com/office/drawing/2014/main" id="{C9DE5CA9-B86D-73CA-1DFC-3928F87B5D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501" name="Graphic 500" descr="Deciduous tree with solid fill">
              <a:extLst>
                <a:ext uri="{FF2B5EF4-FFF2-40B4-BE49-F238E27FC236}">
                  <a16:creationId xmlns:a16="http://schemas.microsoft.com/office/drawing/2014/main" id="{B8DF6A3C-04A9-15BE-365F-4D56C38AEE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0" y="2273368"/>
              <a:ext cx="209457" cy="196411"/>
            </a:xfrm>
            <a:prstGeom prst="rect">
              <a:avLst/>
            </a:prstGeom>
          </p:spPr>
        </p:pic>
        <p:pic>
          <p:nvPicPr>
            <p:cNvPr id="502" name="Graphic 501" descr="Deciduous tree with solid fill">
              <a:extLst>
                <a:ext uri="{FF2B5EF4-FFF2-40B4-BE49-F238E27FC236}">
                  <a16:creationId xmlns:a16="http://schemas.microsoft.com/office/drawing/2014/main" id="{144BD2AA-9767-52E5-D9F8-97FEBF7380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503" name="Graphic 502" descr="Deciduous tree with solid fill">
              <a:extLst>
                <a:ext uri="{FF2B5EF4-FFF2-40B4-BE49-F238E27FC236}">
                  <a16:creationId xmlns:a16="http://schemas.microsoft.com/office/drawing/2014/main" id="{DFA9239D-6DB3-DDBF-7ACF-F24E68E0F1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504" name="Graphic 503" descr="Deciduous tree with solid fill">
              <a:extLst>
                <a:ext uri="{FF2B5EF4-FFF2-40B4-BE49-F238E27FC236}">
                  <a16:creationId xmlns:a16="http://schemas.microsoft.com/office/drawing/2014/main" id="{B6522B6A-E364-834F-DA78-F08BBB63B2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505" name="Graphic 504" descr="Deciduous tree with solid fill">
              <a:extLst>
                <a:ext uri="{FF2B5EF4-FFF2-40B4-BE49-F238E27FC236}">
                  <a16:creationId xmlns:a16="http://schemas.microsoft.com/office/drawing/2014/main" id="{1B1BBCD3-81F6-D6F6-B769-9F67E4C8F7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506" name="Graphic 505" descr="Deciduous tree with solid fill">
              <a:extLst>
                <a:ext uri="{FF2B5EF4-FFF2-40B4-BE49-F238E27FC236}">
                  <a16:creationId xmlns:a16="http://schemas.microsoft.com/office/drawing/2014/main" id="{DC87126D-ADA9-97DD-FF7C-546C8F09B9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507" name="Graphic 506" descr="Deciduous tree with solid fill">
              <a:extLst>
                <a:ext uri="{FF2B5EF4-FFF2-40B4-BE49-F238E27FC236}">
                  <a16:creationId xmlns:a16="http://schemas.microsoft.com/office/drawing/2014/main" id="{1AC815ED-8906-F938-FF41-7C4A7E17DF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508" name="Graphic 507" descr="Deciduous tree with solid fill">
              <a:extLst>
                <a:ext uri="{FF2B5EF4-FFF2-40B4-BE49-F238E27FC236}">
                  <a16:creationId xmlns:a16="http://schemas.microsoft.com/office/drawing/2014/main" id="{B83A34B1-2379-E933-15B4-2DCBF8F88D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509" name="Graphic 508" descr="Deciduous tree with solid fill">
              <a:extLst>
                <a:ext uri="{FF2B5EF4-FFF2-40B4-BE49-F238E27FC236}">
                  <a16:creationId xmlns:a16="http://schemas.microsoft.com/office/drawing/2014/main" id="{EACA8C96-D035-6D00-7E58-6D4D933435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510" name="Graphic 509" descr="Deciduous tree with solid fill">
              <a:extLst>
                <a:ext uri="{FF2B5EF4-FFF2-40B4-BE49-F238E27FC236}">
                  <a16:creationId xmlns:a16="http://schemas.microsoft.com/office/drawing/2014/main" id="{18663E16-B26D-C541-2090-C275C82097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511" name="Graphic 510" descr="Deciduous tree with solid fill">
              <a:extLst>
                <a:ext uri="{FF2B5EF4-FFF2-40B4-BE49-F238E27FC236}">
                  <a16:creationId xmlns:a16="http://schemas.microsoft.com/office/drawing/2014/main" id="{C2F2AA7A-7878-38FA-20DE-19B2090E16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7" y="2457266"/>
              <a:ext cx="209457" cy="196411"/>
            </a:xfrm>
            <a:prstGeom prst="rect">
              <a:avLst/>
            </a:prstGeom>
          </p:spPr>
        </p:pic>
        <p:pic>
          <p:nvPicPr>
            <p:cNvPr id="512" name="Graphic 511" descr="Deciduous tree with solid fill">
              <a:extLst>
                <a:ext uri="{FF2B5EF4-FFF2-40B4-BE49-F238E27FC236}">
                  <a16:creationId xmlns:a16="http://schemas.microsoft.com/office/drawing/2014/main" id="{62B4E016-44EF-2ADD-DDDF-8D955438D7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0" y="2273368"/>
              <a:ext cx="209457" cy="196411"/>
            </a:xfrm>
            <a:prstGeom prst="rect">
              <a:avLst/>
            </a:prstGeom>
          </p:spPr>
        </p:pic>
        <p:pic>
          <p:nvPicPr>
            <p:cNvPr id="513" name="Graphic 512" descr="Deciduous tree with solid fill">
              <a:extLst>
                <a:ext uri="{FF2B5EF4-FFF2-40B4-BE49-F238E27FC236}">
                  <a16:creationId xmlns:a16="http://schemas.microsoft.com/office/drawing/2014/main" id="{94517E6C-53A4-A215-8F33-7FF9EA623F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514" name="Graphic 513" descr="Deciduous tree with solid fill">
              <a:extLst>
                <a:ext uri="{FF2B5EF4-FFF2-40B4-BE49-F238E27FC236}">
                  <a16:creationId xmlns:a16="http://schemas.microsoft.com/office/drawing/2014/main" id="{CA05DFB9-45EE-4372-377A-D5F76888C4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515" name="Graphic 514" descr="Deciduous tree with solid fill">
              <a:extLst>
                <a:ext uri="{FF2B5EF4-FFF2-40B4-BE49-F238E27FC236}">
                  <a16:creationId xmlns:a16="http://schemas.microsoft.com/office/drawing/2014/main" id="{28D48FA8-6C77-BB24-23B7-D87C63E5EF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516" name="Graphic 515" descr="Deciduous tree with solid fill">
              <a:extLst>
                <a:ext uri="{FF2B5EF4-FFF2-40B4-BE49-F238E27FC236}">
                  <a16:creationId xmlns:a16="http://schemas.microsoft.com/office/drawing/2014/main" id="{76DD46D9-27D8-C77E-27D9-6064710095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517" name="Graphic 516" descr="Deciduous tree with solid fill">
              <a:extLst>
                <a:ext uri="{FF2B5EF4-FFF2-40B4-BE49-F238E27FC236}">
                  <a16:creationId xmlns:a16="http://schemas.microsoft.com/office/drawing/2014/main" id="{49B73837-6B15-1F83-F0A2-E0232263EE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518" name="Graphic 517" descr="Deciduous tree with solid fill">
              <a:extLst>
                <a:ext uri="{FF2B5EF4-FFF2-40B4-BE49-F238E27FC236}">
                  <a16:creationId xmlns:a16="http://schemas.microsoft.com/office/drawing/2014/main" id="{B30D2465-3B14-7606-0078-20BD884177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519" name="Graphic 518" descr="Deciduous tree with solid fill">
              <a:extLst>
                <a:ext uri="{FF2B5EF4-FFF2-40B4-BE49-F238E27FC236}">
                  <a16:creationId xmlns:a16="http://schemas.microsoft.com/office/drawing/2014/main" id="{BD152391-F3F2-3E25-B350-C5F4064E0E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520" name="Graphic 519" descr="Deciduous tree with solid fill">
              <a:extLst>
                <a:ext uri="{FF2B5EF4-FFF2-40B4-BE49-F238E27FC236}">
                  <a16:creationId xmlns:a16="http://schemas.microsoft.com/office/drawing/2014/main" id="{B666C239-2283-215C-7B36-D79F927726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521" name="Graphic 520" descr="Deciduous tree with solid fill">
              <a:extLst>
                <a:ext uri="{FF2B5EF4-FFF2-40B4-BE49-F238E27FC236}">
                  <a16:creationId xmlns:a16="http://schemas.microsoft.com/office/drawing/2014/main" id="{F34502DC-A650-817B-655E-21BC12D722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8" y="2484898"/>
              <a:ext cx="209457" cy="196411"/>
            </a:xfrm>
            <a:prstGeom prst="rect">
              <a:avLst/>
            </a:prstGeom>
          </p:spPr>
        </p:pic>
        <p:pic>
          <p:nvPicPr>
            <p:cNvPr id="522" name="Graphic 521" descr="Deciduous tree with solid fill">
              <a:extLst>
                <a:ext uri="{FF2B5EF4-FFF2-40B4-BE49-F238E27FC236}">
                  <a16:creationId xmlns:a16="http://schemas.microsoft.com/office/drawing/2014/main" id="{FB9EA9EF-B632-024F-2A65-7CA31A2B11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523" name="Graphic 522" descr="Deciduous tree with solid fill">
              <a:extLst>
                <a:ext uri="{FF2B5EF4-FFF2-40B4-BE49-F238E27FC236}">
                  <a16:creationId xmlns:a16="http://schemas.microsoft.com/office/drawing/2014/main" id="{85AA9F14-D11D-B7E9-BC72-0F1B89E2FF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524" name="Graphic 523" descr="Deciduous tree with solid fill">
              <a:extLst>
                <a:ext uri="{FF2B5EF4-FFF2-40B4-BE49-F238E27FC236}">
                  <a16:creationId xmlns:a16="http://schemas.microsoft.com/office/drawing/2014/main" id="{BC148E82-28AF-8D8C-22C7-77D7FE036A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525" name="Graphic 524" descr="Deciduous tree with solid fill">
              <a:extLst>
                <a:ext uri="{FF2B5EF4-FFF2-40B4-BE49-F238E27FC236}">
                  <a16:creationId xmlns:a16="http://schemas.microsoft.com/office/drawing/2014/main" id="{F16D9BD7-4F06-5B2A-C64C-D75A23067F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526" name="Graphic 525" descr="Deciduous tree with solid fill">
              <a:extLst>
                <a:ext uri="{FF2B5EF4-FFF2-40B4-BE49-F238E27FC236}">
                  <a16:creationId xmlns:a16="http://schemas.microsoft.com/office/drawing/2014/main" id="{C4E7DB61-97EE-9EEA-5505-24F95BD074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527" name="Graphic 526" descr="Deciduous tree with solid fill">
              <a:extLst>
                <a:ext uri="{FF2B5EF4-FFF2-40B4-BE49-F238E27FC236}">
                  <a16:creationId xmlns:a16="http://schemas.microsoft.com/office/drawing/2014/main" id="{CF6C9230-EEB7-2021-BEA9-294C7C3019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528" name="Graphic 527" descr="Deciduous tree with solid fill">
              <a:extLst>
                <a:ext uri="{FF2B5EF4-FFF2-40B4-BE49-F238E27FC236}">
                  <a16:creationId xmlns:a16="http://schemas.microsoft.com/office/drawing/2014/main" id="{AD9C863D-6148-4EE6-F5DD-A6F708EE38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529" name="Graphic 528" descr="Deciduous tree with solid fill">
              <a:extLst>
                <a:ext uri="{FF2B5EF4-FFF2-40B4-BE49-F238E27FC236}">
                  <a16:creationId xmlns:a16="http://schemas.microsoft.com/office/drawing/2014/main" id="{97600B9C-5208-4DCE-E7EA-507507394A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530" name="Graphic 529" descr="Deciduous tree with solid fill">
              <a:extLst>
                <a:ext uri="{FF2B5EF4-FFF2-40B4-BE49-F238E27FC236}">
                  <a16:creationId xmlns:a16="http://schemas.microsoft.com/office/drawing/2014/main" id="{FABF48D6-2795-8B91-AAAF-B8E55B3E8B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531" name="Graphic 530" descr="Deciduous tree with solid fill">
              <a:extLst>
                <a:ext uri="{FF2B5EF4-FFF2-40B4-BE49-F238E27FC236}">
                  <a16:creationId xmlns:a16="http://schemas.microsoft.com/office/drawing/2014/main" id="{57E0F9DE-7BF4-6254-A618-5DE128CFCE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532" name="Graphic 531" descr="Deciduous tree with solid fill">
              <a:extLst>
                <a:ext uri="{FF2B5EF4-FFF2-40B4-BE49-F238E27FC236}">
                  <a16:creationId xmlns:a16="http://schemas.microsoft.com/office/drawing/2014/main" id="{243152F7-DAB6-A9BA-ACA8-EB23B36D20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533" name="Graphic 532" descr="Deciduous tree with solid fill">
              <a:extLst>
                <a:ext uri="{FF2B5EF4-FFF2-40B4-BE49-F238E27FC236}">
                  <a16:creationId xmlns:a16="http://schemas.microsoft.com/office/drawing/2014/main" id="{81A706DE-51D7-2E72-3954-E08B679D40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534" name="Graphic 533" descr="Deciduous tree with solid fill">
              <a:extLst>
                <a:ext uri="{FF2B5EF4-FFF2-40B4-BE49-F238E27FC236}">
                  <a16:creationId xmlns:a16="http://schemas.microsoft.com/office/drawing/2014/main" id="{5A1555F4-4340-E350-81F9-29A9B05D47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535" name="Graphic 534" descr="Deciduous tree with solid fill">
              <a:extLst>
                <a:ext uri="{FF2B5EF4-FFF2-40B4-BE49-F238E27FC236}">
                  <a16:creationId xmlns:a16="http://schemas.microsoft.com/office/drawing/2014/main" id="{B797F16B-DF0E-F172-9C71-EF245DEA80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536" name="Graphic 535" descr="Deciduous tree with solid fill">
              <a:extLst>
                <a:ext uri="{FF2B5EF4-FFF2-40B4-BE49-F238E27FC236}">
                  <a16:creationId xmlns:a16="http://schemas.microsoft.com/office/drawing/2014/main" id="{A0D7E659-E568-D662-2387-FE3781BEB2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537" name="Graphic 536" descr="Deciduous tree with solid fill">
              <a:extLst>
                <a:ext uri="{FF2B5EF4-FFF2-40B4-BE49-F238E27FC236}">
                  <a16:creationId xmlns:a16="http://schemas.microsoft.com/office/drawing/2014/main" id="{59BE04DB-4F2D-693F-2E99-C0E88862EE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538" name="Graphic 537" descr="Deciduous tree with solid fill">
              <a:extLst>
                <a:ext uri="{FF2B5EF4-FFF2-40B4-BE49-F238E27FC236}">
                  <a16:creationId xmlns:a16="http://schemas.microsoft.com/office/drawing/2014/main" id="{6A802772-E844-65AB-9828-BAB63237DE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539" name="Graphic 538" descr="Deciduous tree with solid fill">
              <a:extLst>
                <a:ext uri="{FF2B5EF4-FFF2-40B4-BE49-F238E27FC236}">
                  <a16:creationId xmlns:a16="http://schemas.microsoft.com/office/drawing/2014/main" id="{78343986-DD6E-FC60-94A1-E9BE2DB6D3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540" name="Graphic 539" descr="Deciduous tree with solid fill">
              <a:extLst>
                <a:ext uri="{FF2B5EF4-FFF2-40B4-BE49-F238E27FC236}">
                  <a16:creationId xmlns:a16="http://schemas.microsoft.com/office/drawing/2014/main" id="{820412A9-A67E-E758-99C4-1534E2F302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541" name="Graphic 540" descr="Deciduous tree with solid fill">
              <a:extLst>
                <a:ext uri="{FF2B5EF4-FFF2-40B4-BE49-F238E27FC236}">
                  <a16:creationId xmlns:a16="http://schemas.microsoft.com/office/drawing/2014/main" id="{5A01AD88-FD86-AA7E-A525-DFF7DAED73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542" name="Graphic 541" descr="Deciduous tree with solid fill">
              <a:extLst>
                <a:ext uri="{FF2B5EF4-FFF2-40B4-BE49-F238E27FC236}">
                  <a16:creationId xmlns:a16="http://schemas.microsoft.com/office/drawing/2014/main" id="{2504E269-7805-A31F-67FB-65739CE758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543" name="Graphic 542" descr="Deciduous tree with solid fill">
              <a:extLst>
                <a:ext uri="{FF2B5EF4-FFF2-40B4-BE49-F238E27FC236}">
                  <a16:creationId xmlns:a16="http://schemas.microsoft.com/office/drawing/2014/main" id="{4D8DC33C-8EF2-1C7D-86E2-B76FD387BE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544" name="Graphic 543" descr="Deciduous tree with solid fill">
              <a:extLst>
                <a:ext uri="{FF2B5EF4-FFF2-40B4-BE49-F238E27FC236}">
                  <a16:creationId xmlns:a16="http://schemas.microsoft.com/office/drawing/2014/main" id="{D1D2B90C-A070-0B73-42C1-3356F1150E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545" name="Graphic 544" descr="Deciduous tree with solid fill">
              <a:extLst>
                <a:ext uri="{FF2B5EF4-FFF2-40B4-BE49-F238E27FC236}">
                  <a16:creationId xmlns:a16="http://schemas.microsoft.com/office/drawing/2014/main" id="{FF80A955-EA58-7382-B6BA-1ADFC58062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546" name="Graphic 545" descr="Deciduous tree with solid fill">
              <a:extLst>
                <a:ext uri="{FF2B5EF4-FFF2-40B4-BE49-F238E27FC236}">
                  <a16:creationId xmlns:a16="http://schemas.microsoft.com/office/drawing/2014/main" id="{24260D6A-670B-38FC-4163-5471E03E29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547" name="Graphic 546" descr="Deciduous tree with solid fill">
              <a:extLst>
                <a:ext uri="{FF2B5EF4-FFF2-40B4-BE49-F238E27FC236}">
                  <a16:creationId xmlns:a16="http://schemas.microsoft.com/office/drawing/2014/main" id="{7CE0F78E-281B-1ACD-AF0A-A2CF292192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548" name="Graphic 547" descr="Deciduous tree with solid fill">
              <a:extLst>
                <a:ext uri="{FF2B5EF4-FFF2-40B4-BE49-F238E27FC236}">
                  <a16:creationId xmlns:a16="http://schemas.microsoft.com/office/drawing/2014/main" id="{494F416F-10CD-A528-FE7A-04C999E0A7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549" name="Graphic 548" descr="Deciduous tree with solid fill">
              <a:extLst>
                <a:ext uri="{FF2B5EF4-FFF2-40B4-BE49-F238E27FC236}">
                  <a16:creationId xmlns:a16="http://schemas.microsoft.com/office/drawing/2014/main" id="{246D691B-B732-40A7-710C-3292203FB3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550" name="Graphic 549" descr="Deciduous tree with solid fill">
              <a:extLst>
                <a:ext uri="{FF2B5EF4-FFF2-40B4-BE49-F238E27FC236}">
                  <a16:creationId xmlns:a16="http://schemas.microsoft.com/office/drawing/2014/main" id="{6A3699C2-E163-8CA4-EA14-1170DD1541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551" name="Graphic 550" descr="Deciduous tree with solid fill">
              <a:extLst>
                <a:ext uri="{FF2B5EF4-FFF2-40B4-BE49-F238E27FC236}">
                  <a16:creationId xmlns:a16="http://schemas.microsoft.com/office/drawing/2014/main" id="{D41F14D8-97A0-4F78-3AF2-49C459F438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552" name="Graphic 551" descr="Deciduous tree with solid fill">
              <a:extLst>
                <a:ext uri="{FF2B5EF4-FFF2-40B4-BE49-F238E27FC236}">
                  <a16:creationId xmlns:a16="http://schemas.microsoft.com/office/drawing/2014/main" id="{76AE4D75-597E-57D7-19B6-056119DABB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553" name="Graphic 552" descr="Deciduous tree with solid fill">
              <a:extLst>
                <a:ext uri="{FF2B5EF4-FFF2-40B4-BE49-F238E27FC236}">
                  <a16:creationId xmlns:a16="http://schemas.microsoft.com/office/drawing/2014/main" id="{F79B52C3-9917-99D2-E2FE-467EF55A51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554" name="Graphic 553" descr="Deciduous tree with solid fill">
              <a:extLst>
                <a:ext uri="{FF2B5EF4-FFF2-40B4-BE49-F238E27FC236}">
                  <a16:creationId xmlns:a16="http://schemas.microsoft.com/office/drawing/2014/main" id="{A5AEA8A8-F3D7-29B1-8881-53899D5739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555" name="Graphic 554" descr="Deciduous tree with solid fill">
              <a:extLst>
                <a:ext uri="{FF2B5EF4-FFF2-40B4-BE49-F238E27FC236}">
                  <a16:creationId xmlns:a16="http://schemas.microsoft.com/office/drawing/2014/main" id="{CA2E4F45-9734-306F-4D9A-AA9AC3DD9C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556" name="Graphic 555" descr="Deciduous tree with solid fill">
              <a:extLst>
                <a:ext uri="{FF2B5EF4-FFF2-40B4-BE49-F238E27FC236}">
                  <a16:creationId xmlns:a16="http://schemas.microsoft.com/office/drawing/2014/main" id="{EE534792-80C4-4D06-93DA-6CFA14E520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557" name="Graphic 556" descr="Deciduous tree with solid fill">
              <a:extLst>
                <a:ext uri="{FF2B5EF4-FFF2-40B4-BE49-F238E27FC236}">
                  <a16:creationId xmlns:a16="http://schemas.microsoft.com/office/drawing/2014/main" id="{D035C2EC-18B0-26C0-32B1-D15DD027F2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558" name="Graphic 557" descr="Deciduous tree with solid fill">
              <a:extLst>
                <a:ext uri="{FF2B5EF4-FFF2-40B4-BE49-F238E27FC236}">
                  <a16:creationId xmlns:a16="http://schemas.microsoft.com/office/drawing/2014/main" id="{17891FFD-0CC1-07E6-EE7E-D40E420C8F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559" name="Graphic 558" descr="Deciduous tree with solid fill">
              <a:extLst>
                <a:ext uri="{FF2B5EF4-FFF2-40B4-BE49-F238E27FC236}">
                  <a16:creationId xmlns:a16="http://schemas.microsoft.com/office/drawing/2014/main" id="{A8D3ACF0-B010-36A8-2B87-006C0949B8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560" name="Graphic 559" descr="Deciduous tree with solid fill">
              <a:extLst>
                <a:ext uri="{FF2B5EF4-FFF2-40B4-BE49-F238E27FC236}">
                  <a16:creationId xmlns:a16="http://schemas.microsoft.com/office/drawing/2014/main" id="{A26AD9E6-3CBF-FE28-58F0-0AF17E71E3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561" name="Graphic 560" descr="Deciduous tree with solid fill">
              <a:extLst>
                <a:ext uri="{FF2B5EF4-FFF2-40B4-BE49-F238E27FC236}">
                  <a16:creationId xmlns:a16="http://schemas.microsoft.com/office/drawing/2014/main" id="{FA1BEFAF-789E-5A22-8943-7C72362487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562" name="Graphic 561" descr="Deciduous tree with solid fill">
              <a:extLst>
                <a:ext uri="{FF2B5EF4-FFF2-40B4-BE49-F238E27FC236}">
                  <a16:creationId xmlns:a16="http://schemas.microsoft.com/office/drawing/2014/main" id="{E1DE487E-BBE0-FB2D-55A1-F0ECAFBF0C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563" name="Graphic 562" descr="Deciduous tree with solid fill">
              <a:extLst>
                <a:ext uri="{FF2B5EF4-FFF2-40B4-BE49-F238E27FC236}">
                  <a16:creationId xmlns:a16="http://schemas.microsoft.com/office/drawing/2014/main" id="{9AD48DFA-A977-2DB2-A6EC-342D4C1D4A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564" name="Graphic 563" descr="Deciduous tree with solid fill">
              <a:extLst>
                <a:ext uri="{FF2B5EF4-FFF2-40B4-BE49-F238E27FC236}">
                  <a16:creationId xmlns:a16="http://schemas.microsoft.com/office/drawing/2014/main" id="{0C3348DB-EA3C-5C06-E98E-5265160375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565" name="Graphic 564" descr="Deciduous tree with solid fill">
              <a:extLst>
                <a:ext uri="{FF2B5EF4-FFF2-40B4-BE49-F238E27FC236}">
                  <a16:creationId xmlns:a16="http://schemas.microsoft.com/office/drawing/2014/main" id="{4EF70F7E-B41E-84B0-DAE2-C5D05A77B4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566" name="Graphic 565" descr="Deciduous tree with solid fill">
              <a:extLst>
                <a:ext uri="{FF2B5EF4-FFF2-40B4-BE49-F238E27FC236}">
                  <a16:creationId xmlns:a16="http://schemas.microsoft.com/office/drawing/2014/main" id="{3EE8BFBC-6F02-71DD-067E-9700213185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567" name="Graphic 566" descr="Deciduous tree with solid fill">
              <a:extLst>
                <a:ext uri="{FF2B5EF4-FFF2-40B4-BE49-F238E27FC236}">
                  <a16:creationId xmlns:a16="http://schemas.microsoft.com/office/drawing/2014/main" id="{86AA2DC5-2214-5605-50A5-BCD8DFEAA0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568" name="Graphic 567" descr="Deciduous tree with solid fill">
              <a:extLst>
                <a:ext uri="{FF2B5EF4-FFF2-40B4-BE49-F238E27FC236}">
                  <a16:creationId xmlns:a16="http://schemas.microsoft.com/office/drawing/2014/main" id="{7A3C89D7-9157-891D-6944-327F8C6488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569" name="Graphic 568" descr="Deciduous tree with solid fill">
              <a:extLst>
                <a:ext uri="{FF2B5EF4-FFF2-40B4-BE49-F238E27FC236}">
                  <a16:creationId xmlns:a16="http://schemas.microsoft.com/office/drawing/2014/main" id="{C860D9FD-7EC7-8069-725B-BD973A8970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570" name="Graphic 569" descr="Deciduous tree with solid fill">
              <a:extLst>
                <a:ext uri="{FF2B5EF4-FFF2-40B4-BE49-F238E27FC236}">
                  <a16:creationId xmlns:a16="http://schemas.microsoft.com/office/drawing/2014/main" id="{50D42C05-17C4-F936-E2C9-114D3372D0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571" name="Graphic 570" descr="Deciduous tree with solid fill">
              <a:extLst>
                <a:ext uri="{FF2B5EF4-FFF2-40B4-BE49-F238E27FC236}">
                  <a16:creationId xmlns:a16="http://schemas.microsoft.com/office/drawing/2014/main" id="{22CE6D77-C7A4-A5CF-8FFF-47F77E96D9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572" name="Graphic 571" descr="Deciduous tree with solid fill">
              <a:extLst>
                <a:ext uri="{FF2B5EF4-FFF2-40B4-BE49-F238E27FC236}">
                  <a16:creationId xmlns:a16="http://schemas.microsoft.com/office/drawing/2014/main" id="{B70D7614-948D-9A0B-B846-454E7B038E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573" name="Graphic 572" descr="Deciduous tree with solid fill">
              <a:extLst>
                <a:ext uri="{FF2B5EF4-FFF2-40B4-BE49-F238E27FC236}">
                  <a16:creationId xmlns:a16="http://schemas.microsoft.com/office/drawing/2014/main" id="{BD72AE52-AAEB-73A8-8897-D5FE6FBC1D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574" name="Graphic 573" descr="Deciduous tree with solid fill">
              <a:extLst>
                <a:ext uri="{FF2B5EF4-FFF2-40B4-BE49-F238E27FC236}">
                  <a16:creationId xmlns:a16="http://schemas.microsoft.com/office/drawing/2014/main" id="{305A59AB-CE6C-7BCA-D265-0D865E15ED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575" name="Graphic 574" descr="Deciduous tree with solid fill">
              <a:extLst>
                <a:ext uri="{FF2B5EF4-FFF2-40B4-BE49-F238E27FC236}">
                  <a16:creationId xmlns:a16="http://schemas.microsoft.com/office/drawing/2014/main" id="{02D1A241-0ED3-77E9-66EE-62872147CA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576" name="Graphic 575" descr="Deciduous tree with solid fill">
              <a:extLst>
                <a:ext uri="{FF2B5EF4-FFF2-40B4-BE49-F238E27FC236}">
                  <a16:creationId xmlns:a16="http://schemas.microsoft.com/office/drawing/2014/main" id="{D978ED4B-9B3A-FF4A-A726-6F38E9704E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577" name="Graphic 576" descr="Deciduous tree with solid fill">
              <a:extLst>
                <a:ext uri="{FF2B5EF4-FFF2-40B4-BE49-F238E27FC236}">
                  <a16:creationId xmlns:a16="http://schemas.microsoft.com/office/drawing/2014/main" id="{CDA485BC-AD1D-E196-440C-06825EE460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578" name="Graphic 577" descr="Deciduous tree with solid fill">
              <a:extLst>
                <a:ext uri="{FF2B5EF4-FFF2-40B4-BE49-F238E27FC236}">
                  <a16:creationId xmlns:a16="http://schemas.microsoft.com/office/drawing/2014/main" id="{D9FC6582-6F18-AF98-F453-73AE0C1C5A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579" name="Graphic 578" descr="Deciduous tree with solid fill">
              <a:extLst>
                <a:ext uri="{FF2B5EF4-FFF2-40B4-BE49-F238E27FC236}">
                  <a16:creationId xmlns:a16="http://schemas.microsoft.com/office/drawing/2014/main" id="{FBF65A30-A2B5-E553-EC45-DFFC2EECE3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580" name="Graphic 579" descr="Deciduous tree with solid fill">
              <a:extLst>
                <a:ext uri="{FF2B5EF4-FFF2-40B4-BE49-F238E27FC236}">
                  <a16:creationId xmlns:a16="http://schemas.microsoft.com/office/drawing/2014/main" id="{4D6AACF3-48F7-05D5-C29D-A54E952176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581" name="Graphic 580" descr="Deciduous tree with solid fill">
              <a:extLst>
                <a:ext uri="{FF2B5EF4-FFF2-40B4-BE49-F238E27FC236}">
                  <a16:creationId xmlns:a16="http://schemas.microsoft.com/office/drawing/2014/main" id="{64B0DE1B-4CFE-8381-35B3-94F5D7CC4E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582" name="Graphic 581" descr="Deciduous tree with solid fill">
              <a:extLst>
                <a:ext uri="{FF2B5EF4-FFF2-40B4-BE49-F238E27FC236}">
                  <a16:creationId xmlns:a16="http://schemas.microsoft.com/office/drawing/2014/main" id="{855A2791-3B95-C262-4961-0D3A77D6FF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583" name="Graphic 582" descr="Deciduous tree with solid fill">
              <a:extLst>
                <a:ext uri="{FF2B5EF4-FFF2-40B4-BE49-F238E27FC236}">
                  <a16:creationId xmlns:a16="http://schemas.microsoft.com/office/drawing/2014/main" id="{9BDCECA8-90F8-130D-E171-A52C01B201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584" name="Graphic 583" descr="Deciduous tree with solid fill">
              <a:extLst>
                <a:ext uri="{FF2B5EF4-FFF2-40B4-BE49-F238E27FC236}">
                  <a16:creationId xmlns:a16="http://schemas.microsoft.com/office/drawing/2014/main" id="{2A7582CC-E04E-FAD3-902A-FB3B1F4863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585" name="Graphic 584" descr="Deciduous tree with solid fill">
              <a:extLst>
                <a:ext uri="{FF2B5EF4-FFF2-40B4-BE49-F238E27FC236}">
                  <a16:creationId xmlns:a16="http://schemas.microsoft.com/office/drawing/2014/main" id="{C5CAC3C4-EB62-E132-E9DC-FD74BD86C8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586" name="Graphic 585" descr="Deciduous tree with solid fill">
              <a:extLst>
                <a:ext uri="{FF2B5EF4-FFF2-40B4-BE49-F238E27FC236}">
                  <a16:creationId xmlns:a16="http://schemas.microsoft.com/office/drawing/2014/main" id="{8480002C-83D9-9272-79FD-CFD5AEF6E3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587" name="Graphic 586" descr="Deciduous tree with solid fill">
              <a:extLst>
                <a:ext uri="{FF2B5EF4-FFF2-40B4-BE49-F238E27FC236}">
                  <a16:creationId xmlns:a16="http://schemas.microsoft.com/office/drawing/2014/main" id="{C24EC4D0-6550-8D7E-2A4E-F32F1F869C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588" name="Graphic 587" descr="Deciduous tree with solid fill">
              <a:extLst>
                <a:ext uri="{FF2B5EF4-FFF2-40B4-BE49-F238E27FC236}">
                  <a16:creationId xmlns:a16="http://schemas.microsoft.com/office/drawing/2014/main" id="{780E9D8D-C994-C8F7-979F-F5B15C9CB4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589" name="Graphic 588" descr="Deciduous tree with solid fill">
              <a:extLst>
                <a:ext uri="{FF2B5EF4-FFF2-40B4-BE49-F238E27FC236}">
                  <a16:creationId xmlns:a16="http://schemas.microsoft.com/office/drawing/2014/main" id="{CC227BFE-B4BE-E57D-6F56-BDCD33AE29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590" name="Graphic 589" descr="Deciduous tree with solid fill">
              <a:extLst>
                <a:ext uri="{FF2B5EF4-FFF2-40B4-BE49-F238E27FC236}">
                  <a16:creationId xmlns:a16="http://schemas.microsoft.com/office/drawing/2014/main" id="{2E01A4CA-12FC-E1EE-D171-08E5D7BCC4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591" name="Graphic 590" descr="Deciduous tree with solid fill">
              <a:extLst>
                <a:ext uri="{FF2B5EF4-FFF2-40B4-BE49-F238E27FC236}">
                  <a16:creationId xmlns:a16="http://schemas.microsoft.com/office/drawing/2014/main" id="{42AB86F3-5C90-DD41-51CD-3BCB3DAD00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592" name="Graphic 591" descr="Deciduous tree with solid fill">
              <a:extLst>
                <a:ext uri="{FF2B5EF4-FFF2-40B4-BE49-F238E27FC236}">
                  <a16:creationId xmlns:a16="http://schemas.microsoft.com/office/drawing/2014/main" id="{63105E76-1DFB-896B-FC9A-9D9FC34A86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593" name="Graphic 592" descr="Deciduous tree with solid fill">
              <a:extLst>
                <a:ext uri="{FF2B5EF4-FFF2-40B4-BE49-F238E27FC236}">
                  <a16:creationId xmlns:a16="http://schemas.microsoft.com/office/drawing/2014/main" id="{DF9E27A6-DAE9-A7C2-7433-46B77B7694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594" name="Graphic 593" descr="Deciduous tree with solid fill">
              <a:extLst>
                <a:ext uri="{FF2B5EF4-FFF2-40B4-BE49-F238E27FC236}">
                  <a16:creationId xmlns:a16="http://schemas.microsoft.com/office/drawing/2014/main" id="{1A9C8AD2-45E6-C029-F9A6-9196FD2C8E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595" name="Graphic 594" descr="Deciduous tree with solid fill">
              <a:extLst>
                <a:ext uri="{FF2B5EF4-FFF2-40B4-BE49-F238E27FC236}">
                  <a16:creationId xmlns:a16="http://schemas.microsoft.com/office/drawing/2014/main" id="{2E627D02-7DF9-2942-BB17-A86E57E339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596" name="Graphic 595" descr="Deciduous tree with solid fill">
              <a:extLst>
                <a:ext uri="{FF2B5EF4-FFF2-40B4-BE49-F238E27FC236}">
                  <a16:creationId xmlns:a16="http://schemas.microsoft.com/office/drawing/2014/main" id="{2E7368FC-44FB-1520-7B88-1D04B3B443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597" name="Graphic 596" descr="Deciduous tree with solid fill">
              <a:extLst>
                <a:ext uri="{FF2B5EF4-FFF2-40B4-BE49-F238E27FC236}">
                  <a16:creationId xmlns:a16="http://schemas.microsoft.com/office/drawing/2014/main" id="{79CBC35A-96E1-4707-4424-6391A48D66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598" name="Graphic 597" descr="Deciduous tree with solid fill">
              <a:extLst>
                <a:ext uri="{FF2B5EF4-FFF2-40B4-BE49-F238E27FC236}">
                  <a16:creationId xmlns:a16="http://schemas.microsoft.com/office/drawing/2014/main" id="{49175D11-407F-C679-BC9E-BCA280D434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599" name="Graphic 598" descr="Deciduous tree with solid fill">
              <a:extLst>
                <a:ext uri="{FF2B5EF4-FFF2-40B4-BE49-F238E27FC236}">
                  <a16:creationId xmlns:a16="http://schemas.microsoft.com/office/drawing/2014/main" id="{E45B90B1-ED54-02F8-8F79-51A056A78D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600" name="Graphic 599" descr="Deciduous tree with solid fill">
              <a:extLst>
                <a:ext uri="{FF2B5EF4-FFF2-40B4-BE49-F238E27FC236}">
                  <a16:creationId xmlns:a16="http://schemas.microsoft.com/office/drawing/2014/main" id="{DC5CFC97-26FE-FA94-0ABB-A0192913BE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601" name="Graphic 600" descr="Deciduous tree with solid fill">
              <a:extLst>
                <a:ext uri="{FF2B5EF4-FFF2-40B4-BE49-F238E27FC236}">
                  <a16:creationId xmlns:a16="http://schemas.microsoft.com/office/drawing/2014/main" id="{30DC8147-B1AB-38EA-BE68-CA98751019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602" name="Graphic 601" descr="Deciduous tree with solid fill">
              <a:extLst>
                <a:ext uri="{FF2B5EF4-FFF2-40B4-BE49-F238E27FC236}">
                  <a16:creationId xmlns:a16="http://schemas.microsoft.com/office/drawing/2014/main" id="{F3756951-811C-F3BA-05CC-29974495E1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603" name="Graphic 602" descr="Deciduous tree with solid fill">
              <a:extLst>
                <a:ext uri="{FF2B5EF4-FFF2-40B4-BE49-F238E27FC236}">
                  <a16:creationId xmlns:a16="http://schemas.microsoft.com/office/drawing/2014/main" id="{6D342C28-DD55-4A23-AE27-A1DD358FEF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604" name="Graphic 603" descr="Deciduous tree with solid fill">
              <a:extLst>
                <a:ext uri="{FF2B5EF4-FFF2-40B4-BE49-F238E27FC236}">
                  <a16:creationId xmlns:a16="http://schemas.microsoft.com/office/drawing/2014/main" id="{D45E7754-FC25-E62C-BEDD-8B841306EA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605" name="Graphic 604" descr="Deciduous tree with solid fill">
              <a:extLst>
                <a:ext uri="{FF2B5EF4-FFF2-40B4-BE49-F238E27FC236}">
                  <a16:creationId xmlns:a16="http://schemas.microsoft.com/office/drawing/2014/main" id="{FBEAEDFE-8203-978F-BC6D-673469796B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606" name="Graphic 605" descr="Deciduous tree with solid fill">
              <a:extLst>
                <a:ext uri="{FF2B5EF4-FFF2-40B4-BE49-F238E27FC236}">
                  <a16:creationId xmlns:a16="http://schemas.microsoft.com/office/drawing/2014/main" id="{D8EF295F-A9B9-E234-E2A4-EB7896555D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607" name="Graphic 606" descr="Deciduous tree with solid fill">
              <a:extLst>
                <a:ext uri="{FF2B5EF4-FFF2-40B4-BE49-F238E27FC236}">
                  <a16:creationId xmlns:a16="http://schemas.microsoft.com/office/drawing/2014/main" id="{B6D97C2F-66A1-931C-6392-8C051338C7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608" name="Graphic 607" descr="Deciduous tree with solid fill">
              <a:extLst>
                <a:ext uri="{FF2B5EF4-FFF2-40B4-BE49-F238E27FC236}">
                  <a16:creationId xmlns:a16="http://schemas.microsoft.com/office/drawing/2014/main" id="{59E38244-11FC-AFE2-D75A-23A4CF471B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609" name="Graphic 608" descr="Deciduous tree with solid fill">
              <a:extLst>
                <a:ext uri="{FF2B5EF4-FFF2-40B4-BE49-F238E27FC236}">
                  <a16:creationId xmlns:a16="http://schemas.microsoft.com/office/drawing/2014/main" id="{A75CBC0F-51C1-DE9F-2825-4E3C664C40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610" name="Graphic 609" descr="Deciduous tree with solid fill">
              <a:extLst>
                <a:ext uri="{FF2B5EF4-FFF2-40B4-BE49-F238E27FC236}">
                  <a16:creationId xmlns:a16="http://schemas.microsoft.com/office/drawing/2014/main" id="{A8034B3D-6754-B858-5055-688DCDB298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611" name="Graphic 610" descr="Deciduous tree with solid fill">
              <a:extLst>
                <a:ext uri="{FF2B5EF4-FFF2-40B4-BE49-F238E27FC236}">
                  <a16:creationId xmlns:a16="http://schemas.microsoft.com/office/drawing/2014/main" id="{3631022C-9ACA-2D32-E92F-E49FF4E5E5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612" name="Graphic 611" descr="Deciduous tree with solid fill">
              <a:extLst>
                <a:ext uri="{FF2B5EF4-FFF2-40B4-BE49-F238E27FC236}">
                  <a16:creationId xmlns:a16="http://schemas.microsoft.com/office/drawing/2014/main" id="{64F818BF-19B3-A9D9-CF1E-7E6CA100C9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613" name="Graphic 612" descr="Deciduous tree with solid fill">
              <a:extLst>
                <a:ext uri="{FF2B5EF4-FFF2-40B4-BE49-F238E27FC236}">
                  <a16:creationId xmlns:a16="http://schemas.microsoft.com/office/drawing/2014/main" id="{9DBC1C54-E001-4950-BDC1-17B4A2030C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614" name="Graphic 613" descr="Deciduous tree with solid fill">
              <a:extLst>
                <a:ext uri="{FF2B5EF4-FFF2-40B4-BE49-F238E27FC236}">
                  <a16:creationId xmlns:a16="http://schemas.microsoft.com/office/drawing/2014/main" id="{00E10A15-FA47-BBA8-DE3D-E87BD50E08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615" name="Graphic 614" descr="Deciduous tree with solid fill">
              <a:extLst>
                <a:ext uri="{FF2B5EF4-FFF2-40B4-BE49-F238E27FC236}">
                  <a16:creationId xmlns:a16="http://schemas.microsoft.com/office/drawing/2014/main" id="{5F89D274-C2A6-C1E1-335C-1AE0A691A8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616" name="Graphic 615" descr="Deciduous tree with solid fill">
              <a:extLst>
                <a:ext uri="{FF2B5EF4-FFF2-40B4-BE49-F238E27FC236}">
                  <a16:creationId xmlns:a16="http://schemas.microsoft.com/office/drawing/2014/main" id="{2B5B5969-57D5-6452-0C6A-2192374DB6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617" name="Graphic 616" descr="Deciduous tree with solid fill">
              <a:extLst>
                <a:ext uri="{FF2B5EF4-FFF2-40B4-BE49-F238E27FC236}">
                  <a16:creationId xmlns:a16="http://schemas.microsoft.com/office/drawing/2014/main" id="{8204F88F-0F11-5315-A7B7-2C1015454A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618" name="Graphic 617" descr="Deciduous tree with solid fill">
              <a:extLst>
                <a:ext uri="{FF2B5EF4-FFF2-40B4-BE49-F238E27FC236}">
                  <a16:creationId xmlns:a16="http://schemas.microsoft.com/office/drawing/2014/main" id="{F2DA9F55-39F8-19BD-C097-03539D7581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619" name="Graphic 618" descr="Deciduous tree with solid fill">
              <a:extLst>
                <a:ext uri="{FF2B5EF4-FFF2-40B4-BE49-F238E27FC236}">
                  <a16:creationId xmlns:a16="http://schemas.microsoft.com/office/drawing/2014/main" id="{3A69CBF4-FFA3-D765-C5A6-715EF09256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620" name="Graphic 619" descr="Deciduous tree with solid fill">
              <a:extLst>
                <a:ext uri="{FF2B5EF4-FFF2-40B4-BE49-F238E27FC236}">
                  <a16:creationId xmlns:a16="http://schemas.microsoft.com/office/drawing/2014/main" id="{7AB01449-59F3-B1CC-7076-97D3C9F523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621" name="Graphic 620" descr="Deciduous tree with solid fill">
              <a:extLst>
                <a:ext uri="{FF2B5EF4-FFF2-40B4-BE49-F238E27FC236}">
                  <a16:creationId xmlns:a16="http://schemas.microsoft.com/office/drawing/2014/main" id="{544EC8B5-454A-21AE-8D59-D25AB57ECD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622" name="Graphic 621" descr="Deciduous tree with solid fill">
              <a:extLst>
                <a:ext uri="{FF2B5EF4-FFF2-40B4-BE49-F238E27FC236}">
                  <a16:creationId xmlns:a16="http://schemas.microsoft.com/office/drawing/2014/main" id="{CCEAE704-0B99-C002-1933-20E9A2A72C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623" name="Graphic 622" descr="Deciduous tree with solid fill">
              <a:extLst>
                <a:ext uri="{FF2B5EF4-FFF2-40B4-BE49-F238E27FC236}">
                  <a16:creationId xmlns:a16="http://schemas.microsoft.com/office/drawing/2014/main" id="{2ECC71A4-E232-1D1C-249D-8350FBC8B1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624" name="Graphic 623" descr="Deciduous tree with solid fill">
              <a:extLst>
                <a:ext uri="{FF2B5EF4-FFF2-40B4-BE49-F238E27FC236}">
                  <a16:creationId xmlns:a16="http://schemas.microsoft.com/office/drawing/2014/main" id="{CB9079C5-D94E-C0D5-353A-32C8915317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625" name="Graphic 624" descr="Deciduous tree with solid fill">
              <a:extLst>
                <a:ext uri="{FF2B5EF4-FFF2-40B4-BE49-F238E27FC236}">
                  <a16:creationId xmlns:a16="http://schemas.microsoft.com/office/drawing/2014/main" id="{0FE006F8-70F0-4DA7-A678-CA7D4A361A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626" name="Graphic 625" descr="Deciduous tree with solid fill">
              <a:extLst>
                <a:ext uri="{FF2B5EF4-FFF2-40B4-BE49-F238E27FC236}">
                  <a16:creationId xmlns:a16="http://schemas.microsoft.com/office/drawing/2014/main" id="{65B120BF-58CA-04E2-F577-EBD7624AC2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627" name="Graphic 626" descr="Deciduous tree with solid fill">
              <a:extLst>
                <a:ext uri="{FF2B5EF4-FFF2-40B4-BE49-F238E27FC236}">
                  <a16:creationId xmlns:a16="http://schemas.microsoft.com/office/drawing/2014/main" id="{860FC1E9-FC00-E8BD-DD75-0007DF7AC7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628" name="Graphic 627" descr="Deciduous tree with solid fill">
              <a:extLst>
                <a:ext uri="{FF2B5EF4-FFF2-40B4-BE49-F238E27FC236}">
                  <a16:creationId xmlns:a16="http://schemas.microsoft.com/office/drawing/2014/main" id="{CAF49AAB-BCD7-C015-D624-C604D53E6A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629" name="Graphic 628" descr="Deciduous tree with solid fill">
              <a:extLst>
                <a:ext uri="{FF2B5EF4-FFF2-40B4-BE49-F238E27FC236}">
                  <a16:creationId xmlns:a16="http://schemas.microsoft.com/office/drawing/2014/main" id="{3D998DAA-DE94-6D93-BC3B-7EF080BF83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630" name="Graphic 629" descr="Deciduous tree with solid fill">
              <a:extLst>
                <a:ext uri="{FF2B5EF4-FFF2-40B4-BE49-F238E27FC236}">
                  <a16:creationId xmlns:a16="http://schemas.microsoft.com/office/drawing/2014/main" id="{13BA68B1-D8F5-A7CF-15A6-4F543B3325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631" name="Graphic 630" descr="Deciduous tree with solid fill">
              <a:extLst>
                <a:ext uri="{FF2B5EF4-FFF2-40B4-BE49-F238E27FC236}">
                  <a16:creationId xmlns:a16="http://schemas.microsoft.com/office/drawing/2014/main" id="{D2E568B5-89E2-1415-DCC7-97962905FB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632" name="Graphic 631" descr="Deciduous tree with solid fill">
              <a:extLst>
                <a:ext uri="{FF2B5EF4-FFF2-40B4-BE49-F238E27FC236}">
                  <a16:creationId xmlns:a16="http://schemas.microsoft.com/office/drawing/2014/main" id="{A2870659-C315-93C6-5734-A5441E413E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633" name="Graphic 632" descr="Deciduous tree with solid fill">
              <a:extLst>
                <a:ext uri="{FF2B5EF4-FFF2-40B4-BE49-F238E27FC236}">
                  <a16:creationId xmlns:a16="http://schemas.microsoft.com/office/drawing/2014/main" id="{9592DD9D-6BCE-1593-20F7-63288AE6CB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634" name="Graphic 633" descr="Deciduous tree with solid fill">
              <a:extLst>
                <a:ext uri="{FF2B5EF4-FFF2-40B4-BE49-F238E27FC236}">
                  <a16:creationId xmlns:a16="http://schemas.microsoft.com/office/drawing/2014/main" id="{2226DE15-B36E-DB23-DCCA-D8EBB82B42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635" name="Graphic 634" descr="Deciduous tree with solid fill">
              <a:extLst>
                <a:ext uri="{FF2B5EF4-FFF2-40B4-BE49-F238E27FC236}">
                  <a16:creationId xmlns:a16="http://schemas.microsoft.com/office/drawing/2014/main" id="{19593638-30FE-FA00-C0BD-B59BCAB3E7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636" name="Graphic 635" descr="Deciduous tree with solid fill">
              <a:extLst>
                <a:ext uri="{FF2B5EF4-FFF2-40B4-BE49-F238E27FC236}">
                  <a16:creationId xmlns:a16="http://schemas.microsoft.com/office/drawing/2014/main" id="{767FD9C6-2E7C-657E-85BF-15775C9D46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637" name="Graphic 636" descr="Deciduous tree with solid fill">
              <a:extLst>
                <a:ext uri="{FF2B5EF4-FFF2-40B4-BE49-F238E27FC236}">
                  <a16:creationId xmlns:a16="http://schemas.microsoft.com/office/drawing/2014/main" id="{7BE5FDDF-26B7-C2B0-72D8-AAEB84D69F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638" name="Graphic 637" descr="Deciduous tree with solid fill">
              <a:extLst>
                <a:ext uri="{FF2B5EF4-FFF2-40B4-BE49-F238E27FC236}">
                  <a16:creationId xmlns:a16="http://schemas.microsoft.com/office/drawing/2014/main" id="{D24C82EF-34C2-A722-443C-D026C1BF39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639" name="Graphic 638" descr="Deciduous tree with solid fill">
              <a:extLst>
                <a:ext uri="{FF2B5EF4-FFF2-40B4-BE49-F238E27FC236}">
                  <a16:creationId xmlns:a16="http://schemas.microsoft.com/office/drawing/2014/main" id="{11AC7532-20A8-4F08-2F2C-71F58C0A62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640" name="Graphic 639" descr="Deciduous tree with solid fill">
              <a:extLst>
                <a:ext uri="{FF2B5EF4-FFF2-40B4-BE49-F238E27FC236}">
                  <a16:creationId xmlns:a16="http://schemas.microsoft.com/office/drawing/2014/main" id="{B816B2EE-E559-7E96-BA9A-D7000A1D7C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641" name="Graphic 640" descr="Deciduous tree with solid fill">
              <a:extLst>
                <a:ext uri="{FF2B5EF4-FFF2-40B4-BE49-F238E27FC236}">
                  <a16:creationId xmlns:a16="http://schemas.microsoft.com/office/drawing/2014/main" id="{205866D1-0B7D-92B9-8FDF-69C873C032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642" name="Graphic 641" descr="Deciduous tree with solid fill">
              <a:extLst>
                <a:ext uri="{FF2B5EF4-FFF2-40B4-BE49-F238E27FC236}">
                  <a16:creationId xmlns:a16="http://schemas.microsoft.com/office/drawing/2014/main" id="{6431664D-3651-9C7E-F357-84456ACBB7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643" name="Graphic 642" descr="Deciduous tree with solid fill">
              <a:extLst>
                <a:ext uri="{FF2B5EF4-FFF2-40B4-BE49-F238E27FC236}">
                  <a16:creationId xmlns:a16="http://schemas.microsoft.com/office/drawing/2014/main" id="{13832AF2-57EC-AF81-CDD4-C755094CC6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644" name="Graphic 643" descr="Deciduous tree with solid fill">
              <a:extLst>
                <a:ext uri="{FF2B5EF4-FFF2-40B4-BE49-F238E27FC236}">
                  <a16:creationId xmlns:a16="http://schemas.microsoft.com/office/drawing/2014/main" id="{7623ECC3-FEB9-E93D-CD42-2D7F98F596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645" name="Graphic 644" descr="Deciduous tree with solid fill">
              <a:extLst>
                <a:ext uri="{FF2B5EF4-FFF2-40B4-BE49-F238E27FC236}">
                  <a16:creationId xmlns:a16="http://schemas.microsoft.com/office/drawing/2014/main" id="{6045EAA8-F8BD-6A14-801B-907702AE96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31734" y="1572825"/>
              <a:ext cx="209457" cy="196411"/>
            </a:xfrm>
            <a:prstGeom prst="rect">
              <a:avLst/>
            </a:prstGeom>
          </p:spPr>
        </p:pic>
        <p:pic>
          <p:nvPicPr>
            <p:cNvPr id="646" name="Graphic 645" descr="Deciduous tree with solid fill">
              <a:extLst>
                <a:ext uri="{FF2B5EF4-FFF2-40B4-BE49-F238E27FC236}">
                  <a16:creationId xmlns:a16="http://schemas.microsoft.com/office/drawing/2014/main" id="{642AFC1F-8C13-1DF6-D247-2637B84804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6107" y="1668685"/>
              <a:ext cx="209457" cy="196411"/>
            </a:xfrm>
            <a:prstGeom prst="rect">
              <a:avLst/>
            </a:prstGeom>
          </p:spPr>
        </p:pic>
        <p:pic>
          <p:nvPicPr>
            <p:cNvPr id="647" name="Graphic 646" descr="Deciduous tree with solid fill">
              <a:extLst>
                <a:ext uri="{FF2B5EF4-FFF2-40B4-BE49-F238E27FC236}">
                  <a16:creationId xmlns:a16="http://schemas.microsoft.com/office/drawing/2014/main" id="{9A3AEA15-36F5-BBEB-E9A6-9F662741A2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02311" y="1484787"/>
              <a:ext cx="209457" cy="196411"/>
            </a:xfrm>
            <a:prstGeom prst="rect">
              <a:avLst/>
            </a:prstGeom>
          </p:spPr>
        </p:pic>
        <p:pic>
          <p:nvPicPr>
            <p:cNvPr id="648" name="Graphic 647" descr="Deciduous tree with solid fill">
              <a:extLst>
                <a:ext uri="{FF2B5EF4-FFF2-40B4-BE49-F238E27FC236}">
                  <a16:creationId xmlns:a16="http://schemas.microsoft.com/office/drawing/2014/main" id="{E791CE8A-5580-1D77-822D-621F4E74C7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23834" y="3581200"/>
              <a:ext cx="209457" cy="196411"/>
            </a:xfrm>
            <a:prstGeom prst="rect">
              <a:avLst/>
            </a:prstGeom>
          </p:spPr>
        </p:pic>
        <p:pic>
          <p:nvPicPr>
            <p:cNvPr id="649" name="Graphic 648" descr="Deciduous tree with solid fill">
              <a:extLst>
                <a:ext uri="{FF2B5EF4-FFF2-40B4-BE49-F238E27FC236}">
                  <a16:creationId xmlns:a16="http://schemas.microsoft.com/office/drawing/2014/main" id="{FA928097-0F3B-8708-BFBD-289B0E2A07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7803" y="1792177"/>
              <a:ext cx="209457" cy="196411"/>
            </a:xfrm>
            <a:prstGeom prst="rect">
              <a:avLst/>
            </a:prstGeom>
          </p:spPr>
        </p:pic>
        <p:pic>
          <p:nvPicPr>
            <p:cNvPr id="650" name="Graphic 649" descr="Deciduous tree with solid fill">
              <a:extLst>
                <a:ext uri="{FF2B5EF4-FFF2-40B4-BE49-F238E27FC236}">
                  <a16:creationId xmlns:a16="http://schemas.microsoft.com/office/drawing/2014/main" id="{C4690C84-0DE6-4A3C-1B42-1C66909E56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9" y="1915668"/>
              <a:ext cx="209457" cy="196411"/>
            </a:xfrm>
            <a:prstGeom prst="rect">
              <a:avLst/>
            </a:prstGeom>
          </p:spPr>
        </p:pic>
        <p:pic>
          <p:nvPicPr>
            <p:cNvPr id="651" name="Graphic 650" descr="Deciduous tree with solid fill">
              <a:extLst>
                <a:ext uri="{FF2B5EF4-FFF2-40B4-BE49-F238E27FC236}">
                  <a16:creationId xmlns:a16="http://schemas.microsoft.com/office/drawing/2014/main" id="{125595B9-04C1-C482-D12F-FDCD8E7294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41192" y="2039159"/>
              <a:ext cx="209457" cy="196411"/>
            </a:xfrm>
            <a:prstGeom prst="rect">
              <a:avLst/>
            </a:prstGeom>
          </p:spPr>
        </p:pic>
        <p:pic>
          <p:nvPicPr>
            <p:cNvPr id="652" name="Graphic 651" descr="Deciduous tree with solid fill">
              <a:extLst>
                <a:ext uri="{FF2B5EF4-FFF2-40B4-BE49-F238E27FC236}">
                  <a16:creationId xmlns:a16="http://schemas.microsoft.com/office/drawing/2014/main" id="{26B1CB64-2E02-95E4-5E48-B77008D323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2887" y="2162650"/>
              <a:ext cx="209457" cy="196411"/>
            </a:xfrm>
            <a:prstGeom prst="rect">
              <a:avLst/>
            </a:prstGeom>
          </p:spPr>
        </p:pic>
        <p:pic>
          <p:nvPicPr>
            <p:cNvPr id="653" name="Graphic 652" descr="Deciduous tree with solid fill">
              <a:extLst>
                <a:ext uri="{FF2B5EF4-FFF2-40B4-BE49-F238E27FC236}">
                  <a16:creationId xmlns:a16="http://schemas.microsoft.com/office/drawing/2014/main" id="{F477CA37-6A94-37DC-578B-5A2FE0171C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04582" y="2286141"/>
              <a:ext cx="209457" cy="196411"/>
            </a:xfrm>
            <a:prstGeom prst="rect">
              <a:avLst/>
            </a:prstGeom>
          </p:spPr>
        </p:pic>
        <p:pic>
          <p:nvPicPr>
            <p:cNvPr id="654" name="Graphic 653" descr="Deciduous tree with solid fill">
              <a:extLst>
                <a:ext uri="{FF2B5EF4-FFF2-40B4-BE49-F238E27FC236}">
                  <a16:creationId xmlns:a16="http://schemas.microsoft.com/office/drawing/2014/main" id="{CB828641-D7D4-832E-5739-76F7F2E9AD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6276" y="2409633"/>
              <a:ext cx="209457" cy="196411"/>
            </a:xfrm>
            <a:prstGeom prst="rect">
              <a:avLst/>
            </a:prstGeom>
          </p:spPr>
        </p:pic>
        <p:pic>
          <p:nvPicPr>
            <p:cNvPr id="655" name="Graphic 654" descr="Deciduous tree with solid fill">
              <a:extLst>
                <a:ext uri="{FF2B5EF4-FFF2-40B4-BE49-F238E27FC236}">
                  <a16:creationId xmlns:a16="http://schemas.microsoft.com/office/drawing/2014/main" id="{E505AE7F-2284-CACD-328B-0711546069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7971" y="2533124"/>
              <a:ext cx="209457" cy="196411"/>
            </a:xfrm>
            <a:prstGeom prst="rect">
              <a:avLst/>
            </a:prstGeom>
          </p:spPr>
        </p:pic>
        <p:pic>
          <p:nvPicPr>
            <p:cNvPr id="656" name="Graphic 655" descr="Deciduous tree with solid fill">
              <a:extLst>
                <a:ext uri="{FF2B5EF4-FFF2-40B4-BE49-F238E27FC236}">
                  <a16:creationId xmlns:a16="http://schemas.microsoft.com/office/drawing/2014/main" id="{FE2B0C25-F908-8004-FBDF-EFC3F4102E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99667" y="2656616"/>
              <a:ext cx="209457" cy="196411"/>
            </a:xfrm>
            <a:prstGeom prst="rect">
              <a:avLst/>
            </a:prstGeom>
          </p:spPr>
        </p:pic>
        <p:pic>
          <p:nvPicPr>
            <p:cNvPr id="657" name="Graphic 656" descr="Deciduous tree with solid fill">
              <a:extLst>
                <a:ext uri="{FF2B5EF4-FFF2-40B4-BE49-F238E27FC236}">
                  <a16:creationId xmlns:a16="http://schemas.microsoft.com/office/drawing/2014/main" id="{018E9215-2D13-A611-20FF-BDB38C25F4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61" y="2780107"/>
              <a:ext cx="209457" cy="196411"/>
            </a:xfrm>
            <a:prstGeom prst="rect">
              <a:avLst/>
            </a:prstGeom>
          </p:spPr>
        </p:pic>
        <p:pic>
          <p:nvPicPr>
            <p:cNvPr id="658" name="Graphic 657" descr="Deciduous tree with solid fill">
              <a:extLst>
                <a:ext uri="{FF2B5EF4-FFF2-40B4-BE49-F238E27FC236}">
                  <a16:creationId xmlns:a16="http://schemas.microsoft.com/office/drawing/2014/main" id="{6153ADDD-5504-82D9-2AEB-6AE929D81E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63056" y="2903598"/>
              <a:ext cx="209457" cy="196411"/>
            </a:xfrm>
            <a:prstGeom prst="rect">
              <a:avLst/>
            </a:prstGeom>
          </p:spPr>
        </p:pic>
        <p:pic>
          <p:nvPicPr>
            <p:cNvPr id="659" name="Graphic 658" descr="Deciduous tree with solid fill">
              <a:extLst>
                <a:ext uri="{FF2B5EF4-FFF2-40B4-BE49-F238E27FC236}">
                  <a16:creationId xmlns:a16="http://schemas.microsoft.com/office/drawing/2014/main" id="{327FA270-3B61-F0B5-1250-952C37D04A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4751" y="3027089"/>
              <a:ext cx="209457" cy="196411"/>
            </a:xfrm>
            <a:prstGeom prst="rect">
              <a:avLst/>
            </a:prstGeom>
          </p:spPr>
        </p:pic>
        <p:pic>
          <p:nvPicPr>
            <p:cNvPr id="660" name="Graphic 659" descr="Deciduous tree with solid fill">
              <a:extLst>
                <a:ext uri="{FF2B5EF4-FFF2-40B4-BE49-F238E27FC236}">
                  <a16:creationId xmlns:a16="http://schemas.microsoft.com/office/drawing/2014/main" id="{3FBECF95-94A0-E482-A257-29B5C1AAAC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6446" y="3150581"/>
              <a:ext cx="209457" cy="196411"/>
            </a:xfrm>
            <a:prstGeom prst="rect">
              <a:avLst/>
            </a:prstGeom>
          </p:spPr>
        </p:pic>
        <p:pic>
          <p:nvPicPr>
            <p:cNvPr id="661" name="Graphic 660" descr="Deciduous tree with solid fill">
              <a:extLst>
                <a:ext uri="{FF2B5EF4-FFF2-40B4-BE49-F238E27FC236}">
                  <a16:creationId xmlns:a16="http://schemas.microsoft.com/office/drawing/2014/main" id="{6C44897E-D3AA-93A8-942A-527FE589EB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8139" y="3274072"/>
              <a:ext cx="209457" cy="196411"/>
            </a:xfrm>
            <a:prstGeom prst="rect">
              <a:avLst/>
            </a:prstGeom>
          </p:spPr>
        </p:pic>
        <p:pic>
          <p:nvPicPr>
            <p:cNvPr id="662" name="Graphic 661" descr="Deciduous tree with solid fill">
              <a:extLst>
                <a:ext uri="{FF2B5EF4-FFF2-40B4-BE49-F238E27FC236}">
                  <a16:creationId xmlns:a16="http://schemas.microsoft.com/office/drawing/2014/main" id="{A3613825-2208-0207-6C40-1B98F486D5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3429" y="1696317"/>
              <a:ext cx="209457" cy="196411"/>
            </a:xfrm>
            <a:prstGeom prst="rect">
              <a:avLst/>
            </a:prstGeom>
          </p:spPr>
        </p:pic>
        <p:pic>
          <p:nvPicPr>
            <p:cNvPr id="663" name="Graphic 662" descr="Deciduous tree with solid fill">
              <a:extLst>
                <a:ext uri="{FF2B5EF4-FFF2-40B4-BE49-F238E27FC236}">
                  <a16:creationId xmlns:a16="http://schemas.microsoft.com/office/drawing/2014/main" id="{F64794CE-1E40-9D06-13C4-17DBFF32E1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95124" y="1819808"/>
              <a:ext cx="209457" cy="196411"/>
            </a:xfrm>
            <a:prstGeom prst="rect">
              <a:avLst/>
            </a:prstGeom>
          </p:spPr>
        </p:pic>
        <p:pic>
          <p:nvPicPr>
            <p:cNvPr id="664" name="Graphic 663" descr="Deciduous tree with solid fill">
              <a:extLst>
                <a:ext uri="{FF2B5EF4-FFF2-40B4-BE49-F238E27FC236}">
                  <a16:creationId xmlns:a16="http://schemas.microsoft.com/office/drawing/2014/main" id="{EDDE6F6E-E84D-0C64-8997-BF872A6314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6819" y="1943299"/>
              <a:ext cx="209457" cy="196411"/>
            </a:xfrm>
            <a:prstGeom prst="rect">
              <a:avLst/>
            </a:prstGeom>
          </p:spPr>
        </p:pic>
        <p:pic>
          <p:nvPicPr>
            <p:cNvPr id="665" name="Graphic 664" descr="Deciduous tree with solid fill">
              <a:extLst>
                <a:ext uri="{FF2B5EF4-FFF2-40B4-BE49-F238E27FC236}">
                  <a16:creationId xmlns:a16="http://schemas.microsoft.com/office/drawing/2014/main" id="{314173EC-7A28-FD19-F3F6-4E47B68A73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8513" y="2066791"/>
              <a:ext cx="209457" cy="196411"/>
            </a:xfrm>
            <a:prstGeom prst="rect">
              <a:avLst/>
            </a:prstGeom>
          </p:spPr>
        </p:pic>
        <p:pic>
          <p:nvPicPr>
            <p:cNvPr id="666" name="Graphic 665" descr="Deciduous tree with solid fill">
              <a:extLst>
                <a:ext uri="{FF2B5EF4-FFF2-40B4-BE49-F238E27FC236}">
                  <a16:creationId xmlns:a16="http://schemas.microsoft.com/office/drawing/2014/main" id="{9343484B-2913-8298-5B01-7D48AD1935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90209" y="2190282"/>
              <a:ext cx="209457" cy="196411"/>
            </a:xfrm>
            <a:prstGeom prst="rect">
              <a:avLst/>
            </a:prstGeom>
          </p:spPr>
        </p:pic>
        <p:pic>
          <p:nvPicPr>
            <p:cNvPr id="667" name="Graphic 666" descr="Deciduous tree with solid fill">
              <a:extLst>
                <a:ext uri="{FF2B5EF4-FFF2-40B4-BE49-F238E27FC236}">
                  <a16:creationId xmlns:a16="http://schemas.microsoft.com/office/drawing/2014/main" id="{FEE20C91-96C3-FE12-6E8C-CEA24195F5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1904" y="2313773"/>
              <a:ext cx="209457" cy="196411"/>
            </a:xfrm>
            <a:prstGeom prst="rect">
              <a:avLst/>
            </a:prstGeom>
          </p:spPr>
        </p:pic>
        <p:pic>
          <p:nvPicPr>
            <p:cNvPr id="668" name="Graphic 667" descr="Deciduous tree with solid fill">
              <a:extLst>
                <a:ext uri="{FF2B5EF4-FFF2-40B4-BE49-F238E27FC236}">
                  <a16:creationId xmlns:a16="http://schemas.microsoft.com/office/drawing/2014/main" id="{DCF373DD-A485-AE53-009D-6F253FF444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53598" y="2437265"/>
              <a:ext cx="209457" cy="196411"/>
            </a:xfrm>
            <a:prstGeom prst="rect">
              <a:avLst/>
            </a:prstGeom>
          </p:spPr>
        </p:pic>
        <p:pic>
          <p:nvPicPr>
            <p:cNvPr id="669" name="Graphic 668" descr="Deciduous tree with solid fill">
              <a:extLst>
                <a:ext uri="{FF2B5EF4-FFF2-40B4-BE49-F238E27FC236}">
                  <a16:creationId xmlns:a16="http://schemas.microsoft.com/office/drawing/2014/main" id="{25EA4106-2E02-E520-003A-450233E573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85293" y="2560756"/>
              <a:ext cx="209457" cy="196411"/>
            </a:xfrm>
            <a:prstGeom prst="rect">
              <a:avLst/>
            </a:prstGeom>
          </p:spPr>
        </p:pic>
        <p:pic>
          <p:nvPicPr>
            <p:cNvPr id="670" name="Graphic 669" descr="Deciduous tree with solid fill">
              <a:extLst>
                <a:ext uri="{FF2B5EF4-FFF2-40B4-BE49-F238E27FC236}">
                  <a16:creationId xmlns:a16="http://schemas.microsoft.com/office/drawing/2014/main" id="{DE3FD178-3BE9-63C7-BD29-F2656AE5C6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16988" y="2684247"/>
              <a:ext cx="209457" cy="196411"/>
            </a:xfrm>
            <a:prstGeom prst="rect">
              <a:avLst/>
            </a:prstGeom>
          </p:spPr>
        </p:pic>
        <p:pic>
          <p:nvPicPr>
            <p:cNvPr id="671" name="Graphic 670" descr="Deciduous tree with solid fill">
              <a:extLst>
                <a:ext uri="{FF2B5EF4-FFF2-40B4-BE49-F238E27FC236}">
                  <a16:creationId xmlns:a16="http://schemas.microsoft.com/office/drawing/2014/main" id="{A82291F5-D3CC-9CA7-2F43-73A97D56D1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8681" y="2807739"/>
              <a:ext cx="209457" cy="196411"/>
            </a:xfrm>
            <a:prstGeom prst="rect">
              <a:avLst/>
            </a:prstGeom>
          </p:spPr>
        </p:pic>
        <p:pic>
          <p:nvPicPr>
            <p:cNvPr id="672" name="Graphic 671" descr="Deciduous tree with solid fill">
              <a:extLst>
                <a:ext uri="{FF2B5EF4-FFF2-40B4-BE49-F238E27FC236}">
                  <a16:creationId xmlns:a16="http://schemas.microsoft.com/office/drawing/2014/main" id="{A027FE70-CC37-C9B5-F72A-E4D1F0D84C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80378" y="2931229"/>
              <a:ext cx="209457" cy="196411"/>
            </a:xfrm>
            <a:prstGeom prst="rect">
              <a:avLst/>
            </a:prstGeom>
          </p:spPr>
        </p:pic>
        <p:pic>
          <p:nvPicPr>
            <p:cNvPr id="673" name="Graphic 672" descr="Deciduous tree with solid fill">
              <a:extLst>
                <a:ext uri="{FF2B5EF4-FFF2-40B4-BE49-F238E27FC236}">
                  <a16:creationId xmlns:a16="http://schemas.microsoft.com/office/drawing/2014/main" id="{D20EEB6F-7830-A5DF-6BD5-8DC6F15CED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12072" y="3054721"/>
              <a:ext cx="209457" cy="196411"/>
            </a:xfrm>
            <a:prstGeom prst="rect">
              <a:avLst/>
            </a:prstGeom>
          </p:spPr>
        </p:pic>
        <p:pic>
          <p:nvPicPr>
            <p:cNvPr id="674" name="Graphic 673" descr="Deciduous tree with solid fill">
              <a:extLst>
                <a:ext uri="{FF2B5EF4-FFF2-40B4-BE49-F238E27FC236}">
                  <a16:creationId xmlns:a16="http://schemas.microsoft.com/office/drawing/2014/main" id="{25F6D871-DD8E-74D9-1A65-3892BF69C3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3766" y="3178213"/>
              <a:ext cx="209457" cy="196411"/>
            </a:xfrm>
            <a:prstGeom prst="rect">
              <a:avLst/>
            </a:prstGeom>
          </p:spPr>
        </p:pic>
        <p:pic>
          <p:nvPicPr>
            <p:cNvPr id="675" name="Graphic 674" descr="Deciduous tree with solid fill">
              <a:extLst>
                <a:ext uri="{FF2B5EF4-FFF2-40B4-BE49-F238E27FC236}">
                  <a16:creationId xmlns:a16="http://schemas.microsoft.com/office/drawing/2014/main" id="{99002FAC-527D-C8EA-1084-F705F7A4DC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34006" y="1608278"/>
              <a:ext cx="209457" cy="196411"/>
            </a:xfrm>
            <a:prstGeom prst="rect">
              <a:avLst/>
            </a:prstGeom>
          </p:spPr>
        </p:pic>
        <p:pic>
          <p:nvPicPr>
            <p:cNvPr id="676" name="Graphic 675" descr="Deciduous tree with solid fill">
              <a:extLst>
                <a:ext uri="{FF2B5EF4-FFF2-40B4-BE49-F238E27FC236}">
                  <a16:creationId xmlns:a16="http://schemas.microsoft.com/office/drawing/2014/main" id="{CB8964EC-6659-BC1C-F3DD-357391A4EC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5701" y="1731770"/>
              <a:ext cx="209457" cy="196411"/>
            </a:xfrm>
            <a:prstGeom prst="rect">
              <a:avLst/>
            </a:prstGeom>
          </p:spPr>
        </p:pic>
        <p:pic>
          <p:nvPicPr>
            <p:cNvPr id="677" name="Graphic 676" descr="Deciduous tree with solid fill">
              <a:extLst>
                <a:ext uri="{FF2B5EF4-FFF2-40B4-BE49-F238E27FC236}">
                  <a16:creationId xmlns:a16="http://schemas.microsoft.com/office/drawing/2014/main" id="{58A02731-D135-5A45-3D1F-1142D8BEE5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97396" y="1855261"/>
              <a:ext cx="209457" cy="196411"/>
            </a:xfrm>
            <a:prstGeom prst="rect">
              <a:avLst/>
            </a:prstGeom>
          </p:spPr>
        </p:pic>
        <p:pic>
          <p:nvPicPr>
            <p:cNvPr id="678" name="Graphic 677" descr="Deciduous tree with solid fill">
              <a:extLst>
                <a:ext uri="{FF2B5EF4-FFF2-40B4-BE49-F238E27FC236}">
                  <a16:creationId xmlns:a16="http://schemas.microsoft.com/office/drawing/2014/main" id="{638079BA-9C74-4CDF-64D4-4723874EB7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9091" y="1978752"/>
              <a:ext cx="209457" cy="196411"/>
            </a:xfrm>
            <a:prstGeom prst="rect">
              <a:avLst/>
            </a:prstGeom>
          </p:spPr>
        </p:pic>
        <p:pic>
          <p:nvPicPr>
            <p:cNvPr id="679" name="Graphic 678" descr="Deciduous tree with solid fill">
              <a:extLst>
                <a:ext uri="{FF2B5EF4-FFF2-40B4-BE49-F238E27FC236}">
                  <a16:creationId xmlns:a16="http://schemas.microsoft.com/office/drawing/2014/main" id="{4D317027-F1B7-2525-D974-6DEF3E09C8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60784" y="2102244"/>
              <a:ext cx="209457" cy="196411"/>
            </a:xfrm>
            <a:prstGeom prst="rect">
              <a:avLst/>
            </a:prstGeom>
          </p:spPr>
        </p:pic>
        <p:pic>
          <p:nvPicPr>
            <p:cNvPr id="680" name="Graphic 679" descr="Deciduous tree with solid fill">
              <a:extLst>
                <a:ext uri="{FF2B5EF4-FFF2-40B4-BE49-F238E27FC236}">
                  <a16:creationId xmlns:a16="http://schemas.microsoft.com/office/drawing/2014/main" id="{D65D4948-0C28-9649-7678-193A780C58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81" y="2225735"/>
              <a:ext cx="209457" cy="196411"/>
            </a:xfrm>
            <a:prstGeom prst="rect">
              <a:avLst/>
            </a:prstGeom>
          </p:spPr>
        </p:pic>
        <p:pic>
          <p:nvPicPr>
            <p:cNvPr id="681" name="Graphic 680" descr="Deciduous tree with solid fill">
              <a:extLst>
                <a:ext uri="{FF2B5EF4-FFF2-40B4-BE49-F238E27FC236}">
                  <a16:creationId xmlns:a16="http://schemas.microsoft.com/office/drawing/2014/main" id="{05266E99-9C53-15F2-797D-9E431E51E1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24174" y="2349226"/>
              <a:ext cx="209457" cy="196411"/>
            </a:xfrm>
            <a:prstGeom prst="rect">
              <a:avLst/>
            </a:prstGeom>
          </p:spPr>
        </p:pic>
        <p:pic>
          <p:nvPicPr>
            <p:cNvPr id="682" name="Graphic 681" descr="Deciduous tree with solid fill">
              <a:extLst>
                <a:ext uri="{FF2B5EF4-FFF2-40B4-BE49-F238E27FC236}">
                  <a16:creationId xmlns:a16="http://schemas.microsoft.com/office/drawing/2014/main" id="{D9923CA9-B3BF-2DDF-9DE5-E8D616D358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5869" y="2472717"/>
              <a:ext cx="209457" cy="196411"/>
            </a:xfrm>
            <a:prstGeom prst="rect">
              <a:avLst/>
            </a:prstGeom>
          </p:spPr>
        </p:pic>
        <p:pic>
          <p:nvPicPr>
            <p:cNvPr id="683" name="Graphic 682" descr="Deciduous tree with solid fill">
              <a:extLst>
                <a:ext uri="{FF2B5EF4-FFF2-40B4-BE49-F238E27FC236}">
                  <a16:creationId xmlns:a16="http://schemas.microsoft.com/office/drawing/2014/main" id="{62D59B2D-E452-1BEA-2157-3C27BEDB87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7564" y="2596207"/>
              <a:ext cx="209457" cy="196411"/>
            </a:xfrm>
            <a:prstGeom prst="rect">
              <a:avLst/>
            </a:prstGeom>
          </p:spPr>
        </p:pic>
        <p:pic>
          <p:nvPicPr>
            <p:cNvPr id="684" name="Graphic 683" descr="Deciduous tree with solid fill">
              <a:extLst>
                <a:ext uri="{FF2B5EF4-FFF2-40B4-BE49-F238E27FC236}">
                  <a16:creationId xmlns:a16="http://schemas.microsoft.com/office/drawing/2014/main" id="{EE80CFDE-3AD3-23E9-9A22-3D93F939E2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9259" y="2719699"/>
              <a:ext cx="209457" cy="196411"/>
            </a:xfrm>
            <a:prstGeom prst="rect">
              <a:avLst/>
            </a:prstGeom>
          </p:spPr>
        </p:pic>
        <p:pic>
          <p:nvPicPr>
            <p:cNvPr id="685" name="Graphic 684" descr="Deciduous tree with solid fill">
              <a:extLst>
                <a:ext uri="{FF2B5EF4-FFF2-40B4-BE49-F238E27FC236}">
                  <a16:creationId xmlns:a16="http://schemas.microsoft.com/office/drawing/2014/main" id="{721DDB13-EF01-B5D6-C8DE-A778A4A734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0953" y="2843190"/>
              <a:ext cx="209457" cy="196411"/>
            </a:xfrm>
            <a:prstGeom prst="rect">
              <a:avLst/>
            </a:prstGeom>
          </p:spPr>
        </p:pic>
        <p:pic>
          <p:nvPicPr>
            <p:cNvPr id="686" name="Graphic 685" descr="Deciduous tree with solid fill">
              <a:extLst>
                <a:ext uri="{FF2B5EF4-FFF2-40B4-BE49-F238E27FC236}">
                  <a16:creationId xmlns:a16="http://schemas.microsoft.com/office/drawing/2014/main" id="{F7FB62C8-99C9-C342-061B-C8FE34DB29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2648" y="2966682"/>
              <a:ext cx="209457" cy="196411"/>
            </a:xfrm>
            <a:prstGeom prst="rect">
              <a:avLst/>
            </a:prstGeom>
          </p:spPr>
        </p:pic>
        <p:pic>
          <p:nvPicPr>
            <p:cNvPr id="687" name="Graphic 686" descr="Deciduous tree with solid fill">
              <a:extLst>
                <a:ext uri="{FF2B5EF4-FFF2-40B4-BE49-F238E27FC236}">
                  <a16:creationId xmlns:a16="http://schemas.microsoft.com/office/drawing/2014/main" id="{2911AFD8-C7AA-153A-1648-942D49D764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14344" y="3090175"/>
              <a:ext cx="209457" cy="196411"/>
            </a:xfrm>
            <a:prstGeom prst="rect">
              <a:avLst/>
            </a:prstGeom>
          </p:spPr>
        </p:pic>
        <p:pic>
          <p:nvPicPr>
            <p:cNvPr id="688" name="Graphic 687" descr="Deciduous tree with solid fill">
              <a:extLst>
                <a:ext uri="{FF2B5EF4-FFF2-40B4-BE49-F238E27FC236}">
                  <a16:creationId xmlns:a16="http://schemas.microsoft.com/office/drawing/2014/main" id="{596FE7AA-E2BF-14D2-8482-9DA00B9653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01938" y="3495472"/>
              <a:ext cx="209457" cy="196411"/>
            </a:xfrm>
            <a:prstGeom prst="rect">
              <a:avLst/>
            </a:prstGeom>
          </p:spPr>
        </p:pic>
        <p:pic>
          <p:nvPicPr>
            <p:cNvPr id="689" name="Graphic 688" descr="Deciduous tree with solid fill">
              <a:extLst>
                <a:ext uri="{FF2B5EF4-FFF2-40B4-BE49-F238E27FC236}">
                  <a16:creationId xmlns:a16="http://schemas.microsoft.com/office/drawing/2014/main" id="{8E594322-D817-6952-67E1-E5061691B8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93219" y="3413697"/>
              <a:ext cx="209457" cy="196411"/>
            </a:xfrm>
            <a:prstGeom prst="rect">
              <a:avLst/>
            </a:prstGeom>
          </p:spPr>
        </p:pic>
        <p:pic>
          <p:nvPicPr>
            <p:cNvPr id="690" name="Graphic 689" descr="Deciduous tree with solid fill">
              <a:extLst>
                <a:ext uri="{FF2B5EF4-FFF2-40B4-BE49-F238E27FC236}">
                  <a16:creationId xmlns:a16="http://schemas.microsoft.com/office/drawing/2014/main" id="{AE6A3A6B-20AC-7160-F62C-683BB9154D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24298" y="4001195"/>
              <a:ext cx="209457" cy="196411"/>
            </a:xfrm>
            <a:prstGeom prst="rect">
              <a:avLst/>
            </a:prstGeom>
          </p:spPr>
        </p:pic>
      </p:grpSp>
      <p:grpSp>
        <p:nvGrpSpPr>
          <p:cNvPr id="692" name="Group 691">
            <a:extLst>
              <a:ext uri="{FF2B5EF4-FFF2-40B4-BE49-F238E27FC236}">
                <a16:creationId xmlns:a16="http://schemas.microsoft.com/office/drawing/2014/main" id="{55EE284E-B23D-C368-3349-3187A4C047AA}"/>
              </a:ext>
            </a:extLst>
          </p:cNvPr>
          <p:cNvGrpSpPr/>
          <p:nvPr/>
        </p:nvGrpSpPr>
        <p:grpSpPr>
          <a:xfrm>
            <a:off x="2999656" y="1268760"/>
            <a:ext cx="2582514" cy="1862816"/>
            <a:chOff x="335362" y="1484787"/>
            <a:chExt cx="3888439" cy="2880328"/>
          </a:xfrm>
          <a:effectLst>
            <a:outerShdw blurRad="50800" dist="38100" dir="2700000" algn="tl" rotWithShape="0">
              <a:prstClr val="black">
                <a:alpha val="40000"/>
              </a:prstClr>
            </a:outerShdw>
          </a:effectLst>
        </p:grpSpPr>
        <p:pic>
          <p:nvPicPr>
            <p:cNvPr id="693" name="Graphic 692" descr="Deciduous tree with solid fill">
              <a:extLst>
                <a:ext uri="{FF2B5EF4-FFF2-40B4-BE49-F238E27FC236}">
                  <a16:creationId xmlns:a16="http://schemas.microsoft.com/office/drawing/2014/main" id="{1F3C1180-B962-FDC3-1BEF-9833596DED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0989" y="2454946"/>
              <a:ext cx="209457" cy="196411"/>
            </a:xfrm>
            <a:prstGeom prst="rect">
              <a:avLst/>
            </a:prstGeom>
          </p:spPr>
        </p:pic>
        <p:pic>
          <p:nvPicPr>
            <p:cNvPr id="694" name="Graphic 693" descr="Deciduous tree with solid fill">
              <a:extLst>
                <a:ext uri="{FF2B5EF4-FFF2-40B4-BE49-F238E27FC236}">
                  <a16:creationId xmlns:a16="http://schemas.microsoft.com/office/drawing/2014/main" id="{1FC239FD-C7F9-23CF-C2CB-EEA37592A7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362" y="2550806"/>
              <a:ext cx="209457" cy="196411"/>
            </a:xfrm>
            <a:prstGeom prst="rect">
              <a:avLst/>
            </a:prstGeom>
          </p:spPr>
        </p:pic>
        <p:pic>
          <p:nvPicPr>
            <p:cNvPr id="695" name="Graphic 694" descr="Deciduous tree with solid fill">
              <a:extLst>
                <a:ext uri="{FF2B5EF4-FFF2-40B4-BE49-F238E27FC236}">
                  <a16:creationId xmlns:a16="http://schemas.microsoft.com/office/drawing/2014/main" id="{05CA2FD8-5E43-2E01-3D89-CEA60883A1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566" y="2366908"/>
              <a:ext cx="209457" cy="196411"/>
            </a:xfrm>
            <a:prstGeom prst="rect">
              <a:avLst/>
            </a:prstGeom>
          </p:spPr>
        </p:pic>
        <p:pic>
          <p:nvPicPr>
            <p:cNvPr id="696" name="Graphic 695" descr="Deciduous tree with solid fill">
              <a:extLst>
                <a:ext uri="{FF2B5EF4-FFF2-40B4-BE49-F238E27FC236}">
                  <a16:creationId xmlns:a16="http://schemas.microsoft.com/office/drawing/2014/main" id="{D6C90655-7DE5-9044-4407-F986952AFF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7056" y="2674297"/>
              <a:ext cx="209457" cy="196411"/>
            </a:xfrm>
            <a:prstGeom prst="rect">
              <a:avLst/>
            </a:prstGeom>
          </p:spPr>
        </p:pic>
        <p:pic>
          <p:nvPicPr>
            <p:cNvPr id="697" name="Graphic 696" descr="Deciduous tree with solid fill">
              <a:extLst>
                <a:ext uri="{FF2B5EF4-FFF2-40B4-BE49-F238E27FC236}">
                  <a16:creationId xmlns:a16="http://schemas.microsoft.com/office/drawing/2014/main" id="{77DB733A-7135-23E3-0704-D4D7420272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698" name="Graphic 697" descr="Deciduous tree with solid fill">
              <a:extLst>
                <a:ext uri="{FF2B5EF4-FFF2-40B4-BE49-F238E27FC236}">
                  <a16:creationId xmlns:a16="http://schemas.microsoft.com/office/drawing/2014/main" id="{7D7940D8-2EE2-3E10-8461-CB37701AB4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699" name="Graphic 698" descr="Deciduous tree with solid fill">
              <a:extLst>
                <a:ext uri="{FF2B5EF4-FFF2-40B4-BE49-F238E27FC236}">
                  <a16:creationId xmlns:a16="http://schemas.microsoft.com/office/drawing/2014/main" id="{4A5DFB96-9749-F502-8046-FB0909C86B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700" name="Graphic 699" descr="Deciduous tree with solid fill">
              <a:extLst>
                <a:ext uri="{FF2B5EF4-FFF2-40B4-BE49-F238E27FC236}">
                  <a16:creationId xmlns:a16="http://schemas.microsoft.com/office/drawing/2014/main" id="{04DB2200-2C9F-7108-7A22-E9B33C82D2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701" name="Graphic 700" descr="Deciduous tree with solid fill">
              <a:extLst>
                <a:ext uri="{FF2B5EF4-FFF2-40B4-BE49-F238E27FC236}">
                  <a16:creationId xmlns:a16="http://schemas.microsoft.com/office/drawing/2014/main" id="{C69E5CD2-872A-784F-6902-7B623BB872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702" name="Graphic 701" descr="Deciduous tree with solid fill">
              <a:extLst>
                <a:ext uri="{FF2B5EF4-FFF2-40B4-BE49-F238E27FC236}">
                  <a16:creationId xmlns:a16="http://schemas.microsoft.com/office/drawing/2014/main" id="{B4982FE3-188D-6013-5322-EB90C26EC8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703" name="Graphic 702" descr="Deciduous tree with solid fill">
              <a:extLst>
                <a:ext uri="{FF2B5EF4-FFF2-40B4-BE49-F238E27FC236}">
                  <a16:creationId xmlns:a16="http://schemas.microsoft.com/office/drawing/2014/main" id="{B56720CF-0B37-255A-B9E0-9826DB3A84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704" name="Graphic 703" descr="Deciduous tree with solid fill">
              <a:extLst>
                <a:ext uri="{FF2B5EF4-FFF2-40B4-BE49-F238E27FC236}">
                  <a16:creationId xmlns:a16="http://schemas.microsoft.com/office/drawing/2014/main" id="{FC06A776-45C7-8954-7152-F74E1673A6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705" name="Graphic 704" descr="Deciduous tree with solid fill">
              <a:extLst>
                <a:ext uri="{FF2B5EF4-FFF2-40B4-BE49-F238E27FC236}">
                  <a16:creationId xmlns:a16="http://schemas.microsoft.com/office/drawing/2014/main" id="{B4EABB5A-2779-9B7A-4A62-D9E49E160A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706" name="Graphic 705" descr="Deciduous tree with solid fill">
              <a:extLst>
                <a:ext uri="{FF2B5EF4-FFF2-40B4-BE49-F238E27FC236}">
                  <a16:creationId xmlns:a16="http://schemas.microsoft.com/office/drawing/2014/main" id="{338A51AD-ACB2-0578-4032-D63483D59C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707" name="Graphic 706" descr="Deciduous tree with solid fill">
              <a:extLst>
                <a:ext uri="{FF2B5EF4-FFF2-40B4-BE49-F238E27FC236}">
                  <a16:creationId xmlns:a16="http://schemas.microsoft.com/office/drawing/2014/main" id="{80B01E17-FCAE-BA44-79F2-FB61B641D9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708" name="Graphic 707" descr="Deciduous tree with solid fill">
              <a:extLst>
                <a:ext uri="{FF2B5EF4-FFF2-40B4-BE49-F238E27FC236}">
                  <a16:creationId xmlns:a16="http://schemas.microsoft.com/office/drawing/2014/main" id="{C9F288E1-A934-1365-099C-887AF94F6F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683" y="2578438"/>
              <a:ext cx="209457" cy="196411"/>
            </a:xfrm>
            <a:prstGeom prst="rect">
              <a:avLst/>
            </a:prstGeom>
          </p:spPr>
        </p:pic>
        <p:pic>
          <p:nvPicPr>
            <p:cNvPr id="709" name="Graphic 708" descr="Deciduous tree with solid fill">
              <a:extLst>
                <a:ext uri="{FF2B5EF4-FFF2-40B4-BE49-F238E27FC236}">
                  <a16:creationId xmlns:a16="http://schemas.microsoft.com/office/drawing/2014/main" id="{D132F00B-88F3-5174-B3FA-9FCFB5616A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8" y="2701929"/>
              <a:ext cx="209457" cy="196411"/>
            </a:xfrm>
            <a:prstGeom prst="rect">
              <a:avLst/>
            </a:prstGeom>
          </p:spPr>
        </p:pic>
        <p:pic>
          <p:nvPicPr>
            <p:cNvPr id="710" name="Graphic 709" descr="Deciduous tree with solid fill">
              <a:extLst>
                <a:ext uri="{FF2B5EF4-FFF2-40B4-BE49-F238E27FC236}">
                  <a16:creationId xmlns:a16="http://schemas.microsoft.com/office/drawing/2014/main" id="{B7CC9E83-424E-29B1-0076-DCC494659C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711" name="Graphic 710" descr="Deciduous tree with solid fill">
              <a:extLst>
                <a:ext uri="{FF2B5EF4-FFF2-40B4-BE49-F238E27FC236}">
                  <a16:creationId xmlns:a16="http://schemas.microsoft.com/office/drawing/2014/main" id="{9D38C037-0043-112A-ED0E-4BA7F22E75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712" name="Graphic 711" descr="Deciduous tree with solid fill">
              <a:extLst>
                <a:ext uri="{FF2B5EF4-FFF2-40B4-BE49-F238E27FC236}">
                  <a16:creationId xmlns:a16="http://schemas.microsoft.com/office/drawing/2014/main" id="{CB89E76E-7893-B148-29EC-22241812F6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3" y="3072401"/>
              <a:ext cx="209457" cy="196411"/>
            </a:xfrm>
            <a:prstGeom prst="rect">
              <a:avLst/>
            </a:prstGeom>
          </p:spPr>
        </p:pic>
        <p:pic>
          <p:nvPicPr>
            <p:cNvPr id="713" name="Graphic 712" descr="Deciduous tree with solid fill">
              <a:extLst>
                <a:ext uri="{FF2B5EF4-FFF2-40B4-BE49-F238E27FC236}">
                  <a16:creationId xmlns:a16="http://schemas.microsoft.com/office/drawing/2014/main" id="{5459334B-DA18-497B-9B7A-103B2FBEFC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714" name="Graphic 713" descr="Deciduous tree with solid fill">
              <a:extLst>
                <a:ext uri="{FF2B5EF4-FFF2-40B4-BE49-F238E27FC236}">
                  <a16:creationId xmlns:a16="http://schemas.microsoft.com/office/drawing/2014/main" id="{DBF00135-41E7-1F39-5096-8FE4F53702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715" name="Graphic 714" descr="Deciduous tree with solid fill">
              <a:extLst>
                <a:ext uri="{FF2B5EF4-FFF2-40B4-BE49-F238E27FC236}">
                  <a16:creationId xmlns:a16="http://schemas.microsoft.com/office/drawing/2014/main" id="{925D5663-E4F8-4464-31FD-E4F47AA716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716" name="Graphic 715" descr="Deciduous tree with solid fill">
              <a:extLst>
                <a:ext uri="{FF2B5EF4-FFF2-40B4-BE49-F238E27FC236}">
                  <a16:creationId xmlns:a16="http://schemas.microsoft.com/office/drawing/2014/main" id="{88826918-456A-D41E-FDB6-DE102614B0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717" name="Graphic 716" descr="Deciduous tree with solid fill">
              <a:extLst>
                <a:ext uri="{FF2B5EF4-FFF2-40B4-BE49-F238E27FC236}">
                  <a16:creationId xmlns:a16="http://schemas.microsoft.com/office/drawing/2014/main" id="{A83EB756-E00A-3DCD-C6CB-3D60135431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718" name="Graphic 717" descr="Deciduous tree with solid fill">
              <a:extLst>
                <a:ext uri="{FF2B5EF4-FFF2-40B4-BE49-F238E27FC236}">
                  <a16:creationId xmlns:a16="http://schemas.microsoft.com/office/drawing/2014/main" id="{31C59B7A-4B37-34A5-0722-C5BE5C613D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719" name="Graphic 718" descr="Deciduous tree with solid fill">
              <a:extLst>
                <a:ext uri="{FF2B5EF4-FFF2-40B4-BE49-F238E27FC236}">
                  <a16:creationId xmlns:a16="http://schemas.microsoft.com/office/drawing/2014/main" id="{742CE0AD-7079-8637-1959-00400D6657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720" name="Graphic 719" descr="Deciduous tree with solid fill">
              <a:extLst>
                <a:ext uri="{FF2B5EF4-FFF2-40B4-BE49-F238E27FC236}">
                  <a16:creationId xmlns:a16="http://schemas.microsoft.com/office/drawing/2014/main" id="{D34DAA71-057B-C3FE-606C-D17644B1F8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61" y="2490399"/>
              <a:ext cx="209457" cy="196411"/>
            </a:xfrm>
            <a:prstGeom prst="rect">
              <a:avLst/>
            </a:prstGeom>
          </p:spPr>
        </p:pic>
        <p:pic>
          <p:nvPicPr>
            <p:cNvPr id="721" name="Graphic 720" descr="Deciduous tree with solid fill">
              <a:extLst>
                <a:ext uri="{FF2B5EF4-FFF2-40B4-BE49-F238E27FC236}">
                  <a16:creationId xmlns:a16="http://schemas.microsoft.com/office/drawing/2014/main" id="{64B7F070-47FF-08A0-496D-E320A23DDF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4" y="2613890"/>
              <a:ext cx="209457" cy="196411"/>
            </a:xfrm>
            <a:prstGeom prst="rect">
              <a:avLst/>
            </a:prstGeom>
          </p:spPr>
        </p:pic>
        <p:pic>
          <p:nvPicPr>
            <p:cNvPr id="722" name="Graphic 721" descr="Deciduous tree with solid fill">
              <a:extLst>
                <a:ext uri="{FF2B5EF4-FFF2-40B4-BE49-F238E27FC236}">
                  <a16:creationId xmlns:a16="http://schemas.microsoft.com/office/drawing/2014/main" id="{9FEA664B-E6F7-1B82-8BDC-BC90969479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723" name="Graphic 722" descr="Deciduous tree with solid fill">
              <a:extLst>
                <a:ext uri="{FF2B5EF4-FFF2-40B4-BE49-F238E27FC236}">
                  <a16:creationId xmlns:a16="http://schemas.microsoft.com/office/drawing/2014/main" id="{7C34406A-C027-B3C3-5514-1DFF3B5D02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724" name="Graphic 723" descr="Deciduous tree with solid fill">
              <a:extLst>
                <a:ext uri="{FF2B5EF4-FFF2-40B4-BE49-F238E27FC236}">
                  <a16:creationId xmlns:a16="http://schemas.microsoft.com/office/drawing/2014/main" id="{7DBB5A20-6784-A2E0-7B6F-55C8E1DBEA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725" name="Graphic 724" descr="Deciduous tree with solid fill">
              <a:extLst>
                <a:ext uri="{FF2B5EF4-FFF2-40B4-BE49-F238E27FC236}">
                  <a16:creationId xmlns:a16="http://schemas.microsoft.com/office/drawing/2014/main" id="{6163766B-D052-A88C-6F08-7E114C9580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726" name="Graphic 725" descr="Deciduous tree with solid fill">
              <a:extLst>
                <a:ext uri="{FF2B5EF4-FFF2-40B4-BE49-F238E27FC236}">
                  <a16:creationId xmlns:a16="http://schemas.microsoft.com/office/drawing/2014/main" id="{86243D1E-3AC8-5D12-99A0-119B80B1ED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727" name="Graphic 726" descr="Deciduous tree with solid fill">
              <a:extLst>
                <a:ext uri="{FF2B5EF4-FFF2-40B4-BE49-F238E27FC236}">
                  <a16:creationId xmlns:a16="http://schemas.microsoft.com/office/drawing/2014/main" id="{66D33949-C383-3E0D-683F-48E78D33D4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3" y="3354837"/>
              <a:ext cx="209457" cy="196411"/>
            </a:xfrm>
            <a:prstGeom prst="rect">
              <a:avLst/>
            </a:prstGeom>
          </p:spPr>
        </p:pic>
        <p:pic>
          <p:nvPicPr>
            <p:cNvPr id="728" name="Graphic 727" descr="Deciduous tree with solid fill">
              <a:extLst>
                <a:ext uri="{FF2B5EF4-FFF2-40B4-BE49-F238E27FC236}">
                  <a16:creationId xmlns:a16="http://schemas.microsoft.com/office/drawing/2014/main" id="{D027BBD6-E7A2-41EE-B359-D32AB5F38B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8" y="3478328"/>
              <a:ext cx="209457" cy="196411"/>
            </a:xfrm>
            <a:prstGeom prst="rect">
              <a:avLst/>
            </a:prstGeom>
          </p:spPr>
        </p:pic>
        <p:pic>
          <p:nvPicPr>
            <p:cNvPr id="729" name="Graphic 728" descr="Deciduous tree with solid fill">
              <a:extLst>
                <a:ext uri="{FF2B5EF4-FFF2-40B4-BE49-F238E27FC236}">
                  <a16:creationId xmlns:a16="http://schemas.microsoft.com/office/drawing/2014/main" id="{37A01328-C9D1-ADAC-3906-17686EED98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3" y="3601820"/>
              <a:ext cx="209457" cy="196411"/>
            </a:xfrm>
            <a:prstGeom prst="rect">
              <a:avLst/>
            </a:prstGeom>
          </p:spPr>
        </p:pic>
        <p:pic>
          <p:nvPicPr>
            <p:cNvPr id="730" name="Graphic 729" descr="Deciduous tree with solid fill">
              <a:extLst>
                <a:ext uri="{FF2B5EF4-FFF2-40B4-BE49-F238E27FC236}">
                  <a16:creationId xmlns:a16="http://schemas.microsoft.com/office/drawing/2014/main" id="{432108FB-AE95-3125-1581-DEA8DF5A41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8" y="3725311"/>
              <a:ext cx="209457" cy="196411"/>
            </a:xfrm>
            <a:prstGeom prst="rect">
              <a:avLst/>
            </a:prstGeom>
          </p:spPr>
        </p:pic>
        <p:pic>
          <p:nvPicPr>
            <p:cNvPr id="731" name="Graphic 730" descr="Deciduous tree with solid fill">
              <a:extLst>
                <a:ext uri="{FF2B5EF4-FFF2-40B4-BE49-F238E27FC236}">
                  <a16:creationId xmlns:a16="http://schemas.microsoft.com/office/drawing/2014/main" id="{D7671ADA-620B-16B2-4DDD-AC7FB48127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3" y="3848803"/>
              <a:ext cx="209457" cy="196411"/>
            </a:xfrm>
            <a:prstGeom prst="rect">
              <a:avLst/>
            </a:prstGeom>
          </p:spPr>
        </p:pic>
        <p:pic>
          <p:nvPicPr>
            <p:cNvPr id="732" name="Graphic 731" descr="Deciduous tree with solid fill">
              <a:extLst>
                <a:ext uri="{FF2B5EF4-FFF2-40B4-BE49-F238E27FC236}">
                  <a16:creationId xmlns:a16="http://schemas.microsoft.com/office/drawing/2014/main" id="{BF881C0A-6175-EC09-3C2F-030A5706A7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3" y="2578438"/>
              <a:ext cx="209457" cy="196411"/>
            </a:xfrm>
            <a:prstGeom prst="rect">
              <a:avLst/>
            </a:prstGeom>
          </p:spPr>
        </p:pic>
        <p:pic>
          <p:nvPicPr>
            <p:cNvPr id="733" name="Graphic 732" descr="Deciduous tree with solid fill">
              <a:extLst>
                <a:ext uri="{FF2B5EF4-FFF2-40B4-BE49-F238E27FC236}">
                  <a16:creationId xmlns:a16="http://schemas.microsoft.com/office/drawing/2014/main" id="{F6B2A3B1-19A2-35E7-1163-549B24ABEC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7056" y="2674297"/>
              <a:ext cx="209457" cy="196411"/>
            </a:xfrm>
            <a:prstGeom prst="rect">
              <a:avLst/>
            </a:prstGeom>
          </p:spPr>
        </p:pic>
        <p:pic>
          <p:nvPicPr>
            <p:cNvPr id="734" name="Graphic 733" descr="Deciduous tree with solid fill">
              <a:extLst>
                <a:ext uri="{FF2B5EF4-FFF2-40B4-BE49-F238E27FC236}">
                  <a16:creationId xmlns:a16="http://schemas.microsoft.com/office/drawing/2014/main" id="{EA8F1642-14DD-232E-06E2-A8DC69F47B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60" y="2490399"/>
              <a:ext cx="209457" cy="196411"/>
            </a:xfrm>
            <a:prstGeom prst="rect">
              <a:avLst/>
            </a:prstGeom>
          </p:spPr>
        </p:pic>
        <p:pic>
          <p:nvPicPr>
            <p:cNvPr id="735" name="Graphic 734" descr="Deciduous tree with solid fill">
              <a:extLst>
                <a:ext uri="{FF2B5EF4-FFF2-40B4-BE49-F238E27FC236}">
                  <a16:creationId xmlns:a16="http://schemas.microsoft.com/office/drawing/2014/main" id="{AC0A51B6-9189-52E8-9B81-42164AFF93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736" name="Graphic 735" descr="Deciduous tree with solid fill">
              <a:extLst>
                <a:ext uri="{FF2B5EF4-FFF2-40B4-BE49-F238E27FC236}">
                  <a16:creationId xmlns:a16="http://schemas.microsoft.com/office/drawing/2014/main" id="{CEF2EFF1-2F2C-EF72-9719-68636E7D1F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737" name="Graphic 736" descr="Deciduous tree with solid fill">
              <a:extLst>
                <a:ext uri="{FF2B5EF4-FFF2-40B4-BE49-F238E27FC236}">
                  <a16:creationId xmlns:a16="http://schemas.microsoft.com/office/drawing/2014/main" id="{591C9C39-58D1-759B-067A-2A976E51C6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738" name="Graphic 737" descr="Deciduous tree with solid fill">
              <a:extLst>
                <a:ext uri="{FF2B5EF4-FFF2-40B4-BE49-F238E27FC236}">
                  <a16:creationId xmlns:a16="http://schemas.microsoft.com/office/drawing/2014/main" id="{0AAE0815-058D-00C1-1C5E-6B16019B8C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739" name="Graphic 738" descr="Deciduous tree with solid fill">
              <a:extLst>
                <a:ext uri="{FF2B5EF4-FFF2-40B4-BE49-F238E27FC236}">
                  <a16:creationId xmlns:a16="http://schemas.microsoft.com/office/drawing/2014/main" id="{8ECED55E-5081-C1E7-0278-8CF252D01C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740" name="Graphic 739" descr="Deciduous tree with solid fill">
              <a:extLst>
                <a:ext uri="{FF2B5EF4-FFF2-40B4-BE49-F238E27FC236}">
                  <a16:creationId xmlns:a16="http://schemas.microsoft.com/office/drawing/2014/main" id="{C948BA86-64A3-A14C-4BD7-FA8603B828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741" name="Graphic 740" descr="Deciduous tree with solid fill">
              <a:extLst>
                <a:ext uri="{FF2B5EF4-FFF2-40B4-BE49-F238E27FC236}">
                  <a16:creationId xmlns:a16="http://schemas.microsoft.com/office/drawing/2014/main" id="{AD39C0C1-3314-99C5-43CC-3D636222A2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742" name="Graphic 741" descr="Deciduous tree with solid fill">
              <a:extLst>
                <a:ext uri="{FF2B5EF4-FFF2-40B4-BE49-F238E27FC236}">
                  <a16:creationId xmlns:a16="http://schemas.microsoft.com/office/drawing/2014/main" id="{9573CC1D-EC93-7BBC-18C9-DDAC84B154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743" name="Graphic 742" descr="Deciduous tree with solid fill">
              <a:extLst>
                <a:ext uri="{FF2B5EF4-FFF2-40B4-BE49-F238E27FC236}">
                  <a16:creationId xmlns:a16="http://schemas.microsoft.com/office/drawing/2014/main" id="{33F44B9A-7BDE-1788-2EB0-24CFE3C3F5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744" name="Graphic 743" descr="Deciduous tree with solid fill">
              <a:extLst>
                <a:ext uri="{FF2B5EF4-FFF2-40B4-BE49-F238E27FC236}">
                  <a16:creationId xmlns:a16="http://schemas.microsoft.com/office/drawing/2014/main" id="{0FBFF94B-4D89-5A57-0C56-848E3F35EB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745" name="Graphic 744" descr="Deciduous tree with solid fill">
              <a:extLst>
                <a:ext uri="{FF2B5EF4-FFF2-40B4-BE49-F238E27FC236}">
                  <a16:creationId xmlns:a16="http://schemas.microsoft.com/office/drawing/2014/main" id="{851E2C3D-50D9-6470-F95A-DE93F10416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746" name="Graphic 745" descr="Deciduous tree with solid fill">
              <a:extLst>
                <a:ext uri="{FF2B5EF4-FFF2-40B4-BE49-F238E27FC236}">
                  <a16:creationId xmlns:a16="http://schemas.microsoft.com/office/drawing/2014/main" id="{0F93AB2B-9B04-1AA2-47EE-FB809E8588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7" y="2701929"/>
              <a:ext cx="209457" cy="196411"/>
            </a:xfrm>
            <a:prstGeom prst="rect">
              <a:avLst/>
            </a:prstGeom>
          </p:spPr>
        </p:pic>
        <p:pic>
          <p:nvPicPr>
            <p:cNvPr id="747" name="Graphic 746" descr="Deciduous tree with solid fill">
              <a:extLst>
                <a:ext uri="{FF2B5EF4-FFF2-40B4-BE49-F238E27FC236}">
                  <a16:creationId xmlns:a16="http://schemas.microsoft.com/office/drawing/2014/main" id="{768C99DC-ACC2-9082-0BD5-2D6F980A1A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748" name="Graphic 747" descr="Deciduous tree with solid fill">
              <a:extLst>
                <a:ext uri="{FF2B5EF4-FFF2-40B4-BE49-F238E27FC236}">
                  <a16:creationId xmlns:a16="http://schemas.microsoft.com/office/drawing/2014/main" id="{850353DA-189D-9CC6-66B4-2BBC732D2A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7" y="2948910"/>
              <a:ext cx="209457" cy="196411"/>
            </a:xfrm>
            <a:prstGeom prst="rect">
              <a:avLst/>
            </a:prstGeom>
          </p:spPr>
        </p:pic>
        <p:pic>
          <p:nvPicPr>
            <p:cNvPr id="749" name="Graphic 748" descr="Deciduous tree with solid fill">
              <a:extLst>
                <a:ext uri="{FF2B5EF4-FFF2-40B4-BE49-F238E27FC236}">
                  <a16:creationId xmlns:a16="http://schemas.microsoft.com/office/drawing/2014/main" id="{2CB7E13D-4C7D-64EF-07B4-FA140153FF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750" name="Graphic 749" descr="Deciduous tree with solid fill">
              <a:extLst>
                <a:ext uri="{FF2B5EF4-FFF2-40B4-BE49-F238E27FC236}">
                  <a16:creationId xmlns:a16="http://schemas.microsoft.com/office/drawing/2014/main" id="{B0ED23D2-F621-1573-0D3F-9B5CC6FCC8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751" name="Graphic 750" descr="Deciduous tree with solid fill">
              <a:extLst>
                <a:ext uri="{FF2B5EF4-FFF2-40B4-BE49-F238E27FC236}">
                  <a16:creationId xmlns:a16="http://schemas.microsoft.com/office/drawing/2014/main" id="{A8DC0A42-ECEA-7F9F-4B21-47BCC54AE0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752" name="Graphic 751" descr="Deciduous tree with solid fill">
              <a:extLst>
                <a:ext uri="{FF2B5EF4-FFF2-40B4-BE49-F238E27FC236}">
                  <a16:creationId xmlns:a16="http://schemas.microsoft.com/office/drawing/2014/main" id="{F5DCEA0C-78E4-E6B5-82AC-F1AF98A23C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753" name="Graphic 752" descr="Deciduous tree with solid fill">
              <a:extLst>
                <a:ext uri="{FF2B5EF4-FFF2-40B4-BE49-F238E27FC236}">
                  <a16:creationId xmlns:a16="http://schemas.microsoft.com/office/drawing/2014/main" id="{331D0741-25D0-FB17-7FC1-29DCBF901B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754" name="Graphic 753" descr="Deciduous tree with solid fill">
              <a:extLst>
                <a:ext uri="{FF2B5EF4-FFF2-40B4-BE49-F238E27FC236}">
                  <a16:creationId xmlns:a16="http://schemas.microsoft.com/office/drawing/2014/main" id="{5AB5B4AB-7E86-C2F2-DE20-6DD36E751C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755" name="Graphic 754" descr="Deciduous tree with solid fill">
              <a:extLst>
                <a:ext uri="{FF2B5EF4-FFF2-40B4-BE49-F238E27FC236}">
                  <a16:creationId xmlns:a16="http://schemas.microsoft.com/office/drawing/2014/main" id="{6A076EBE-7741-1D60-9C67-596192BD5F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756" name="Graphic 755" descr="Deciduous tree with solid fill">
              <a:extLst>
                <a:ext uri="{FF2B5EF4-FFF2-40B4-BE49-F238E27FC236}">
                  <a16:creationId xmlns:a16="http://schemas.microsoft.com/office/drawing/2014/main" id="{9319EAFD-AD02-818B-44C3-CF356BCC17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757" name="Graphic 756" descr="Deciduous tree with solid fill">
              <a:extLst>
                <a:ext uri="{FF2B5EF4-FFF2-40B4-BE49-F238E27FC236}">
                  <a16:creationId xmlns:a16="http://schemas.microsoft.com/office/drawing/2014/main" id="{7CACD4BA-D069-5C60-C935-0D61356A38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4" y="2613890"/>
              <a:ext cx="209457" cy="196411"/>
            </a:xfrm>
            <a:prstGeom prst="rect">
              <a:avLst/>
            </a:prstGeom>
          </p:spPr>
        </p:pic>
        <p:pic>
          <p:nvPicPr>
            <p:cNvPr id="758" name="Graphic 757" descr="Deciduous tree with solid fill">
              <a:extLst>
                <a:ext uri="{FF2B5EF4-FFF2-40B4-BE49-F238E27FC236}">
                  <a16:creationId xmlns:a16="http://schemas.microsoft.com/office/drawing/2014/main" id="{0A446CE3-4FDE-52D9-8329-E72337347C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759" name="Graphic 758" descr="Deciduous tree with solid fill">
              <a:extLst>
                <a:ext uri="{FF2B5EF4-FFF2-40B4-BE49-F238E27FC236}">
                  <a16:creationId xmlns:a16="http://schemas.microsoft.com/office/drawing/2014/main" id="{D36772F2-561C-DBBD-895A-85C4AB5D15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760" name="Graphic 759" descr="Deciduous tree with solid fill">
              <a:extLst>
                <a:ext uri="{FF2B5EF4-FFF2-40B4-BE49-F238E27FC236}">
                  <a16:creationId xmlns:a16="http://schemas.microsoft.com/office/drawing/2014/main" id="{ECA6C2AC-AA95-7AF3-E2A5-8AB77E7F03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761" name="Graphic 760" descr="Deciduous tree with solid fill">
              <a:extLst>
                <a:ext uri="{FF2B5EF4-FFF2-40B4-BE49-F238E27FC236}">
                  <a16:creationId xmlns:a16="http://schemas.microsoft.com/office/drawing/2014/main" id="{B866A2D5-38BF-98CA-1992-D887D0C703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762" name="Graphic 761" descr="Deciduous tree with solid fill">
              <a:extLst>
                <a:ext uri="{FF2B5EF4-FFF2-40B4-BE49-F238E27FC236}">
                  <a16:creationId xmlns:a16="http://schemas.microsoft.com/office/drawing/2014/main" id="{26186271-EF58-F4CC-CFCB-07D4845174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763" name="Graphic 762" descr="Deciduous tree with solid fill">
              <a:extLst>
                <a:ext uri="{FF2B5EF4-FFF2-40B4-BE49-F238E27FC236}">
                  <a16:creationId xmlns:a16="http://schemas.microsoft.com/office/drawing/2014/main" id="{D9C6DC2F-AFE3-2484-92AB-CFC06EE271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764" name="Graphic 763" descr="Deciduous tree with solid fill">
              <a:extLst>
                <a:ext uri="{FF2B5EF4-FFF2-40B4-BE49-F238E27FC236}">
                  <a16:creationId xmlns:a16="http://schemas.microsoft.com/office/drawing/2014/main" id="{A64C3DEC-0378-E9B6-F7E7-BB8538777C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765" name="Graphic 764" descr="Deciduous tree with solid fill">
              <a:extLst>
                <a:ext uri="{FF2B5EF4-FFF2-40B4-BE49-F238E27FC236}">
                  <a16:creationId xmlns:a16="http://schemas.microsoft.com/office/drawing/2014/main" id="{856A0F3E-1D45-DFDA-2940-A2F2D615CC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766" name="Graphic 765" descr="Deciduous tree with solid fill">
              <a:extLst>
                <a:ext uri="{FF2B5EF4-FFF2-40B4-BE49-F238E27FC236}">
                  <a16:creationId xmlns:a16="http://schemas.microsoft.com/office/drawing/2014/main" id="{01A41A4D-F608-C6BF-62AE-BDD3F2ABEC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767" name="Graphic 766" descr="Deciduous tree with solid fill">
              <a:extLst>
                <a:ext uri="{FF2B5EF4-FFF2-40B4-BE49-F238E27FC236}">
                  <a16:creationId xmlns:a16="http://schemas.microsoft.com/office/drawing/2014/main" id="{E6111330-D1AA-3F8C-940C-22FE369B0A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768" name="Graphic 767" descr="Deciduous tree with solid fill">
              <a:extLst>
                <a:ext uri="{FF2B5EF4-FFF2-40B4-BE49-F238E27FC236}">
                  <a16:creationId xmlns:a16="http://schemas.microsoft.com/office/drawing/2014/main" id="{285734B3-FC7C-FF1E-669B-18F31C88C6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7" y="2701929"/>
              <a:ext cx="209457" cy="196411"/>
            </a:xfrm>
            <a:prstGeom prst="rect">
              <a:avLst/>
            </a:prstGeom>
          </p:spPr>
        </p:pic>
        <p:pic>
          <p:nvPicPr>
            <p:cNvPr id="769" name="Graphic 768" descr="Deciduous tree with solid fill">
              <a:extLst>
                <a:ext uri="{FF2B5EF4-FFF2-40B4-BE49-F238E27FC236}">
                  <a16:creationId xmlns:a16="http://schemas.microsoft.com/office/drawing/2014/main" id="{06F9B602-2CB9-FAC2-166D-8C8E8B43CD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770" name="Graphic 769" descr="Deciduous tree with solid fill">
              <a:extLst>
                <a:ext uri="{FF2B5EF4-FFF2-40B4-BE49-F238E27FC236}">
                  <a16:creationId xmlns:a16="http://schemas.microsoft.com/office/drawing/2014/main" id="{A510BDC9-74DB-A859-A3DA-25D4F8B618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771" name="Graphic 770" descr="Deciduous tree with solid fill">
              <a:extLst>
                <a:ext uri="{FF2B5EF4-FFF2-40B4-BE49-F238E27FC236}">
                  <a16:creationId xmlns:a16="http://schemas.microsoft.com/office/drawing/2014/main" id="{C61AD6D3-A8F0-A2AC-5AD5-C288C01054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772" name="Graphic 771" descr="Deciduous tree with solid fill">
              <a:extLst>
                <a:ext uri="{FF2B5EF4-FFF2-40B4-BE49-F238E27FC236}">
                  <a16:creationId xmlns:a16="http://schemas.microsoft.com/office/drawing/2014/main" id="{16565251-CDEE-E551-3308-13554F2C3C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773" name="Graphic 772" descr="Deciduous tree with solid fill">
              <a:extLst>
                <a:ext uri="{FF2B5EF4-FFF2-40B4-BE49-F238E27FC236}">
                  <a16:creationId xmlns:a16="http://schemas.microsoft.com/office/drawing/2014/main" id="{CC5FF6C7-E3F8-711F-6DBE-88FD51D917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774" name="Graphic 773" descr="Deciduous tree with solid fill">
              <a:extLst>
                <a:ext uri="{FF2B5EF4-FFF2-40B4-BE49-F238E27FC236}">
                  <a16:creationId xmlns:a16="http://schemas.microsoft.com/office/drawing/2014/main" id="{5A5CB914-10CC-17E8-5C0D-4E23E5C405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775" name="Graphic 774" descr="Deciduous tree with solid fill">
              <a:extLst>
                <a:ext uri="{FF2B5EF4-FFF2-40B4-BE49-F238E27FC236}">
                  <a16:creationId xmlns:a16="http://schemas.microsoft.com/office/drawing/2014/main" id="{90D4CB9B-93AD-33DF-3CD6-E537174885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776" name="Graphic 775" descr="Deciduous tree with solid fill">
              <a:extLst>
                <a:ext uri="{FF2B5EF4-FFF2-40B4-BE49-F238E27FC236}">
                  <a16:creationId xmlns:a16="http://schemas.microsoft.com/office/drawing/2014/main" id="{5527F773-F5A8-FD74-B86C-AEF068F041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777" name="Graphic 776" descr="Deciduous tree with solid fill">
              <a:extLst>
                <a:ext uri="{FF2B5EF4-FFF2-40B4-BE49-F238E27FC236}">
                  <a16:creationId xmlns:a16="http://schemas.microsoft.com/office/drawing/2014/main" id="{4A7934DC-29D5-1377-8993-841A6F0B14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778" name="Graphic 777" descr="Deciduous tree with solid fill">
              <a:extLst>
                <a:ext uri="{FF2B5EF4-FFF2-40B4-BE49-F238E27FC236}">
                  <a16:creationId xmlns:a16="http://schemas.microsoft.com/office/drawing/2014/main" id="{6E5B5125-AB18-1BB2-2B00-5356A5D587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779" name="Graphic 778" descr="Deciduous tree with solid fill">
              <a:extLst>
                <a:ext uri="{FF2B5EF4-FFF2-40B4-BE49-F238E27FC236}">
                  <a16:creationId xmlns:a16="http://schemas.microsoft.com/office/drawing/2014/main" id="{E1AC374F-1F61-7C1B-D9BD-74F8DCB4CF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780" name="Graphic 779" descr="Deciduous tree with solid fill">
              <a:extLst>
                <a:ext uri="{FF2B5EF4-FFF2-40B4-BE49-F238E27FC236}">
                  <a16:creationId xmlns:a16="http://schemas.microsoft.com/office/drawing/2014/main" id="{56C9DFB1-ED98-4A00-BBB3-AE3ABFD6C7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781" name="Graphic 780" descr="Deciduous tree with solid fill">
              <a:extLst>
                <a:ext uri="{FF2B5EF4-FFF2-40B4-BE49-F238E27FC236}">
                  <a16:creationId xmlns:a16="http://schemas.microsoft.com/office/drawing/2014/main" id="{94DBEB9B-8D43-DA28-BDE2-5E31124E94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782" name="Graphic 781" descr="Deciduous tree with solid fill">
              <a:extLst>
                <a:ext uri="{FF2B5EF4-FFF2-40B4-BE49-F238E27FC236}">
                  <a16:creationId xmlns:a16="http://schemas.microsoft.com/office/drawing/2014/main" id="{3AF50867-EDC7-3E0D-3897-8A4C6B2B7B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7" y="2948910"/>
              <a:ext cx="209457" cy="196411"/>
            </a:xfrm>
            <a:prstGeom prst="rect">
              <a:avLst/>
            </a:prstGeom>
          </p:spPr>
        </p:pic>
        <p:pic>
          <p:nvPicPr>
            <p:cNvPr id="783" name="Graphic 782" descr="Deciduous tree with solid fill">
              <a:extLst>
                <a:ext uri="{FF2B5EF4-FFF2-40B4-BE49-F238E27FC236}">
                  <a16:creationId xmlns:a16="http://schemas.microsoft.com/office/drawing/2014/main" id="{74849A36-83DE-F669-6D9F-0A656340EC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784" name="Graphic 783" descr="Deciduous tree with solid fill">
              <a:extLst>
                <a:ext uri="{FF2B5EF4-FFF2-40B4-BE49-F238E27FC236}">
                  <a16:creationId xmlns:a16="http://schemas.microsoft.com/office/drawing/2014/main" id="{209DFB34-BDF6-0F65-F019-A062175514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785" name="Graphic 784" descr="Deciduous tree with solid fill">
              <a:extLst>
                <a:ext uri="{FF2B5EF4-FFF2-40B4-BE49-F238E27FC236}">
                  <a16:creationId xmlns:a16="http://schemas.microsoft.com/office/drawing/2014/main" id="{6571E655-942C-402F-525D-2EA7AF827B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786" name="Graphic 785" descr="Deciduous tree with solid fill">
              <a:extLst>
                <a:ext uri="{FF2B5EF4-FFF2-40B4-BE49-F238E27FC236}">
                  <a16:creationId xmlns:a16="http://schemas.microsoft.com/office/drawing/2014/main" id="{74C8C3DF-A8BA-1E23-5B2F-ED5988507B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787" name="Graphic 786" descr="Deciduous tree with solid fill">
              <a:extLst>
                <a:ext uri="{FF2B5EF4-FFF2-40B4-BE49-F238E27FC236}">
                  <a16:creationId xmlns:a16="http://schemas.microsoft.com/office/drawing/2014/main" id="{26352B90-1542-3259-C7A7-9F2B9DBCA9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788" name="Graphic 787" descr="Deciduous tree with solid fill">
              <a:extLst>
                <a:ext uri="{FF2B5EF4-FFF2-40B4-BE49-F238E27FC236}">
                  <a16:creationId xmlns:a16="http://schemas.microsoft.com/office/drawing/2014/main" id="{B3B81CDE-8807-E3A2-2373-EEA2110F23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789" name="Graphic 788" descr="Deciduous tree with solid fill">
              <a:extLst>
                <a:ext uri="{FF2B5EF4-FFF2-40B4-BE49-F238E27FC236}">
                  <a16:creationId xmlns:a16="http://schemas.microsoft.com/office/drawing/2014/main" id="{E478113C-D478-49F8-8EF6-CB51F5075F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790" name="Graphic 789" descr="Deciduous tree with solid fill">
              <a:extLst>
                <a:ext uri="{FF2B5EF4-FFF2-40B4-BE49-F238E27FC236}">
                  <a16:creationId xmlns:a16="http://schemas.microsoft.com/office/drawing/2014/main" id="{FCDFA897-C2FC-ED60-A315-1CF044D241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791" name="Graphic 790" descr="Deciduous tree with solid fill">
              <a:extLst>
                <a:ext uri="{FF2B5EF4-FFF2-40B4-BE49-F238E27FC236}">
                  <a16:creationId xmlns:a16="http://schemas.microsoft.com/office/drawing/2014/main" id="{8BC07E7B-93C8-9219-2773-19A703B1C1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792" name="Graphic 791" descr="Deciduous tree with solid fill">
              <a:extLst>
                <a:ext uri="{FF2B5EF4-FFF2-40B4-BE49-F238E27FC236}">
                  <a16:creationId xmlns:a16="http://schemas.microsoft.com/office/drawing/2014/main" id="{CCD0983D-6226-87E2-EA8D-0DE660FD7D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793" name="Graphic 792" descr="Deciduous tree with solid fill">
              <a:extLst>
                <a:ext uri="{FF2B5EF4-FFF2-40B4-BE49-F238E27FC236}">
                  <a16:creationId xmlns:a16="http://schemas.microsoft.com/office/drawing/2014/main" id="{D5204D10-A6C1-9476-3C8F-7FC03EDBA4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794" name="Graphic 793" descr="Deciduous tree with solid fill">
              <a:extLst>
                <a:ext uri="{FF2B5EF4-FFF2-40B4-BE49-F238E27FC236}">
                  <a16:creationId xmlns:a16="http://schemas.microsoft.com/office/drawing/2014/main" id="{0087514C-83C6-EBF9-5562-8B72E47D9C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795" name="Graphic 794" descr="Deciduous tree with solid fill">
              <a:extLst>
                <a:ext uri="{FF2B5EF4-FFF2-40B4-BE49-F238E27FC236}">
                  <a16:creationId xmlns:a16="http://schemas.microsoft.com/office/drawing/2014/main" id="{A4DB77FA-CB6E-032B-EA9A-C86E0D4443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796" name="Graphic 795" descr="Deciduous tree with solid fill">
              <a:extLst>
                <a:ext uri="{FF2B5EF4-FFF2-40B4-BE49-F238E27FC236}">
                  <a16:creationId xmlns:a16="http://schemas.microsoft.com/office/drawing/2014/main" id="{71BBF9C2-AB69-FA03-9CF2-4293B09078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797" name="Graphic 796" descr="Deciduous tree with solid fill">
              <a:extLst>
                <a:ext uri="{FF2B5EF4-FFF2-40B4-BE49-F238E27FC236}">
                  <a16:creationId xmlns:a16="http://schemas.microsoft.com/office/drawing/2014/main" id="{5F32B07C-178C-4934-98F4-4B47FF8D21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798" name="Graphic 797" descr="Deciduous tree with solid fill">
              <a:extLst>
                <a:ext uri="{FF2B5EF4-FFF2-40B4-BE49-F238E27FC236}">
                  <a16:creationId xmlns:a16="http://schemas.microsoft.com/office/drawing/2014/main" id="{22176D3B-B361-B1A5-7C38-124F4D6D8D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799" name="Graphic 798" descr="Deciduous tree with solid fill">
              <a:extLst>
                <a:ext uri="{FF2B5EF4-FFF2-40B4-BE49-F238E27FC236}">
                  <a16:creationId xmlns:a16="http://schemas.microsoft.com/office/drawing/2014/main" id="{0D8DF3D5-B744-D684-50F2-29B2ED18EB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800" name="Graphic 799" descr="Deciduous tree with solid fill">
              <a:extLst>
                <a:ext uri="{FF2B5EF4-FFF2-40B4-BE49-F238E27FC236}">
                  <a16:creationId xmlns:a16="http://schemas.microsoft.com/office/drawing/2014/main" id="{A65CE902-60E4-0043-F189-BE16F162FA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801" name="Graphic 800" descr="Deciduous tree with solid fill">
              <a:extLst>
                <a:ext uri="{FF2B5EF4-FFF2-40B4-BE49-F238E27FC236}">
                  <a16:creationId xmlns:a16="http://schemas.microsoft.com/office/drawing/2014/main" id="{9E772F4F-15A7-3DF6-8B32-DC47F7B0B1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802" name="Graphic 801" descr="Deciduous tree with solid fill">
              <a:extLst>
                <a:ext uri="{FF2B5EF4-FFF2-40B4-BE49-F238E27FC236}">
                  <a16:creationId xmlns:a16="http://schemas.microsoft.com/office/drawing/2014/main" id="{95AEF1C8-D193-506D-0A54-BF0C2C24ED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803" name="Graphic 802" descr="Deciduous tree with solid fill">
              <a:extLst>
                <a:ext uri="{FF2B5EF4-FFF2-40B4-BE49-F238E27FC236}">
                  <a16:creationId xmlns:a16="http://schemas.microsoft.com/office/drawing/2014/main" id="{668E1AB1-89EC-7B2D-00B2-22487B8E24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804" name="Graphic 803" descr="Deciduous tree with solid fill">
              <a:extLst>
                <a:ext uri="{FF2B5EF4-FFF2-40B4-BE49-F238E27FC236}">
                  <a16:creationId xmlns:a16="http://schemas.microsoft.com/office/drawing/2014/main" id="{F56B892C-0188-F326-FFE5-FDD107E26B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805" name="Graphic 804" descr="Deciduous tree with solid fill">
              <a:extLst>
                <a:ext uri="{FF2B5EF4-FFF2-40B4-BE49-F238E27FC236}">
                  <a16:creationId xmlns:a16="http://schemas.microsoft.com/office/drawing/2014/main" id="{559AFDDB-5950-B41C-4C3B-A9391E4259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806" name="Graphic 805" descr="Deciduous tree with solid fill">
              <a:extLst>
                <a:ext uri="{FF2B5EF4-FFF2-40B4-BE49-F238E27FC236}">
                  <a16:creationId xmlns:a16="http://schemas.microsoft.com/office/drawing/2014/main" id="{B2D54894-AFA4-E8E8-5A37-A3FE7D2DA3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807" name="Graphic 806" descr="Deciduous tree with solid fill">
              <a:extLst>
                <a:ext uri="{FF2B5EF4-FFF2-40B4-BE49-F238E27FC236}">
                  <a16:creationId xmlns:a16="http://schemas.microsoft.com/office/drawing/2014/main" id="{9E1E143A-8E82-8C40-4EE8-00988B6E3E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5" y="3415245"/>
              <a:ext cx="209457" cy="196411"/>
            </a:xfrm>
            <a:prstGeom prst="rect">
              <a:avLst/>
            </a:prstGeom>
          </p:spPr>
        </p:pic>
        <p:pic>
          <p:nvPicPr>
            <p:cNvPr id="808" name="Graphic 807" descr="Deciduous tree with solid fill">
              <a:extLst>
                <a:ext uri="{FF2B5EF4-FFF2-40B4-BE49-F238E27FC236}">
                  <a16:creationId xmlns:a16="http://schemas.microsoft.com/office/drawing/2014/main" id="{D9A9473B-B177-C43B-86E3-A42431BC1A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809" name="Graphic 808" descr="Deciduous tree with solid fill">
              <a:extLst>
                <a:ext uri="{FF2B5EF4-FFF2-40B4-BE49-F238E27FC236}">
                  <a16:creationId xmlns:a16="http://schemas.microsoft.com/office/drawing/2014/main" id="{983E0566-8AFF-D7BC-E903-6E2CF4C297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810" name="Graphic 809" descr="Deciduous tree with solid fill">
              <a:extLst>
                <a:ext uri="{FF2B5EF4-FFF2-40B4-BE49-F238E27FC236}">
                  <a16:creationId xmlns:a16="http://schemas.microsoft.com/office/drawing/2014/main" id="{8079A530-8F65-1DB8-7325-3B9246FF04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811" name="Graphic 810" descr="Deciduous tree with solid fill">
              <a:extLst>
                <a:ext uri="{FF2B5EF4-FFF2-40B4-BE49-F238E27FC236}">
                  <a16:creationId xmlns:a16="http://schemas.microsoft.com/office/drawing/2014/main" id="{4128D93C-5175-E2A0-7599-4CDC2430E9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812" name="Graphic 811" descr="Deciduous tree with solid fill">
              <a:extLst>
                <a:ext uri="{FF2B5EF4-FFF2-40B4-BE49-F238E27FC236}">
                  <a16:creationId xmlns:a16="http://schemas.microsoft.com/office/drawing/2014/main" id="{6E5BD0D7-1389-84E1-81A4-14C337DA99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813" name="Graphic 812" descr="Deciduous tree with solid fill">
              <a:extLst>
                <a:ext uri="{FF2B5EF4-FFF2-40B4-BE49-F238E27FC236}">
                  <a16:creationId xmlns:a16="http://schemas.microsoft.com/office/drawing/2014/main" id="{FB520160-8EF5-B368-BBC1-CD24D424F0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814" name="Graphic 813" descr="Deciduous tree with solid fill">
              <a:extLst>
                <a:ext uri="{FF2B5EF4-FFF2-40B4-BE49-F238E27FC236}">
                  <a16:creationId xmlns:a16="http://schemas.microsoft.com/office/drawing/2014/main" id="{45EE7DB3-A6CB-FCC4-7F39-CCF18C66B2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3" y="3072401"/>
              <a:ext cx="209457" cy="196411"/>
            </a:xfrm>
            <a:prstGeom prst="rect">
              <a:avLst/>
            </a:prstGeom>
          </p:spPr>
        </p:pic>
        <p:pic>
          <p:nvPicPr>
            <p:cNvPr id="815" name="Graphic 814" descr="Deciduous tree with solid fill">
              <a:extLst>
                <a:ext uri="{FF2B5EF4-FFF2-40B4-BE49-F238E27FC236}">
                  <a16:creationId xmlns:a16="http://schemas.microsoft.com/office/drawing/2014/main" id="{F0DA31BE-CD2E-1987-BD33-F8FB62C255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8" y="3195893"/>
              <a:ext cx="209457" cy="196411"/>
            </a:xfrm>
            <a:prstGeom prst="rect">
              <a:avLst/>
            </a:prstGeom>
          </p:spPr>
        </p:pic>
        <p:pic>
          <p:nvPicPr>
            <p:cNvPr id="816" name="Graphic 815" descr="Deciduous tree with solid fill">
              <a:extLst>
                <a:ext uri="{FF2B5EF4-FFF2-40B4-BE49-F238E27FC236}">
                  <a16:creationId xmlns:a16="http://schemas.microsoft.com/office/drawing/2014/main" id="{76E23226-FBB5-EF5E-2684-16D88D13A8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3" y="3319384"/>
              <a:ext cx="209457" cy="196411"/>
            </a:xfrm>
            <a:prstGeom prst="rect">
              <a:avLst/>
            </a:prstGeom>
          </p:spPr>
        </p:pic>
        <p:pic>
          <p:nvPicPr>
            <p:cNvPr id="817" name="Graphic 816" descr="Deciduous tree with solid fill">
              <a:extLst>
                <a:ext uri="{FF2B5EF4-FFF2-40B4-BE49-F238E27FC236}">
                  <a16:creationId xmlns:a16="http://schemas.microsoft.com/office/drawing/2014/main" id="{71953EF4-0F0E-BD32-65DF-19A0A1B646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818" name="Graphic 817" descr="Deciduous tree with solid fill">
              <a:extLst>
                <a:ext uri="{FF2B5EF4-FFF2-40B4-BE49-F238E27FC236}">
                  <a16:creationId xmlns:a16="http://schemas.microsoft.com/office/drawing/2014/main" id="{35B142DB-E6EB-AED8-8E0C-C737C31114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819" name="Graphic 818" descr="Deciduous tree with solid fill">
              <a:extLst>
                <a:ext uri="{FF2B5EF4-FFF2-40B4-BE49-F238E27FC236}">
                  <a16:creationId xmlns:a16="http://schemas.microsoft.com/office/drawing/2014/main" id="{82CF222A-A18A-1C9F-78E2-CC61353BB1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820" name="Graphic 819" descr="Deciduous tree with solid fill">
              <a:extLst>
                <a:ext uri="{FF2B5EF4-FFF2-40B4-BE49-F238E27FC236}">
                  <a16:creationId xmlns:a16="http://schemas.microsoft.com/office/drawing/2014/main" id="{79E92E2D-737E-C4F9-081B-DBCD46413D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821" name="Graphic 820" descr="Deciduous tree with solid fill">
              <a:extLst>
                <a:ext uri="{FF2B5EF4-FFF2-40B4-BE49-F238E27FC236}">
                  <a16:creationId xmlns:a16="http://schemas.microsoft.com/office/drawing/2014/main" id="{DF83A395-AA8B-2451-DD9C-48023CF105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822" name="Graphic 821" descr="Deciduous tree with solid fill">
              <a:extLst>
                <a:ext uri="{FF2B5EF4-FFF2-40B4-BE49-F238E27FC236}">
                  <a16:creationId xmlns:a16="http://schemas.microsoft.com/office/drawing/2014/main" id="{8BA68806-D561-E49D-8709-648141D93E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6" y="2860873"/>
              <a:ext cx="209457" cy="196411"/>
            </a:xfrm>
            <a:prstGeom prst="rect">
              <a:avLst/>
            </a:prstGeom>
          </p:spPr>
        </p:pic>
        <p:pic>
          <p:nvPicPr>
            <p:cNvPr id="823" name="Graphic 822" descr="Deciduous tree with solid fill">
              <a:extLst>
                <a:ext uri="{FF2B5EF4-FFF2-40B4-BE49-F238E27FC236}">
                  <a16:creationId xmlns:a16="http://schemas.microsoft.com/office/drawing/2014/main" id="{C83AB40A-4535-E15E-460E-0A7C15A949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824" name="Graphic 823" descr="Deciduous tree with solid fill">
              <a:extLst>
                <a:ext uri="{FF2B5EF4-FFF2-40B4-BE49-F238E27FC236}">
                  <a16:creationId xmlns:a16="http://schemas.microsoft.com/office/drawing/2014/main" id="{C5EC47C0-7CE0-F353-ADF9-65022C5298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825" name="Graphic 824" descr="Deciduous tree with solid fill">
              <a:extLst>
                <a:ext uri="{FF2B5EF4-FFF2-40B4-BE49-F238E27FC236}">
                  <a16:creationId xmlns:a16="http://schemas.microsoft.com/office/drawing/2014/main" id="{1302DC01-D7A0-4B81-21A5-819B5DCD1D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826" name="Graphic 825" descr="Deciduous tree with solid fill">
              <a:extLst>
                <a:ext uri="{FF2B5EF4-FFF2-40B4-BE49-F238E27FC236}">
                  <a16:creationId xmlns:a16="http://schemas.microsoft.com/office/drawing/2014/main" id="{4752E074-6F36-6BCE-4BC3-D1BDC4E9E5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3" y="3354837"/>
              <a:ext cx="209457" cy="196411"/>
            </a:xfrm>
            <a:prstGeom prst="rect">
              <a:avLst/>
            </a:prstGeom>
          </p:spPr>
        </p:pic>
        <p:pic>
          <p:nvPicPr>
            <p:cNvPr id="827" name="Graphic 826" descr="Deciduous tree with solid fill">
              <a:extLst>
                <a:ext uri="{FF2B5EF4-FFF2-40B4-BE49-F238E27FC236}">
                  <a16:creationId xmlns:a16="http://schemas.microsoft.com/office/drawing/2014/main" id="{999B0A42-86E9-4CC5-3605-0F7BDD0FB8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8" y="3478328"/>
              <a:ext cx="209457" cy="196411"/>
            </a:xfrm>
            <a:prstGeom prst="rect">
              <a:avLst/>
            </a:prstGeom>
          </p:spPr>
        </p:pic>
        <p:pic>
          <p:nvPicPr>
            <p:cNvPr id="828" name="Graphic 827" descr="Deciduous tree with solid fill">
              <a:extLst>
                <a:ext uri="{FF2B5EF4-FFF2-40B4-BE49-F238E27FC236}">
                  <a16:creationId xmlns:a16="http://schemas.microsoft.com/office/drawing/2014/main" id="{0A2AAB33-F546-9D03-B77C-7E2A6DB520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3" y="3601820"/>
              <a:ext cx="209457" cy="196411"/>
            </a:xfrm>
            <a:prstGeom prst="rect">
              <a:avLst/>
            </a:prstGeom>
          </p:spPr>
        </p:pic>
        <p:pic>
          <p:nvPicPr>
            <p:cNvPr id="829" name="Graphic 828" descr="Deciduous tree with solid fill">
              <a:extLst>
                <a:ext uri="{FF2B5EF4-FFF2-40B4-BE49-F238E27FC236}">
                  <a16:creationId xmlns:a16="http://schemas.microsoft.com/office/drawing/2014/main" id="{9DDED0DA-2128-AE21-C3AF-C8FDF58F4D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8" y="3725311"/>
              <a:ext cx="209457" cy="196411"/>
            </a:xfrm>
            <a:prstGeom prst="rect">
              <a:avLst/>
            </a:prstGeom>
          </p:spPr>
        </p:pic>
        <p:pic>
          <p:nvPicPr>
            <p:cNvPr id="830" name="Graphic 829" descr="Deciduous tree with solid fill">
              <a:extLst>
                <a:ext uri="{FF2B5EF4-FFF2-40B4-BE49-F238E27FC236}">
                  <a16:creationId xmlns:a16="http://schemas.microsoft.com/office/drawing/2014/main" id="{B632FFD4-EC4A-A350-DC68-98AEC95E20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3" y="3848803"/>
              <a:ext cx="209457" cy="196411"/>
            </a:xfrm>
            <a:prstGeom prst="rect">
              <a:avLst/>
            </a:prstGeom>
          </p:spPr>
        </p:pic>
        <p:pic>
          <p:nvPicPr>
            <p:cNvPr id="831" name="Graphic 830" descr="Deciduous tree with solid fill">
              <a:extLst>
                <a:ext uri="{FF2B5EF4-FFF2-40B4-BE49-F238E27FC236}">
                  <a16:creationId xmlns:a16="http://schemas.microsoft.com/office/drawing/2014/main" id="{5EB9A77B-9790-6F20-F805-9481D60039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832" name="Graphic 831" descr="Deciduous tree with solid fill">
              <a:extLst>
                <a:ext uri="{FF2B5EF4-FFF2-40B4-BE49-F238E27FC236}">
                  <a16:creationId xmlns:a16="http://schemas.microsoft.com/office/drawing/2014/main" id="{9A78E44D-7550-16BD-3B73-6912078B44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833" name="Graphic 832" descr="Deciduous tree with solid fill">
              <a:extLst>
                <a:ext uri="{FF2B5EF4-FFF2-40B4-BE49-F238E27FC236}">
                  <a16:creationId xmlns:a16="http://schemas.microsoft.com/office/drawing/2014/main" id="{EE47CF5F-1CAD-E22C-4806-6FF07C01E2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834" name="Graphic 833" descr="Deciduous tree with solid fill">
              <a:extLst>
                <a:ext uri="{FF2B5EF4-FFF2-40B4-BE49-F238E27FC236}">
                  <a16:creationId xmlns:a16="http://schemas.microsoft.com/office/drawing/2014/main" id="{D318C527-6B80-DC6E-999D-C10BEB2398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835" name="Graphic 834" descr="Deciduous tree with solid fill">
              <a:extLst>
                <a:ext uri="{FF2B5EF4-FFF2-40B4-BE49-F238E27FC236}">
                  <a16:creationId xmlns:a16="http://schemas.microsoft.com/office/drawing/2014/main" id="{00B06632-81A8-983D-7D60-3A688F685F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836" name="Graphic 835" descr="Deciduous tree with solid fill">
              <a:extLst>
                <a:ext uri="{FF2B5EF4-FFF2-40B4-BE49-F238E27FC236}">
                  <a16:creationId xmlns:a16="http://schemas.microsoft.com/office/drawing/2014/main" id="{BA9DDA89-CCC6-D99D-3EDE-C1D7DBD6C3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837" name="Graphic 836" descr="Deciduous tree with solid fill">
              <a:extLst>
                <a:ext uri="{FF2B5EF4-FFF2-40B4-BE49-F238E27FC236}">
                  <a16:creationId xmlns:a16="http://schemas.microsoft.com/office/drawing/2014/main" id="{22672E62-EF20-4FA3-56E7-C21DF177EC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838" name="Graphic 837" descr="Deciduous tree with solid fill">
              <a:extLst>
                <a:ext uri="{FF2B5EF4-FFF2-40B4-BE49-F238E27FC236}">
                  <a16:creationId xmlns:a16="http://schemas.microsoft.com/office/drawing/2014/main" id="{23DA514C-CD2A-1AEC-5EA3-E4E2C23BCE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839" name="Graphic 838" descr="Deciduous tree with solid fill">
              <a:extLst>
                <a:ext uri="{FF2B5EF4-FFF2-40B4-BE49-F238E27FC236}">
                  <a16:creationId xmlns:a16="http://schemas.microsoft.com/office/drawing/2014/main" id="{C182F232-756F-B6AF-07A4-2A30BDDE6E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840" name="Graphic 839" descr="Deciduous tree with solid fill">
              <a:extLst>
                <a:ext uri="{FF2B5EF4-FFF2-40B4-BE49-F238E27FC236}">
                  <a16:creationId xmlns:a16="http://schemas.microsoft.com/office/drawing/2014/main" id="{B4A2F6FA-FB71-C2B2-0F86-8CCE7A90EF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841" name="Graphic 840" descr="Deciduous tree with solid fill">
              <a:extLst>
                <a:ext uri="{FF2B5EF4-FFF2-40B4-BE49-F238E27FC236}">
                  <a16:creationId xmlns:a16="http://schemas.microsoft.com/office/drawing/2014/main" id="{325E010F-3CD4-7461-B09B-FE326C3F38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842" name="Graphic 841" descr="Deciduous tree with solid fill">
              <a:extLst>
                <a:ext uri="{FF2B5EF4-FFF2-40B4-BE49-F238E27FC236}">
                  <a16:creationId xmlns:a16="http://schemas.microsoft.com/office/drawing/2014/main" id="{E1D06D92-A519-4A49-E151-766AAB365E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843" name="Graphic 842" descr="Deciduous tree with solid fill">
              <a:extLst>
                <a:ext uri="{FF2B5EF4-FFF2-40B4-BE49-F238E27FC236}">
                  <a16:creationId xmlns:a16="http://schemas.microsoft.com/office/drawing/2014/main" id="{EB4ED115-106B-27BC-2477-888C6E1E3D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844" name="Graphic 843" descr="Deciduous tree with solid fill">
              <a:extLst>
                <a:ext uri="{FF2B5EF4-FFF2-40B4-BE49-F238E27FC236}">
                  <a16:creationId xmlns:a16="http://schemas.microsoft.com/office/drawing/2014/main" id="{FCFFF82E-3141-77D4-1440-620BD8240C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845" name="Graphic 844" descr="Deciduous tree with solid fill">
              <a:extLst>
                <a:ext uri="{FF2B5EF4-FFF2-40B4-BE49-F238E27FC236}">
                  <a16:creationId xmlns:a16="http://schemas.microsoft.com/office/drawing/2014/main" id="{ABE2CA83-FBB8-302F-2383-5979D8B887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846" name="Graphic 845" descr="Deciduous tree with solid fill">
              <a:extLst>
                <a:ext uri="{FF2B5EF4-FFF2-40B4-BE49-F238E27FC236}">
                  <a16:creationId xmlns:a16="http://schemas.microsoft.com/office/drawing/2014/main" id="{5454D3A3-8574-AEA3-BF42-4E77D698ED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847" name="Graphic 846" descr="Deciduous tree with solid fill">
              <a:extLst>
                <a:ext uri="{FF2B5EF4-FFF2-40B4-BE49-F238E27FC236}">
                  <a16:creationId xmlns:a16="http://schemas.microsoft.com/office/drawing/2014/main" id="{2BB93223-BF48-ABE2-722E-440A8D6EE1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848" name="Graphic 847" descr="Deciduous tree with solid fill">
              <a:extLst>
                <a:ext uri="{FF2B5EF4-FFF2-40B4-BE49-F238E27FC236}">
                  <a16:creationId xmlns:a16="http://schemas.microsoft.com/office/drawing/2014/main" id="{DD908064-7E16-4859-A73C-EFD59F6C07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849" name="Graphic 848" descr="Deciduous tree with solid fill">
              <a:extLst>
                <a:ext uri="{FF2B5EF4-FFF2-40B4-BE49-F238E27FC236}">
                  <a16:creationId xmlns:a16="http://schemas.microsoft.com/office/drawing/2014/main" id="{9DACD85A-F781-792F-0A64-EABB30629F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850" name="Graphic 849" descr="Deciduous tree with solid fill">
              <a:extLst>
                <a:ext uri="{FF2B5EF4-FFF2-40B4-BE49-F238E27FC236}">
                  <a16:creationId xmlns:a16="http://schemas.microsoft.com/office/drawing/2014/main" id="{280969B3-0B7E-9600-19E0-AB7D567582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851" name="Graphic 850" descr="Deciduous tree with solid fill">
              <a:extLst>
                <a:ext uri="{FF2B5EF4-FFF2-40B4-BE49-F238E27FC236}">
                  <a16:creationId xmlns:a16="http://schemas.microsoft.com/office/drawing/2014/main" id="{9C55004E-BC00-157F-9CDF-1F95E6520B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852" name="Graphic 851" descr="Deciduous tree with solid fill">
              <a:extLst>
                <a:ext uri="{FF2B5EF4-FFF2-40B4-BE49-F238E27FC236}">
                  <a16:creationId xmlns:a16="http://schemas.microsoft.com/office/drawing/2014/main" id="{A7ED199C-2F40-00CE-9339-CB19348FD7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853" name="Graphic 852" descr="Deciduous tree with solid fill">
              <a:extLst>
                <a:ext uri="{FF2B5EF4-FFF2-40B4-BE49-F238E27FC236}">
                  <a16:creationId xmlns:a16="http://schemas.microsoft.com/office/drawing/2014/main" id="{56F14141-F92A-FC86-E6DB-7220E78956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854" name="Graphic 853" descr="Deciduous tree with solid fill">
              <a:extLst>
                <a:ext uri="{FF2B5EF4-FFF2-40B4-BE49-F238E27FC236}">
                  <a16:creationId xmlns:a16="http://schemas.microsoft.com/office/drawing/2014/main" id="{E45C1527-8EBA-C596-A45C-7127A21C93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855" name="Graphic 854" descr="Deciduous tree with solid fill">
              <a:extLst>
                <a:ext uri="{FF2B5EF4-FFF2-40B4-BE49-F238E27FC236}">
                  <a16:creationId xmlns:a16="http://schemas.microsoft.com/office/drawing/2014/main" id="{994C2283-CD62-E848-E0F2-B66B329239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856" name="Graphic 855" descr="Deciduous tree with solid fill">
              <a:extLst>
                <a:ext uri="{FF2B5EF4-FFF2-40B4-BE49-F238E27FC236}">
                  <a16:creationId xmlns:a16="http://schemas.microsoft.com/office/drawing/2014/main" id="{162775A5-C420-540C-04EB-F2C6DF5175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857" name="Graphic 856" descr="Deciduous tree with solid fill">
              <a:extLst>
                <a:ext uri="{FF2B5EF4-FFF2-40B4-BE49-F238E27FC236}">
                  <a16:creationId xmlns:a16="http://schemas.microsoft.com/office/drawing/2014/main" id="{382FBF39-92AB-82DC-1703-ECA3A4720C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858" name="Graphic 857" descr="Deciduous tree with solid fill">
              <a:extLst>
                <a:ext uri="{FF2B5EF4-FFF2-40B4-BE49-F238E27FC236}">
                  <a16:creationId xmlns:a16="http://schemas.microsoft.com/office/drawing/2014/main" id="{B0F4DA93-47D5-4332-784B-803B197874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859" name="Graphic 858" descr="Deciduous tree with solid fill">
              <a:extLst>
                <a:ext uri="{FF2B5EF4-FFF2-40B4-BE49-F238E27FC236}">
                  <a16:creationId xmlns:a16="http://schemas.microsoft.com/office/drawing/2014/main" id="{07ED82BF-77CC-FA30-246F-64A0FD5958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860" name="Graphic 859" descr="Deciduous tree with solid fill">
              <a:extLst>
                <a:ext uri="{FF2B5EF4-FFF2-40B4-BE49-F238E27FC236}">
                  <a16:creationId xmlns:a16="http://schemas.microsoft.com/office/drawing/2014/main" id="{19AD5D21-8A41-23C0-A310-0868B51B08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861" name="Graphic 860" descr="Deciduous tree with solid fill">
              <a:extLst>
                <a:ext uri="{FF2B5EF4-FFF2-40B4-BE49-F238E27FC236}">
                  <a16:creationId xmlns:a16="http://schemas.microsoft.com/office/drawing/2014/main" id="{D8D82DE0-5731-0E05-E730-0241335987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862" name="Graphic 861" descr="Deciduous tree with solid fill">
              <a:extLst>
                <a:ext uri="{FF2B5EF4-FFF2-40B4-BE49-F238E27FC236}">
                  <a16:creationId xmlns:a16="http://schemas.microsoft.com/office/drawing/2014/main" id="{22D43082-5BB8-7199-66F1-07FD249970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863" name="Graphic 862" descr="Deciduous tree with solid fill">
              <a:extLst>
                <a:ext uri="{FF2B5EF4-FFF2-40B4-BE49-F238E27FC236}">
                  <a16:creationId xmlns:a16="http://schemas.microsoft.com/office/drawing/2014/main" id="{A3D34EFF-17E6-D0E6-7608-E535D048CC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864" name="Graphic 863" descr="Deciduous tree with solid fill">
              <a:extLst>
                <a:ext uri="{FF2B5EF4-FFF2-40B4-BE49-F238E27FC236}">
                  <a16:creationId xmlns:a16="http://schemas.microsoft.com/office/drawing/2014/main" id="{4F974F94-E021-DC91-235C-2AC7D11F28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865" name="Graphic 864" descr="Deciduous tree with solid fill">
              <a:extLst>
                <a:ext uri="{FF2B5EF4-FFF2-40B4-BE49-F238E27FC236}">
                  <a16:creationId xmlns:a16="http://schemas.microsoft.com/office/drawing/2014/main" id="{86F9E5BF-6029-8E2D-D1BB-6C131557BC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866" name="Graphic 865" descr="Deciduous tree with solid fill">
              <a:extLst>
                <a:ext uri="{FF2B5EF4-FFF2-40B4-BE49-F238E27FC236}">
                  <a16:creationId xmlns:a16="http://schemas.microsoft.com/office/drawing/2014/main" id="{389210ED-A193-80B7-482F-C1F60E73EA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867" name="Graphic 866" descr="Deciduous tree with solid fill">
              <a:extLst>
                <a:ext uri="{FF2B5EF4-FFF2-40B4-BE49-F238E27FC236}">
                  <a16:creationId xmlns:a16="http://schemas.microsoft.com/office/drawing/2014/main" id="{992E6987-5B84-5529-8E80-A3C21AA49D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868" name="Graphic 867" descr="Deciduous tree with solid fill">
              <a:extLst>
                <a:ext uri="{FF2B5EF4-FFF2-40B4-BE49-F238E27FC236}">
                  <a16:creationId xmlns:a16="http://schemas.microsoft.com/office/drawing/2014/main" id="{2EEDCC13-2FDF-A200-9E4F-ABC40B6C81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869" name="Graphic 868" descr="Deciduous tree with solid fill">
              <a:extLst>
                <a:ext uri="{FF2B5EF4-FFF2-40B4-BE49-F238E27FC236}">
                  <a16:creationId xmlns:a16="http://schemas.microsoft.com/office/drawing/2014/main" id="{2C7E9434-85D9-0F21-79A1-E9116990BD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870" name="Graphic 869" descr="Deciduous tree with solid fill">
              <a:extLst>
                <a:ext uri="{FF2B5EF4-FFF2-40B4-BE49-F238E27FC236}">
                  <a16:creationId xmlns:a16="http://schemas.microsoft.com/office/drawing/2014/main" id="{362183FC-1772-13CF-1039-A61F8A5185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871" name="Graphic 870" descr="Deciduous tree with solid fill">
              <a:extLst>
                <a:ext uri="{FF2B5EF4-FFF2-40B4-BE49-F238E27FC236}">
                  <a16:creationId xmlns:a16="http://schemas.microsoft.com/office/drawing/2014/main" id="{AC85DBF9-02E4-45D8-303E-7655E68D85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872" name="Graphic 871" descr="Deciduous tree with solid fill">
              <a:extLst>
                <a:ext uri="{FF2B5EF4-FFF2-40B4-BE49-F238E27FC236}">
                  <a16:creationId xmlns:a16="http://schemas.microsoft.com/office/drawing/2014/main" id="{14CDDE75-866B-D2E3-DC40-25AF7D94D1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873" name="Graphic 872" descr="Deciduous tree with solid fill">
              <a:extLst>
                <a:ext uri="{FF2B5EF4-FFF2-40B4-BE49-F238E27FC236}">
                  <a16:creationId xmlns:a16="http://schemas.microsoft.com/office/drawing/2014/main" id="{6A660805-B508-AA22-6BC2-1EA4C8D3C4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874" name="Graphic 873" descr="Deciduous tree with solid fill">
              <a:extLst>
                <a:ext uri="{FF2B5EF4-FFF2-40B4-BE49-F238E27FC236}">
                  <a16:creationId xmlns:a16="http://schemas.microsoft.com/office/drawing/2014/main" id="{659954C9-0981-EE02-1183-A481149694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875" name="Graphic 874" descr="Deciduous tree with solid fill">
              <a:extLst>
                <a:ext uri="{FF2B5EF4-FFF2-40B4-BE49-F238E27FC236}">
                  <a16:creationId xmlns:a16="http://schemas.microsoft.com/office/drawing/2014/main" id="{BF044A2A-0E2D-37FD-274E-C3165577CC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876" name="Graphic 875" descr="Deciduous tree with solid fill">
              <a:extLst>
                <a:ext uri="{FF2B5EF4-FFF2-40B4-BE49-F238E27FC236}">
                  <a16:creationId xmlns:a16="http://schemas.microsoft.com/office/drawing/2014/main" id="{8D6AF4E3-E52D-2BDC-AE51-64D782ED08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877" name="Graphic 876" descr="Deciduous tree with solid fill">
              <a:extLst>
                <a:ext uri="{FF2B5EF4-FFF2-40B4-BE49-F238E27FC236}">
                  <a16:creationId xmlns:a16="http://schemas.microsoft.com/office/drawing/2014/main" id="{D15BDCB0-8373-119C-0A77-9F46E1AEC7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878" name="Graphic 877" descr="Deciduous tree with solid fill">
              <a:extLst>
                <a:ext uri="{FF2B5EF4-FFF2-40B4-BE49-F238E27FC236}">
                  <a16:creationId xmlns:a16="http://schemas.microsoft.com/office/drawing/2014/main" id="{FF48D266-15DE-307A-9CF7-611EF16A06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879" name="Graphic 878" descr="Deciduous tree with solid fill">
              <a:extLst>
                <a:ext uri="{FF2B5EF4-FFF2-40B4-BE49-F238E27FC236}">
                  <a16:creationId xmlns:a16="http://schemas.microsoft.com/office/drawing/2014/main" id="{8852ACB1-A9EF-D35E-088C-74D2F0F2AF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880" name="Graphic 879" descr="Deciduous tree with solid fill">
              <a:extLst>
                <a:ext uri="{FF2B5EF4-FFF2-40B4-BE49-F238E27FC236}">
                  <a16:creationId xmlns:a16="http://schemas.microsoft.com/office/drawing/2014/main" id="{A2E75838-B2AD-6162-5723-5FB8195088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881" name="Graphic 880" descr="Deciduous tree with solid fill">
              <a:extLst>
                <a:ext uri="{FF2B5EF4-FFF2-40B4-BE49-F238E27FC236}">
                  <a16:creationId xmlns:a16="http://schemas.microsoft.com/office/drawing/2014/main" id="{B40164C6-B846-34C3-EBFB-46487B075B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882" name="Graphic 881" descr="Deciduous tree with solid fill">
              <a:extLst>
                <a:ext uri="{FF2B5EF4-FFF2-40B4-BE49-F238E27FC236}">
                  <a16:creationId xmlns:a16="http://schemas.microsoft.com/office/drawing/2014/main" id="{A95855F1-154A-AC2B-1E3F-A0CD132930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883" name="Graphic 882" descr="Deciduous tree with solid fill">
              <a:extLst>
                <a:ext uri="{FF2B5EF4-FFF2-40B4-BE49-F238E27FC236}">
                  <a16:creationId xmlns:a16="http://schemas.microsoft.com/office/drawing/2014/main" id="{62C6AB21-5B87-5622-1D86-004AEA47DF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884" name="Graphic 883" descr="Deciduous tree with solid fill">
              <a:extLst>
                <a:ext uri="{FF2B5EF4-FFF2-40B4-BE49-F238E27FC236}">
                  <a16:creationId xmlns:a16="http://schemas.microsoft.com/office/drawing/2014/main" id="{762D8B98-E41C-7C64-EE6B-6113E8C94D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885" name="Graphic 884" descr="Deciduous tree with solid fill">
              <a:extLst>
                <a:ext uri="{FF2B5EF4-FFF2-40B4-BE49-F238E27FC236}">
                  <a16:creationId xmlns:a16="http://schemas.microsoft.com/office/drawing/2014/main" id="{9E41F23F-EA99-247C-34E8-657B0C7BBB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886" name="Graphic 885" descr="Deciduous tree with solid fill">
              <a:extLst>
                <a:ext uri="{FF2B5EF4-FFF2-40B4-BE49-F238E27FC236}">
                  <a16:creationId xmlns:a16="http://schemas.microsoft.com/office/drawing/2014/main" id="{DCE32169-8068-EAE6-F7CB-932DA2766A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887" name="Graphic 886" descr="Deciduous tree with solid fill">
              <a:extLst>
                <a:ext uri="{FF2B5EF4-FFF2-40B4-BE49-F238E27FC236}">
                  <a16:creationId xmlns:a16="http://schemas.microsoft.com/office/drawing/2014/main" id="{2E30BB8F-E909-5439-94F2-549DDCE124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888" name="Graphic 887" descr="Deciduous tree with solid fill">
              <a:extLst>
                <a:ext uri="{FF2B5EF4-FFF2-40B4-BE49-F238E27FC236}">
                  <a16:creationId xmlns:a16="http://schemas.microsoft.com/office/drawing/2014/main" id="{C6919702-9BEF-2917-0BA6-0BE4AC5D35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889" name="Graphic 888" descr="Deciduous tree with solid fill">
              <a:extLst>
                <a:ext uri="{FF2B5EF4-FFF2-40B4-BE49-F238E27FC236}">
                  <a16:creationId xmlns:a16="http://schemas.microsoft.com/office/drawing/2014/main" id="{CEFF7DF7-37F1-0C76-C4C0-1A4CDA368E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890" name="Graphic 889" descr="Deciduous tree with solid fill">
              <a:extLst>
                <a:ext uri="{FF2B5EF4-FFF2-40B4-BE49-F238E27FC236}">
                  <a16:creationId xmlns:a16="http://schemas.microsoft.com/office/drawing/2014/main" id="{79C1604A-E5DB-0FD7-D8F8-E64530EA20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891" name="Graphic 890" descr="Deciduous tree with solid fill">
              <a:extLst>
                <a:ext uri="{FF2B5EF4-FFF2-40B4-BE49-F238E27FC236}">
                  <a16:creationId xmlns:a16="http://schemas.microsoft.com/office/drawing/2014/main" id="{07B2F2F7-EFF0-55D0-1245-FE1E666674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892" name="Graphic 891" descr="Deciduous tree with solid fill">
              <a:extLst>
                <a:ext uri="{FF2B5EF4-FFF2-40B4-BE49-F238E27FC236}">
                  <a16:creationId xmlns:a16="http://schemas.microsoft.com/office/drawing/2014/main" id="{DBCE6051-4EC9-1997-B75C-1317869FE0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893" name="Graphic 892" descr="Deciduous tree with solid fill">
              <a:extLst>
                <a:ext uri="{FF2B5EF4-FFF2-40B4-BE49-F238E27FC236}">
                  <a16:creationId xmlns:a16="http://schemas.microsoft.com/office/drawing/2014/main" id="{85D55BA1-C6CA-AE64-7E07-F61DFDF4DE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894" name="Graphic 893" descr="Deciduous tree with solid fill">
              <a:extLst>
                <a:ext uri="{FF2B5EF4-FFF2-40B4-BE49-F238E27FC236}">
                  <a16:creationId xmlns:a16="http://schemas.microsoft.com/office/drawing/2014/main" id="{54231F9F-5FBA-8D40-C852-E6D298B39E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895" name="Graphic 894" descr="Deciduous tree with solid fill">
              <a:extLst>
                <a:ext uri="{FF2B5EF4-FFF2-40B4-BE49-F238E27FC236}">
                  <a16:creationId xmlns:a16="http://schemas.microsoft.com/office/drawing/2014/main" id="{C640B650-7985-4773-4E49-E20F462903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896" name="Graphic 895" descr="Deciduous tree with solid fill">
              <a:extLst>
                <a:ext uri="{FF2B5EF4-FFF2-40B4-BE49-F238E27FC236}">
                  <a16:creationId xmlns:a16="http://schemas.microsoft.com/office/drawing/2014/main" id="{2A55FDBA-A661-3695-E9EB-8B5F86D6E0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897" name="Graphic 896" descr="Deciduous tree with solid fill">
              <a:extLst>
                <a:ext uri="{FF2B5EF4-FFF2-40B4-BE49-F238E27FC236}">
                  <a16:creationId xmlns:a16="http://schemas.microsoft.com/office/drawing/2014/main" id="{9D7E34B6-CDFB-7A04-F103-B9D3EFEA4F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898" name="Graphic 897" descr="Deciduous tree with solid fill">
              <a:extLst>
                <a:ext uri="{FF2B5EF4-FFF2-40B4-BE49-F238E27FC236}">
                  <a16:creationId xmlns:a16="http://schemas.microsoft.com/office/drawing/2014/main" id="{27A60EB5-9ECE-5C49-3C4F-A8DA4701E9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899" name="Graphic 898" descr="Deciduous tree with solid fill">
              <a:extLst>
                <a:ext uri="{FF2B5EF4-FFF2-40B4-BE49-F238E27FC236}">
                  <a16:creationId xmlns:a16="http://schemas.microsoft.com/office/drawing/2014/main" id="{67976E47-627F-C2E2-BC83-02ADB31EB9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900" name="Graphic 899" descr="Deciduous tree with solid fill">
              <a:extLst>
                <a:ext uri="{FF2B5EF4-FFF2-40B4-BE49-F238E27FC236}">
                  <a16:creationId xmlns:a16="http://schemas.microsoft.com/office/drawing/2014/main" id="{F7BAEFBF-A538-BF12-D190-ABED03596B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901" name="Graphic 900" descr="Deciduous tree with solid fill">
              <a:extLst>
                <a:ext uri="{FF2B5EF4-FFF2-40B4-BE49-F238E27FC236}">
                  <a16:creationId xmlns:a16="http://schemas.microsoft.com/office/drawing/2014/main" id="{BD4F0F8D-4C61-7CF2-D631-2C9131FA20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902" name="Graphic 901" descr="Deciduous tree with solid fill">
              <a:extLst>
                <a:ext uri="{FF2B5EF4-FFF2-40B4-BE49-F238E27FC236}">
                  <a16:creationId xmlns:a16="http://schemas.microsoft.com/office/drawing/2014/main" id="{F095377D-5F29-3074-71F3-ED53A5E45B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903" name="Graphic 902" descr="Deciduous tree with solid fill">
              <a:extLst>
                <a:ext uri="{FF2B5EF4-FFF2-40B4-BE49-F238E27FC236}">
                  <a16:creationId xmlns:a16="http://schemas.microsoft.com/office/drawing/2014/main" id="{840C538F-112B-272D-C65D-383C4945CC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904" name="Graphic 903" descr="Deciduous tree with solid fill">
              <a:extLst>
                <a:ext uri="{FF2B5EF4-FFF2-40B4-BE49-F238E27FC236}">
                  <a16:creationId xmlns:a16="http://schemas.microsoft.com/office/drawing/2014/main" id="{8A141CC7-0EE0-47B4-0F78-B091D5BD69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905" name="Graphic 904" descr="Deciduous tree with solid fill">
              <a:extLst>
                <a:ext uri="{FF2B5EF4-FFF2-40B4-BE49-F238E27FC236}">
                  <a16:creationId xmlns:a16="http://schemas.microsoft.com/office/drawing/2014/main" id="{1E47A9EC-4DE9-BCA5-050C-B85619285B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906" name="Graphic 905" descr="Deciduous tree with solid fill">
              <a:extLst>
                <a:ext uri="{FF2B5EF4-FFF2-40B4-BE49-F238E27FC236}">
                  <a16:creationId xmlns:a16="http://schemas.microsoft.com/office/drawing/2014/main" id="{7DEDAA38-4E15-521A-F63C-FA868F3470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907" name="Graphic 906" descr="Deciduous tree with solid fill">
              <a:extLst>
                <a:ext uri="{FF2B5EF4-FFF2-40B4-BE49-F238E27FC236}">
                  <a16:creationId xmlns:a16="http://schemas.microsoft.com/office/drawing/2014/main" id="{8F0F5C12-B364-D9E1-4EF2-81D604CD84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908" name="Graphic 907" descr="Deciduous tree with solid fill">
              <a:extLst>
                <a:ext uri="{FF2B5EF4-FFF2-40B4-BE49-F238E27FC236}">
                  <a16:creationId xmlns:a16="http://schemas.microsoft.com/office/drawing/2014/main" id="{AC2D9520-94A1-BE24-CB74-8FA4D805B2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909" name="Graphic 908" descr="Deciduous tree with solid fill">
              <a:extLst>
                <a:ext uri="{FF2B5EF4-FFF2-40B4-BE49-F238E27FC236}">
                  <a16:creationId xmlns:a16="http://schemas.microsoft.com/office/drawing/2014/main" id="{0640E039-C1EF-9BAC-6775-8DB00CC38D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910" name="Graphic 909" descr="Deciduous tree with solid fill">
              <a:extLst>
                <a:ext uri="{FF2B5EF4-FFF2-40B4-BE49-F238E27FC236}">
                  <a16:creationId xmlns:a16="http://schemas.microsoft.com/office/drawing/2014/main" id="{407BEF29-9FE3-3ACA-EAE9-318AD30920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911" name="Graphic 910" descr="Deciduous tree with solid fill">
              <a:extLst>
                <a:ext uri="{FF2B5EF4-FFF2-40B4-BE49-F238E27FC236}">
                  <a16:creationId xmlns:a16="http://schemas.microsoft.com/office/drawing/2014/main" id="{103B164A-6151-EE99-9E8F-DBA1086738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912" name="Graphic 911" descr="Deciduous tree with solid fill">
              <a:extLst>
                <a:ext uri="{FF2B5EF4-FFF2-40B4-BE49-F238E27FC236}">
                  <a16:creationId xmlns:a16="http://schemas.microsoft.com/office/drawing/2014/main" id="{BD82DA17-7C41-3C7E-6417-48F8B33F57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913" name="Graphic 912" descr="Deciduous tree with solid fill">
              <a:extLst>
                <a:ext uri="{FF2B5EF4-FFF2-40B4-BE49-F238E27FC236}">
                  <a16:creationId xmlns:a16="http://schemas.microsoft.com/office/drawing/2014/main" id="{B198ED4A-8A59-EA14-7E0E-4D1FA92783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914" name="Graphic 913" descr="Deciduous tree with solid fill">
              <a:extLst>
                <a:ext uri="{FF2B5EF4-FFF2-40B4-BE49-F238E27FC236}">
                  <a16:creationId xmlns:a16="http://schemas.microsoft.com/office/drawing/2014/main" id="{A8E4EF70-019A-A981-C47A-9BD10495B3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915" name="Graphic 914" descr="Deciduous tree with solid fill">
              <a:extLst>
                <a:ext uri="{FF2B5EF4-FFF2-40B4-BE49-F238E27FC236}">
                  <a16:creationId xmlns:a16="http://schemas.microsoft.com/office/drawing/2014/main" id="{9090F818-F682-2A19-2CDF-CC1D1ADF92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916" name="Graphic 915" descr="Deciduous tree with solid fill">
              <a:extLst>
                <a:ext uri="{FF2B5EF4-FFF2-40B4-BE49-F238E27FC236}">
                  <a16:creationId xmlns:a16="http://schemas.microsoft.com/office/drawing/2014/main" id="{D7959F0C-F3C1-9CC7-3565-DABEA072CF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917" name="Graphic 916" descr="Deciduous tree with solid fill">
              <a:extLst>
                <a:ext uri="{FF2B5EF4-FFF2-40B4-BE49-F238E27FC236}">
                  <a16:creationId xmlns:a16="http://schemas.microsoft.com/office/drawing/2014/main" id="{A00643E6-D0C6-C839-29F7-BC63B7E5B3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918" name="Graphic 917" descr="Deciduous tree with solid fill">
              <a:extLst>
                <a:ext uri="{FF2B5EF4-FFF2-40B4-BE49-F238E27FC236}">
                  <a16:creationId xmlns:a16="http://schemas.microsoft.com/office/drawing/2014/main" id="{24B761FC-8D99-B860-DD7B-E7A429B874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919" name="Graphic 918" descr="Deciduous tree with solid fill">
              <a:extLst>
                <a:ext uri="{FF2B5EF4-FFF2-40B4-BE49-F238E27FC236}">
                  <a16:creationId xmlns:a16="http://schemas.microsoft.com/office/drawing/2014/main" id="{0B1FEC7B-6832-5226-592E-2010DCD82A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920" name="Graphic 919" descr="Deciduous tree with solid fill">
              <a:extLst>
                <a:ext uri="{FF2B5EF4-FFF2-40B4-BE49-F238E27FC236}">
                  <a16:creationId xmlns:a16="http://schemas.microsoft.com/office/drawing/2014/main" id="{C7113BB8-94AC-5A2B-E8DD-A1ED9A9721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921" name="Graphic 920" descr="Deciduous tree with solid fill">
              <a:extLst>
                <a:ext uri="{FF2B5EF4-FFF2-40B4-BE49-F238E27FC236}">
                  <a16:creationId xmlns:a16="http://schemas.microsoft.com/office/drawing/2014/main" id="{971CA6F6-1C3B-81D6-2686-9BAB31F74A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922" name="Graphic 921" descr="Deciduous tree with solid fill">
              <a:extLst>
                <a:ext uri="{FF2B5EF4-FFF2-40B4-BE49-F238E27FC236}">
                  <a16:creationId xmlns:a16="http://schemas.microsoft.com/office/drawing/2014/main" id="{FC085925-A23A-33DB-D67B-4C7C6DF77B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923" name="Graphic 922" descr="Deciduous tree with solid fill">
              <a:extLst>
                <a:ext uri="{FF2B5EF4-FFF2-40B4-BE49-F238E27FC236}">
                  <a16:creationId xmlns:a16="http://schemas.microsoft.com/office/drawing/2014/main" id="{91F4D25D-9E00-0417-C2CC-BB3E25DFCA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924" name="Graphic 923" descr="Deciduous tree with solid fill">
              <a:extLst>
                <a:ext uri="{FF2B5EF4-FFF2-40B4-BE49-F238E27FC236}">
                  <a16:creationId xmlns:a16="http://schemas.microsoft.com/office/drawing/2014/main" id="{7897DAF6-435D-E96C-E4B8-6F53FDD666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925" name="Graphic 924" descr="Deciduous tree with solid fill">
              <a:extLst>
                <a:ext uri="{FF2B5EF4-FFF2-40B4-BE49-F238E27FC236}">
                  <a16:creationId xmlns:a16="http://schemas.microsoft.com/office/drawing/2014/main" id="{B4F13CDB-CD87-0127-0812-934C710619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926" name="Graphic 925" descr="Deciduous tree with solid fill">
              <a:extLst>
                <a:ext uri="{FF2B5EF4-FFF2-40B4-BE49-F238E27FC236}">
                  <a16:creationId xmlns:a16="http://schemas.microsoft.com/office/drawing/2014/main" id="{16215259-2C04-674C-6357-5E3F49CE5E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927" name="Graphic 926" descr="Deciduous tree with solid fill">
              <a:extLst>
                <a:ext uri="{FF2B5EF4-FFF2-40B4-BE49-F238E27FC236}">
                  <a16:creationId xmlns:a16="http://schemas.microsoft.com/office/drawing/2014/main" id="{B796759A-BB8D-EE52-70A9-876BA579AE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928" name="Graphic 927" descr="Deciduous tree with solid fill">
              <a:extLst>
                <a:ext uri="{FF2B5EF4-FFF2-40B4-BE49-F238E27FC236}">
                  <a16:creationId xmlns:a16="http://schemas.microsoft.com/office/drawing/2014/main" id="{9AC32271-46E7-57E9-AD9D-1CEDF43692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929" name="Graphic 928" descr="Deciduous tree with solid fill">
              <a:extLst>
                <a:ext uri="{FF2B5EF4-FFF2-40B4-BE49-F238E27FC236}">
                  <a16:creationId xmlns:a16="http://schemas.microsoft.com/office/drawing/2014/main" id="{78050FCB-96BB-E4A4-4CE6-B9AB04B5CA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930" name="Graphic 929" descr="Deciduous tree with solid fill">
              <a:extLst>
                <a:ext uri="{FF2B5EF4-FFF2-40B4-BE49-F238E27FC236}">
                  <a16:creationId xmlns:a16="http://schemas.microsoft.com/office/drawing/2014/main" id="{05B708CC-2A90-D1ED-DC82-2D212F001D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931" name="Graphic 930" descr="Deciduous tree with solid fill">
              <a:extLst>
                <a:ext uri="{FF2B5EF4-FFF2-40B4-BE49-F238E27FC236}">
                  <a16:creationId xmlns:a16="http://schemas.microsoft.com/office/drawing/2014/main" id="{DE63C876-5DAD-B32E-AB2E-266A1949F6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932" name="Graphic 931" descr="Deciduous tree with solid fill">
              <a:extLst>
                <a:ext uri="{FF2B5EF4-FFF2-40B4-BE49-F238E27FC236}">
                  <a16:creationId xmlns:a16="http://schemas.microsoft.com/office/drawing/2014/main" id="{7B8741F0-A969-771B-37CF-946CA5ABA9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933" name="Graphic 932" descr="Deciduous tree with solid fill">
              <a:extLst>
                <a:ext uri="{FF2B5EF4-FFF2-40B4-BE49-F238E27FC236}">
                  <a16:creationId xmlns:a16="http://schemas.microsoft.com/office/drawing/2014/main" id="{5FF31C97-70DA-C0AE-631F-BE042E7720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934" name="Graphic 933" descr="Deciduous tree with solid fill">
              <a:extLst>
                <a:ext uri="{FF2B5EF4-FFF2-40B4-BE49-F238E27FC236}">
                  <a16:creationId xmlns:a16="http://schemas.microsoft.com/office/drawing/2014/main" id="{50E1A02D-9F17-B0FA-70D6-8A50124E5B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935" name="Graphic 934" descr="Deciduous tree with solid fill">
              <a:extLst>
                <a:ext uri="{FF2B5EF4-FFF2-40B4-BE49-F238E27FC236}">
                  <a16:creationId xmlns:a16="http://schemas.microsoft.com/office/drawing/2014/main" id="{736DA153-89DE-B0C3-A683-C4AC523331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936" name="Graphic 935" descr="Deciduous tree with solid fill">
              <a:extLst>
                <a:ext uri="{FF2B5EF4-FFF2-40B4-BE49-F238E27FC236}">
                  <a16:creationId xmlns:a16="http://schemas.microsoft.com/office/drawing/2014/main" id="{E6B4F1C2-CC69-CA0B-39A0-AF8EC5DE35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937" name="Graphic 936" descr="Deciduous tree with solid fill">
              <a:extLst>
                <a:ext uri="{FF2B5EF4-FFF2-40B4-BE49-F238E27FC236}">
                  <a16:creationId xmlns:a16="http://schemas.microsoft.com/office/drawing/2014/main" id="{D2B77299-0AE3-1E82-A668-44F14C0112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938" name="Graphic 937" descr="Deciduous tree with solid fill">
              <a:extLst>
                <a:ext uri="{FF2B5EF4-FFF2-40B4-BE49-F238E27FC236}">
                  <a16:creationId xmlns:a16="http://schemas.microsoft.com/office/drawing/2014/main" id="{C0EA1105-B924-63D1-5BDD-B41B7FE8B0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939" name="Graphic 938" descr="Deciduous tree with solid fill">
              <a:extLst>
                <a:ext uri="{FF2B5EF4-FFF2-40B4-BE49-F238E27FC236}">
                  <a16:creationId xmlns:a16="http://schemas.microsoft.com/office/drawing/2014/main" id="{43BFBD97-404E-33C0-867D-C4B2602DE0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940" name="Graphic 939" descr="Deciduous tree with solid fill">
              <a:extLst>
                <a:ext uri="{FF2B5EF4-FFF2-40B4-BE49-F238E27FC236}">
                  <a16:creationId xmlns:a16="http://schemas.microsoft.com/office/drawing/2014/main" id="{887D38FC-7907-C6C5-6117-AB6C27BD8D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941" name="Graphic 940" descr="Deciduous tree with solid fill">
              <a:extLst>
                <a:ext uri="{FF2B5EF4-FFF2-40B4-BE49-F238E27FC236}">
                  <a16:creationId xmlns:a16="http://schemas.microsoft.com/office/drawing/2014/main" id="{FA0DB54E-0F60-07A6-3786-E96B56C8DB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942" name="Graphic 941" descr="Deciduous tree with solid fill">
              <a:extLst>
                <a:ext uri="{FF2B5EF4-FFF2-40B4-BE49-F238E27FC236}">
                  <a16:creationId xmlns:a16="http://schemas.microsoft.com/office/drawing/2014/main" id="{406C4CB3-4D48-D3CA-203D-E2E5B134C1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943" name="Graphic 942" descr="Deciduous tree with solid fill">
              <a:extLst>
                <a:ext uri="{FF2B5EF4-FFF2-40B4-BE49-F238E27FC236}">
                  <a16:creationId xmlns:a16="http://schemas.microsoft.com/office/drawing/2014/main" id="{E603A002-51BF-A4B3-A512-F0AB0DA582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944" name="Graphic 943" descr="Deciduous tree with solid fill">
              <a:extLst>
                <a:ext uri="{FF2B5EF4-FFF2-40B4-BE49-F238E27FC236}">
                  <a16:creationId xmlns:a16="http://schemas.microsoft.com/office/drawing/2014/main" id="{508912F1-81B6-6FC5-49BB-67A84C2219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945" name="Graphic 944" descr="Deciduous tree with solid fill">
              <a:extLst>
                <a:ext uri="{FF2B5EF4-FFF2-40B4-BE49-F238E27FC236}">
                  <a16:creationId xmlns:a16="http://schemas.microsoft.com/office/drawing/2014/main" id="{7BA6A1F3-5104-DB84-C262-D3D3F1DF19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946" name="Graphic 945" descr="Deciduous tree with solid fill">
              <a:extLst>
                <a:ext uri="{FF2B5EF4-FFF2-40B4-BE49-F238E27FC236}">
                  <a16:creationId xmlns:a16="http://schemas.microsoft.com/office/drawing/2014/main" id="{36184D67-209D-52EB-4FC4-BBF497AF14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947" name="Graphic 946" descr="Deciduous tree with solid fill">
              <a:extLst>
                <a:ext uri="{FF2B5EF4-FFF2-40B4-BE49-F238E27FC236}">
                  <a16:creationId xmlns:a16="http://schemas.microsoft.com/office/drawing/2014/main" id="{D59166E2-DB6A-5700-C4E8-1677255061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948" name="Graphic 947" descr="Deciduous tree with solid fill">
              <a:extLst>
                <a:ext uri="{FF2B5EF4-FFF2-40B4-BE49-F238E27FC236}">
                  <a16:creationId xmlns:a16="http://schemas.microsoft.com/office/drawing/2014/main" id="{4C5F1756-6504-D17A-A42C-372E9C99F3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949" name="Graphic 948" descr="Deciduous tree with solid fill">
              <a:extLst>
                <a:ext uri="{FF2B5EF4-FFF2-40B4-BE49-F238E27FC236}">
                  <a16:creationId xmlns:a16="http://schemas.microsoft.com/office/drawing/2014/main" id="{33563201-0805-A732-F3DC-4FF2E59EA7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950" name="Graphic 949" descr="Deciduous tree with solid fill">
              <a:extLst>
                <a:ext uri="{FF2B5EF4-FFF2-40B4-BE49-F238E27FC236}">
                  <a16:creationId xmlns:a16="http://schemas.microsoft.com/office/drawing/2014/main" id="{44E93255-CD9B-3FC3-87FA-9121C39F7E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951" name="Graphic 950" descr="Deciduous tree with solid fill">
              <a:extLst>
                <a:ext uri="{FF2B5EF4-FFF2-40B4-BE49-F238E27FC236}">
                  <a16:creationId xmlns:a16="http://schemas.microsoft.com/office/drawing/2014/main" id="{2C72A303-02C7-DEE0-673E-980325EC8E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952" name="Graphic 951" descr="Deciduous tree with solid fill">
              <a:extLst>
                <a:ext uri="{FF2B5EF4-FFF2-40B4-BE49-F238E27FC236}">
                  <a16:creationId xmlns:a16="http://schemas.microsoft.com/office/drawing/2014/main" id="{E742A660-5534-8EC1-FB6B-8BD542E061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953" name="Graphic 952" descr="Deciduous tree with solid fill">
              <a:extLst>
                <a:ext uri="{FF2B5EF4-FFF2-40B4-BE49-F238E27FC236}">
                  <a16:creationId xmlns:a16="http://schemas.microsoft.com/office/drawing/2014/main" id="{FB69CB1A-0FD8-B463-828E-7C1BAFE6BC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954" name="Graphic 953" descr="Deciduous tree with solid fill">
              <a:extLst>
                <a:ext uri="{FF2B5EF4-FFF2-40B4-BE49-F238E27FC236}">
                  <a16:creationId xmlns:a16="http://schemas.microsoft.com/office/drawing/2014/main" id="{82356E36-FACE-4BE9-B373-3A18A3801A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955" name="Graphic 954" descr="Deciduous tree with solid fill">
              <a:extLst>
                <a:ext uri="{FF2B5EF4-FFF2-40B4-BE49-F238E27FC236}">
                  <a16:creationId xmlns:a16="http://schemas.microsoft.com/office/drawing/2014/main" id="{CE0F92E4-B204-41DD-696A-6EEB073EC8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956" name="Graphic 955" descr="Deciduous tree with solid fill">
              <a:extLst>
                <a:ext uri="{FF2B5EF4-FFF2-40B4-BE49-F238E27FC236}">
                  <a16:creationId xmlns:a16="http://schemas.microsoft.com/office/drawing/2014/main" id="{305BDF4B-ADFE-5C81-0584-8840DFCBCC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957" name="Graphic 956" descr="Deciduous tree with solid fill">
              <a:extLst>
                <a:ext uri="{FF2B5EF4-FFF2-40B4-BE49-F238E27FC236}">
                  <a16:creationId xmlns:a16="http://schemas.microsoft.com/office/drawing/2014/main" id="{62D8541A-B478-DEAC-E093-21B6DA2BCE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958" name="Graphic 957" descr="Deciduous tree with solid fill">
              <a:extLst>
                <a:ext uri="{FF2B5EF4-FFF2-40B4-BE49-F238E27FC236}">
                  <a16:creationId xmlns:a16="http://schemas.microsoft.com/office/drawing/2014/main" id="{58450CC4-BF7F-4363-8EAF-030ABE40C1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959" name="Graphic 958" descr="Deciduous tree with solid fill">
              <a:extLst>
                <a:ext uri="{FF2B5EF4-FFF2-40B4-BE49-F238E27FC236}">
                  <a16:creationId xmlns:a16="http://schemas.microsoft.com/office/drawing/2014/main" id="{244C4283-1AB6-495B-9420-A43EDBD1CB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960" name="Graphic 959" descr="Deciduous tree with solid fill">
              <a:extLst>
                <a:ext uri="{FF2B5EF4-FFF2-40B4-BE49-F238E27FC236}">
                  <a16:creationId xmlns:a16="http://schemas.microsoft.com/office/drawing/2014/main" id="{AC9BF50E-8B89-1B92-7D5C-67F8283E3B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961" name="Graphic 960" descr="Deciduous tree with solid fill">
              <a:extLst>
                <a:ext uri="{FF2B5EF4-FFF2-40B4-BE49-F238E27FC236}">
                  <a16:creationId xmlns:a16="http://schemas.microsoft.com/office/drawing/2014/main" id="{747E67AE-312F-6031-50A6-56A17AADA9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962" name="Graphic 961" descr="Deciduous tree with solid fill">
              <a:extLst>
                <a:ext uri="{FF2B5EF4-FFF2-40B4-BE49-F238E27FC236}">
                  <a16:creationId xmlns:a16="http://schemas.microsoft.com/office/drawing/2014/main" id="{3404C33D-A613-A904-22F9-C396C7FE0D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963" name="Graphic 962" descr="Deciduous tree with solid fill">
              <a:extLst>
                <a:ext uri="{FF2B5EF4-FFF2-40B4-BE49-F238E27FC236}">
                  <a16:creationId xmlns:a16="http://schemas.microsoft.com/office/drawing/2014/main" id="{C297253A-CA60-B6E8-8588-31F0B4E6F7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964" name="Graphic 963" descr="Deciduous tree with solid fill">
              <a:extLst>
                <a:ext uri="{FF2B5EF4-FFF2-40B4-BE49-F238E27FC236}">
                  <a16:creationId xmlns:a16="http://schemas.microsoft.com/office/drawing/2014/main" id="{472F8630-8D98-E7C5-BFAD-2E5FD921AF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965" name="Graphic 964" descr="Deciduous tree with solid fill">
              <a:extLst>
                <a:ext uri="{FF2B5EF4-FFF2-40B4-BE49-F238E27FC236}">
                  <a16:creationId xmlns:a16="http://schemas.microsoft.com/office/drawing/2014/main" id="{F47027D0-421D-C4F2-9646-62CAC2701E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966" name="Graphic 965" descr="Deciduous tree with solid fill">
              <a:extLst>
                <a:ext uri="{FF2B5EF4-FFF2-40B4-BE49-F238E27FC236}">
                  <a16:creationId xmlns:a16="http://schemas.microsoft.com/office/drawing/2014/main" id="{DA3D60DD-EC00-FCFE-96DA-9D1717EBAA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819" y="2160331"/>
              <a:ext cx="209457" cy="196411"/>
            </a:xfrm>
            <a:prstGeom prst="rect">
              <a:avLst/>
            </a:prstGeom>
          </p:spPr>
        </p:pic>
        <p:pic>
          <p:nvPicPr>
            <p:cNvPr id="967" name="Graphic 966" descr="Deciduous tree with solid fill">
              <a:extLst>
                <a:ext uri="{FF2B5EF4-FFF2-40B4-BE49-F238E27FC236}">
                  <a16:creationId xmlns:a16="http://schemas.microsoft.com/office/drawing/2014/main" id="{D0D4B8B4-E12C-9C78-FAFF-9CA74DCBD6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7192" y="2256190"/>
              <a:ext cx="209457" cy="196411"/>
            </a:xfrm>
            <a:prstGeom prst="rect">
              <a:avLst/>
            </a:prstGeom>
          </p:spPr>
        </p:pic>
        <p:pic>
          <p:nvPicPr>
            <p:cNvPr id="968" name="Graphic 967" descr="Deciduous tree with solid fill">
              <a:extLst>
                <a:ext uri="{FF2B5EF4-FFF2-40B4-BE49-F238E27FC236}">
                  <a16:creationId xmlns:a16="http://schemas.microsoft.com/office/drawing/2014/main" id="{745B9007-D775-E6E0-7A48-E9B0A9EF36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3396" y="2072292"/>
              <a:ext cx="209457" cy="196411"/>
            </a:xfrm>
            <a:prstGeom prst="rect">
              <a:avLst/>
            </a:prstGeom>
          </p:spPr>
        </p:pic>
        <p:pic>
          <p:nvPicPr>
            <p:cNvPr id="969" name="Graphic 968" descr="Deciduous tree with solid fill">
              <a:extLst>
                <a:ext uri="{FF2B5EF4-FFF2-40B4-BE49-F238E27FC236}">
                  <a16:creationId xmlns:a16="http://schemas.microsoft.com/office/drawing/2014/main" id="{E43395B4-ED99-1BE4-AE72-391E40F9F5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54920" y="4168704"/>
              <a:ext cx="209457" cy="196411"/>
            </a:xfrm>
            <a:prstGeom prst="rect">
              <a:avLst/>
            </a:prstGeom>
          </p:spPr>
        </p:pic>
        <p:pic>
          <p:nvPicPr>
            <p:cNvPr id="970" name="Graphic 969" descr="Deciduous tree with solid fill">
              <a:extLst>
                <a:ext uri="{FF2B5EF4-FFF2-40B4-BE49-F238E27FC236}">
                  <a16:creationId xmlns:a16="http://schemas.microsoft.com/office/drawing/2014/main" id="{F88B4913-EEEC-F0E9-DE7D-A892AB8392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8886" y="2379681"/>
              <a:ext cx="209457" cy="196411"/>
            </a:xfrm>
            <a:prstGeom prst="rect">
              <a:avLst/>
            </a:prstGeom>
          </p:spPr>
        </p:pic>
        <p:pic>
          <p:nvPicPr>
            <p:cNvPr id="971" name="Graphic 970" descr="Deciduous tree with solid fill">
              <a:extLst>
                <a:ext uri="{FF2B5EF4-FFF2-40B4-BE49-F238E27FC236}">
                  <a16:creationId xmlns:a16="http://schemas.microsoft.com/office/drawing/2014/main" id="{87E80F5F-E3FE-325C-5848-96FC3C1A44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0581" y="2503173"/>
              <a:ext cx="209457" cy="196411"/>
            </a:xfrm>
            <a:prstGeom prst="rect">
              <a:avLst/>
            </a:prstGeom>
          </p:spPr>
        </p:pic>
        <p:pic>
          <p:nvPicPr>
            <p:cNvPr id="972" name="Graphic 971" descr="Deciduous tree with solid fill">
              <a:extLst>
                <a:ext uri="{FF2B5EF4-FFF2-40B4-BE49-F238E27FC236}">
                  <a16:creationId xmlns:a16="http://schemas.microsoft.com/office/drawing/2014/main" id="{1104EB07-1A4A-78C8-A737-4E1B4B7BAB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8" y="2626664"/>
              <a:ext cx="209457" cy="196411"/>
            </a:xfrm>
            <a:prstGeom prst="rect">
              <a:avLst/>
            </a:prstGeom>
          </p:spPr>
        </p:pic>
        <p:pic>
          <p:nvPicPr>
            <p:cNvPr id="973" name="Graphic 972" descr="Deciduous tree with solid fill">
              <a:extLst>
                <a:ext uri="{FF2B5EF4-FFF2-40B4-BE49-F238E27FC236}">
                  <a16:creationId xmlns:a16="http://schemas.microsoft.com/office/drawing/2014/main" id="{E25F4050-691C-F046-C4C3-6BCE7FE38E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3971" y="2750155"/>
              <a:ext cx="209457" cy="196411"/>
            </a:xfrm>
            <a:prstGeom prst="rect">
              <a:avLst/>
            </a:prstGeom>
          </p:spPr>
        </p:pic>
        <p:pic>
          <p:nvPicPr>
            <p:cNvPr id="974" name="Graphic 973" descr="Deciduous tree with solid fill">
              <a:extLst>
                <a:ext uri="{FF2B5EF4-FFF2-40B4-BE49-F238E27FC236}">
                  <a16:creationId xmlns:a16="http://schemas.microsoft.com/office/drawing/2014/main" id="{4CAEEA9E-EB3A-95CB-1B82-1DF6CFD0C4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666" y="2873647"/>
              <a:ext cx="209457" cy="196411"/>
            </a:xfrm>
            <a:prstGeom prst="rect">
              <a:avLst/>
            </a:prstGeom>
          </p:spPr>
        </p:pic>
        <p:pic>
          <p:nvPicPr>
            <p:cNvPr id="975" name="Graphic 974" descr="Deciduous tree with solid fill">
              <a:extLst>
                <a:ext uri="{FF2B5EF4-FFF2-40B4-BE49-F238E27FC236}">
                  <a16:creationId xmlns:a16="http://schemas.microsoft.com/office/drawing/2014/main" id="{109CA8FB-91F9-472E-8A25-B4C36CF704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361" y="2997137"/>
              <a:ext cx="209457" cy="196411"/>
            </a:xfrm>
            <a:prstGeom prst="rect">
              <a:avLst/>
            </a:prstGeom>
          </p:spPr>
        </p:pic>
        <p:pic>
          <p:nvPicPr>
            <p:cNvPr id="976" name="Graphic 975" descr="Deciduous tree with solid fill">
              <a:extLst>
                <a:ext uri="{FF2B5EF4-FFF2-40B4-BE49-F238E27FC236}">
                  <a16:creationId xmlns:a16="http://schemas.microsoft.com/office/drawing/2014/main" id="{F44DEA09-75D3-9871-E1F7-03079F8D76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055" y="3120629"/>
              <a:ext cx="209457" cy="196411"/>
            </a:xfrm>
            <a:prstGeom prst="rect">
              <a:avLst/>
            </a:prstGeom>
          </p:spPr>
        </p:pic>
        <p:pic>
          <p:nvPicPr>
            <p:cNvPr id="977" name="Graphic 976" descr="Deciduous tree with solid fill">
              <a:extLst>
                <a:ext uri="{FF2B5EF4-FFF2-40B4-BE49-F238E27FC236}">
                  <a16:creationId xmlns:a16="http://schemas.microsoft.com/office/drawing/2014/main" id="{DC410B9B-34D9-EE59-081B-B57845152E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0751" y="3244121"/>
              <a:ext cx="209457" cy="196411"/>
            </a:xfrm>
            <a:prstGeom prst="rect">
              <a:avLst/>
            </a:prstGeom>
          </p:spPr>
        </p:pic>
        <p:pic>
          <p:nvPicPr>
            <p:cNvPr id="978" name="Graphic 977" descr="Deciduous tree with solid fill">
              <a:extLst>
                <a:ext uri="{FF2B5EF4-FFF2-40B4-BE49-F238E27FC236}">
                  <a16:creationId xmlns:a16="http://schemas.microsoft.com/office/drawing/2014/main" id="{66C65074-F5EE-699C-C09F-43826F13D7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446" y="3367612"/>
              <a:ext cx="209457" cy="196411"/>
            </a:xfrm>
            <a:prstGeom prst="rect">
              <a:avLst/>
            </a:prstGeom>
          </p:spPr>
        </p:pic>
        <p:pic>
          <p:nvPicPr>
            <p:cNvPr id="979" name="Graphic 978" descr="Deciduous tree with solid fill">
              <a:extLst>
                <a:ext uri="{FF2B5EF4-FFF2-40B4-BE49-F238E27FC236}">
                  <a16:creationId xmlns:a16="http://schemas.microsoft.com/office/drawing/2014/main" id="{8FF21B84-BA85-EBE9-C1E2-EC15094EE1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140" y="3491103"/>
              <a:ext cx="209457" cy="196411"/>
            </a:xfrm>
            <a:prstGeom prst="rect">
              <a:avLst/>
            </a:prstGeom>
          </p:spPr>
        </p:pic>
        <p:pic>
          <p:nvPicPr>
            <p:cNvPr id="980" name="Graphic 979" descr="Deciduous tree with solid fill">
              <a:extLst>
                <a:ext uri="{FF2B5EF4-FFF2-40B4-BE49-F238E27FC236}">
                  <a16:creationId xmlns:a16="http://schemas.microsoft.com/office/drawing/2014/main" id="{662A622D-7DE6-0EE4-CABF-B424D2416D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5834" y="3614593"/>
              <a:ext cx="209457" cy="196411"/>
            </a:xfrm>
            <a:prstGeom prst="rect">
              <a:avLst/>
            </a:prstGeom>
          </p:spPr>
        </p:pic>
        <p:pic>
          <p:nvPicPr>
            <p:cNvPr id="981" name="Graphic 980" descr="Deciduous tree with solid fill">
              <a:extLst>
                <a:ext uri="{FF2B5EF4-FFF2-40B4-BE49-F238E27FC236}">
                  <a16:creationId xmlns:a16="http://schemas.microsoft.com/office/drawing/2014/main" id="{1B4C33F2-07B2-F3F4-0F07-9206E81A8F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529" y="3738084"/>
              <a:ext cx="209457" cy="196411"/>
            </a:xfrm>
            <a:prstGeom prst="rect">
              <a:avLst/>
            </a:prstGeom>
          </p:spPr>
        </p:pic>
        <p:pic>
          <p:nvPicPr>
            <p:cNvPr id="982" name="Graphic 981" descr="Deciduous tree with solid fill">
              <a:extLst>
                <a:ext uri="{FF2B5EF4-FFF2-40B4-BE49-F238E27FC236}">
                  <a16:creationId xmlns:a16="http://schemas.microsoft.com/office/drawing/2014/main" id="{33A563D0-6797-21E9-5E5C-BAEE43237A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223" y="3861576"/>
              <a:ext cx="209457" cy="196411"/>
            </a:xfrm>
            <a:prstGeom prst="rect">
              <a:avLst/>
            </a:prstGeom>
          </p:spPr>
        </p:pic>
        <p:pic>
          <p:nvPicPr>
            <p:cNvPr id="983" name="Graphic 982" descr="Deciduous tree with solid fill">
              <a:extLst>
                <a:ext uri="{FF2B5EF4-FFF2-40B4-BE49-F238E27FC236}">
                  <a16:creationId xmlns:a16="http://schemas.microsoft.com/office/drawing/2014/main" id="{376CBAD6-59DF-AAD4-3AE9-936835CE28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94513" y="2283821"/>
              <a:ext cx="209457" cy="196411"/>
            </a:xfrm>
            <a:prstGeom prst="rect">
              <a:avLst/>
            </a:prstGeom>
          </p:spPr>
        </p:pic>
        <p:pic>
          <p:nvPicPr>
            <p:cNvPr id="984" name="Graphic 983" descr="Deciduous tree with solid fill">
              <a:extLst>
                <a:ext uri="{FF2B5EF4-FFF2-40B4-BE49-F238E27FC236}">
                  <a16:creationId xmlns:a16="http://schemas.microsoft.com/office/drawing/2014/main" id="{3D51B7A9-394F-C5E3-2AC3-4CBF410EB7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6208" y="2407313"/>
              <a:ext cx="209457" cy="196411"/>
            </a:xfrm>
            <a:prstGeom prst="rect">
              <a:avLst/>
            </a:prstGeom>
          </p:spPr>
        </p:pic>
        <p:pic>
          <p:nvPicPr>
            <p:cNvPr id="985" name="Graphic 984" descr="Deciduous tree with solid fill">
              <a:extLst>
                <a:ext uri="{FF2B5EF4-FFF2-40B4-BE49-F238E27FC236}">
                  <a16:creationId xmlns:a16="http://schemas.microsoft.com/office/drawing/2014/main" id="{327587C1-3161-305D-ABE8-70E199C7CC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904" y="2530805"/>
              <a:ext cx="209457" cy="196411"/>
            </a:xfrm>
            <a:prstGeom prst="rect">
              <a:avLst/>
            </a:prstGeom>
          </p:spPr>
        </p:pic>
        <p:pic>
          <p:nvPicPr>
            <p:cNvPr id="986" name="Graphic 985" descr="Deciduous tree with solid fill">
              <a:extLst>
                <a:ext uri="{FF2B5EF4-FFF2-40B4-BE49-F238E27FC236}">
                  <a16:creationId xmlns:a16="http://schemas.microsoft.com/office/drawing/2014/main" id="{E8ACFAE7-1A99-5D42-D69E-C1BCCA7646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598" y="2654296"/>
              <a:ext cx="209457" cy="196411"/>
            </a:xfrm>
            <a:prstGeom prst="rect">
              <a:avLst/>
            </a:prstGeom>
          </p:spPr>
        </p:pic>
        <p:pic>
          <p:nvPicPr>
            <p:cNvPr id="987" name="Graphic 986" descr="Deciduous tree with solid fill">
              <a:extLst>
                <a:ext uri="{FF2B5EF4-FFF2-40B4-BE49-F238E27FC236}">
                  <a16:creationId xmlns:a16="http://schemas.microsoft.com/office/drawing/2014/main" id="{FF260F2F-7C25-BBCD-19DC-4ED43C8D34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292" y="2777787"/>
              <a:ext cx="209457" cy="196411"/>
            </a:xfrm>
            <a:prstGeom prst="rect">
              <a:avLst/>
            </a:prstGeom>
          </p:spPr>
        </p:pic>
        <p:pic>
          <p:nvPicPr>
            <p:cNvPr id="988" name="Graphic 987" descr="Deciduous tree with solid fill">
              <a:extLst>
                <a:ext uri="{FF2B5EF4-FFF2-40B4-BE49-F238E27FC236}">
                  <a16:creationId xmlns:a16="http://schemas.microsoft.com/office/drawing/2014/main" id="{A790120C-5A7E-BFE5-B671-CC70097F50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2988" y="2901278"/>
              <a:ext cx="209457" cy="196411"/>
            </a:xfrm>
            <a:prstGeom prst="rect">
              <a:avLst/>
            </a:prstGeom>
          </p:spPr>
        </p:pic>
        <p:pic>
          <p:nvPicPr>
            <p:cNvPr id="989" name="Graphic 988" descr="Deciduous tree with solid fill">
              <a:extLst>
                <a:ext uri="{FF2B5EF4-FFF2-40B4-BE49-F238E27FC236}">
                  <a16:creationId xmlns:a16="http://schemas.microsoft.com/office/drawing/2014/main" id="{F20DAB14-A5CF-0B5E-36EB-4E08DB4732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683" y="3024768"/>
              <a:ext cx="209457" cy="196411"/>
            </a:xfrm>
            <a:prstGeom prst="rect">
              <a:avLst/>
            </a:prstGeom>
          </p:spPr>
        </p:pic>
        <p:pic>
          <p:nvPicPr>
            <p:cNvPr id="990" name="Graphic 989" descr="Deciduous tree with solid fill">
              <a:extLst>
                <a:ext uri="{FF2B5EF4-FFF2-40B4-BE49-F238E27FC236}">
                  <a16:creationId xmlns:a16="http://schemas.microsoft.com/office/drawing/2014/main" id="{49D9D7B3-A7F0-B046-62CB-ECE8C479E3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376" y="3148261"/>
              <a:ext cx="209457" cy="196411"/>
            </a:xfrm>
            <a:prstGeom prst="rect">
              <a:avLst/>
            </a:prstGeom>
          </p:spPr>
        </p:pic>
        <p:pic>
          <p:nvPicPr>
            <p:cNvPr id="991" name="Graphic 990" descr="Deciduous tree with solid fill">
              <a:extLst>
                <a:ext uri="{FF2B5EF4-FFF2-40B4-BE49-F238E27FC236}">
                  <a16:creationId xmlns:a16="http://schemas.microsoft.com/office/drawing/2014/main" id="{F038CC12-1C56-4CF2-66C5-0EBEA3A1CD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073" y="3271751"/>
              <a:ext cx="209457" cy="196411"/>
            </a:xfrm>
            <a:prstGeom prst="rect">
              <a:avLst/>
            </a:prstGeom>
          </p:spPr>
        </p:pic>
        <p:pic>
          <p:nvPicPr>
            <p:cNvPr id="992" name="Graphic 991" descr="Deciduous tree with solid fill">
              <a:extLst>
                <a:ext uri="{FF2B5EF4-FFF2-40B4-BE49-F238E27FC236}">
                  <a16:creationId xmlns:a16="http://schemas.microsoft.com/office/drawing/2014/main" id="{8A1F2795-F93D-F8DD-8F83-BDF55708F5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79766" y="3395242"/>
              <a:ext cx="209457" cy="196411"/>
            </a:xfrm>
            <a:prstGeom prst="rect">
              <a:avLst/>
            </a:prstGeom>
          </p:spPr>
        </p:pic>
        <p:pic>
          <p:nvPicPr>
            <p:cNvPr id="993" name="Graphic 992" descr="Deciduous tree with solid fill">
              <a:extLst>
                <a:ext uri="{FF2B5EF4-FFF2-40B4-BE49-F238E27FC236}">
                  <a16:creationId xmlns:a16="http://schemas.microsoft.com/office/drawing/2014/main" id="{80F90D94-46E2-C1A8-BE35-E41F21A534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460" y="3518734"/>
              <a:ext cx="209457" cy="196411"/>
            </a:xfrm>
            <a:prstGeom prst="rect">
              <a:avLst/>
            </a:prstGeom>
          </p:spPr>
        </p:pic>
        <p:pic>
          <p:nvPicPr>
            <p:cNvPr id="994" name="Graphic 993" descr="Deciduous tree with solid fill">
              <a:extLst>
                <a:ext uri="{FF2B5EF4-FFF2-40B4-BE49-F238E27FC236}">
                  <a16:creationId xmlns:a16="http://schemas.microsoft.com/office/drawing/2014/main" id="{0462C871-1FE9-5B2F-6BC2-EC3F8CB2F5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156" y="3642225"/>
              <a:ext cx="209457" cy="196411"/>
            </a:xfrm>
            <a:prstGeom prst="rect">
              <a:avLst/>
            </a:prstGeom>
          </p:spPr>
        </p:pic>
        <p:pic>
          <p:nvPicPr>
            <p:cNvPr id="995" name="Graphic 994" descr="Deciduous tree with solid fill">
              <a:extLst>
                <a:ext uri="{FF2B5EF4-FFF2-40B4-BE49-F238E27FC236}">
                  <a16:creationId xmlns:a16="http://schemas.microsoft.com/office/drawing/2014/main" id="{5D41F431-AB51-2C4C-A509-68DE84AE3C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4851" y="3765716"/>
              <a:ext cx="209457" cy="196411"/>
            </a:xfrm>
            <a:prstGeom prst="rect">
              <a:avLst/>
            </a:prstGeom>
          </p:spPr>
        </p:pic>
        <p:pic>
          <p:nvPicPr>
            <p:cNvPr id="996" name="Graphic 995" descr="Deciduous tree with solid fill">
              <a:extLst>
                <a:ext uri="{FF2B5EF4-FFF2-40B4-BE49-F238E27FC236}">
                  <a16:creationId xmlns:a16="http://schemas.microsoft.com/office/drawing/2014/main" id="{7A7136C9-D706-B997-45FA-AA944E9EF2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5091" y="2195783"/>
              <a:ext cx="209457" cy="196411"/>
            </a:xfrm>
            <a:prstGeom prst="rect">
              <a:avLst/>
            </a:prstGeom>
          </p:spPr>
        </p:pic>
        <p:pic>
          <p:nvPicPr>
            <p:cNvPr id="997" name="Graphic 996" descr="Deciduous tree with solid fill">
              <a:extLst>
                <a:ext uri="{FF2B5EF4-FFF2-40B4-BE49-F238E27FC236}">
                  <a16:creationId xmlns:a16="http://schemas.microsoft.com/office/drawing/2014/main" id="{CF57C45F-681C-663D-B958-85B2A11147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6784" y="2319274"/>
              <a:ext cx="209457" cy="196411"/>
            </a:xfrm>
            <a:prstGeom prst="rect">
              <a:avLst/>
            </a:prstGeom>
          </p:spPr>
        </p:pic>
        <p:pic>
          <p:nvPicPr>
            <p:cNvPr id="998" name="Graphic 997" descr="Deciduous tree with solid fill">
              <a:extLst>
                <a:ext uri="{FF2B5EF4-FFF2-40B4-BE49-F238E27FC236}">
                  <a16:creationId xmlns:a16="http://schemas.microsoft.com/office/drawing/2014/main" id="{4900D796-D225-1DBC-541A-AA85618918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8479" y="2442766"/>
              <a:ext cx="209457" cy="196411"/>
            </a:xfrm>
            <a:prstGeom prst="rect">
              <a:avLst/>
            </a:prstGeom>
          </p:spPr>
        </p:pic>
        <p:pic>
          <p:nvPicPr>
            <p:cNvPr id="999" name="Graphic 998" descr="Deciduous tree with solid fill">
              <a:extLst>
                <a:ext uri="{FF2B5EF4-FFF2-40B4-BE49-F238E27FC236}">
                  <a16:creationId xmlns:a16="http://schemas.microsoft.com/office/drawing/2014/main" id="{A9CD6D45-46D3-DD05-2F3F-94B78E2C5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176" y="2566257"/>
              <a:ext cx="209457" cy="196411"/>
            </a:xfrm>
            <a:prstGeom prst="rect">
              <a:avLst/>
            </a:prstGeom>
          </p:spPr>
        </p:pic>
        <p:pic>
          <p:nvPicPr>
            <p:cNvPr id="1000" name="Graphic 999" descr="Deciduous tree with solid fill">
              <a:extLst>
                <a:ext uri="{FF2B5EF4-FFF2-40B4-BE49-F238E27FC236}">
                  <a16:creationId xmlns:a16="http://schemas.microsoft.com/office/drawing/2014/main" id="{B7CA3C13-415D-5F6C-3D37-7100773A48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1869" y="2689748"/>
              <a:ext cx="209457" cy="196411"/>
            </a:xfrm>
            <a:prstGeom prst="rect">
              <a:avLst/>
            </a:prstGeom>
          </p:spPr>
        </p:pic>
        <p:pic>
          <p:nvPicPr>
            <p:cNvPr id="1001" name="Graphic 1000" descr="Deciduous tree with solid fill">
              <a:extLst>
                <a:ext uri="{FF2B5EF4-FFF2-40B4-BE49-F238E27FC236}">
                  <a16:creationId xmlns:a16="http://schemas.microsoft.com/office/drawing/2014/main" id="{617660FB-B60A-C6A4-503B-4FFF629572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563" y="2813240"/>
              <a:ext cx="209457" cy="196411"/>
            </a:xfrm>
            <a:prstGeom prst="rect">
              <a:avLst/>
            </a:prstGeom>
          </p:spPr>
        </p:pic>
        <p:pic>
          <p:nvPicPr>
            <p:cNvPr id="1002" name="Graphic 1001" descr="Deciduous tree with solid fill">
              <a:extLst>
                <a:ext uri="{FF2B5EF4-FFF2-40B4-BE49-F238E27FC236}">
                  <a16:creationId xmlns:a16="http://schemas.microsoft.com/office/drawing/2014/main" id="{3FAED13B-CB0E-67A9-18FC-2C5574C373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259" y="2936731"/>
              <a:ext cx="209457" cy="196411"/>
            </a:xfrm>
            <a:prstGeom prst="rect">
              <a:avLst/>
            </a:prstGeom>
          </p:spPr>
        </p:pic>
        <p:pic>
          <p:nvPicPr>
            <p:cNvPr id="1003" name="Graphic 1002" descr="Deciduous tree with solid fill">
              <a:extLst>
                <a:ext uri="{FF2B5EF4-FFF2-40B4-BE49-F238E27FC236}">
                  <a16:creationId xmlns:a16="http://schemas.microsoft.com/office/drawing/2014/main" id="{1D407DFD-E180-DB75-FBCB-D776E71AF8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6953" y="3060221"/>
              <a:ext cx="209457" cy="196411"/>
            </a:xfrm>
            <a:prstGeom prst="rect">
              <a:avLst/>
            </a:prstGeom>
          </p:spPr>
        </p:pic>
        <p:pic>
          <p:nvPicPr>
            <p:cNvPr id="1004" name="Graphic 1003" descr="Deciduous tree with solid fill">
              <a:extLst>
                <a:ext uri="{FF2B5EF4-FFF2-40B4-BE49-F238E27FC236}">
                  <a16:creationId xmlns:a16="http://schemas.microsoft.com/office/drawing/2014/main" id="{EFD4B940-5C1F-2AA1-5448-DA2E61C7ED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648" y="3183714"/>
              <a:ext cx="209457" cy="196411"/>
            </a:xfrm>
            <a:prstGeom prst="rect">
              <a:avLst/>
            </a:prstGeom>
          </p:spPr>
        </p:pic>
        <p:pic>
          <p:nvPicPr>
            <p:cNvPr id="1005" name="Graphic 1004" descr="Deciduous tree with solid fill">
              <a:extLst>
                <a:ext uri="{FF2B5EF4-FFF2-40B4-BE49-F238E27FC236}">
                  <a16:creationId xmlns:a16="http://schemas.microsoft.com/office/drawing/2014/main" id="{34B8C5D8-F939-6EEB-3107-053F057F3D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343" y="3307203"/>
              <a:ext cx="209457" cy="196411"/>
            </a:xfrm>
            <a:prstGeom prst="rect">
              <a:avLst/>
            </a:prstGeom>
          </p:spPr>
        </p:pic>
        <p:pic>
          <p:nvPicPr>
            <p:cNvPr id="1006" name="Graphic 1005" descr="Deciduous tree with solid fill">
              <a:extLst>
                <a:ext uri="{FF2B5EF4-FFF2-40B4-BE49-F238E27FC236}">
                  <a16:creationId xmlns:a16="http://schemas.microsoft.com/office/drawing/2014/main" id="{621E23EB-90AA-7CBE-2623-332F2EAA24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038" y="3430695"/>
              <a:ext cx="209457" cy="196411"/>
            </a:xfrm>
            <a:prstGeom prst="rect">
              <a:avLst/>
            </a:prstGeom>
          </p:spPr>
        </p:pic>
        <p:pic>
          <p:nvPicPr>
            <p:cNvPr id="1007" name="Graphic 1006" descr="Deciduous tree with solid fill">
              <a:extLst>
                <a:ext uri="{FF2B5EF4-FFF2-40B4-BE49-F238E27FC236}">
                  <a16:creationId xmlns:a16="http://schemas.microsoft.com/office/drawing/2014/main" id="{394562EC-DE72-0D54-65E0-EA05F7282A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3733" y="3554186"/>
              <a:ext cx="209457" cy="196411"/>
            </a:xfrm>
            <a:prstGeom prst="rect">
              <a:avLst/>
            </a:prstGeom>
          </p:spPr>
        </p:pic>
        <p:pic>
          <p:nvPicPr>
            <p:cNvPr id="1008" name="Graphic 1007" descr="Deciduous tree with solid fill">
              <a:extLst>
                <a:ext uri="{FF2B5EF4-FFF2-40B4-BE49-F238E27FC236}">
                  <a16:creationId xmlns:a16="http://schemas.microsoft.com/office/drawing/2014/main" id="{D2499F65-2381-D21E-5895-6A16950C8A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7" y="3677678"/>
              <a:ext cx="209457" cy="196411"/>
            </a:xfrm>
            <a:prstGeom prst="rect">
              <a:avLst/>
            </a:prstGeom>
          </p:spPr>
        </p:pic>
        <p:pic>
          <p:nvPicPr>
            <p:cNvPr id="1009" name="Graphic 1008" descr="Deciduous tree with solid fill">
              <a:extLst>
                <a:ext uri="{FF2B5EF4-FFF2-40B4-BE49-F238E27FC236}">
                  <a16:creationId xmlns:a16="http://schemas.microsoft.com/office/drawing/2014/main" id="{9342958A-7C93-3DEF-AD7F-95A8F1B9B1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33021" y="4082977"/>
              <a:ext cx="209457" cy="196411"/>
            </a:xfrm>
            <a:prstGeom prst="rect">
              <a:avLst/>
            </a:prstGeom>
          </p:spPr>
        </p:pic>
        <p:pic>
          <p:nvPicPr>
            <p:cNvPr id="1010" name="Graphic 1009" descr="Deciduous tree with solid fill">
              <a:extLst>
                <a:ext uri="{FF2B5EF4-FFF2-40B4-BE49-F238E27FC236}">
                  <a16:creationId xmlns:a16="http://schemas.microsoft.com/office/drawing/2014/main" id="{BFD00A96-391B-083E-9919-ACB75CD703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906" y="1867442"/>
              <a:ext cx="209457" cy="196411"/>
            </a:xfrm>
            <a:prstGeom prst="rect">
              <a:avLst/>
            </a:prstGeom>
          </p:spPr>
        </p:pic>
        <p:pic>
          <p:nvPicPr>
            <p:cNvPr id="1011" name="Graphic 1010" descr="Deciduous tree with solid fill">
              <a:extLst>
                <a:ext uri="{FF2B5EF4-FFF2-40B4-BE49-F238E27FC236}">
                  <a16:creationId xmlns:a16="http://schemas.microsoft.com/office/drawing/2014/main" id="{FCD9D213-3003-92F7-7BCD-68F7D7B343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4278" y="1963301"/>
              <a:ext cx="209457" cy="196411"/>
            </a:xfrm>
            <a:prstGeom prst="rect">
              <a:avLst/>
            </a:prstGeom>
          </p:spPr>
        </p:pic>
        <p:pic>
          <p:nvPicPr>
            <p:cNvPr id="1012" name="Graphic 1011" descr="Deciduous tree with solid fill">
              <a:extLst>
                <a:ext uri="{FF2B5EF4-FFF2-40B4-BE49-F238E27FC236}">
                  <a16:creationId xmlns:a16="http://schemas.microsoft.com/office/drawing/2014/main" id="{260D7CBD-1642-4487-DA9D-716CFB2765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482" y="1779403"/>
              <a:ext cx="209457" cy="196411"/>
            </a:xfrm>
            <a:prstGeom prst="rect">
              <a:avLst/>
            </a:prstGeom>
          </p:spPr>
        </p:pic>
        <p:pic>
          <p:nvPicPr>
            <p:cNvPr id="1013" name="Graphic 1012" descr="Deciduous tree with solid fill">
              <a:extLst>
                <a:ext uri="{FF2B5EF4-FFF2-40B4-BE49-F238E27FC236}">
                  <a16:creationId xmlns:a16="http://schemas.microsoft.com/office/drawing/2014/main" id="{9C142A59-2CAE-1961-C476-061D438BB4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974" y="2086792"/>
              <a:ext cx="209457" cy="196411"/>
            </a:xfrm>
            <a:prstGeom prst="rect">
              <a:avLst/>
            </a:prstGeom>
          </p:spPr>
        </p:pic>
        <p:pic>
          <p:nvPicPr>
            <p:cNvPr id="1014" name="Graphic 1013" descr="Deciduous tree with solid fill">
              <a:extLst>
                <a:ext uri="{FF2B5EF4-FFF2-40B4-BE49-F238E27FC236}">
                  <a16:creationId xmlns:a16="http://schemas.microsoft.com/office/drawing/2014/main" id="{562C8446-A89A-9666-3A31-0C58B82E40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9" y="2210283"/>
              <a:ext cx="209457" cy="196411"/>
            </a:xfrm>
            <a:prstGeom prst="rect">
              <a:avLst/>
            </a:prstGeom>
          </p:spPr>
        </p:pic>
        <p:pic>
          <p:nvPicPr>
            <p:cNvPr id="1015" name="Graphic 1014" descr="Deciduous tree with solid fill">
              <a:extLst>
                <a:ext uri="{FF2B5EF4-FFF2-40B4-BE49-F238E27FC236}">
                  <a16:creationId xmlns:a16="http://schemas.microsoft.com/office/drawing/2014/main" id="{158418F7-DE65-5715-19BA-EE56044D0A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3" y="2333774"/>
              <a:ext cx="209457" cy="196411"/>
            </a:xfrm>
            <a:prstGeom prst="rect">
              <a:avLst/>
            </a:prstGeom>
          </p:spPr>
        </p:pic>
        <p:pic>
          <p:nvPicPr>
            <p:cNvPr id="1016" name="Graphic 1015" descr="Deciduous tree with solid fill">
              <a:extLst>
                <a:ext uri="{FF2B5EF4-FFF2-40B4-BE49-F238E27FC236}">
                  <a16:creationId xmlns:a16="http://schemas.microsoft.com/office/drawing/2014/main" id="{5C217D82-F05A-87FB-9AA6-504EF5ED73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8" y="2457266"/>
              <a:ext cx="209457" cy="196411"/>
            </a:xfrm>
            <a:prstGeom prst="rect">
              <a:avLst/>
            </a:prstGeom>
          </p:spPr>
        </p:pic>
        <p:pic>
          <p:nvPicPr>
            <p:cNvPr id="1017" name="Graphic 1016" descr="Deciduous tree with solid fill">
              <a:extLst>
                <a:ext uri="{FF2B5EF4-FFF2-40B4-BE49-F238E27FC236}">
                  <a16:creationId xmlns:a16="http://schemas.microsoft.com/office/drawing/2014/main" id="{ECE8E296-4473-95C3-D314-048A43365F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3" y="2580758"/>
              <a:ext cx="209457" cy="196411"/>
            </a:xfrm>
            <a:prstGeom prst="rect">
              <a:avLst/>
            </a:prstGeom>
          </p:spPr>
        </p:pic>
        <p:pic>
          <p:nvPicPr>
            <p:cNvPr id="1018" name="Graphic 1017" descr="Deciduous tree with solid fill">
              <a:extLst>
                <a:ext uri="{FF2B5EF4-FFF2-40B4-BE49-F238E27FC236}">
                  <a16:creationId xmlns:a16="http://schemas.microsoft.com/office/drawing/2014/main" id="{3CBA7599-2707-6A9F-AEEC-E874B86DE4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1019" name="Graphic 1018" descr="Deciduous tree with solid fill">
              <a:extLst>
                <a:ext uri="{FF2B5EF4-FFF2-40B4-BE49-F238E27FC236}">
                  <a16:creationId xmlns:a16="http://schemas.microsoft.com/office/drawing/2014/main" id="{E9244598-2537-0E05-6162-7CA576484E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020" name="Graphic 1019" descr="Deciduous tree with solid fill">
              <a:extLst>
                <a:ext uri="{FF2B5EF4-FFF2-40B4-BE49-F238E27FC236}">
                  <a16:creationId xmlns:a16="http://schemas.microsoft.com/office/drawing/2014/main" id="{8421B0BF-2080-DE0E-1C30-3E63E4DB65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021" name="Graphic 1020" descr="Deciduous tree with solid fill">
              <a:extLst>
                <a:ext uri="{FF2B5EF4-FFF2-40B4-BE49-F238E27FC236}">
                  <a16:creationId xmlns:a16="http://schemas.microsoft.com/office/drawing/2014/main" id="{05CE6C73-495D-666D-7920-1A8F475C8D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1" y="3074722"/>
              <a:ext cx="209457" cy="196411"/>
            </a:xfrm>
            <a:prstGeom prst="rect">
              <a:avLst/>
            </a:prstGeom>
          </p:spPr>
        </p:pic>
        <p:pic>
          <p:nvPicPr>
            <p:cNvPr id="1022" name="Graphic 1021" descr="Deciduous tree with solid fill">
              <a:extLst>
                <a:ext uri="{FF2B5EF4-FFF2-40B4-BE49-F238E27FC236}">
                  <a16:creationId xmlns:a16="http://schemas.microsoft.com/office/drawing/2014/main" id="{3DA0303C-D924-EC25-DB62-0D7D8D7831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6" y="3198214"/>
              <a:ext cx="209457" cy="196411"/>
            </a:xfrm>
            <a:prstGeom prst="rect">
              <a:avLst/>
            </a:prstGeom>
          </p:spPr>
        </p:pic>
        <p:pic>
          <p:nvPicPr>
            <p:cNvPr id="1023" name="Graphic 1022" descr="Deciduous tree with solid fill">
              <a:extLst>
                <a:ext uri="{FF2B5EF4-FFF2-40B4-BE49-F238E27FC236}">
                  <a16:creationId xmlns:a16="http://schemas.microsoft.com/office/drawing/2014/main" id="{3F9220AA-4594-7AE6-0C74-F4D93CC813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1" y="3321705"/>
              <a:ext cx="209457" cy="196411"/>
            </a:xfrm>
            <a:prstGeom prst="rect">
              <a:avLst/>
            </a:prstGeom>
          </p:spPr>
        </p:pic>
        <p:pic>
          <p:nvPicPr>
            <p:cNvPr id="1024" name="Graphic 1023" descr="Deciduous tree with solid fill">
              <a:extLst>
                <a:ext uri="{FF2B5EF4-FFF2-40B4-BE49-F238E27FC236}">
                  <a16:creationId xmlns:a16="http://schemas.microsoft.com/office/drawing/2014/main" id="{E1F3D19B-090D-7421-50E9-143390AB9C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6" y="3445196"/>
              <a:ext cx="209457" cy="196411"/>
            </a:xfrm>
            <a:prstGeom prst="rect">
              <a:avLst/>
            </a:prstGeom>
          </p:spPr>
        </p:pic>
        <p:pic>
          <p:nvPicPr>
            <p:cNvPr id="1025" name="Graphic 1024" descr="Deciduous tree with solid fill">
              <a:extLst>
                <a:ext uri="{FF2B5EF4-FFF2-40B4-BE49-F238E27FC236}">
                  <a16:creationId xmlns:a16="http://schemas.microsoft.com/office/drawing/2014/main" id="{FA7F8205-702A-9515-E75F-FDE144B517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601" y="1990933"/>
              <a:ext cx="209457" cy="196411"/>
            </a:xfrm>
            <a:prstGeom prst="rect">
              <a:avLst/>
            </a:prstGeom>
          </p:spPr>
        </p:pic>
        <p:pic>
          <p:nvPicPr>
            <p:cNvPr id="1026" name="Graphic 1025" descr="Deciduous tree with solid fill">
              <a:extLst>
                <a:ext uri="{FF2B5EF4-FFF2-40B4-BE49-F238E27FC236}">
                  <a16:creationId xmlns:a16="http://schemas.microsoft.com/office/drawing/2014/main" id="{9437C930-699C-8FA3-BE76-5D974041D3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4" y="2114424"/>
              <a:ext cx="209457" cy="196411"/>
            </a:xfrm>
            <a:prstGeom prst="rect">
              <a:avLst/>
            </a:prstGeom>
          </p:spPr>
        </p:pic>
        <p:pic>
          <p:nvPicPr>
            <p:cNvPr id="1027" name="Graphic 1026" descr="Deciduous tree with solid fill">
              <a:extLst>
                <a:ext uri="{FF2B5EF4-FFF2-40B4-BE49-F238E27FC236}">
                  <a16:creationId xmlns:a16="http://schemas.microsoft.com/office/drawing/2014/main" id="{5B6DEB13-6E2D-42A5-DE4D-43AD711A03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1028" name="Graphic 1027" descr="Deciduous tree with solid fill">
              <a:extLst>
                <a:ext uri="{FF2B5EF4-FFF2-40B4-BE49-F238E27FC236}">
                  <a16:creationId xmlns:a16="http://schemas.microsoft.com/office/drawing/2014/main" id="{83733AEC-7A21-8CFF-5518-D2F7E7E96E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1029" name="Graphic 1028" descr="Deciduous tree with solid fill">
              <a:extLst>
                <a:ext uri="{FF2B5EF4-FFF2-40B4-BE49-F238E27FC236}">
                  <a16:creationId xmlns:a16="http://schemas.microsoft.com/office/drawing/2014/main" id="{87DA8AD1-FB2B-FC6C-A031-B8D3B50C82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1030" name="Graphic 1029" descr="Deciduous tree with solid fill">
              <a:extLst>
                <a:ext uri="{FF2B5EF4-FFF2-40B4-BE49-F238E27FC236}">
                  <a16:creationId xmlns:a16="http://schemas.microsoft.com/office/drawing/2014/main" id="{6B291EC6-955A-D568-DBE9-8B8185B23E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4" y="2608389"/>
              <a:ext cx="209457" cy="196411"/>
            </a:xfrm>
            <a:prstGeom prst="rect">
              <a:avLst/>
            </a:prstGeom>
          </p:spPr>
        </p:pic>
        <p:pic>
          <p:nvPicPr>
            <p:cNvPr id="1031" name="Graphic 1030" descr="Deciduous tree with solid fill">
              <a:extLst>
                <a:ext uri="{FF2B5EF4-FFF2-40B4-BE49-F238E27FC236}">
                  <a16:creationId xmlns:a16="http://schemas.microsoft.com/office/drawing/2014/main" id="{0D461EC8-46FC-1E17-A4AA-298F4ACCB8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9" y="2731881"/>
              <a:ext cx="209457" cy="196411"/>
            </a:xfrm>
            <a:prstGeom prst="rect">
              <a:avLst/>
            </a:prstGeom>
          </p:spPr>
        </p:pic>
        <p:pic>
          <p:nvPicPr>
            <p:cNvPr id="1032" name="Graphic 1031" descr="Deciduous tree with solid fill">
              <a:extLst>
                <a:ext uri="{FF2B5EF4-FFF2-40B4-BE49-F238E27FC236}">
                  <a16:creationId xmlns:a16="http://schemas.microsoft.com/office/drawing/2014/main" id="{BFE14ABC-7771-4065-8C98-13AFFADEA3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3" y="2855372"/>
              <a:ext cx="209457" cy="196411"/>
            </a:xfrm>
            <a:prstGeom prst="rect">
              <a:avLst/>
            </a:prstGeom>
          </p:spPr>
        </p:pic>
        <p:pic>
          <p:nvPicPr>
            <p:cNvPr id="1033" name="Graphic 1032" descr="Deciduous tree with solid fill">
              <a:extLst>
                <a:ext uri="{FF2B5EF4-FFF2-40B4-BE49-F238E27FC236}">
                  <a16:creationId xmlns:a16="http://schemas.microsoft.com/office/drawing/2014/main" id="{B9D2E954-F427-D6B1-2A5E-E04ED2EC19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8" y="2978863"/>
              <a:ext cx="209457" cy="196411"/>
            </a:xfrm>
            <a:prstGeom prst="rect">
              <a:avLst/>
            </a:prstGeom>
          </p:spPr>
        </p:pic>
        <p:pic>
          <p:nvPicPr>
            <p:cNvPr id="1034" name="Graphic 1033" descr="Deciduous tree with solid fill">
              <a:extLst>
                <a:ext uri="{FF2B5EF4-FFF2-40B4-BE49-F238E27FC236}">
                  <a16:creationId xmlns:a16="http://schemas.microsoft.com/office/drawing/2014/main" id="{DCB1D121-F29D-C122-B268-549FC272EC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3" y="3102355"/>
              <a:ext cx="209457" cy="196411"/>
            </a:xfrm>
            <a:prstGeom prst="rect">
              <a:avLst/>
            </a:prstGeom>
          </p:spPr>
        </p:pic>
        <p:pic>
          <p:nvPicPr>
            <p:cNvPr id="1035" name="Graphic 1034" descr="Deciduous tree with solid fill">
              <a:extLst>
                <a:ext uri="{FF2B5EF4-FFF2-40B4-BE49-F238E27FC236}">
                  <a16:creationId xmlns:a16="http://schemas.microsoft.com/office/drawing/2014/main" id="{DEE44A9D-74B2-48BF-41A8-F6207AAED1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8" y="3225846"/>
              <a:ext cx="209457" cy="196411"/>
            </a:xfrm>
            <a:prstGeom prst="rect">
              <a:avLst/>
            </a:prstGeom>
          </p:spPr>
        </p:pic>
        <p:pic>
          <p:nvPicPr>
            <p:cNvPr id="1036" name="Graphic 1035" descr="Deciduous tree with solid fill">
              <a:extLst>
                <a:ext uri="{FF2B5EF4-FFF2-40B4-BE49-F238E27FC236}">
                  <a16:creationId xmlns:a16="http://schemas.microsoft.com/office/drawing/2014/main" id="{E09A377F-CAA3-DBBF-A9BF-AEED7484DC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3" y="3349337"/>
              <a:ext cx="209457" cy="196411"/>
            </a:xfrm>
            <a:prstGeom prst="rect">
              <a:avLst/>
            </a:prstGeom>
          </p:spPr>
        </p:pic>
        <p:pic>
          <p:nvPicPr>
            <p:cNvPr id="1037" name="Graphic 1036" descr="Deciduous tree with solid fill">
              <a:extLst>
                <a:ext uri="{FF2B5EF4-FFF2-40B4-BE49-F238E27FC236}">
                  <a16:creationId xmlns:a16="http://schemas.microsoft.com/office/drawing/2014/main" id="{980BAD34-E570-2105-B54E-D329520C22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2176" y="1902894"/>
              <a:ext cx="209457" cy="196411"/>
            </a:xfrm>
            <a:prstGeom prst="rect">
              <a:avLst/>
            </a:prstGeom>
          </p:spPr>
        </p:pic>
        <p:pic>
          <p:nvPicPr>
            <p:cNvPr id="1038" name="Graphic 1037" descr="Deciduous tree with solid fill">
              <a:extLst>
                <a:ext uri="{FF2B5EF4-FFF2-40B4-BE49-F238E27FC236}">
                  <a16:creationId xmlns:a16="http://schemas.microsoft.com/office/drawing/2014/main" id="{0DE2D408-26AB-FF0E-F356-5B2FFC401D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1" y="2026385"/>
              <a:ext cx="209457" cy="196411"/>
            </a:xfrm>
            <a:prstGeom prst="rect">
              <a:avLst/>
            </a:prstGeom>
          </p:spPr>
        </p:pic>
        <p:pic>
          <p:nvPicPr>
            <p:cNvPr id="1039" name="Graphic 1038" descr="Deciduous tree with solid fill">
              <a:extLst>
                <a:ext uri="{FF2B5EF4-FFF2-40B4-BE49-F238E27FC236}">
                  <a16:creationId xmlns:a16="http://schemas.microsoft.com/office/drawing/2014/main" id="{DD79720A-0433-C2A6-5E4E-18F018ED04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6" y="2149877"/>
              <a:ext cx="209457" cy="196411"/>
            </a:xfrm>
            <a:prstGeom prst="rect">
              <a:avLst/>
            </a:prstGeom>
          </p:spPr>
        </p:pic>
        <p:pic>
          <p:nvPicPr>
            <p:cNvPr id="1040" name="Graphic 1039" descr="Deciduous tree with solid fill">
              <a:extLst>
                <a:ext uri="{FF2B5EF4-FFF2-40B4-BE49-F238E27FC236}">
                  <a16:creationId xmlns:a16="http://schemas.microsoft.com/office/drawing/2014/main" id="{06631055-F410-9140-326C-0A27BED873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1" y="2273368"/>
              <a:ext cx="209457" cy="196411"/>
            </a:xfrm>
            <a:prstGeom prst="rect">
              <a:avLst/>
            </a:prstGeom>
          </p:spPr>
        </p:pic>
        <p:pic>
          <p:nvPicPr>
            <p:cNvPr id="1041" name="Graphic 1040" descr="Deciduous tree with solid fill">
              <a:extLst>
                <a:ext uri="{FF2B5EF4-FFF2-40B4-BE49-F238E27FC236}">
                  <a16:creationId xmlns:a16="http://schemas.microsoft.com/office/drawing/2014/main" id="{1C41B01B-2555-B930-E89B-47A5DA2C3D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6" y="2396860"/>
              <a:ext cx="209457" cy="196411"/>
            </a:xfrm>
            <a:prstGeom prst="rect">
              <a:avLst/>
            </a:prstGeom>
          </p:spPr>
        </p:pic>
        <p:pic>
          <p:nvPicPr>
            <p:cNvPr id="1042" name="Graphic 1041" descr="Deciduous tree with solid fill">
              <a:extLst>
                <a:ext uri="{FF2B5EF4-FFF2-40B4-BE49-F238E27FC236}">
                  <a16:creationId xmlns:a16="http://schemas.microsoft.com/office/drawing/2014/main" id="{5012A341-6DDE-6AD6-52BC-7CCF099343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1" y="2520351"/>
              <a:ext cx="209457" cy="196411"/>
            </a:xfrm>
            <a:prstGeom prst="rect">
              <a:avLst/>
            </a:prstGeom>
          </p:spPr>
        </p:pic>
        <p:pic>
          <p:nvPicPr>
            <p:cNvPr id="1043" name="Graphic 1042" descr="Deciduous tree with solid fill">
              <a:extLst>
                <a:ext uri="{FF2B5EF4-FFF2-40B4-BE49-F238E27FC236}">
                  <a16:creationId xmlns:a16="http://schemas.microsoft.com/office/drawing/2014/main" id="{82A69BF3-3464-D56C-8CBC-9C714CB242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6" y="2643841"/>
              <a:ext cx="209457" cy="196411"/>
            </a:xfrm>
            <a:prstGeom prst="rect">
              <a:avLst/>
            </a:prstGeom>
          </p:spPr>
        </p:pic>
        <p:pic>
          <p:nvPicPr>
            <p:cNvPr id="1044" name="Graphic 1043" descr="Deciduous tree with solid fill">
              <a:extLst>
                <a:ext uri="{FF2B5EF4-FFF2-40B4-BE49-F238E27FC236}">
                  <a16:creationId xmlns:a16="http://schemas.microsoft.com/office/drawing/2014/main" id="{2F659C02-FC65-9290-64E6-B1DCCC99D3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1" y="2767333"/>
              <a:ext cx="209457" cy="196411"/>
            </a:xfrm>
            <a:prstGeom prst="rect">
              <a:avLst/>
            </a:prstGeom>
          </p:spPr>
        </p:pic>
        <p:pic>
          <p:nvPicPr>
            <p:cNvPr id="1045" name="Graphic 1044" descr="Deciduous tree with solid fill">
              <a:extLst>
                <a:ext uri="{FF2B5EF4-FFF2-40B4-BE49-F238E27FC236}">
                  <a16:creationId xmlns:a16="http://schemas.microsoft.com/office/drawing/2014/main" id="{DE10CED3-89AC-3F8F-59FF-B9C403680E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4" y="2890825"/>
              <a:ext cx="209457" cy="196411"/>
            </a:xfrm>
            <a:prstGeom prst="rect">
              <a:avLst/>
            </a:prstGeom>
          </p:spPr>
        </p:pic>
        <p:pic>
          <p:nvPicPr>
            <p:cNvPr id="1046" name="Graphic 1045" descr="Deciduous tree with solid fill">
              <a:extLst>
                <a:ext uri="{FF2B5EF4-FFF2-40B4-BE49-F238E27FC236}">
                  <a16:creationId xmlns:a16="http://schemas.microsoft.com/office/drawing/2014/main" id="{97A8A1B5-2746-7A8A-3C2D-DD6F64169B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9" y="3014316"/>
              <a:ext cx="209457" cy="196411"/>
            </a:xfrm>
            <a:prstGeom prst="rect">
              <a:avLst/>
            </a:prstGeom>
          </p:spPr>
        </p:pic>
        <p:pic>
          <p:nvPicPr>
            <p:cNvPr id="1047" name="Graphic 1046" descr="Deciduous tree with solid fill">
              <a:extLst>
                <a:ext uri="{FF2B5EF4-FFF2-40B4-BE49-F238E27FC236}">
                  <a16:creationId xmlns:a16="http://schemas.microsoft.com/office/drawing/2014/main" id="{AF87EE98-31D9-5D4E-03C1-CA5ECF857B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4" y="3137808"/>
              <a:ext cx="209457" cy="196411"/>
            </a:xfrm>
            <a:prstGeom prst="rect">
              <a:avLst/>
            </a:prstGeom>
          </p:spPr>
        </p:pic>
        <p:pic>
          <p:nvPicPr>
            <p:cNvPr id="1048" name="Graphic 1047" descr="Deciduous tree with solid fill">
              <a:extLst>
                <a:ext uri="{FF2B5EF4-FFF2-40B4-BE49-F238E27FC236}">
                  <a16:creationId xmlns:a16="http://schemas.microsoft.com/office/drawing/2014/main" id="{057F7E19-E1CB-D6C2-AF2C-BE3A4DC7A4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8" y="3261298"/>
              <a:ext cx="209457" cy="196411"/>
            </a:xfrm>
            <a:prstGeom prst="rect">
              <a:avLst/>
            </a:prstGeom>
          </p:spPr>
        </p:pic>
        <p:pic>
          <p:nvPicPr>
            <p:cNvPr id="1049" name="Graphic 1048" descr="Deciduous tree with solid fill">
              <a:extLst>
                <a:ext uri="{FF2B5EF4-FFF2-40B4-BE49-F238E27FC236}">
                  <a16:creationId xmlns:a16="http://schemas.microsoft.com/office/drawing/2014/main" id="{BBA4D333-00DC-ADE1-52B0-C0BA77C03F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601" y="1990933"/>
              <a:ext cx="209457" cy="196411"/>
            </a:xfrm>
            <a:prstGeom prst="rect">
              <a:avLst/>
            </a:prstGeom>
          </p:spPr>
        </p:pic>
        <p:pic>
          <p:nvPicPr>
            <p:cNvPr id="1050" name="Graphic 1049" descr="Deciduous tree with solid fill">
              <a:extLst>
                <a:ext uri="{FF2B5EF4-FFF2-40B4-BE49-F238E27FC236}">
                  <a16:creationId xmlns:a16="http://schemas.microsoft.com/office/drawing/2014/main" id="{C1FE1A1A-A1C1-CC68-7453-8B0462587C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974" y="2086792"/>
              <a:ext cx="209457" cy="196411"/>
            </a:xfrm>
            <a:prstGeom prst="rect">
              <a:avLst/>
            </a:prstGeom>
          </p:spPr>
        </p:pic>
        <p:pic>
          <p:nvPicPr>
            <p:cNvPr id="1051" name="Graphic 1050" descr="Deciduous tree with solid fill">
              <a:extLst>
                <a:ext uri="{FF2B5EF4-FFF2-40B4-BE49-F238E27FC236}">
                  <a16:creationId xmlns:a16="http://schemas.microsoft.com/office/drawing/2014/main" id="{82C216B3-A2D8-8479-0ED4-296CB94189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6" y="1902894"/>
              <a:ext cx="209457" cy="196411"/>
            </a:xfrm>
            <a:prstGeom prst="rect">
              <a:avLst/>
            </a:prstGeom>
          </p:spPr>
        </p:pic>
        <p:pic>
          <p:nvPicPr>
            <p:cNvPr id="1052" name="Graphic 1051" descr="Deciduous tree with solid fill">
              <a:extLst>
                <a:ext uri="{FF2B5EF4-FFF2-40B4-BE49-F238E27FC236}">
                  <a16:creationId xmlns:a16="http://schemas.microsoft.com/office/drawing/2014/main" id="{D5FF20B0-F6A0-D5BA-5206-2ACE1AFDCA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9" y="2210283"/>
              <a:ext cx="209457" cy="196411"/>
            </a:xfrm>
            <a:prstGeom prst="rect">
              <a:avLst/>
            </a:prstGeom>
          </p:spPr>
        </p:pic>
        <p:pic>
          <p:nvPicPr>
            <p:cNvPr id="1053" name="Graphic 1052" descr="Deciduous tree with solid fill">
              <a:extLst>
                <a:ext uri="{FF2B5EF4-FFF2-40B4-BE49-F238E27FC236}">
                  <a16:creationId xmlns:a16="http://schemas.microsoft.com/office/drawing/2014/main" id="{54F95DC4-92E0-1045-53E9-6EEE6F4693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3" y="2333774"/>
              <a:ext cx="209457" cy="196411"/>
            </a:xfrm>
            <a:prstGeom prst="rect">
              <a:avLst/>
            </a:prstGeom>
          </p:spPr>
        </p:pic>
        <p:pic>
          <p:nvPicPr>
            <p:cNvPr id="1054" name="Graphic 1053" descr="Deciduous tree with solid fill">
              <a:extLst>
                <a:ext uri="{FF2B5EF4-FFF2-40B4-BE49-F238E27FC236}">
                  <a16:creationId xmlns:a16="http://schemas.microsoft.com/office/drawing/2014/main" id="{A7691A08-CFDD-736E-6FE2-5E71B656B3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8" y="2457266"/>
              <a:ext cx="209457" cy="196411"/>
            </a:xfrm>
            <a:prstGeom prst="rect">
              <a:avLst/>
            </a:prstGeom>
          </p:spPr>
        </p:pic>
        <p:pic>
          <p:nvPicPr>
            <p:cNvPr id="1055" name="Graphic 1054" descr="Deciduous tree with solid fill">
              <a:extLst>
                <a:ext uri="{FF2B5EF4-FFF2-40B4-BE49-F238E27FC236}">
                  <a16:creationId xmlns:a16="http://schemas.microsoft.com/office/drawing/2014/main" id="{71B1F7DC-C7BA-137C-A0E0-E0E75A11C1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3" y="2580758"/>
              <a:ext cx="209457" cy="196411"/>
            </a:xfrm>
            <a:prstGeom prst="rect">
              <a:avLst/>
            </a:prstGeom>
          </p:spPr>
        </p:pic>
        <p:pic>
          <p:nvPicPr>
            <p:cNvPr id="1056" name="Graphic 1055" descr="Deciduous tree with solid fill">
              <a:extLst>
                <a:ext uri="{FF2B5EF4-FFF2-40B4-BE49-F238E27FC236}">
                  <a16:creationId xmlns:a16="http://schemas.microsoft.com/office/drawing/2014/main" id="{3B98AE4B-1E0E-6A0C-DB2A-87A599ADC5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1057" name="Graphic 1056" descr="Deciduous tree with solid fill">
              <a:extLst>
                <a:ext uri="{FF2B5EF4-FFF2-40B4-BE49-F238E27FC236}">
                  <a16:creationId xmlns:a16="http://schemas.microsoft.com/office/drawing/2014/main" id="{38E3FA43-0198-8D8A-69B5-DB31066A88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3" y="2827740"/>
              <a:ext cx="209457" cy="196411"/>
            </a:xfrm>
            <a:prstGeom prst="rect">
              <a:avLst/>
            </a:prstGeom>
          </p:spPr>
        </p:pic>
        <p:pic>
          <p:nvPicPr>
            <p:cNvPr id="1058" name="Graphic 1057" descr="Deciduous tree with solid fill">
              <a:extLst>
                <a:ext uri="{FF2B5EF4-FFF2-40B4-BE49-F238E27FC236}">
                  <a16:creationId xmlns:a16="http://schemas.microsoft.com/office/drawing/2014/main" id="{EB5BA3E8-F209-6FA6-37A7-57B2B9C2F0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8" y="2951231"/>
              <a:ext cx="209457" cy="196411"/>
            </a:xfrm>
            <a:prstGeom prst="rect">
              <a:avLst/>
            </a:prstGeom>
          </p:spPr>
        </p:pic>
        <p:pic>
          <p:nvPicPr>
            <p:cNvPr id="1059" name="Graphic 1058" descr="Deciduous tree with solid fill">
              <a:extLst>
                <a:ext uri="{FF2B5EF4-FFF2-40B4-BE49-F238E27FC236}">
                  <a16:creationId xmlns:a16="http://schemas.microsoft.com/office/drawing/2014/main" id="{20BE4680-4157-9B4B-16D4-4B6B3E07B4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1" y="3074722"/>
              <a:ext cx="209457" cy="196411"/>
            </a:xfrm>
            <a:prstGeom prst="rect">
              <a:avLst/>
            </a:prstGeom>
          </p:spPr>
        </p:pic>
        <p:pic>
          <p:nvPicPr>
            <p:cNvPr id="1060" name="Graphic 1059" descr="Deciduous tree with solid fill">
              <a:extLst>
                <a:ext uri="{FF2B5EF4-FFF2-40B4-BE49-F238E27FC236}">
                  <a16:creationId xmlns:a16="http://schemas.microsoft.com/office/drawing/2014/main" id="{1A3EE435-F592-F2B0-CEF5-8453C581CB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6" y="3198214"/>
              <a:ext cx="209457" cy="196411"/>
            </a:xfrm>
            <a:prstGeom prst="rect">
              <a:avLst/>
            </a:prstGeom>
          </p:spPr>
        </p:pic>
        <p:pic>
          <p:nvPicPr>
            <p:cNvPr id="1061" name="Graphic 1060" descr="Deciduous tree with solid fill">
              <a:extLst>
                <a:ext uri="{FF2B5EF4-FFF2-40B4-BE49-F238E27FC236}">
                  <a16:creationId xmlns:a16="http://schemas.microsoft.com/office/drawing/2014/main" id="{EFC370B8-FCD6-11E8-B85C-928E2A6AA0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1" y="3321705"/>
              <a:ext cx="209457" cy="196411"/>
            </a:xfrm>
            <a:prstGeom prst="rect">
              <a:avLst/>
            </a:prstGeom>
          </p:spPr>
        </p:pic>
        <p:pic>
          <p:nvPicPr>
            <p:cNvPr id="1062" name="Graphic 1061" descr="Deciduous tree with solid fill">
              <a:extLst>
                <a:ext uri="{FF2B5EF4-FFF2-40B4-BE49-F238E27FC236}">
                  <a16:creationId xmlns:a16="http://schemas.microsoft.com/office/drawing/2014/main" id="{92F46DCF-4B55-B638-AB0E-BE27A24FC6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6" y="3445196"/>
              <a:ext cx="209457" cy="196411"/>
            </a:xfrm>
            <a:prstGeom prst="rect">
              <a:avLst/>
            </a:prstGeom>
          </p:spPr>
        </p:pic>
        <p:pic>
          <p:nvPicPr>
            <p:cNvPr id="1063" name="Graphic 1062" descr="Deciduous tree with solid fill">
              <a:extLst>
                <a:ext uri="{FF2B5EF4-FFF2-40B4-BE49-F238E27FC236}">
                  <a16:creationId xmlns:a16="http://schemas.microsoft.com/office/drawing/2014/main" id="{06C5AAD7-4BD8-6254-A395-4170C1BF92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5" y="2114424"/>
              <a:ext cx="209457" cy="196411"/>
            </a:xfrm>
            <a:prstGeom prst="rect">
              <a:avLst/>
            </a:prstGeom>
          </p:spPr>
        </p:pic>
        <p:pic>
          <p:nvPicPr>
            <p:cNvPr id="1064" name="Graphic 1063" descr="Deciduous tree with solid fill">
              <a:extLst>
                <a:ext uri="{FF2B5EF4-FFF2-40B4-BE49-F238E27FC236}">
                  <a16:creationId xmlns:a16="http://schemas.microsoft.com/office/drawing/2014/main" id="{38C78349-2F5E-CBFE-BB13-3D4DE52117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90" y="2237915"/>
              <a:ext cx="209457" cy="196411"/>
            </a:xfrm>
            <a:prstGeom prst="rect">
              <a:avLst/>
            </a:prstGeom>
          </p:spPr>
        </p:pic>
        <p:pic>
          <p:nvPicPr>
            <p:cNvPr id="1065" name="Graphic 1064" descr="Deciduous tree with solid fill">
              <a:extLst>
                <a:ext uri="{FF2B5EF4-FFF2-40B4-BE49-F238E27FC236}">
                  <a16:creationId xmlns:a16="http://schemas.microsoft.com/office/drawing/2014/main" id="{F02C12FC-1F5E-3995-2965-2F1148E4B5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5" y="2361406"/>
              <a:ext cx="209457" cy="196411"/>
            </a:xfrm>
            <a:prstGeom prst="rect">
              <a:avLst/>
            </a:prstGeom>
          </p:spPr>
        </p:pic>
        <p:pic>
          <p:nvPicPr>
            <p:cNvPr id="1066" name="Graphic 1065" descr="Deciduous tree with solid fill">
              <a:extLst>
                <a:ext uri="{FF2B5EF4-FFF2-40B4-BE49-F238E27FC236}">
                  <a16:creationId xmlns:a16="http://schemas.microsoft.com/office/drawing/2014/main" id="{B10EE508-4D56-25CF-C55F-A4D012BE4B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1067" name="Graphic 1066" descr="Deciduous tree with solid fill">
              <a:extLst>
                <a:ext uri="{FF2B5EF4-FFF2-40B4-BE49-F238E27FC236}">
                  <a16:creationId xmlns:a16="http://schemas.microsoft.com/office/drawing/2014/main" id="{19EFFEE3-9132-0C6D-EFB1-13213E56EC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4" y="2608389"/>
              <a:ext cx="209457" cy="196411"/>
            </a:xfrm>
            <a:prstGeom prst="rect">
              <a:avLst/>
            </a:prstGeom>
          </p:spPr>
        </p:pic>
        <p:pic>
          <p:nvPicPr>
            <p:cNvPr id="1068" name="Graphic 1067" descr="Deciduous tree with solid fill">
              <a:extLst>
                <a:ext uri="{FF2B5EF4-FFF2-40B4-BE49-F238E27FC236}">
                  <a16:creationId xmlns:a16="http://schemas.microsoft.com/office/drawing/2014/main" id="{3291D2D4-2630-2A60-E9F3-D5C9E8AEDD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9" y="2731881"/>
              <a:ext cx="209457" cy="196411"/>
            </a:xfrm>
            <a:prstGeom prst="rect">
              <a:avLst/>
            </a:prstGeom>
          </p:spPr>
        </p:pic>
        <p:pic>
          <p:nvPicPr>
            <p:cNvPr id="1069" name="Graphic 1068" descr="Deciduous tree with solid fill">
              <a:extLst>
                <a:ext uri="{FF2B5EF4-FFF2-40B4-BE49-F238E27FC236}">
                  <a16:creationId xmlns:a16="http://schemas.microsoft.com/office/drawing/2014/main" id="{49DD7AD6-17CA-8B5B-99CE-641A5B2B1C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3" y="2855372"/>
              <a:ext cx="209457" cy="196411"/>
            </a:xfrm>
            <a:prstGeom prst="rect">
              <a:avLst/>
            </a:prstGeom>
          </p:spPr>
        </p:pic>
        <p:pic>
          <p:nvPicPr>
            <p:cNvPr id="1070" name="Graphic 1069" descr="Deciduous tree with solid fill">
              <a:extLst>
                <a:ext uri="{FF2B5EF4-FFF2-40B4-BE49-F238E27FC236}">
                  <a16:creationId xmlns:a16="http://schemas.microsoft.com/office/drawing/2014/main" id="{91A635A8-4B02-74D5-1EA0-67C26541D7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8" y="2978863"/>
              <a:ext cx="209457" cy="196411"/>
            </a:xfrm>
            <a:prstGeom prst="rect">
              <a:avLst/>
            </a:prstGeom>
          </p:spPr>
        </p:pic>
        <p:pic>
          <p:nvPicPr>
            <p:cNvPr id="1071" name="Graphic 1070" descr="Deciduous tree with solid fill">
              <a:extLst>
                <a:ext uri="{FF2B5EF4-FFF2-40B4-BE49-F238E27FC236}">
                  <a16:creationId xmlns:a16="http://schemas.microsoft.com/office/drawing/2014/main" id="{5864E8F5-09AE-4360-47C5-800186DE7D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3" y="3102355"/>
              <a:ext cx="209457" cy="196411"/>
            </a:xfrm>
            <a:prstGeom prst="rect">
              <a:avLst/>
            </a:prstGeom>
          </p:spPr>
        </p:pic>
        <p:pic>
          <p:nvPicPr>
            <p:cNvPr id="1072" name="Graphic 1071" descr="Deciduous tree with solid fill">
              <a:extLst>
                <a:ext uri="{FF2B5EF4-FFF2-40B4-BE49-F238E27FC236}">
                  <a16:creationId xmlns:a16="http://schemas.microsoft.com/office/drawing/2014/main" id="{48E0C4ED-67E5-FB95-EC30-36B6DDB703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8" y="3225846"/>
              <a:ext cx="209457" cy="196411"/>
            </a:xfrm>
            <a:prstGeom prst="rect">
              <a:avLst/>
            </a:prstGeom>
          </p:spPr>
        </p:pic>
        <p:pic>
          <p:nvPicPr>
            <p:cNvPr id="1073" name="Graphic 1072" descr="Deciduous tree with solid fill">
              <a:extLst>
                <a:ext uri="{FF2B5EF4-FFF2-40B4-BE49-F238E27FC236}">
                  <a16:creationId xmlns:a16="http://schemas.microsoft.com/office/drawing/2014/main" id="{A6127854-3408-67B3-5C94-5ECB877438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3" y="3349337"/>
              <a:ext cx="209457" cy="196411"/>
            </a:xfrm>
            <a:prstGeom prst="rect">
              <a:avLst/>
            </a:prstGeom>
          </p:spPr>
        </p:pic>
        <p:pic>
          <p:nvPicPr>
            <p:cNvPr id="1074" name="Graphic 1073" descr="Deciduous tree with solid fill">
              <a:extLst>
                <a:ext uri="{FF2B5EF4-FFF2-40B4-BE49-F238E27FC236}">
                  <a16:creationId xmlns:a16="http://schemas.microsoft.com/office/drawing/2014/main" id="{B679F704-5599-4B53-F49C-2B0501B979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1" y="2026385"/>
              <a:ext cx="209457" cy="196411"/>
            </a:xfrm>
            <a:prstGeom prst="rect">
              <a:avLst/>
            </a:prstGeom>
          </p:spPr>
        </p:pic>
        <p:pic>
          <p:nvPicPr>
            <p:cNvPr id="1075" name="Graphic 1074" descr="Deciduous tree with solid fill">
              <a:extLst>
                <a:ext uri="{FF2B5EF4-FFF2-40B4-BE49-F238E27FC236}">
                  <a16:creationId xmlns:a16="http://schemas.microsoft.com/office/drawing/2014/main" id="{EAAAB2C3-2432-EEBB-B4D0-F5C5BB0D75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6" y="2149877"/>
              <a:ext cx="209457" cy="196411"/>
            </a:xfrm>
            <a:prstGeom prst="rect">
              <a:avLst/>
            </a:prstGeom>
          </p:spPr>
        </p:pic>
        <p:pic>
          <p:nvPicPr>
            <p:cNvPr id="1076" name="Graphic 1075" descr="Deciduous tree with solid fill">
              <a:extLst>
                <a:ext uri="{FF2B5EF4-FFF2-40B4-BE49-F238E27FC236}">
                  <a16:creationId xmlns:a16="http://schemas.microsoft.com/office/drawing/2014/main" id="{9FC07CE6-BACA-BFC4-002A-A88ECCED20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1" y="2273368"/>
              <a:ext cx="209457" cy="196411"/>
            </a:xfrm>
            <a:prstGeom prst="rect">
              <a:avLst/>
            </a:prstGeom>
          </p:spPr>
        </p:pic>
        <p:pic>
          <p:nvPicPr>
            <p:cNvPr id="1077" name="Graphic 1076" descr="Deciduous tree with solid fill">
              <a:extLst>
                <a:ext uri="{FF2B5EF4-FFF2-40B4-BE49-F238E27FC236}">
                  <a16:creationId xmlns:a16="http://schemas.microsoft.com/office/drawing/2014/main" id="{7F6A59E1-1A82-2AF4-6D82-7E2A85F41B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6" y="2396860"/>
              <a:ext cx="209457" cy="196411"/>
            </a:xfrm>
            <a:prstGeom prst="rect">
              <a:avLst/>
            </a:prstGeom>
          </p:spPr>
        </p:pic>
        <p:pic>
          <p:nvPicPr>
            <p:cNvPr id="1078" name="Graphic 1077" descr="Deciduous tree with solid fill">
              <a:extLst>
                <a:ext uri="{FF2B5EF4-FFF2-40B4-BE49-F238E27FC236}">
                  <a16:creationId xmlns:a16="http://schemas.microsoft.com/office/drawing/2014/main" id="{C2220F93-798A-5BE9-5B71-D3D00DDBD3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1" y="2520351"/>
              <a:ext cx="209457" cy="196411"/>
            </a:xfrm>
            <a:prstGeom prst="rect">
              <a:avLst/>
            </a:prstGeom>
          </p:spPr>
        </p:pic>
        <p:pic>
          <p:nvPicPr>
            <p:cNvPr id="1079" name="Graphic 1078" descr="Deciduous tree with solid fill">
              <a:extLst>
                <a:ext uri="{FF2B5EF4-FFF2-40B4-BE49-F238E27FC236}">
                  <a16:creationId xmlns:a16="http://schemas.microsoft.com/office/drawing/2014/main" id="{D07E0A37-E7B4-E8C8-A52D-734EC3F14C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6" y="2643841"/>
              <a:ext cx="209457" cy="196411"/>
            </a:xfrm>
            <a:prstGeom prst="rect">
              <a:avLst/>
            </a:prstGeom>
          </p:spPr>
        </p:pic>
        <p:pic>
          <p:nvPicPr>
            <p:cNvPr id="1080" name="Graphic 1079" descr="Deciduous tree with solid fill">
              <a:extLst>
                <a:ext uri="{FF2B5EF4-FFF2-40B4-BE49-F238E27FC236}">
                  <a16:creationId xmlns:a16="http://schemas.microsoft.com/office/drawing/2014/main" id="{4C55369E-D673-353D-E44D-ADBA99ADD4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1" y="2767333"/>
              <a:ext cx="209457" cy="196411"/>
            </a:xfrm>
            <a:prstGeom prst="rect">
              <a:avLst/>
            </a:prstGeom>
          </p:spPr>
        </p:pic>
        <p:pic>
          <p:nvPicPr>
            <p:cNvPr id="1081" name="Graphic 1080" descr="Deciduous tree with solid fill">
              <a:extLst>
                <a:ext uri="{FF2B5EF4-FFF2-40B4-BE49-F238E27FC236}">
                  <a16:creationId xmlns:a16="http://schemas.microsoft.com/office/drawing/2014/main" id="{C6937DE9-FCBA-26B2-8A3A-3583F7D9C6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5" y="2890825"/>
              <a:ext cx="209457" cy="196411"/>
            </a:xfrm>
            <a:prstGeom prst="rect">
              <a:avLst/>
            </a:prstGeom>
          </p:spPr>
        </p:pic>
        <p:pic>
          <p:nvPicPr>
            <p:cNvPr id="1082" name="Graphic 1081" descr="Deciduous tree with solid fill">
              <a:extLst>
                <a:ext uri="{FF2B5EF4-FFF2-40B4-BE49-F238E27FC236}">
                  <a16:creationId xmlns:a16="http://schemas.microsoft.com/office/drawing/2014/main" id="{B01197E9-5279-0EA0-4A45-9D35607571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9" y="3014316"/>
              <a:ext cx="209457" cy="196411"/>
            </a:xfrm>
            <a:prstGeom prst="rect">
              <a:avLst/>
            </a:prstGeom>
          </p:spPr>
        </p:pic>
        <p:pic>
          <p:nvPicPr>
            <p:cNvPr id="1083" name="Graphic 1082" descr="Deciduous tree with solid fill">
              <a:extLst>
                <a:ext uri="{FF2B5EF4-FFF2-40B4-BE49-F238E27FC236}">
                  <a16:creationId xmlns:a16="http://schemas.microsoft.com/office/drawing/2014/main" id="{72C711BC-9031-3F90-4859-FE542D2F13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4" y="3137808"/>
              <a:ext cx="209457" cy="196411"/>
            </a:xfrm>
            <a:prstGeom prst="rect">
              <a:avLst/>
            </a:prstGeom>
          </p:spPr>
        </p:pic>
        <p:pic>
          <p:nvPicPr>
            <p:cNvPr id="1084" name="Graphic 1083" descr="Deciduous tree with solid fill">
              <a:extLst>
                <a:ext uri="{FF2B5EF4-FFF2-40B4-BE49-F238E27FC236}">
                  <a16:creationId xmlns:a16="http://schemas.microsoft.com/office/drawing/2014/main" id="{B091CE9F-7CBA-E8BE-AD7A-A0002326AC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8" y="3261298"/>
              <a:ext cx="209457" cy="196411"/>
            </a:xfrm>
            <a:prstGeom prst="rect">
              <a:avLst/>
            </a:prstGeom>
          </p:spPr>
        </p:pic>
        <p:pic>
          <p:nvPicPr>
            <p:cNvPr id="1085" name="Graphic 1084" descr="Deciduous tree with solid fill">
              <a:extLst>
                <a:ext uri="{FF2B5EF4-FFF2-40B4-BE49-F238E27FC236}">
                  <a16:creationId xmlns:a16="http://schemas.microsoft.com/office/drawing/2014/main" id="{8F953107-C53F-F196-568C-A4C7EBDF30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5" y="2114424"/>
              <a:ext cx="209457" cy="196411"/>
            </a:xfrm>
            <a:prstGeom prst="rect">
              <a:avLst/>
            </a:prstGeom>
          </p:spPr>
        </p:pic>
        <p:pic>
          <p:nvPicPr>
            <p:cNvPr id="1086" name="Graphic 1085" descr="Deciduous tree with solid fill">
              <a:extLst>
                <a:ext uri="{FF2B5EF4-FFF2-40B4-BE49-F238E27FC236}">
                  <a16:creationId xmlns:a16="http://schemas.microsoft.com/office/drawing/2014/main" id="{C1E666B7-750D-500D-F33C-DD4C94DCE9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8" y="2210283"/>
              <a:ext cx="209457" cy="196411"/>
            </a:xfrm>
            <a:prstGeom prst="rect">
              <a:avLst/>
            </a:prstGeom>
          </p:spPr>
        </p:pic>
        <p:pic>
          <p:nvPicPr>
            <p:cNvPr id="1087" name="Graphic 1086" descr="Deciduous tree with solid fill">
              <a:extLst>
                <a:ext uri="{FF2B5EF4-FFF2-40B4-BE49-F238E27FC236}">
                  <a16:creationId xmlns:a16="http://schemas.microsoft.com/office/drawing/2014/main" id="{259E9D01-71A2-F6B8-1A8E-1F3C4A9CFA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70" y="2026385"/>
              <a:ext cx="209457" cy="196411"/>
            </a:xfrm>
            <a:prstGeom prst="rect">
              <a:avLst/>
            </a:prstGeom>
          </p:spPr>
        </p:pic>
        <p:pic>
          <p:nvPicPr>
            <p:cNvPr id="1088" name="Graphic 1087" descr="Deciduous tree with solid fill">
              <a:extLst>
                <a:ext uri="{FF2B5EF4-FFF2-40B4-BE49-F238E27FC236}">
                  <a16:creationId xmlns:a16="http://schemas.microsoft.com/office/drawing/2014/main" id="{6BEDE4C2-F38E-E88B-5062-6357064A18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2" y="2333774"/>
              <a:ext cx="209457" cy="196411"/>
            </a:xfrm>
            <a:prstGeom prst="rect">
              <a:avLst/>
            </a:prstGeom>
          </p:spPr>
        </p:pic>
        <p:pic>
          <p:nvPicPr>
            <p:cNvPr id="1089" name="Graphic 1088" descr="Deciduous tree with solid fill">
              <a:extLst>
                <a:ext uri="{FF2B5EF4-FFF2-40B4-BE49-F238E27FC236}">
                  <a16:creationId xmlns:a16="http://schemas.microsoft.com/office/drawing/2014/main" id="{2CAE5FC5-030D-8384-1D77-A6F7AA3BD5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1090" name="Graphic 1089" descr="Deciduous tree with solid fill">
              <a:extLst>
                <a:ext uri="{FF2B5EF4-FFF2-40B4-BE49-F238E27FC236}">
                  <a16:creationId xmlns:a16="http://schemas.microsoft.com/office/drawing/2014/main" id="{9CC97789-73E2-969B-7653-50CC35A121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1091" name="Graphic 1090" descr="Deciduous tree with solid fill">
              <a:extLst>
                <a:ext uri="{FF2B5EF4-FFF2-40B4-BE49-F238E27FC236}">
                  <a16:creationId xmlns:a16="http://schemas.microsoft.com/office/drawing/2014/main" id="{81407DFE-3B46-039E-0325-2538D4B483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1092" name="Graphic 1091" descr="Deciduous tree with solid fill">
              <a:extLst>
                <a:ext uri="{FF2B5EF4-FFF2-40B4-BE49-F238E27FC236}">
                  <a16:creationId xmlns:a16="http://schemas.microsoft.com/office/drawing/2014/main" id="{A4E8BE90-EB5C-E8DE-AB9C-38AFFE43A1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093" name="Graphic 1092" descr="Deciduous tree with solid fill">
              <a:extLst>
                <a:ext uri="{FF2B5EF4-FFF2-40B4-BE49-F238E27FC236}">
                  <a16:creationId xmlns:a16="http://schemas.microsoft.com/office/drawing/2014/main" id="{B366745F-A43B-A77C-3145-2CC7F4E121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094" name="Graphic 1093" descr="Deciduous tree with solid fill">
              <a:extLst>
                <a:ext uri="{FF2B5EF4-FFF2-40B4-BE49-F238E27FC236}">
                  <a16:creationId xmlns:a16="http://schemas.microsoft.com/office/drawing/2014/main" id="{CF1641D5-CA63-A906-A404-86383E96F1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095" name="Graphic 1094" descr="Deciduous tree with solid fill">
              <a:extLst>
                <a:ext uri="{FF2B5EF4-FFF2-40B4-BE49-F238E27FC236}">
                  <a16:creationId xmlns:a16="http://schemas.microsoft.com/office/drawing/2014/main" id="{EA316343-E678-21BD-7EC4-6156F2EB4E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096" name="Graphic 1095" descr="Deciduous tree with solid fill">
              <a:extLst>
                <a:ext uri="{FF2B5EF4-FFF2-40B4-BE49-F238E27FC236}">
                  <a16:creationId xmlns:a16="http://schemas.microsoft.com/office/drawing/2014/main" id="{90473AA2-DE3C-F6E9-F0D5-7442190ECA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097" name="Graphic 1096" descr="Deciduous tree with solid fill">
              <a:extLst>
                <a:ext uri="{FF2B5EF4-FFF2-40B4-BE49-F238E27FC236}">
                  <a16:creationId xmlns:a16="http://schemas.microsoft.com/office/drawing/2014/main" id="{7B0B0DD5-6F8E-4AA9-B399-66E2B0108D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098" name="Graphic 1097" descr="Deciduous tree with solid fill">
              <a:extLst>
                <a:ext uri="{FF2B5EF4-FFF2-40B4-BE49-F238E27FC236}">
                  <a16:creationId xmlns:a16="http://schemas.microsoft.com/office/drawing/2014/main" id="{B0318FDE-459D-D6F3-87A6-9FA8E15BC3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1099" name="Graphic 1098" descr="Deciduous tree with solid fill">
              <a:extLst>
                <a:ext uri="{FF2B5EF4-FFF2-40B4-BE49-F238E27FC236}">
                  <a16:creationId xmlns:a16="http://schemas.microsoft.com/office/drawing/2014/main" id="{DB495B99-E349-3DCE-0567-FD86AC80EB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1100" name="Graphic 1099" descr="Deciduous tree with solid fill">
              <a:extLst>
                <a:ext uri="{FF2B5EF4-FFF2-40B4-BE49-F238E27FC236}">
                  <a16:creationId xmlns:a16="http://schemas.microsoft.com/office/drawing/2014/main" id="{FBD55A07-6EEF-21AE-7935-569860CB2C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1101" name="Graphic 1100" descr="Deciduous tree with solid fill">
              <a:extLst>
                <a:ext uri="{FF2B5EF4-FFF2-40B4-BE49-F238E27FC236}">
                  <a16:creationId xmlns:a16="http://schemas.microsoft.com/office/drawing/2014/main" id="{BD197C5F-DA67-C7D8-D3CE-C2EEF34B3E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1102" name="Graphic 1101" descr="Deciduous tree with solid fill">
              <a:extLst>
                <a:ext uri="{FF2B5EF4-FFF2-40B4-BE49-F238E27FC236}">
                  <a16:creationId xmlns:a16="http://schemas.microsoft.com/office/drawing/2014/main" id="{565469EF-8363-ECE4-A459-807D2E24F5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1103" name="Graphic 1102" descr="Deciduous tree with solid fill">
              <a:extLst>
                <a:ext uri="{FF2B5EF4-FFF2-40B4-BE49-F238E27FC236}">
                  <a16:creationId xmlns:a16="http://schemas.microsoft.com/office/drawing/2014/main" id="{914A7F08-2372-245E-63C8-0BDBB58A93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104" name="Graphic 1103" descr="Deciduous tree with solid fill">
              <a:extLst>
                <a:ext uri="{FF2B5EF4-FFF2-40B4-BE49-F238E27FC236}">
                  <a16:creationId xmlns:a16="http://schemas.microsoft.com/office/drawing/2014/main" id="{67EC107E-C128-70A1-40D1-D3F8101A5A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105" name="Graphic 1104" descr="Deciduous tree with solid fill">
              <a:extLst>
                <a:ext uri="{FF2B5EF4-FFF2-40B4-BE49-F238E27FC236}">
                  <a16:creationId xmlns:a16="http://schemas.microsoft.com/office/drawing/2014/main" id="{43EBF21D-ADE9-99AC-06FB-5F3C898A6D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106" name="Graphic 1105" descr="Deciduous tree with solid fill">
              <a:extLst>
                <a:ext uri="{FF2B5EF4-FFF2-40B4-BE49-F238E27FC236}">
                  <a16:creationId xmlns:a16="http://schemas.microsoft.com/office/drawing/2014/main" id="{D02CE0FF-A36E-1EC8-0E8C-0970E78595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107" name="Graphic 1106" descr="Deciduous tree with solid fill">
              <a:extLst>
                <a:ext uri="{FF2B5EF4-FFF2-40B4-BE49-F238E27FC236}">
                  <a16:creationId xmlns:a16="http://schemas.microsoft.com/office/drawing/2014/main" id="{67631C39-0DCA-AB43-328D-4900D1DC63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108" name="Graphic 1107" descr="Deciduous tree with solid fill">
              <a:extLst>
                <a:ext uri="{FF2B5EF4-FFF2-40B4-BE49-F238E27FC236}">
                  <a16:creationId xmlns:a16="http://schemas.microsoft.com/office/drawing/2014/main" id="{6D433E92-0C19-368F-209B-6E6894646A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5" y="2149877"/>
              <a:ext cx="209457" cy="196411"/>
            </a:xfrm>
            <a:prstGeom prst="rect">
              <a:avLst/>
            </a:prstGeom>
          </p:spPr>
        </p:pic>
        <p:pic>
          <p:nvPicPr>
            <p:cNvPr id="1109" name="Graphic 1108" descr="Deciduous tree with solid fill">
              <a:extLst>
                <a:ext uri="{FF2B5EF4-FFF2-40B4-BE49-F238E27FC236}">
                  <a16:creationId xmlns:a16="http://schemas.microsoft.com/office/drawing/2014/main" id="{2C43D1F1-165F-8C42-8A67-07091A9525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1110" name="Graphic 1109" descr="Deciduous tree with solid fill">
              <a:extLst>
                <a:ext uri="{FF2B5EF4-FFF2-40B4-BE49-F238E27FC236}">
                  <a16:creationId xmlns:a16="http://schemas.microsoft.com/office/drawing/2014/main" id="{FDB77490-F57D-8BA2-92E4-377040068A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1111" name="Graphic 1110" descr="Deciduous tree with solid fill">
              <a:extLst>
                <a:ext uri="{FF2B5EF4-FFF2-40B4-BE49-F238E27FC236}">
                  <a16:creationId xmlns:a16="http://schemas.microsoft.com/office/drawing/2014/main" id="{AE16BA38-796F-665E-8D62-F5738549B4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1112" name="Graphic 1111" descr="Deciduous tree with solid fill">
              <a:extLst>
                <a:ext uri="{FF2B5EF4-FFF2-40B4-BE49-F238E27FC236}">
                  <a16:creationId xmlns:a16="http://schemas.microsoft.com/office/drawing/2014/main" id="{F5D9A0FA-991B-3FFA-4834-39323E6A12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1113" name="Graphic 1112" descr="Deciduous tree with solid fill">
              <a:extLst>
                <a:ext uri="{FF2B5EF4-FFF2-40B4-BE49-F238E27FC236}">
                  <a16:creationId xmlns:a16="http://schemas.microsoft.com/office/drawing/2014/main" id="{A512F0EE-5204-6BD6-401C-95DCF8E386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1114" name="Graphic 1113" descr="Deciduous tree with solid fill">
              <a:extLst>
                <a:ext uri="{FF2B5EF4-FFF2-40B4-BE49-F238E27FC236}">
                  <a16:creationId xmlns:a16="http://schemas.microsoft.com/office/drawing/2014/main" id="{BE6FAFAB-BAE8-BAAC-34A7-B3289B9553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115" name="Graphic 1114" descr="Deciduous tree with solid fill">
              <a:extLst>
                <a:ext uri="{FF2B5EF4-FFF2-40B4-BE49-F238E27FC236}">
                  <a16:creationId xmlns:a16="http://schemas.microsoft.com/office/drawing/2014/main" id="{E592C5FE-87BD-2078-3FE5-4C8A6D0B59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116" name="Graphic 1115" descr="Deciduous tree with solid fill">
              <a:extLst>
                <a:ext uri="{FF2B5EF4-FFF2-40B4-BE49-F238E27FC236}">
                  <a16:creationId xmlns:a16="http://schemas.microsoft.com/office/drawing/2014/main" id="{92D21640-722F-42D9-C002-D887EB6DD0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117" name="Graphic 1116" descr="Deciduous tree with solid fill">
              <a:extLst>
                <a:ext uri="{FF2B5EF4-FFF2-40B4-BE49-F238E27FC236}">
                  <a16:creationId xmlns:a16="http://schemas.microsoft.com/office/drawing/2014/main" id="{68440FDB-21D3-685F-E0C5-08062D5D1A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118" name="Graphic 1117" descr="Deciduous tree with solid fill">
              <a:extLst>
                <a:ext uri="{FF2B5EF4-FFF2-40B4-BE49-F238E27FC236}">
                  <a16:creationId xmlns:a16="http://schemas.microsoft.com/office/drawing/2014/main" id="{237DDC1E-C9F3-E8DD-4671-DA43663E8E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1119" name="Graphic 1118" descr="Deciduous tree with solid fill">
              <a:extLst>
                <a:ext uri="{FF2B5EF4-FFF2-40B4-BE49-F238E27FC236}">
                  <a16:creationId xmlns:a16="http://schemas.microsoft.com/office/drawing/2014/main" id="{1907C797-A14E-73F2-0A21-285C31A7AD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2" y="2333774"/>
              <a:ext cx="209457" cy="196411"/>
            </a:xfrm>
            <a:prstGeom prst="rect">
              <a:avLst/>
            </a:prstGeom>
          </p:spPr>
        </p:pic>
        <p:pic>
          <p:nvPicPr>
            <p:cNvPr id="1120" name="Graphic 1119" descr="Deciduous tree with solid fill">
              <a:extLst>
                <a:ext uri="{FF2B5EF4-FFF2-40B4-BE49-F238E27FC236}">
                  <a16:creationId xmlns:a16="http://schemas.microsoft.com/office/drawing/2014/main" id="{41317B42-6979-FF7A-6594-925505C882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5" y="2149877"/>
              <a:ext cx="209457" cy="196411"/>
            </a:xfrm>
            <a:prstGeom prst="rect">
              <a:avLst/>
            </a:prstGeom>
          </p:spPr>
        </p:pic>
        <p:pic>
          <p:nvPicPr>
            <p:cNvPr id="1121" name="Graphic 1120" descr="Deciduous tree with solid fill">
              <a:extLst>
                <a:ext uri="{FF2B5EF4-FFF2-40B4-BE49-F238E27FC236}">
                  <a16:creationId xmlns:a16="http://schemas.microsoft.com/office/drawing/2014/main" id="{5105CCA4-1666-F003-9997-36F890D9BF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1122" name="Graphic 1121" descr="Deciduous tree with solid fill">
              <a:extLst>
                <a:ext uri="{FF2B5EF4-FFF2-40B4-BE49-F238E27FC236}">
                  <a16:creationId xmlns:a16="http://schemas.microsoft.com/office/drawing/2014/main" id="{1828A0BD-EFA8-F8B1-BDD8-6332760A0E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1123" name="Graphic 1122" descr="Deciduous tree with solid fill">
              <a:extLst>
                <a:ext uri="{FF2B5EF4-FFF2-40B4-BE49-F238E27FC236}">
                  <a16:creationId xmlns:a16="http://schemas.microsoft.com/office/drawing/2014/main" id="{B895312B-DB09-997F-12A6-9E129D6807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1124" name="Graphic 1123" descr="Deciduous tree with solid fill">
              <a:extLst>
                <a:ext uri="{FF2B5EF4-FFF2-40B4-BE49-F238E27FC236}">
                  <a16:creationId xmlns:a16="http://schemas.microsoft.com/office/drawing/2014/main" id="{58213856-80D2-A9BB-F8A8-19818777FC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125" name="Graphic 1124" descr="Deciduous tree with solid fill">
              <a:extLst>
                <a:ext uri="{FF2B5EF4-FFF2-40B4-BE49-F238E27FC236}">
                  <a16:creationId xmlns:a16="http://schemas.microsoft.com/office/drawing/2014/main" id="{C47805C8-E8BD-47B4-E62B-1B4AF04AFD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126" name="Graphic 1125" descr="Deciduous tree with solid fill">
              <a:extLst>
                <a:ext uri="{FF2B5EF4-FFF2-40B4-BE49-F238E27FC236}">
                  <a16:creationId xmlns:a16="http://schemas.microsoft.com/office/drawing/2014/main" id="{7BBF89EB-2E68-D063-7904-BA5FDEDBBA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127" name="Graphic 1126" descr="Deciduous tree with solid fill">
              <a:extLst>
                <a:ext uri="{FF2B5EF4-FFF2-40B4-BE49-F238E27FC236}">
                  <a16:creationId xmlns:a16="http://schemas.microsoft.com/office/drawing/2014/main" id="{90E88E87-EF8A-3C66-44AB-243025731C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128" name="Graphic 1127" descr="Deciduous tree with solid fill">
              <a:extLst>
                <a:ext uri="{FF2B5EF4-FFF2-40B4-BE49-F238E27FC236}">
                  <a16:creationId xmlns:a16="http://schemas.microsoft.com/office/drawing/2014/main" id="{402BEDF1-4F06-9E1D-7C60-73C3F4AAB4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129" name="Graphic 1128" descr="Deciduous tree with solid fill">
              <a:extLst>
                <a:ext uri="{FF2B5EF4-FFF2-40B4-BE49-F238E27FC236}">
                  <a16:creationId xmlns:a16="http://schemas.microsoft.com/office/drawing/2014/main" id="{5BC82B7F-14E3-4237-87C3-68E028EBAF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130" name="Graphic 1129" descr="Deciduous tree with solid fill">
              <a:extLst>
                <a:ext uri="{FF2B5EF4-FFF2-40B4-BE49-F238E27FC236}">
                  <a16:creationId xmlns:a16="http://schemas.microsoft.com/office/drawing/2014/main" id="{F047757E-D213-E11A-A283-22F25F109E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1131" name="Graphic 1130" descr="Deciduous tree with solid fill">
              <a:extLst>
                <a:ext uri="{FF2B5EF4-FFF2-40B4-BE49-F238E27FC236}">
                  <a16:creationId xmlns:a16="http://schemas.microsoft.com/office/drawing/2014/main" id="{EC9DD110-B95E-377D-D223-4293406336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1132" name="Graphic 1131" descr="Deciduous tree with solid fill">
              <a:extLst>
                <a:ext uri="{FF2B5EF4-FFF2-40B4-BE49-F238E27FC236}">
                  <a16:creationId xmlns:a16="http://schemas.microsoft.com/office/drawing/2014/main" id="{CF2462B8-CF5E-6F9D-1F74-409036E788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1133" name="Graphic 1132" descr="Deciduous tree with solid fill">
              <a:extLst>
                <a:ext uri="{FF2B5EF4-FFF2-40B4-BE49-F238E27FC236}">
                  <a16:creationId xmlns:a16="http://schemas.microsoft.com/office/drawing/2014/main" id="{7398DFC8-E371-ABD5-CC0F-8C513B23FA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1134" name="Graphic 1133" descr="Deciduous tree with solid fill">
              <a:extLst>
                <a:ext uri="{FF2B5EF4-FFF2-40B4-BE49-F238E27FC236}">
                  <a16:creationId xmlns:a16="http://schemas.microsoft.com/office/drawing/2014/main" id="{9058C67F-6E73-94F4-F2AC-985B8D37BA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135" name="Graphic 1134" descr="Deciduous tree with solid fill">
              <a:extLst>
                <a:ext uri="{FF2B5EF4-FFF2-40B4-BE49-F238E27FC236}">
                  <a16:creationId xmlns:a16="http://schemas.microsoft.com/office/drawing/2014/main" id="{5B2D7B13-FBE8-0BF9-8478-4D79FB9BC0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136" name="Graphic 1135" descr="Deciduous tree with solid fill">
              <a:extLst>
                <a:ext uri="{FF2B5EF4-FFF2-40B4-BE49-F238E27FC236}">
                  <a16:creationId xmlns:a16="http://schemas.microsoft.com/office/drawing/2014/main" id="{B6653AA0-A610-21CF-CA2A-563F259D70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137" name="Graphic 1136" descr="Deciduous tree with solid fill">
              <a:extLst>
                <a:ext uri="{FF2B5EF4-FFF2-40B4-BE49-F238E27FC236}">
                  <a16:creationId xmlns:a16="http://schemas.microsoft.com/office/drawing/2014/main" id="{45D39EA0-8285-2824-8B5C-48E413E5A7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138" name="Graphic 1137" descr="Deciduous tree with solid fill">
              <a:extLst>
                <a:ext uri="{FF2B5EF4-FFF2-40B4-BE49-F238E27FC236}">
                  <a16:creationId xmlns:a16="http://schemas.microsoft.com/office/drawing/2014/main" id="{6D72294A-0877-BFAE-6941-BD9ED644B1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139" name="Graphic 1138" descr="Deciduous tree with solid fill">
              <a:extLst>
                <a:ext uri="{FF2B5EF4-FFF2-40B4-BE49-F238E27FC236}">
                  <a16:creationId xmlns:a16="http://schemas.microsoft.com/office/drawing/2014/main" id="{3A711B35-CFC2-4AF9-4E9A-8B5F4D1FBF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1140" name="Graphic 1139" descr="Deciduous tree with solid fill">
              <a:extLst>
                <a:ext uri="{FF2B5EF4-FFF2-40B4-BE49-F238E27FC236}">
                  <a16:creationId xmlns:a16="http://schemas.microsoft.com/office/drawing/2014/main" id="{968DEF02-A984-BE62-6252-1E3979EA8A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1141" name="Graphic 1140" descr="Deciduous tree with solid fill">
              <a:extLst>
                <a:ext uri="{FF2B5EF4-FFF2-40B4-BE49-F238E27FC236}">
                  <a16:creationId xmlns:a16="http://schemas.microsoft.com/office/drawing/2014/main" id="{6259FCCF-D6B7-D7DC-4ACA-8C980AC005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1142" name="Graphic 1141" descr="Deciduous tree with solid fill">
              <a:extLst>
                <a:ext uri="{FF2B5EF4-FFF2-40B4-BE49-F238E27FC236}">
                  <a16:creationId xmlns:a16="http://schemas.microsoft.com/office/drawing/2014/main" id="{C6F69584-5853-9196-7E79-3C62CAB917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1143" name="Graphic 1142" descr="Deciduous tree with solid fill">
              <a:extLst>
                <a:ext uri="{FF2B5EF4-FFF2-40B4-BE49-F238E27FC236}">
                  <a16:creationId xmlns:a16="http://schemas.microsoft.com/office/drawing/2014/main" id="{FB6B8C63-F14F-74DD-CC72-145093B3F9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1144" name="Graphic 1143" descr="Deciduous tree with solid fill">
              <a:extLst>
                <a:ext uri="{FF2B5EF4-FFF2-40B4-BE49-F238E27FC236}">
                  <a16:creationId xmlns:a16="http://schemas.microsoft.com/office/drawing/2014/main" id="{CA411EA6-365C-1AB1-92EA-B192B3136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145" name="Graphic 1144" descr="Deciduous tree with solid fill">
              <a:extLst>
                <a:ext uri="{FF2B5EF4-FFF2-40B4-BE49-F238E27FC236}">
                  <a16:creationId xmlns:a16="http://schemas.microsoft.com/office/drawing/2014/main" id="{C8FEC6A7-614F-06EC-D95D-DC46E80262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146" name="Graphic 1145" descr="Deciduous tree with solid fill">
              <a:extLst>
                <a:ext uri="{FF2B5EF4-FFF2-40B4-BE49-F238E27FC236}">
                  <a16:creationId xmlns:a16="http://schemas.microsoft.com/office/drawing/2014/main" id="{007924FE-F501-628D-A68E-9D62335F7A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147" name="Graphic 1146" descr="Deciduous tree with solid fill">
              <a:extLst>
                <a:ext uri="{FF2B5EF4-FFF2-40B4-BE49-F238E27FC236}">
                  <a16:creationId xmlns:a16="http://schemas.microsoft.com/office/drawing/2014/main" id="{D03BCCC9-DAA5-CB7C-EC79-532BEFB465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148" name="Graphic 1147" descr="Deciduous tree with solid fill">
              <a:extLst>
                <a:ext uri="{FF2B5EF4-FFF2-40B4-BE49-F238E27FC236}">
                  <a16:creationId xmlns:a16="http://schemas.microsoft.com/office/drawing/2014/main" id="{9D4570FC-F6D8-93A7-41EB-9FA182EE49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1149" name="Graphic 1148" descr="Deciduous tree with solid fill">
              <a:extLst>
                <a:ext uri="{FF2B5EF4-FFF2-40B4-BE49-F238E27FC236}">
                  <a16:creationId xmlns:a16="http://schemas.microsoft.com/office/drawing/2014/main" id="{C8DBDEE8-08B4-224C-8BA2-97A80D9D91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7" y="2457266"/>
              <a:ext cx="209457" cy="196411"/>
            </a:xfrm>
            <a:prstGeom prst="rect">
              <a:avLst/>
            </a:prstGeom>
          </p:spPr>
        </p:pic>
        <p:pic>
          <p:nvPicPr>
            <p:cNvPr id="1150" name="Graphic 1149" descr="Deciduous tree with solid fill">
              <a:extLst>
                <a:ext uri="{FF2B5EF4-FFF2-40B4-BE49-F238E27FC236}">
                  <a16:creationId xmlns:a16="http://schemas.microsoft.com/office/drawing/2014/main" id="{11C357C0-899A-CF1E-C5EC-061023935D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1151" name="Graphic 1150" descr="Deciduous tree with solid fill">
              <a:extLst>
                <a:ext uri="{FF2B5EF4-FFF2-40B4-BE49-F238E27FC236}">
                  <a16:creationId xmlns:a16="http://schemas.microsoft.com/office/drawing/2014/main" id="{6E3F4805-CA19-C583-60A2-BFD1608799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1152" name="Graphic 1151" descr="Deciduous tree with solid fill">
              <a:extLst>
                <a:ext uri="{FF2B5EF4-FFF2-40B4-BE49-F238E27FC236}">
                  <a16:creationId xmlns:a16="http://schemas.microsoft.com/office/drawing/2014/main" id="{54AF5608-3B41-38AD-33FC-CCB5E33735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1153" name="Graphic 1152" descr="Deciduous tree with solid fill">
              <a:extLst>
                <a:ext uri="{FF2B5EF4-FFF2-40B4-BE49-F238E27FC236}">
                  <a16:creationId xmlns:a16="http://schemas.microsoft.com/office/drawing/2014/main" id="{33C658E7-5E8E-EA09-15BA-CFA38FE539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154" name="Graphic 1153" descr="Deciduous tree with solid fill">
              <a:extLst>
                <a:ext uri="{FF2B5EF4-FFF2-40B4-BE49-F238E27FC236}">
                  <a16:creationId xmlns:a16="http://schemas.microsoft.com/office/drawing/2014/main" id="{7DE02AE6-771E-0F72-573C-9ED5108B63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155" name="Graphic 1154" descr="Deciduous tree with solid fill">
              <a:extLst>
                <a:ext uri="{FF2B5EF4-FFF2-40B4-BE49-F238E27FC236}">
                  <a16:creationId xmlns:a16="http://schemas.microsoft.com/office/drawing/2014/main" id="{876933A2-BCD0-9BEE-B9FF-230BC4E7CE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156" name="Graphic 1155" descr="Deciduous tree with solid fill">
              <a:extLst>
                <a:ext uri="{FF2B5EF4-FFF2-40B4-BE49-F238E27FC236}">
                  <a16:creationId xmlns:a16="http://schemas.microsoft.com/office/drawing/2014/main" id="{99115096-F7A8-53EF-6A69-1C88CD07F5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157" name="Graphic 1156" descr="Deciduous tree with solid fill">
              <a:extLst>
                <a:ext uri="{FF2B5EF4-FFF2-40B4-BE49-F238E27FC236}">
                  <a16:creationId xmlns:a16="http://schemas.microsoft.com/office/drawing/2014/main" id="{D7F82DCB-A161-FC62-3567-2C5E30DE50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158" name="Graphic 1157" descr="Deciduous tree with solid fill">
              <a:extLst>
                <a:ext uri="{FF2B5EF4-FFF2-40B4-BE49-F238E27FC236}">
                  <a16:creationId xmlns:a16="http://schemas.microsoft.com/office/drawing/2014/main" id="{899BAA6D-F9CC-6C2E-27FA-944C7D712A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159" name="Graphic 1158" descr="Deciduous tree with solid fill">
              <a:extLst>
                <a:ext uri="{FF2B5EF4-FFF2-40B4-BE49-F238E27FC236}">
                  <a16:creationId xmlns:a16="http://schemas.microsoft.com/office/drawing/2014/main" id="{18522AC8-E353-EF38-ED1A-F7B678B929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1160" name="Graphic 1159" descr="Deciduous tree with solid fill">
              <a:extLst>
                <a:ext uri="{FF2B5EF4-FFF2-40B4-BE49-F238E27FC236}">
                  <a16:creationId xmlns:a16="http://schemas.microsoft.com/office/drawing/2014/main" id="{EDE4518D-B895-BBD8-548A-40B71887B5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1161" name="Graphic 1160" descr="Deciduous tree with solid fill">
              <a:extLst>
                <a:ext uri="{FF2B5EF4-FFF2-40B4-BE49-F238E27FC236}">
                  <a16:creationId xmlns:a16="http://schemas.microsoft.com/office/drawing/2014/main" id="{816E7976-A3D8-1BB0-97FC-47EE669C0F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1162" name="Graphic 1161" descr="Deciduous tree with solid fill">
              <a:extLst>
                <a:ext uri="{FF2B5EF4-FFF2-40B4-BE49-F238E27FC236}">
                  <a16:creationId xmlns:a16="http://schemas.microsoft.com/office/drawing/2014/main" id="{56156CC9-F261-53B0-D2E9-EEBF3CB7FC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163" name="Graphic 1162" descr="Deciduous tree with solid fill">
              <a:extLst>
                <a:ext uri="{FF2B5EF4-FFF2-40B4-BE49-F238E27FC236}">
                  <a16:creationId xmlns:a16="http://schemas.microsoft.com/office/drawing/2014/main" id="{D8AEFA72-009B-DAB6-FD0D-6AC3E8B159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164" name="Graphic 1163" descr="Deciduous tree with solid fill">
              <a:extLst>
                <a:ext uri="{FF2B5EF4-FFF2-40B4-BE49-F238E27FC236}">
                  <a16:creationId xmlns:a16="http://schemas.microsoft.com/office/drawing/2014/main" id="{A494C036-DCCA-15C1-8331-CBD565B923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165" name="Graphic 1164" descr="Deciduous tree with solid fill">
              <a:extLst>
                <a:ext uri="{FF2B5EF4-FFF2-40B4-BE49-F238E27FC236}">
                  <a16:creationId xmlns:a16="http://schemas.microsoft.com/office/drawing/2014/main" id="{9787A87D-7308-1B5D-C574-DAF5A788FA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166" name="Graphic 1165" descr="Deciduous tree with solid fill">
              <a:extLst>
                <a:ext uri="{FF2B5EF4-FFF2-40B4-BE49-F238E27FC236}">
                  <a16:creationId xmlns:a16="http://schemas.microsoft.com/office/drawing/2014/main" id="{ABEFC340-4942-88A8-46B1-86D070527C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167" name="Graphic 1166" descr="Deciduous tree with solid fill">
              <a:extLst>
                <a:ext uri="{FF2B5EF4-FFF2-40B4-BE49-F238E27FC236}">
                  <a16:creationId xmlns:a16="http://schemas.microsoft.com/office/drawing/2014/main" id="{D14B6435-0724-6926-7ECB-0E3BE1EED7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1168" name="Graphic 1167" descr="Deciduous tree with solid fill">
              <a:extLst>
                <a:ext uri="{FF2B5EF4-FFF2-40B4-BE49-F238E27FC236}">
                  <a16:creationId xmlns:a16="http://schemas.microsoft.com/office/drawing/2014/main" id="{37482F34-3B42-D86E-729D-CDDA3BDC07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1169" name="Graphic 1168" descr="Deciduous tree with solid fill">
              <a:extLst>
                <a:ext uri="{FF2B5EF4-FFF2-40B4-BE49-F238E27FC236}">
                  <a16:creationId xmlns:a16="http://schemas.microsoft.com/office/drawing/2014/main" id="{8A8E000E-0BAB-965A-6078-082ACC527C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1170" name="Graphic 1169" descr="Deciduous tree with solid fill">
              <a:extLst>
                <a:ext uri="{FF2B5EF4-FFF2-40B4-BE49-F238E27FC236}">
                  <a16:creationId xmlns:a16="http://schemas.microsoft.com/office/drawing/2014/main" id="{5AEC257C-E6BB-58E2-352C-5457FB85EE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1171" name="Graphic 1170" descr="Deciduous tree with solid fill">
              <a:extLst>
                <a:ext uri="{FF2B5EF4-FFF2-40B4-BE49-F238E27FC236}">
                  <a16:creationId xmlns:a16="http://schemas.microsoft.com/office/drawing/2014/main" id="{27E4CC7D-8EF7-F40B-5E6E-8A615BA649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172" name="Graphic 1171" descr="Deciduous tree with solid fill">
              <a:extLst>
                <a:ext uri="{FF2B5EF4-FFF2-40B4-BE49-F238E27FC236}">
                  <a16:creationId xmlns:a16="http://schemas.microsoft.com/office/drawing/2014/main" id="{3371C4A3-CC07-4918-DE55-7380262E4E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173" name="Graphic 1172" descr="Deciduous tree with solid fill">
              <a:extLst>
                <a:ext uri="{FF2B5EF4-FFF2-40B4-BE49-F238E27FC236}">
                  <a16:creationId xmlns:a16="http://schemas.microsoft.com/office/drawing/2014/main" id="{ECB2C3AB-8C7D-C9F9-D349-178E47B557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174" name="Graphic 1173" descr="Deciduous tree with solid fill">
              <a:extLst>
                <a:ext uri="{FF2B5EF4-FFF2-40B4-BE49-F238E27FC236}">
                  <a16:creationId xmlns:a16="http://schemas.microsoft.com/office/drawing/2014/main" id="{454A98B4-846A-1F5D-2C00-0C7E9F3D79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175" name="Graphic 1174" descr="Deciduous tree with solid fill">
              <a:extLst>
                <a:ext uri="{FF2B5EF4-FFF2-40B4-BE49-F238E27FC236}">
                  <a16:creationId xmlns:a16="http://schemas.microsoft.com/office/drawing/2014/main" id="{BA8B270F-325B-BFB0-0C1E-A959728264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1176" name="Graphic 1175" descr="Deciduous tree with solid fill">
              <a:extLst>
                <a:ext uri="{FF2B5EF4-FFF2-40B4-BE49-F238E27FC236}">
                  <a16:creationId xmlns:a16="http://schemas.microsoft.com/office/drawing/2014/main" id="{53F31A2C-BF0C-706E-A9C0-DF471A59B2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1177" name="Graphic 1176" descr="Deciduous tree with solid fill">
              <a:extLst>
                <a:ext uri="{FF2B5EF4-FFF2-40B4-BE49-F238E27FC236}">
                  <a16:creationId xmlns:a16="http://schemas.microsoft.com/office/drawing/2014/main" id="{3FDB0A09-43DC-BBC7-DB02-5A3ABAF1E0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1178" name="Graphic 1177" descr="Deciduous tree with solid fill">
              <a:extLst>
                <a:ext uri="{FF2B5EF4-FFF2-40B4-BE49-F238E27FC236}">
                  <a16:creationId xmlns:a16="http://schemas.microsoft.com/office/drawing/2014/main" id="{7DD74CD1-4930-972E-5B83-0E8200C593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1179" name="Graphic 1178" descr="Deciduous tree with solid fill">
              <a:extLst>
                <a:ext uri="{FF2B5EF4-FFF2-40B4-BE49-F238E27FC236}">
                  <a16:creationId xmlns:a16="http://schemas.microsoft.com/office/drawing/2014/main" id="{CDF4BDCF-67F3-C303-8C48-CB3E062312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180" name="Graphic 1179" descr="Deciduous tree with solid fill">
              <a:extLst>
                <a:ext uri="{FF2B5EF4-FFF2-40B4-BE49-F238E27FC236}">
                  <a16:creationId xmlns:a16="http://schemas.microsoft.com/office/drawing/2014/main" id="{38176CD9-1FB9-2312-4B2F-F247E3E0EA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181" name="Graphic 1180" descr="Deciduous tree with solid fill">
              <a:extLst>
                <a:ext uri="{FF2B5EF4-FFF2-40B4-BE49-F238E27FC236}">
                  <a16:creationId xmlns:a16="http://schemas.microsoft.com/office/drawing/2014/main" id="{AEB8DEC9-16B0-3953-B285-617E9FE6AF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182" name="Graphic 1181" descr="Deciduous tree with solid fill">
              <a:extLst>
                <a:ext uri="{FF2B5EF4-FFF2-40B4-BE49-F238E27FC236}">
                  <a16:creationId xmlns:a16="http://schemas.microsoft.com/office/drawing/2014/main" id="{A61BEAB3-4B48-C18D-2DED-C2C5E5A96D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183" name="Graphic 1182" descr="Deciduous tree with solid fill">
              <a:extLst>
                <a:ext uri="{FF2B5EF4-FFF2-40B4-BE49-F238E27FC236}">
                  <a16:creationId xmlns:a16="http://schemas.microsoft.com/office/drawing/2014/main" id="{1752C831-EADD-6C8E-B307-73CE36A18C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184" name="Graphic 1183" descr="Deciduous tree with solid fill">
              <a:extLst>
                <a:ext uri="{FF2B5EF4-FFF2-40B4-BE49-F238E27FC236}">
                  <a16:creationId xmlns:a16="http://schemas.microsoft.com/office/drawing/2014/main" id="{E4BABA5D-BDB5-BB68-D2A2-E4891962E7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185" name="Graphic 1184" descr="Deciduous tree with solid fill">
              <a:extLst>
                <a:ext uri="{FF2B5EF4-FFF2-40B4-BE49-F238E27FC236}">
                  <a16:creationId xmlns:a16="http://schemas.microsoft.com/office/drawing/2014/main" id="{3CD5A49C-6199-CC22-8E01-09CFE6CF38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1186" name="Graphic 1185" descr="Deciduous tree with solid fill">
              <a:extLst>
                <a:ext uri="{FF2B5EF4-FFF2-40B4-BE49-F238E27FC236}">
                  <a16:creationId xmlns:a16="http://schemas.microsoft.com/office/drawing/2014/main" id="{39BD68C6-D3FE-5EB0-B7D2-5C7D844B9F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1187" name="Graphic 1186" descr="Deciduous tree with solid fill">
              <a:extLst>
                <a:ext uri="{FF2B5EF4-FFF2-40B4-BE49-F238E27FC236}">
                  <a16:creationId xmlns:a16="http://schemas.microsoft.com/office/drawing/2014/main" id="{6C19FF37-24B6-CE0E-C1BF-9793556A79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188" name="Graphic 1187" descr="Deciduous tree with solid fill">
              <a:extLst>
                <a:ext uri="{FF2B5EF4-FFF2-40B4-BE49-F238E27FC236}">
                  <a16:creationId xmlns:a16="http://schemas.microsoft.com/office/drawing/2014/main" id="{979C00A8-0039-7C17-31FB-33B4D130E8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189" name="Graphic 1188" descr="Deciduous tree with solid fill">
              <a:extLst>
                <a:ext uri="{FF2B5EF4-FFF2-40B4-BE49-F238E27FC236}">
                  <a16:creationId xmlns:a16="http://schemas.microsoft.com/office/drawing/2014/main" id="{710E8534-5EE1-36E7-F96C-63E498029E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190" name="Graphic 1189" descr="Deciduous tree with solid fill">
              <a:extLst>
                <a:ext uri="{FF2B5EF4-FFF2-40B4-BE49-F238E27FC236}">
                  <a16:creationId xmlns:a16="http://schemas.microsoft.com/office/drawing/2014/main" id="{2B566A3D-59E1-2F66-E777-0F4FFFBE29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191" name="Graphic 1190" descr="Deciduous tree with solid fill">
              <a:extLst>
                <a:ext uri="{FF2B5EF4-FFF2-40B4-BE49-F238E27FC236}">
                  <a16:creationId xmlns:a16="http://schemas.microsoft.com/office/drawing/2014/main" id="{D601C123-BCC4-121E-BFC6-D617B60BA4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192" name="Graphic 1191" descr="Deciduous tree with solid fill">
              <a:extLst>
                <a:ext uri="{FF2B5EF4-FFF2-40B4-BE49-F238E27FC236}">
                  <a16:creationId xmlns:a16="http://schemas.microsoft.com/office/drawing/2014/main" id="{08B3EA90-BDDE-4675-11D7-3406D7AA30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1193" name="Graphic 1192" descr="Deciduous tree with solid fill">
              <a:extLst>
                <a:ext uri="{FF2B5EF4-FFF2-40B4-BE49-F238E27FC236}">
                  <a16:creationId xmlns:a16="http://schemas.microsoft.com/office/drawing/2014/main" id="{8438C4DB-B407-64D7-EB44-45AB5EA180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1194" name="Graphic 1193" descr="Deciduous tree with solid fill">
              <a:extLst>
                <a:ext uri="{FF2B5EF4-FFF2-40B4-BE49-F238E27FC236}">
                  <a16:creationId xmlns:a16="http://schemas.microsoft.com/office/drawing/2014/main" id="{C62E2AE4-D45B-8B86-996A-8A5C66752B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1195" name="Graphic 1194" descr="Deciduous tree with solid fill">
              <a:extLst>
                <a:ext uri="{FF2B5EF4-FFF2-40B4-BE49-F238E27FC236}">
                  <a16:creationId xmlns:a16="http://schemas.microsoft.com/office/drawing/2014/main" id="{985BC4CC-4B7D-B80B-F882-B244369362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196" name="Graphic 1195" descr="Deciduous tree with solid fill">
              <a:extLst>
                <a:ext uri="{FF2B5EF4-FFF2-40B4-BE49-F238E27FC236}">
                  <a16:creationId xmlns:a16="http://schemas.microsoft.com/office/drawing/2014/main" id="{59B27959-19C3-EA70-0247-C6B677AABC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197" name="Graphic 1196" descr="Deciduous tree with solid fill">
              <a:extLst>
                <a:ext uri="{FF2B5EF4-FFF2-40B4-BE49-F238E27FC236}">
                  <a16:creationId xmlns:a16="http://schemas.microsoft.com/office/drawing/2014/main" id="{28A60D32-978D-4192-D5D0-B357AFB1E5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198" name="Graphic 1197" descr="Deciduous tree with solid fill">
              <a:extLst>
                <a:ext uri="{FF2B5EF4-FFF2-40B4-BE49-F238E27FC236}">
                  <a16:creationId xmlns:a16="http://schemas.microsoft.com/office/drawing/2014/main" id="{D1982567-80B7-2EAF-4B8A-9E2FEB1A42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199" name="Graphic 1198" descr="Deciduous tree with solid fill">
              <a:extLst>
                <a:ext uri="{FF2B5EF4-FFF2-40B4-BE49-F238E27FC236}">
                  <a16:creationId xmlns:a16="http://schemas.microsoft.com/office/drawing/2014/main" id="{85DD5DC4-0468-AE3D-6239-19D19DB204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1200" name="Graphic 1199" descr="Deciduous tree with solid fill">
              <a:extLst>
                <a:ext uri="{FF2B5EF4-FFF2-40B4-BE49-F238E27FC236}">
                  <a16:creationId xmlns:a16="http://schemas.microsoft.com/office/drawing/2014/main" id="{87F8B93E-50DE-4EFC-BA2B-58A458B5F6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1201" name="Graphic 1200" descr="Deciduous tree with solid fill">
              <a:extLst>
                <a:ext uri="{FF2B5EF4-FFF2-40B4-BE49-F238E27FC236}">
                  <a16:creationId xmlns:a16="http://schemas.microsoft.com/office/drawing/2014/main" id="{3DE09AE1-6B5C-DB47-2803-4E1F8C41AB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1202" name="Graphic 1201" descr="Deciduous tree with solid fill">
              <a:extLst>
                <a:ext uri="{FF2B5EF4-FFF2-40B4-BE49-F238E27FC236}">
                  <a16:creationId xmlns:a16="http://schemas.microsoft.com/office/drawing/2014/main" id="{79D0946B-6249-05F4-B45A-F689A8F137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203" name="Graphic 1202" descr="Deciduous tree with solid fill">
              <a:extLst>
                <a:ext uri="{FF2B5EF4-FFF2-40B4-BE49-F238E27FC236}">
                  <a16:creationId xmlns:a16="http://schemas.microsoft.com/office/drawing/2014/main" id="{E110BA71-D86B-0B70-C8BB-F47E6C2DB5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204" name="Graphic 1203" descr="Deciduous tree with solid fill">
              <a:extLst>
                <a:ext uri="{FF2B5EF4-FFF2-40B4-BE49-F238E27FC236}">
                  <a16:creationId xmlns:a16="http://schemas.microsoft.com/office/drawing/2014/main" id="{B062E9A3-9F7E-2B32-0491-DCE523E773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205" name="Graphic 1204" descr="Deciduous tree with solid fill">
              <a:extLst>
                <a:ext uri="{FF2B5EF4-FFF2-40B4-BE49-F238E27FC236}">
                  <a16:creationId xmlns:a16="http://schemas.microsoft.com/office/drawing/2014/main" id="{43A1A438-C07E-1A64-C794-56F2102E2B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206" name="Graphic 1205" descr="Deciduous tree with solid fill">
              <a:extLst>
                <a:ext uri="{FF2B5EF4-FFF2-40B4-BE49-F238E27FC236}">
                  <a16:creationId xmlns:a16="http://schemas.microsoft.com/office/drawing/2014/main" id="{C69BE14F-395C-5339-C982-B42B40B570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207" name="Graphic 1206" descr="Deciduous tree with solid fill">
              <a:extLst>
                <a:ext uri="{FF2B5EF4-FFF2-40B4-BE49-F238E27FC236}">
                  <a16:creationId xmlns:a16="http://schemas.microsoft.com/office/drawing/2014/main" id="{693AEE91-2D1B-28A9-0BFB-5598737C20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08" name="Graphic 1207" descr="Deciduous tree with solid fill">
              <a:extLst>
                <a:ext uri="{FF2B5EF4-FFF2-40B4-BE49-F238E27FC236}">
                  <a16:creationId xmlns:a16="http://schemas.microsoft.com/office/drawing/2014/main" id="{59A43639-BD69-57A6-9584-2999A40363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1209" name="Graphic 1208" descr="Deciduous tree with solid fill">
              <a:extLst>
                <a:ext uri="{FF2B5EF4-FFF2-40B4-BE49-F238E27FC236}">
                  <a16:creationId xmlns:a16="http://schemas.microsoft.com/office/drawing/2014/main" id="{D4A11990-F19D-AD22-61DB-4030482CF9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210" name="Graphic 1209" descr="Deciduous tree with solid fill">
              <a:extLst>
                <a:ext uri="{FF2B5EF4-FFF2-40B4-BE49-F238E27FC236}">
                  <a16:creationId xmlns:a16="http://schemas.microsoft.com/office/drawing/2014/main" id="{B8D746FD-809E-BEF6-57C5-2932D92539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211" name="Graphic 1210" descr="Deciduous tree with solid fill">
              <a:extLst>
                <a:ext uri="{FF2B5EF4-FFF2-40B4-BE49-F238E27FC236}">
                  <a16:creationId xmlns:a16="http://schemas.microsoft.com/office/drawing/2014/main" id="{E559479A-F17F-EB62-0C3E-3B95CAECC7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212" name="Graphic 1211" descr="Deciduous tree with solid fill">
              <a:extLst>
                <a:ext uri="{FF2B5EF4-FFF2-40B4-BE49-F238E27FC236}">
                  <a16:creationId xmlns:a16="http://schemas.microsoft.com/office/drawing/2014/main" id="{9CBF86F9-0C2C-9A45-7D53-76B1A3A7D2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213" name="Graphic 1212" descr="Deciduous tree with solid fill">
              <a:extLst>
                <a:ext uri="{FF2B5EF4-FFF2-40B4-BE49-F238E27FC236}">
                  <a16:creationId xmlns:a16="http://schemas.microsoft.com/office/drawing/2014/main" id="{F95FEA6C-6248-8402-98BE-B7CAEB4C01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214" name="Graphic 1213" descr="Deciduous tree with solid fill">
              <a:extLst>
                <a:ext uri="{FF2B5EF4-FFF2-40B4-BE49-F238E27FC236}">
                  <a16:creationId xmlns:a16="http://schemas.microsoft.com/office/drawing/2014/main" id="{8CD8E6AD-08FC-2F63-121B-DFFF7CB5CF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1215" name="Graphic 1214" descr="Deciduous tree with solid fill">
              <a:extLst>
                <a:ext uri="{FF2B5EF4-FFF2-40B4-BE49-F238E27FC236}">
                  <a16:creationId xmlns:a16="http://schemas.microsoft.com/office/drawing/2014/main" id="{54D1E437-9D32-5FEC-F846-30454D2D6A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1216" name="Graphic 1215" descr="Deciduous tree with solid fill">
              <a:extLst>
                <a:ext uri="{FF2B5EF4-FFF2-40B4-BE49-F238E27FC236}">
                  <a16:creationId xmlns:a16="http://schemas.microsoft.com/office/drawing/2014/main" id="{1A68145D-DA8A-B97C-0944-C85F801D8C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217" name="Graphic 1216" descr="Deciduous tree with solid fill">
              <a:extLst>
                <a:ext uri="{FF2B5EF4-FFF2-40B4-BE49-F238E27FC236}">
                  <a16:creationId xmlns:a16="http://schemas.microsoft.com/office/drawing/2014/main" id="{446CA807-ACB7-85CF-40CE-58F6A61D2F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218" name="Graphic 1217" descr="Deciduous tree with solid fill">
              <a:extLst>
                <a:ext uri="{FF2B5EF4-FFF2-40B4-BE49-F238E27FC236}">
                  <a16:creationId xmlns:a16="http://schemas.microsoft.com/office/drawing/2014/main" id="{6FB91F4D-C278-36E9-DDF5-CF0CF4AB7C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219" name="Graphic 1218" descr="Deciduous tree with solid fill">
              <a:extLst>
                <a:ext uri="{FF2B5EF4-FFF2-40B4-BE49-F238E27FC236}">
                  <a16:creationId xmlns:a16="http://schemas.microsoft.com/office/drawing/2014/main" id="{C0CF65B9-092F-111C-C254-0971316859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20" name="Graphic 1219" descr="Deciduous tree with solid fill">
              <a:extLst>
                <a:ext uri="{FF2B5EF4-FFF2-40B4-BE49-F238E27FC236}">
                  <a16:creationId xmlns:a16="http://schemas.microsoft.com/office/drawing/2014/main" id="{DB1CE091-410E-D88F-7B57-D72C6B6CB9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221" name="Graphic 1220" descr="Deciduous tree with solid fill">
              <a:extLst>
                <a:ext uri="{FF2B5EF4-FFF2-40B4-BE49-F238E27FC236}">
                  <a16:creationId xmlns:a16="http://schemas.microsoft.com/office/drawing/2014/main" id="{3EDE5B27-2D1D-6FB1-998F-BEC9819E4A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222" name="Graphic 1221" descr="Deciduous tree with solid fill">
              <a:extLst>
                <a:ext uri="{FF2B5EF4-FFF2-40B4-BE49-F238E27FC236}">
                  <a16:creationId xmlns:a16="http://schemas.microsoft.com/office/drawing/2014/main" id="{0E602090-C642-5926-7B6A-33C9671ED8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1223" name="Graphic 1222" descr="Deciduous tree with solid fill">
              <a:extLst>
                <a:ext uri="{FF2B5EF4-FFF2-40B4-BE49-F238E27FC236}">
                  <a16:creationId xmlns:a16="http://schemas.microsoft.com/office/drawing/2014/main" id="{DC951FDA-F394-0022-CFD3-666771407F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224" name="Graphic 1223" descr="Deciduous tree with solid fill">
              <a:extLst>
                <a:ext uri="{FF2B5EF4-FFF2-40B4-BE49-F238E27FC236}">
                  <a16:creationId xmlns:a16="http://schemas.microsoft.com/office/drawing/2014/main" id="{31960145-C4F0-27CF-D95F-ED9077DAE1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225" name="Graphic 1224" descr="Deciduous tree with solid fill">
              <a:extLst>
                <a:ext uri="{FF2B5EF4-FFF2-40B4-BE49-F238E27FC236}">
                  <a16:creationId xmlns:a16="http://schemas.microsoft.com/office/drawing/2014/main" id="{1090F1FA-CD7F-AC06-74D0-2DB9A029D8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226" name="Graphic 1225" descr="Deciduous tree with solid fill">
              <a:extLst>
                <a:ext uri="{FF2B5EF4-FFF2-40B4-BE49-F238E27FC236}">
                  <a16:creationId xmlns:a16="http://schemas.microsoft.com/office/drawing/2014/main" id="{CDCA1C45-706A-BDE9-DBBE-FDE1CB4F16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227" name="Graphic 1226" descr="Deciduous tree with solid fill">
              <a:extLst>
                <a:ext uri="{FF2B5EF4-FFF2-40B4-BE49-F238E27FC236}">
                  <a16:creationId xmlns:a16="http://schemas.microsoft.com/office/drawing/2014/main" id="{48E1D75E-D2E7-D0F0-2E20-075EE276E0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28" name="Graphic 1227" descr="Deciduous tree with solid fill">
              <a:extLst>
                <a:ext uri="{FF2B5EF4-FFF2-40B4-BE49-F238E27FC236}">
                  <a16:creationId xmlns:a16="http://schemas.microsoft.com/office/drawing/2014/main" id="{9E6E3E22-18B6-6315-F0B4-F1BEE22442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229" name="Graphic 1228" descr="Deciduous tree with solid fill">
              <a:extLst>
                <a:ext uri="{FF2B5EF4-FFF2-40B4-BE49-F238E27FC236}">
                  <a16:creationId xmlns:a16="http://schemas.microsoft.com/office/drawing/2014/main" id="{BA8809E0-5FDB-161A-19DB-BCD40FF0B8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230" name="Graphic 1229" descr="Deciduous tree with solid fill">
              <a:extLst>
                <a:ext uri="{FF2B5EF4-FFF2-40B4-BE49-F238E27FC236}">
                  <a16:creationId xmlns:a16="http://schemas.microsoft.com/office/drawing/2014/main" id="{59CB41E6-1334-2CB8-31BA-2CF0BB6442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231" name="Graphic 1230" descr="Deciduous tree with solid fill">
              <a:extLst>
                <a:ext uri="{FF2B5EF4-FFF2-40B4-BE49-F238E27FC236}">
                  <a16:creationId xmlns:a16="http://schemas.microsoft.com/office/drawing/2014/main" id="{52674586-7D4C-73EF-0596-34400E22E1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232" name="Graphic 1231" descr="Deciduous tree with solid fill">
              <a:extLst>
                <a:ext uri="{FF2B5EF4-FFF2-40B4-BE49-F238E27FC236}">
                  <a16:creationId xmlns:a16="http://schemas.microsoft.com/office/drawing/2014/main" id="{F2781D17-651B-2DF7-9C5D-5E43F2B05D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233" name="Graphic 1232" descr="Deciduous tree with solid fill">
              <a:extLst>
                <a:ext uri="{FF2B5EF4-FFF2-40B4-BE49-F238E27FC236}">
                  <a16:creationId xmlns:a16="http://schemas.microsoft.com/office/drawing/2014/main" id="{075B2251-6CDC-84FE-DA8C-AFC6B560F9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1234" name="Graphic 1233" descr="Deciduous tree with solid fill">
              <a:extLst>
                <a:ext uri="{FF2B5EF4-FFF2-40B4-BE49-F238E27FC236}">
                  <a16:creationId xmlns:a16="http://schemas.microsoft.com/office/drawing/2014/main" id="{FD59039F-C8C0-9B47-5C81-E6D01C4751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235" name="Graphic 1234" descr="Deciduous tree with solid fill">
              <a:extLst>
                <a:ext uri="{FF2B5EF4-FFF2-40B4-BE49-F238E27FC236}">
                  <a16:creationId xmlns:a16="http://schemas.microsoft.com/office/drawing/2014/main" id="{CF797E34-734F-0DFF-E608-76745E8573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236" name="Graphic 1235" descr="Deciduous tree with solid fill">
              <a:extLst>
                <a:ext uri="{FF2B5EF4-FFF2-40B4-BE49-F238E27FC236}">
                  <a16:creationId xmlns:a16="http://schemas.microsoft.com/office/drawing/2014/main" id="{576529EE-147B-8FA9-8426-8FFAA57FCF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237" name="Graphic 1236" descr="Deciduous tree with solid fill">
              <a:extLst>
                <a:ext uri="{FF2B5EF4-FFF2-40B4-BE49-F238E27FC236}">
                  <a16:creationId xmlns:a16="http://schemas.microsoft.com/office/drawing/2014/main" id="{3DF26885-DBF3-7536-FA0C-CEDC04F8EA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38" name="Graphic 1237" descr="Deciduous tree with solid fill">
              <a:extLst>
                <a:ext uri="{FF2B5EF4-FFF2-40B4-BE49-F238E27FC236}">
                  <a16:creationId xmlns:a16="http://schemas.microsoft.com/office/drawing/2014/main" id="{B9CE1E4B-16E3-585D-C15E-A83E78D0DF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239" name="Graphic 1238" descr="Deciduous tree with solid fill">
              <a:extLst>
                <a:ext uri="{FF2B5EF4-FFF2-40B4-BE49-F238E27FC236}">
                  <a16:creationId xmlns:a16="http://schemas.microsoft.com/office/drawing/2014/main" id="{BC79AF3E-9A32-F9CE-E49F-B1E1BB988A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240" name="Graphic 1239" descr="Deciduous tree with solid fill">
              <a:extLst>
                <a:ext uri="{FF2B5EF4-FFF2-40B4-BE49-F238E27FC236}">
                  <a16:creationId xmlns:a16="http://schemas.microsoft.com/office/drawing/2014/main" id="{2538AF5F-13BE-DD6F-1DD9-8DD8AE495E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241" name="Graphic 1240" descr="Deciduous tree with solid fill">
              <a:extLst>
                <a:ext uri="{FF2B5EF4-FFF2-40B4-BE49-F238E27FC236}">
                  <a16:creationId xmlns:a16="http://schemas.microsoft.com/office/drawing/2014/main" id="{5F8A475A-5820-D7E8-37F9-F8EF113C87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242" name="Graphic 1241" descr="Deciduous tree with solid fill">
              <a:extLst>
                <a:ext uri="{FF2B5EF4-FFF2-40B4-BE49-F238E27FC236}">
                  <a16:creationId xmlns:a16="http://schemas.microsoft.com/office/drawing/2014/main" id="{4497CDE1-B8F0-7CE0-C039-67172AF5A2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243" name="Graphic 1242" descr="Deciduous tree with solid fill">
              <a:extLst>
                <a:ext uri="{FF2B5EF4-FFF2-40B4-BE49-F238E27FC236}">
                  <a16:creationId xmlns:a16="http://schemas.microsoft.com/office/drawing/2014/main" id="{E37D45F5-052A-1046-0DB2-5CDD522E09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244" name="Graphic 1243" descr="Deciduous tree with solid fill">
              <a:extLst>
                <a:ext uri="{FF2B5EF4-FFF2-40B4-BE49-F238E27FC236}">
                  <a16:creationId xmlns:a16="http://schemas.microsoft.com/office/drawing/2014/main" id="{0B0E1467-C5A3-C011-F2F6-6A6996C734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45" name="Graphic 1244" descr="Deciduous tree with solid fill">
              <a:extLst>
                <a:ext uri="{FF2B5EF4-FFF2-40B4-BE49-F238E27FC236}">
                  <a16:creationId xmlns:a16="http://schemas.microsoft.com/office/drawing/2014/main" id="{6CD3B926-C158-3B2D-89C1-A9856F164E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246" name="Graphic 1245" descr="Deciduous tree with solid fill">
              <a:extLst>
                <a:ext uri="{FF2B5EF4-FFF2-40B4-BE49-F238E27FC236}">
                  <a16:creationId xmlns:a16="http://schemas.microsoft.com/office/drawing/2014/main" id="{AC4EB8B6-46CB-E0EF-9E06-D1E2775D5A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247" name="Graphic 1246" descr="Deciduous tree with solid fill">
              <a:extLst>
                <a:ext uri="{FF2B5EF4-FFF2-40B4-BE49-F238E27FC236}">
                  <a16:creationId xmlns:a16="http://schemas.microsoft.com/office/drawing/2014/main" id="{5381DCB2-4CB0-62B7-2D59-01B4FEA371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248" name="Graphic 1247" descr="Deciduous tree with solid fill">
              <a:extLst>
                <a:ext uri="{FF2B5EF4-FFF2-40B4-BE49-F238E27FC236}">
                  <a16:creationId xmlns:a16="http://schemas.microsoft.com/office/drawing/2014/main" id="{3F61F6F4-7088-E7D2-8490-6C9BB28C64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249" name="Graphic 1248" descr="Deciduous tree with solid fill">
              <a:extLst>
                <a:ext uri="{FF2B5EF4-FFF2-40B4-BE49-F238E27FC236}">
                  <a16:creationId xmlns:a16="http://schemas.microsoft.com/office/drawing/2014/main" id="{86122AD5-6AE7-0A1E-2D8E-C599AD43AA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250" name="Graphic 1249" descr="Deciduous tree with solid fill">
              <a:extLst>
                <a:ext uri="{FF2B5EF4-FFF2-40B4-BE49-F238E27FC236}">
                  <a16:creationId xmlns:a16="http://schemas.microsoft.com/office/drawing/2014/main" id="{3FE1B72D-A332-E52C-14B0-4B0D514421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251" name="Graphic 1250" descr="Deciduous tree with solid fill">
              <a:extLst>
                <a:ext uri="{FF2B5EF4-FFF2-40B4-BE49-F238E27FC236}">
                  <a16:creationId xmlns:a16="http://schemas.microsoft.com/office/drawing/2014/main" id="{1069D695-AAF9-E9DE-6314-095710F9E8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252" name="Graphic 1251" descr="Deciduous tree with solid fill">
              <a:extLst>
                <a:ext uri="{FF2B5EF4-FFF2-40B4-BE49-F238E27FC236}">
                  <a16:creationId xmlns:a16="http://schemas.microsoft.com/office/drawing/2014/main" id="{F191F81B-9E7B-259A-D5E8-57342235F0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53" name="Graphic 1252" descr="Deciduous tree with solid fill">
              <a:extLst>
                <a:ext uri="{FF2B5EF4-FFF2-40B4-BE49-F238E27FC236}">
                  <a16:creationId xmlns:a16="http://schemas.microsoft.com/office/drawing/2014/main" id="{1545FC87-DB78-CB98-CA48-564DADC1DC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254" name="Graphic 1253" descr="Deciduous tree with solid fill">
              <a:extLst>
                <a:ext uri="{FF2B5EF4-FFF2-40B4-BE49-F238E27FC236}">
                  <a16:creationId xmlns:a16="http://schemas.microsoft.com/office/drawing/2014/main" id="{AD653D25-266F-45C5-BCD0-662D76B1C4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255" name="Graphic 1254" descr="Deciduous tree with solid fill">
              <a:extLst>
                <a:ext uri="{FF2B5EF4-FFF2-40B4-BE49-F238E27FC236}">
                  <a16:creationId xmlns:a16="http://schemas.microsoft.com/office/drawing/2014/main" id="{5987B93D-8944-DE02-0EA5-E1EE230BF1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256" name="Graphic 1255" descr="Deciduous tree with solid fill">
              <a:extLst>
                <a:ext uri="{FF2B5EF4-FFF2-40B4-BE49-F238E27FC236}">
                  <a16:creationId xmlns:a16="http://schemas.microsoft.com/office/drawing/2014/main" id="{7A33F38A-3933-38D2-3754-26F2ADCB59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257" name="Graphic 1256" descr="Deciduous tree with solid fill">
              <a:extLst>
                <a:ext uri="{FF2B5EF4-FFF2-40B4-BE49-F238E27FC236}">
                  <a16:creationId xmlns:a16="http://schemas.microsoft.com/office/drawing/2014/main" id="{46E2C749-2930-5542-52BE-FE08247D49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258" name="Graphic 1257" descr="Deciduous tree with solid fill">
              <a:extLst>
                <a:ext uri="{FF2B5EF4-FFF2-40B4-BE49-F238E27FC236}">
                  <a16:creationId xmlns:a16="http://schemas.microsoft.com/office/drawing/2014/main" id="{102DC459-0FC2-69B9-4CBD-9893B14FC6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59" name="Graphic 1258" descr="Deciduous tree with solid fill">
              <a:extLst>
                <a:ext uri="{FF2B5EF4-FFF2-40B4-BE49-F238E27FC236}">
                  <a16:creationId xmlns:a16="http://schemas.microsoft.com/office/drawing/2014/main" id="{A4891DFC-5AF9-8152-0301-5AD2C423CD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260" name="Graphic 1259" descr="Deciduous tree with solid fill">
              <a:extLst>
                <a:ext uri="{FF2B5EF4-FFF2-40B4-BE49-F238E27FC236}">
                  <a16:creationId xmlns:a16="http://schemas.microsoft.com/office/drawing/2014/main" id="{87B8F75B-A1A7-3E87-F03D-B7AD217D45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261" name="Graphic 1260" descr="Deciduous tree with solid fill">
              <a:extLst>
                <a:ext uri="{FF2B5EF4-FFF2-40B4-BE49-F238E27FC236}">
                  <a16:creationId xmlns:a16="http://schemas.microsoft.com/office/drawing/2014/main" id="{F2734DE2-46DD-7312-E1C8-75D1D9CC68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262" name="Graphic 1261" descr="Deciduous tree with solid fill">
              <a:extLst>
                <a:ext uri="{FF2B5EF4-FFF2-40B4-BE49-F238E27FC236}">
                  <a16:creationId xmlns:a16="http://schemas.microsoft.com/office/drawing/2014/main" id="{ED0013B1-F2CA-7379-60E0-0980C41E59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263" name="Graphic 1262" descr="Deciduous tree with solid fill">
              <a:extLst>
                <a:ext uri="{FF2B5EF4-FFF2-40B4-BE49-F238E27FC236}">
                  <a16:creationId xmlns:a16="http://schemas.microsoft.com/office/drawing/2014/main" id="{CD414590-F951-52E2-18DE-C9FB51A2DE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264" name="Graphic 1263" descr="Deciduous tree with solid fill">
              <a:extLst>
                <a:ext uri="{FF2B5EF4-FFF2-40B4-BE49-F238E27FC236}">
                  <a16:creationId xmlns:a16="http://schemas.microsoft.com/office/drawing/2014/main" id="{7D50D5F2-370B-5D82-25C8-C14F86B57D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65" name="Graphic 1264" descr="Deciduous tree with solid fill">
              <a:extLst>
                <a:ext uri="{FF2B5EF4-FFF2-40B4-BE49-F238E27FC236}">
                  <a16:creationId xmlns:a16="http://schemas.microsoft.com/office/drawing/2014/main" id="{F1CF4AE5-B248-5BF2-3B20-68DCAF3CDC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266" name="Graphic 1265" descr="Deciduous tree with solid fill">
              <a:extLst>
                <a:ext uri="{FF2B5EF4-FFF2-40B4-BE49-F238E27FC236}">
                  <a16:creationId xmlns:a16="http://schemas.microsoft.com/office/drawing/2014/main" id="{87AFA02E-C20F-2742-3123-69C129D0D4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267" name="Graphic 1266" descr="Deciduous tree with solid fill">
              <a:extLst>
                <a:ext uri="{FF2B5EF4-FFF2-40B4-BE49-F238E27FC236}">
                  <a16:creationId xmlns:a16="http://schemas.microsoft.com/office/drawing/2014/main" id="{7F2E445C-D61F-B6F7-0D25-ABBBDB7B21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268" name="Graphic 1267" descr="Deciduous tree with solid fill">
              <a:extLst>
                <a:ext uri="{FF2B5EF4-FFF2-40B4-BE49-F238E27FC236}">
                  <a16:creationId xmlns:a16="http://schemas.microsoft.com/office/drawing/2014/main" id="{DCF41B29-E58E-8B63-7662-BCC94445F7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269" name="Graphic 1268" descr="Deciduous tree with solid fill">
              <a:extLst>
                <a:ext uri="{FF2B5EF4-FFF2-40B4-BE49-F238E27FC236}">
                  <a16:creationId xmlns:a16="http://schemas.microsoft.com/office/drawing/2014/main" id="{E92F6E76-12E1-264B-DDE5-E5422EA03A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70" name="Graphic 1269" descr="Deciduous tree with solid fill">
              <a:extLst>
                <a:ext uri="{FF2B5EF4-FFF2-40B4-BE49-F238E27FC236}">
                  <a16:creationId xmlns:a16="http://schemas.microsoft.com/office/drawing/2014/main" id="{5F755B8E-1F5A-7B75-73AE-7F58936B66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271" name="Graphic 1270" descr="Deciduous tree with solid fill">
              <a:extLst>
                <a:ext uri="{FF2B5EF4-FFF2-40B4-BE49-F238E27FC236}">
                  <a16:creationId xmlns:a16="http://schemas.microsoft.com/office/drawing/2014/main" id="{5720E263-4B5C-2A00-4236-DE663553C9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272" name="Graphic 1271" descr="Deciduous tree with solid fill">
              <a:extLst>
                <a:ext uri="{FF2B5EF4-FFF2-40B4-BE49-F238E27FC236}">
                  <a16:creationId xmlns:a16="http://schemas.microsoft.com/office/drawing/2014/main" id="{BCE06B3F-00B2-F439-15E7-CEEFAFDAFA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273" name="Graphic 1272" descr="Deciduous tree with solid fill">
              <a:extLst>
                <a:ext uri="{FF2B5EF4-FFF2-40B4-BE49-F238E27FC236}">
                  <a16:creationId xmlns:a16="http://schemas.microsoft.com/office/drawing/2014/main" id="{00D61323-F9F9-6D58-27BC-6A5FEB4AC4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74" name="Graphic 1273" descr="Deciduous tree with solid fill">
              <a:extLst>
                <a:ext uri="{FF2B5EF4-FFF2-40B4-BE49-F238E27FC236}">
                  <a16:creationId xmlns:a16="http://schemas.microsoft.com/office/drawing/2014/main" id="{5378ACB2-209C-49D4-6A93-0DD8FFB42F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275" name="Graphic 1274" descr="Deciduous tree with solid fill">
              <a:extLst>
                <a:ext uri="{FF2B5EF4-FFF2-40B4-BE49-F238E27FC236}">
                  <a16:creationId xmlns:a16="http://schemas.microsoft.com/office/drawing/2014/main" id="{F7A78EF1-DBE5-C4DD-AFA2-5476C71BB2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276" name="Graphic 1275" descr="Deciduous tree with solid fill">
              <a:extLst>
                <a:ext uri="{FF2B5EF4-FFF2-40B4-BE49-F238E27FC236}">
                  <a16:creationId xmlns:a16="http://schemas.microsoft.com/office/drawing/2014/main" id="{7A701B55-E12A-A0E5-C69C-B158469435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277" name="Graphic 1276" descr="Deciduous tree with solid fill">
              <a:extLst>
                <a:ext uri="{FF2B5EF4-FFF2-40B4-BE49-F238E27FC236}">
                  <a16:creationId xmlns:a16="http://schemas.microsoft.com/office/drawing/2014/main" id="{FDAF7C96-E736-8E4C-8970-6ED6E6AEF5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78" name="Graphic 1277" descr="Deciduous tree with solid fill">
              <a:extLst>
                <a:ext uri="{FF2B5EF4-FFF2-40B4-BE49-F238E27FC236}">
                  <a16:creationId xmlns:a16="http://schemas.microsoft.com/office/drawing/2014/main" id="{79535E1C-637A-A38A-5C13-02FD71144F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279" name="Graphic 1278" descr="Deciduous tree with solid fill">
              <a:extLst>
                <a:ext uri="{FF2B5EF4-FFF2-40B4-BE49-F238E27FC236}">
                  <a16:creationId xmlns:a16="http://schemas.microsoft.com/office/drawing/2014/main" id="{E868FDA2-A907-100B-6CEA-9112A7E6A9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80" name="Graphic 1279" descr="Deciduous tree with solid fill">
              <a:extLst>
                <a:ext uri="{FF2B5EF4-FFF2-40B4-BE49-F238E27FC236}">
                  <a16:creationId xmlns:a16="http://schemas.microsoft.com/office/drawing/2014/main" id="{77534AE9-9DF8-4DE6-FA3D-F0CADF5CCB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281" name="Graphic 1280" descr="Deciduous tree with solid fill">
              <a:extLst>
                <a:ext uri="{FF2B5EF4-FFF2-40B4-BE49-F238E27FC236}">
                  <a16:creationId xmlns:a16="http://schemas.microsoft.com/office/drawing/2014/main" id="{0DE810AC-E438-F615-C6D4-604FAFDABB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82" name="Graphic 1281" descr="Deciduous tree with solid fill">
              <a:extLst>
                <a:ext uri="{FF2B5EF4-FFF2-40B4-BE49-F238E27FC236}">
                  <a16:creationId xmlns:a16="http://schemas.microsoft.com/office/drawing/2014/main" id="{7AA0E4E9-14B8-8643-7235-281826F584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83" name="Graphic 1282" descr="Deciduous tree with solid fill">
              <a:extLst>
                <a:ext uri="{FF2B5EF4-FFF2-40B4-BE49-F238E27FC236}">
                  <a16:creationId xmlns:a16="http://schemas.microsoft.com/office/drawing/2014/main" id="{502C4F76-8322-02A3-6AD1-F1DDCDC106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31734" y="1572825"/>
              <a:ext cx="209457" cy="196411"/>
            </a:xfrm>
            <a:prstGeom prst="rect">
              <a:avLst/>
            </a:prstGeom>
          </p:spPr>
        </p:pic>
        <p:pic>
          <p:nvPicPr>
            <p:cNvPr id="1284" name="Graphic 1283" descr="Deciduous tree with solid fill">
              <a:extLst>
                <a:ext uri="{FF2B5EF4-FFF2-40B4-BE49-F238E27FC236}">
                  <a16:creationId xmlns:a16="http://schemas.microsoft.com/office/drawing/2014/main" id="{F8F9BF53-EE9D-7C53-5201-2EC4D14ECC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6107" y="1668685"/>
              <a:ext cx="209457" cy="196411"/>
            </a:xfrm>
            <a:prstGeom prst="rect">
              <a:avLst/>
            </a:prstGeom>
          </p:spPr>
        </p:pic>
        <p:pic>
          <p:nvPicPr>
            <p:cNvPr id="1285" name="Graphic 1284" descr="Deciduous tree with solid fill">
              <a:extLst>
                <a:ext uri="{FF2B5EF4-FFF2-40B4-BE49-F238E27FC236}">
                  <a16:creationId xmlns:a16="http://schemas.microsoft.com/office/drawing/2014/main" id="{B5A237C0-6D8A-B04A-1810-59CF27F56E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02311" y="1484787"/>
              <a:ext cx="209457" cy="196411"/>
            </a:xfrm>
            <a:prstGeom prst="rect">
              <a:avLst/>
            </a:prstGeom>
          </p:spPr>
        </p:pic>
        <p:pic>
          <p:nvPicPr>
            <p:cNvPr id="1286" name="Graphic 1285" descr="Deciduous tree with solid fill">
              <a:extLst>
                <a:ext uri="{FF2B5EF4-FFF2-40B4-BE49-F238E27FC236}">
                  <a16:creationId xmlns:a16="http://schemas.microsoft.com/office/drawing/2014/main" id="{C8D4ECA9-0D01-F329-3C3B-5C13ACA2AC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23834" y="3581200"/>
              <a:ext cx="209457" cy="196411"/>
            </a:xfrm>
            <a:prstGeom prst="rect">
              <a:avLst/>
            </a:prstGeom>
          </p:spPr>
        </p:pic>
        <p:pic>
          <p:nvPicPr>
            <p:cNvPr id="1287" name="Graphic 1286" descr="Deciduous tree with solid fill">
              <a:extLst>
                <a:ext uri="{FF2B5EF4-FFF2-40B4-BE49-F238E27FC236}">
                  <a16:creationId xmlns:a16="http://schemas.microsoft.com/office/drawing/2014/main" id="{4B11B6F7-7A10-ECD5-073F-7BFAFD832E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77803" y="1792177"/>
              <a:ext cx="209457" cy="196411"/>
            </a:xfrm>
            <a:prstGeom prst="rect">
              <a:avLst/>
            </a:prstGeom>
          </p:spPr>
        </p:pic>
        <p:pic>
          <p:nvPicPr>
            <p:cNvPr id="1288" name="Graphic 1287" descr="Deciduous tree with solid fill">
              <a:extLst>
                <a:ext uri="{FF2B5EF4-FFF2-40B4-BE49-F238E27FC236}">
                  <a16:creationId xmlns:a16="http://schemas.microsoft.com/office/drawing/2014/main" id="{6EE0978D-6F33-37C0-1C32-4A05644963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9" y="1915668"/>
              <a:ext cx="209457" cy="196411"/>
            </a:xfrm>
            <a:prstGeom prst="rect">
              <a:avLst/>
            </a:prstGeom>
          </p:spPr>
        </p:pic>
        <p:pic>
          <p:nvPicPr>
            <p:cNvPr id="1289" name="Graphic 1288" descr="Deciduous tree with solid fill">
              <a:extLst>
                <a:ext uri="{FF2B5EF4-FFF2-40B4-BE49-F238E27FC236}">
                  <a16:creationId xmlns:a16="http://schemas.microsoft.com/office/drawing/2014/main" id="{B76BA622-A8BE-75AB-DEC5-61243809C9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41192" y="2039159"/>
              <a:ext cx="209457" cy="196411"/>
            </a:xfrm>
            <a:prstGeom prst="rect">
              <a:avLst/>
            </a:prstGeom>
          </p:spPr>
        </p:pic>
        <p:pic>
          <p:nvPicPr>
            <p:cNvPr id="1290" name="Graphic 1289" descr="Deciduous tree with solid fill">
              <a:extLst>
                <a:ext uri="{FF2B5EF4-FFF2-40B4-BE49-F238E27FC236}">
                  <a16:creationId xmlns:a16="http://schemas.microsoft.com/office/drawing/2014/main" id="{CC5434A3-11DB-C982-4AEC-EC9A49461A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2887" y="2162650"/>
              <a:ext cx="209457" cy="196411"/>
            </a:xfrm>
            <a:prstGeom prst="rect">
              <a:avLst/>
            </a:prstGeom>
          </p:spPr>
        </p:pic>
        <p:pic>
          <p:nvPicPr>
            <p:cNvPr id="1291" name="Graphic 1290" descr="Deciduous tree with solid fill">
              <a:extLst>
                <a:ext uri="{FF2B5EF4-FFF2-40B4-BE49-F238E27FC236}">
                  <a16:creationId xmlns:a16="http://schemas.microsoft.com/office/drawing/2014/main" id="{BB46C3D9-3C1A-8324-98A2-D19FDF5445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04582" y="2286141"/>
              <a:ext cx="209457" cy="196411"/>
            </a:xfrm>
            <a:prstGeom prst="rect">
              <a:avLst/>
            </a:prstGeom>
          </p:spPr>
        </p:pic>
        <p:pic>
          <p:nvPicPr>
            <p:cNvPr id="1292" name="Graphic 1291" descr="Deciduous tree with solid fill">
              <a:extLst>
                <a:ext uri="{FF2B5EF4-FFF2-40B4-BE49-F238E27FC236}">
                  <a16:creationId xmlns:a16="http://schemas.microsoft.com/office/drawing/2014/main" id="{743C604A-9B27-A4A0-3096-AFAA30340C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6276" y="2409633"/>
              <a:ext cx="209457" cy="196411"/>
            </a:xfrm>
            <a:prstGeom prst="rect">
              <a:avLst/>
            </a:prstGeom>
          </p:spPr>
        </p:pic>
        <p:pic>
          <p:nvPicPr>
            <p:cNvPr id="1293" name="Graphic 1292" descr="Deciduous tree with solid fill">
              <a:extLst>
                <a:ext uri="{FF2B5EF4-FFF2-40B4-BE49-F238E27FC236}">
                  <a16:creationId xmlns:a16="http://schemas.microsoft.com/office/drawing/2014/main" id="{CCCD9FD8-8AD7-C913-7AFD-AC059B79C6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67971" y="2533124"/>
              <a:ext cx="209457" cy="196411"/>
            </a:xfrm>
            <a:prstGeom prst="rect">
              <a:avLst/>
            </a:prstGeom>
          </p:spPr>
        </p:pic>
        <p:pic>
          <p:nvPicPr>
            <p:cNvPr id="1294" name="Graphic 1293" descr="Deciduous tree with solid fill">
              <a:extLst>
                <a:ext uri="{FF2B5EF4-FFF2-40B4-BE49-F238E27FC236}">
                  <a16:creationId xmlns:a16="http://schemas.microsoft.com/office/drawing/2014/main" id="{C6B38896-A343-2D32-6AF1-BF11B1D5FC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99667" y="2656616"/>
              <a:ext cx="209457" cy="196411"/>
            </a:xfrm>
            <a:prstGeom prst="rect">
              <a:avLst/>
            </a:prstGeom>
          </p:spPr>
        </p:pic>
        <p:pic>
          <p:nvPicPr>
            <p:cNvPr id="1295" name="Graphic 1294" descr="Deciduous tree with solid fill">
              <a:extLst>
                <a:ext uri="{FF2B5EF4-FFF2-40B4-BE49-F238E27FC236}">
                  <a16:creationId xmlns:a16="http://schemas.microsoft.com/office/drawing/2014/main" id="{678015FE-0DF1-B55E-62B7-7EEE90817C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61" y="2780107"/>
              <a:ext cx="209457" cy="196411"/>
            </a:xfrm>
            <a:prstGeom prst="rect">
              <a:avLst/>
            </a:prstGeom>
          </p:spPr>
        </p:pic>
        <p:pic>
          <p:nvPicPr>
            <p:cNvPr id="1296" name="Graphic 1295" descr="Deciduous tree with solid fill">
              <a:extLst>
                <a:ext uri="{FF2B5EF4-FFF2-40B4-BE49-F238E27FC236}">
                  <a16:creationId xmlns:a16="http://schemas.microsoft.com/office/drawing/2014/main" id="{89F96A62-ED88-760C-284B-17B341CDC2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3056" y="2903598"/>
              <a:ext cx="209457" cy="196411"/>
            </a:xfrm>
            <a:prstGeom prst="rect">
              <a:avLst/>
            </a:prstGeom>
          </p:spPr>
        </p:pic>
        <p:pic>
          <p:nvPicPr>
            <p:cNvPr id="1297" name="Graphic 1296" descr="Deciduous tree with solid fill">
              <a:extLst>
                <a:ext uri="{FF2B5EF4-FFF2-40B4-BE49-F238E27FC236}">
                  <a16:creationId xmlns:a16="http://schemas.microsoft.com/office/drawing/2014/main" id="{BED914DF-70CB-DCC4-1141-FB5D0A6295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4751" y="3027089"/>
              <a:ext cx="209457" cy="196411"/>
            </a:xfrm>
            <a:prstGeom prst="rect">
              <a:avLst/>
            </a:prstGeom>
          </p:spPr>
        </p:pic>
        <p:pic>
          <p:nvPicPr>
            <p:cNvPr id="1298" name="Graphic 1297" descr="Deciduous tree with solid fill">
              <a:extLst>
                <a:ext uri="{FF2B5EF4-FFF2-40B4-BE49-F238E27FC236}">
                  <a16:creationId xmlns:a16="http://schemas.microsoft.com/office/drawing/2014/main" id="{48010E51-88C1-94A0-3234-CBAE9F88C8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26446" y="3150581"/>
              <a:ext cx="209457" cy="196411"/>
            </a:xfrm>
            <a:prstGeom prst="rect">
              <a:avLst/>
            </a:prstGeom>
          </p:spPr>
        </p:pic>
        <p:pic>
          <p:nvPicPr>
            <p:cNvPr id="1299" name="Graphic 1298" descr="Deciduous tree with solid fill">
              <a:extLst>
                <a:ext uri="{FF2B5EF4-FFF2-40B4-BE49-F238E27FC236}">
                  <a16:creationId xmlns:a16="http://schemas.microsoft.com/office/drawing/2014/main" id="{1E5789E5-997B-7120-0791-59E81FB8E9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8139" y="3274072"/>
              <a:ext cx="209457" cy="196411"/>
            </a:xfrm>
            <a:prstGeom prst="rect">
              <a:avLst/>
            </a:prstGeom>
          </p:spPr>
        </p:pic>
        <p:pic>
          <p:nvPicPr>
            <p:cNvPr id="1300" name="Graphic 1299" descr="Deciduous tree with solid fill">
              <a:extLst>
                <a:ext uri="{FF2B5EF4-FFF2-40B4-BE49-F238E27FC236}">
                  <a16:creationId xmlns:a16="http://schemas.microsoft.com/office/drawing/2014/main" id="{E4A4F7DE-24F0-9286-A469-C7FA26F2DD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63429" y="1696317"/>
              <a:ext cx="209457" cy="196411"/>
            </a:xfrm>
            <a:prstGeom prst="rect">
              <a:avLst/>
            </a:prstGeom>
          </p:spPr>
        </p:pic>
        <p:pic>
          <p:nvPicPr>
            <p:cNvPr id="1301" name="Graphic 1300" descr="Deciduous tree with solid fill">
              <a:extLst>
                <a:ext uri="{FF2B5EF4-FFF2-40B4-BE49-F238E27FC236}">
                  <a16:creationId xmlns:a16="http://schemas.microsoft.com/office/drawing/2014/main" id="{5F4C5EBB-0850-7555-904C-94546A4661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95124" y="1819808"/>
              <a:ext cx="209457" cy="196411"/>
            </a:xfrm>
            <a:prstGeom prst="rect">
              <a:avLst/>
            </a:prstGeom>
          </p:spPr>
        </p:pic>
        <p:pic>
          <p:nvPicPr>
            <p:cNvPr id="1302" name="Graphic 1301" descr="Deciduous tree with solid fill">
              <a:extLst>
                <a:ext uri="{FF2B5EF4-FFF2-40B4-BE49-F238E27FC236}">
                  <a16:creationId xmlns:a16="http://schemas.microsoft.com/office/drawing/2014/main" id="{965EB2BD-7A92-5064-3824-E69257A1C7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26819" y="1943299"/>
              <a:ext cx="209457" cy="196411"/>
            </a:xfrm>
            <a:prstGeom prst="rect">
              <a:avLst/>
            </a:prstGeom>
          </p:spPr>
        </p:pic>
        <p:pic>
          <p:nvPicPr>
            <p:cNvPr id="1303" name="Graphic 1302" descr="Deciduous tree with solid fill">
              <a:extLst>
                <a:ext uri="{FF2B5EF4-FFF2-40B4-BE49-F238E27FC236}">
                  <a16:creationId xmlns:a16="http://schemas.microsoft.com/office/drawing/2014/main" id="{D8C75937-6AEA-11D5-9FA1-D34614A446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58513" y="2066791"/>
              <a:ext cx="209457" cy="196411"/>
            </a:xfrm>
            <a:prstGeom prst="rect">
              <a:avLst/>
            </a:prstGeom>
          </p:spPr>
        </p:pic>
        <p:pic>
          <p:nvPicPr>
            <p:cNvPr id="1304" name="Graphic 1303" descr="Deciduous tree with solid fill">
              <a:extLst>
                <a:ext uri="{FF2B5EF4-FFF2-40B4-BE49-F238E27FC236}">
                  <a16:creationId xmlns:a16="http://schemas.microsoft.com/office/drawing/2014/main" id="{4FCFC668-30B6-F38A-8FD6-AAF0247215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90209" y="2190282"/>
              <a:ext cx="209457" cy="196411"/>
            </a:xfrm>
            <a:prstGeom prst="rect">
              <a:avLst/>
            </a:prstGeom>
          </p:spPr>
        </p:pic>
        <p:pic>
          <p:nvPicPr>
            <p:cNvPr id="1305" name="Graphic 1304" descr="Deciduous tree with solid fill">
              <a:extLst>
                <a:ext uri="{FF2B5EF4-FFF2-40B4-BE49-F238E27FC236}">
                  <a16:creationId xmlns:a16="http://schemas.microsoft.com/office/drawing/2014/main" id="{C4D82863-B176-A256-B795-F481C5123F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21904" y="2313773"/>
              <a:ext cx="209457" cy="196411"/>
            </a:xfrm>
            <a:prstGeom prst="rect">
              <a:avLst/>
            </a:prstGeom>
          </p:spPr>
        </p:pic>
        <p:pic>
          <p:nvPicPr>
            <p:cNvPr id="1306" name="Graphic 1305" descr="Deciduous tree with solid fill">
              <a:extLst>
                <a:ext uri="{FF2B5EF4-FFF2-40B4-BE49-F238E27FC236}">
                  <a16:creationId xmlns:a16="http://schemas.microsoft.com/office/drawing/2014/main" id="{C3905035-9F56-145C-6B7C-D98656FC3B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53598" y="2437265"/>
              <a:ext cx="209457" cy="196411"/>
            </a:xfrm>
            <a:prstGeom prst="rect">
              <a:avLst/>
            </a:prstGeom>
          </p:spPr>
        </p:pic>
        <p:pic>
          <p:nvPicPr>
            <p:cNvPr id="1307" name="Graphic 1306" descr="Deciduous tree with solid fill">
              <a:extLst>
                <a:ext uri="{FF2B5EF4-FFF2-40B4-BE49-F238E27FC236}">
                  <a16:creationId xmlns:a16="http://schemas.microsoft.com/office/drawing/2014/main" id="{03F9C091-A550-46FB-8EF0-992B2957F2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85293" y="2560756"/>
              <a:ext cx="209457" cy="196411"/>
            </a:xfrm>
            <a:prstGeom prst="rect">
              <a:avLst/>
            </a:prstGeom>
          </p:spPr>
        </p:pic>
        <p:pic>
          <p:nvPicPr>
            <p:cNvPr id="1308" name="Graphic 1307" descr="Deciduous tree with solid fill">
              <a:extLst>
                <a:ext uri="{FF2B5EF4-FFF2-40B4-BE49-F238E27FC236}">
                  <a16:creationId xmlns:a16="http://schemas.microsoft.com/office/drawing/2014/main" id="{C90F4210-0F0F-5088-05DF-3A7AE853A9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16988" y="2684247"/>
              <a:ext cx="209457" cy="196411"/>
            </a:xfrm>
            <a:prstGeom prst="rect">
              <a:avLst/>
            </a:prstGeom>
          </p:spPr>
        </p:pic>
        <p:pic>
          <p:nvPicPr>
            <p:cNvPr id="1309" name="Graphic 1308" descr="Deciduous tree with solid fill">
              <a:extLst>
                <a:ext uri="{FF2B5EF4-FFF2-40B4-BE49-F238E27FC236}">
                  <a16:creationId xmlns:a16="http://schemas.microsoft.com/office/drawing/2014/main" id="{F4B6A95C-A112-713D-5C9E-612FDA66E2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8681" y="2807739"/>
              <a:ext cx="209457" cy="196411"/>
            </a:xfrm>
            <a:prstGeom prst="rect">
              <a:avLst/>
            </a:prstGeom>
          </p:spPr>
        </p:pic>
        <p:pic>
          <p:nvPicPr>
            <p:cNvPr id="1310" name="Graphic 1309" descr="Deciduous tree with solid fill">
              <a:extLst>
                <a:ext uri="{FF2B5EF4-FFF2-40B4-BE49-F238E27FC236}">
                  <a16:creationId xmlns:a16="http://schemas.microsoft.com/office/drawing/2014/main" id="{A6D88C2F-1618-9AC8-DA50-8AEDCEE151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80378" y="2931229"/>
              <a:ext cx="209457" cy="196411"/>
            </a:xfrm>
            <a:prstGeom prst="rect">
              <a:avLst/>
            </a:prstGeom>
          </p:spPr>
        </p:pic>
        <p:pic>
          <p:nvPicPr>
            <p:cNvPr id="1311" name="Graphic 1310" descr="Deciduous tree with solid fill">
              <a:extLst>
                <a:ext uri="{FF2B5EF4-FFF2-40B4-BE49-F238E27FC236}">
                  <a16:creationId xmlns:a16="http://schemas.microsoft.com/office/drawing/2014/main" id="{D6C69733-0E61-F6BD-DB89-9AC907BB7C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2072" y="3054721"/>
              <a:ext cx="209457" cy="196411"/>
            </a:xfrm>
            <a:prstGeom prst="rect">
              <a:avLst/>
            </a:prstGeom>
          </p:spPr>
        </p:pic>
        <p:pic>
          <p:nvPicPr>
            <p:cNvPr id="1312" name="Graphic 1311" descr="Deciduous tree with solid fill">
              <a:extLst>
                <a:ext uri="{FF2B5EF4-FFF2-40B4-BE49-F238E27FC236}">
                  <a16:creationId xmlns:a16="http://schemas.microsoft.com/office/drawing/2014/main" id="{FA95ABE6-E6D6-FACD-C423-557C150AF3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3766" y="3178213"/>
              <a:ext cx="209457" cy="196411"/>
            </a:xfrm>
            <a:prstGeom prst="rect">
              <a:avLst/>
            </a:prstGeom>
          </p:spPr>
        </p:pic>
        <p:pic>
          <p:nvPicPr>
            <p:cNvPr id="1313" name="Graphic 1312" descr="Deciduous tree with solid fill">
              <a:extLst>
                <a:ext uri="{FF2B5EF4-FFF2-40B4-BE49-F238E27FC236}">
                  <a16:creationId xmlns:a16="http://schemas.microsoft.com/office/drawing/2014/main" id="{4AAE9C67-183F-7E44-938B-46A814CEC7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4006" y="1608278"/>
              <a:ext cx="209457" cy="196411"/>
            </a:xfrm>
            <a:prstGeom prst="rect">
              <a:avLst/>
            </a:prstGeom>
          </p:spPr>
        </p:pic>
        <p:pic>
          <p:nvPicPr>
            <p:cNvPr id="1314" name="Graphic 1313" descr="Deciduous tree with solid fill">
              <a:extLst>
                <a:ext uri="{FF2B5EF4-FFF2-40B4-BE49-F238E27FC236}">
                  <a16:creationId xmlns:a16="http://schemas.microsoft.com/office/drawing/2014/main" id="{8A46C124-C16D-2CF8-AABE-830CB5F80F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5701" y="1731770"/>
              <a:ext cx="209457" cy="196411"/>
            </a:xfrm>
            <a:prstGeom prst="rect">
              <a:avLst/>
            </a:prstGeom>
          </p:spPr>
        </p:pic>
        <p:pic>
          <p:nvPicPr>
            <p:cNvPr id="1315" name="Graphic 1314" descr="Deciduous tree with solid fill">
              <a:extLst>
                <a:ext uri="{FF2B5EF4-FFF2-40B4-BE49-F238E27FC236}">
                  <a16:creationId xmlns:a16="http://schemas.microsoft.com/office/drawing/2014/main" id="{F1A8D343-79A3-6D91-BED0-44F5E9A0BE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7396" y="1855261"/>
              <a:ext cx="209457" cy="196411"/>
            </a:xfrm>
            <a:prstGeom prst="rect">
              <a:avLst/>
            </a:prstGeom>
          </p:spPr>
        </p:pic>
        <p:pic>
          <p:nvPicPr>
            <p:cNvPr id="1316" name="Graphic 1315" descr="Deciduous tree with solid fill">
              <a:extLst>
                <a:ext uri="{FF2B5EF4-FFF2-40B4-BE49-F238E27FC236}">
                  <a16:creationId xmlns:a16="http://schemas.microsoft.com/office/drawing/2014/main" id="{8B39451F-6486-A225-4AC7-6C6D6825E6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9091" y="1978752"/>
              <a:ext cx="209457" cy="196411"/>
            </a:xfrm>
            <a:prstGeom prst="rect">
              <a:avLst/>
            </a:prstGeom>
          </p:spPr>
        </p:pic>
        <p:pic>
          <p:nvPicPr>
            <p:cNvPr id="1317" name="Graphic 1316" descr="Deciduous tree with solid fill">
              <a:extLst>
                <a:ext uri="{FF2B5EF4-FFF2-40B4-BE49-F238E27FC236}">
                  <a16:creationId xmlns:a16="http://schemas.microsoft.com/office/drawing/2014/main" id="{0E1050BC-FF77-3663-02CD-6D3E2B5410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60784" y="2102244"/>
              <a:ext cx="209457" cy="196411"/>
            </a:xfrm>
            <a:prstGeom prst="rect">
              <a:avLst/>
            </a:prstGeom>
          </p:spPr>
        </p:pic>
        <p:pic>
          <p:nvPicPr>
            <p:cNvPr id="1318" name="Graphic 1317" descr="Deciduous tree with solid fill">
              <a:extLst>
                <a:ext uri="{FF2B5EF4-FFF2-40B4-BE49-F238E27FC236}">
                  <a16:creationId xmlns:a16="http://schemas.microsoft.com/office/drawing/2014/main" id="{45C0B060-67D7-F82E-CB0E-7EF527A173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81" y="2225735"/>
              <a:ext cx="209457" cy="196411"/>
            </a:xfrm>
            <a:prstGeom prst="rect">
              <a:avLst/>
            </a:prstGeom>
          </p:spPr>
        </p:pic>
        <p:pic>
          <p:nvPicPr>
            <p:cNvPr id="1319" name="Graphic 1318" descr="Deciduous tree with solid fill">
              <a:extLst>
                <a:ext uri="{FF2B5EF4-FFF2-40B4-BE49-F238E27FC236}">
                  <a16:creationId xmlns:a16="http://schemas.microsoft.com/office/drawing/2014/main" id="{E689D138-A07A-00C2-6542-EADEFEAB8A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4174" y="2349226"/>
              <a:ext cx="209457" cy="196411"/>
            </a:xfrm>
            <a:prstGeom prst="rect">
              <a:avLst/>
            </a:prstGeom>
          </p:spPr>
        </p:pic>
        <p:pic>
          <p:nvPicPr>
            <p:cNvPr id="1320" name="Graphic 1319" descr="Deciduous tree with solid fill">
              <a:extLst>
                <a:ext uri="{FF2B5EF4-FFF2-40B4-BE49-F238E27FC236}">
                  <a16:creationId xmlns:a16="http://schemas.microsoft.com/office/drawing/2014/main" id="{0E672614-5393-F1CF-ADED-61CC29BE6A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5869" y="2472717"/>
              <a:ext cx="209457" cy="196411"/>
            </a:xfrm>
            <a:prstGeom prst="rect">
              <a:avLst/>
            </a:prstGeom>
          </p:spPr>
        </p:pic>
        <p:pic>
          <p:nvPicPr>
            <p:cNvPr id="1321" name="Graphic 1320" descr="Deciduous tree with solid fill">
              <a:extLst>
                <a:ext uri="{FF2B5EF4-FFF2-40B4-BE49-F238E27FC236}">
                  <a16:creationId xmlns:a16="http://schemas.microsoft.com/office/drawing/2014/main" id="{68B80190-559C-1757-9CA0-C8CB075DC8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87564" y="2596207"/>
              <a:ext cx="209457" cy="196411"/>
            </a:xfrm>
            <a:prstGeom prst="rect">
              <a:avLst/>
            </a:prstGeom>
          </p:spPr>
        </p:pic>
        <p:pic>
          <p:nvPicPr>
            <p:cNvPr id="1322" name="Graphic 1321" descr="Deciduous tree with solid fill">
              <a:extLst>
                <a:ext uri="{FF2B5EF4-FFF2-40B4-BE49-F238E27FC236}">
                  <a16:creationId xmlns:a16="http://schemas.microsoft.com/office/drawing/2014/main" id="{8CD35E35-51CC-F566-CB44-C817832F3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19259" y="2719699"/>
              <a:ext cx="209457" cy="196411"/>
            </a:xfrm>
            <a:prstGeom prst="rect">
              <a:avLst/>
            </a:prstGeom>
          </p:spPr>
        </p:pic>
        <p:pic>
          <p:nvPicPr>
            <p:cNvPr id="1323" name="Graphic 1322" descr="Deciduous tree with solid fill">
              <a:extLst>
                <a:ext uri="{FF2B5EF4-FFF2-40B4-BE49-F238E27FC236}">
                  <a16:creationId xmlns:a16="http://schemas.microsoft.com/office/drawing/2014/main" id="{4FBAD725-A7CE-1838-29E4-AAA80DEFCE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0953" y="2843190"/>
              <a:ext cx="209457" cy="196411"/>
            </a:xfrm>
            <a:prstGeom prst="rect">
              <a:avLst/>
            </a:prstGeom>
          </p:spPr>
        </p:pic>
        <p:pic>
          <p:nvPicPr>
            <p:cNvPr id="1324" name="Graphic 1323" descr="Deciduous tree with solid fill">
              <a:extLst>
                <a:ext uri="{FF2B5EF4-FFF2-40B4-BE49-F238E27FC236}">
                  <a16:creationId xmlns:a16="http://schemas.microsoft.com/office/drawing/2014/main" id="{BB84A678-1D16-B138-CE2B-D767098B80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82648" y="2966682"/>
              <a:ext cx="209457" cy="196411"/>
            </a:xfrm>
            <a:prstGeom prst="rect">
              <a:avLst/>
            </a:prstGeom>
          </p:spPr>
        </p:pic>
        <p:pic>
          <p:nvPicPr>
            <p:cNvPr id="1325" name="Graphic 1324" descr="Deciduous tree with solid fill">
              <a:extLst>
                <a:ext uri="{FF2B5EF4-FFF2-40B4-BE49-F238E27FC236}">
                  <a16:creationId xmlns:a16="http://schemas.microsoft.com/office/drawing/2014/main" id="{81536DBD-B369-C172-674D-A2419A0DA1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14344" y="3090175"/>
              <a:ext cx="209457" cy="196411"/>
            </a:xfrm>
            <a:prstGeom prst="rect">
              <a:avLst/>
            </a:prstGeom>
          </p:spPr>
        </p:pic>
        <p:pic>
          <p:nvPicPr>
            <p:cNvPr id="1326" name="Graphic 1325" descr="Deciduous tree with solid fill">
              <a:extLst>
                <a:ext uri="{FF2B5EF4-FFF2-40B4-BE49-F238E27FC236}">
                  <a16:creationId xmlns:a16="http://schemas.microsoft.com/office/drawing/2014/main" id="{9855E6AB-184F-7744-393E-640614E064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01938" y="3495472"/>
              <a:ext cx="209457" cy="196411"/>
            </a:xfrm>
            <a:prstGeom prst="rect">
              <a:avLst/>
            </a:prstGeom>
          </p:spPr>
        </p:pic>
        <p:pic>
          <p:nvPicPr>
            <p:cNvPr id="1327" name="Graphic 1326" descr="Deciduous tree with solid fill">
              <a:extLst>
                <a:ext uri="{FF2B5EF4-FFF2-40B4-BE49-F238E27FC236}">
                  <a16:creationId xmlns:a16="http://schemas.microsoft.com/office/drawing/2014/main" id="{CC409A68-ABA3-0BD5-33EB-F863E74DDF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219" y="3413697"/>
              <a:ext cx="209457" cy="196411"/>
            </a:xfrm>
            <a:prstGeom prst="rect">
              <a:avLst/>
            </a:prstGeom>
          </p:spPr>
        </p:pic>
        <p:pic>
          <p:nvPicPr>
            <p:cNvPr id="1328" name="Graphic 1327" descr="Deciduous tree with solid fill">
              <a:extLst>
                <a:ext uri="{FF2B5EF4-FFF2-40B4-BE49-F238E27FC236}">
                  <a16:creationId xmlns:a16="http://schemas.microsoft.com/office/drawing/2014/main" id="{ECEE69E6-F77D-C0EC-27B5-236F6EFD31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24298" y="4001195"/>
              <a:ext cx="209457" cy="196411"/>
            </a:xfrm>
            <a:prstGeom prst="rect">
              <a:avLst/>
            </a:prstGeom>
          </p:spPr>
        </p:pic>
      </p:grpSp>
      <p:grpSp>
        <p:nvGrpSpPr>
          <p:cNvPr id="1329" name="Group 1328">
            <a:extLst>
              <a:ext uri="{FF2B5EF4-FFF2-40B4-BE49-F238E27FC236}">
                <a16:creationId xmlns:a16="http://schemas.microsoft.com/office/drawing/2014/main" id="{49C9D301-FD51-3B3F-A4BD-8170E1EDB815}"/>
              </a:ext>
            </a:extLst>
          </p:cNvPr>
          <p:cNvGrpSpPr/>
          <p:nvPr/>
        </p:nvGrpSpPr>
        <p:grpSpPr>
          <a:xfrm>
            <a:off x="6600056" y="1268760"/>
            <a:ext cx="2582514" cy="1862816"/>
            <a:chOff x="335362" y="1484787"/>
            <a:chExt cx="3888439" cy="2880328"/>
          </a:xfrm>
          <a:effectLst>
            <a:outerShdw blurRad="50800" dist="38100" dir="2700000" algn="tl" rotWithShape="0">
              <a:prstClr val="black">
                <a:alpha val="40000"/>
              </a:prstClr>
            </a:outerShdw>
          </a:effectLst>
        </p:grpSpPr>
        <p:pic>
          <p:nvPicPr>
            <p:cNvPr id="1330" name="Graphic 1329" descr="Deciduous tree with solid fill">
              <a:extLst>
                <a:ext uri="{FF2B5EF4-FFF2-40B4-BE49-F238E27FC236}">
                  <a16:creationId xmlns:a16="http://schemas.microsoft.com/office/drawing/2014/main" id="{86F6FC4F-6500-7616-86BA-7C02292383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0989" y="2454946"/>
              <a:ext cx="209457" cy="196411"/>
            </a:xfrm>
            <a:prstGeom prst="rect">
              <a:avLst/>
            </a:prstGeom>
          </p:spPr>
        </p:pic>
        <p:pic>
          <p:nvPicPr>
            <p:cNvPr id="1331" name="Graphic 1330" descr="Deciduous tree with solid fill">
              <a:extLst>
                <a:ext uri="{FF2B5EF4-FFF2-40B4-BE49-F238E27FC236}">
                  <a16:creationId xmlns:a16="http://schemas.microsoft.com/office/drawing/2014/main" id="{F238C226-54DF-EDCB-3B2C-F88E35309C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5362" y="2550806"/>
              <a:ext cx="209457" cy="196411"/>
            </a:xfrm>
            <a:prstGeom prst="rect">
              <a:avLst/>
            </a:prstGeom>
          </p:spPr>
        </p:pic>
        <p:pic>
          <p:nvPicPr>
            <p:cNvPr id="1332" name="Graphic 1331" descr="Deciduous tree with solid fill">
              <a:extLst>
                <a:ext uri="{FF2B5EF4-FFF2-40B4-BE49-F238E27FC236}">
                  <a16:creationId xmlns:a16="http://schemas.microsoft.com/office/drawing/2014/main" id="{719235AB-2344-CB10-2C2D-5E9C4EE478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566" y="2366908"/>
              <a:ext cx="209457" cy="196411"/>
            </a:xfrm>
            <a:prstGeom prst="rect">
              <a:avLst/>
            </a:prstGeom>
          </p:spPr>
        </p:pic>
        <p:pic>
          <p:nvPicPr>
            <p:cNvPr id="1333" name="Graphic 1332" descr="Deciduous tree with solid fill">
              <a:extLst>
                <a:ext uri="{FF2B5EF4-FFF2-40B4-BE49-F238E27FC236}">
                  <a16:creationId xmlns:a16="http://schemas.microsoft.com/office/drawing/2014/main" id="{3EBD64AB-3A14-2D7F-4336-C2F1B7385D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6" y="2674297"/>
              <a:ext cx="209457" cy="196411"/>
            </a:xfrm>
            <a:prstGeom prst="rect">
              <a:avLst/>
            </a:prstGeom>
          </p:spPr>
        </p:pic>
        <p:pic>
          <p:nvPicPr>
            <p:cNvPr id="1334" name="Graphic 1333" descr="Deciduous tree with solid fill">
              <a:extLst>
                <a:ext uri="{FF2B5EF4-FFF2-40B4-BE49-F238E27FC236}">
                  <a16:creationId xmlns:a16="http://schemas.microsoft.com/office/drawing/2014/main" id="{248AF5EE-8456-0355-374C-D1C5E8CB6B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52" y="2797788"/>
              <a:ext cx="209457" cy="196411"/>
            </a:xfrm>
            <a:prstGeom prst="rect">
              <a:avLst/>
            </a:prstGeom>
          </p:spPr>
        </p:pic>
        <p:pic>
          <p:nvPicPr>
            <p:cNvPr id="1335" name="Graphic 1334" descr="Deciduous tree with solid fill">
              <a:extLst>
                <a:ext uri="{FF2B5EF4-FFF2-40B4-BE49-F238E27FC236}">
                  <a16:creationId xmlns:a16="http://schemas.microsoft.com/office/drawing/2014/main" id="{B2725883-E38A-AFF4-B508-8873DBF5D9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1336" name="Graphic 1335" descr="Deciduous tree with solid fill">
              <a:extLst>
                <a:ext uri="{FF2B5EF4-FFF2-40B4-BE49-F238E27FC236}">
                  <a16:creationId xmlns:a16="http://schemas.microsoft.com/office/drawing/2014/main" id="{6276CB4B-5F53-7BD4-929A-72A589C67B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337" name="Graphic 1336" descr="Deciduous tree with solid fill">
              <a:extLst>
                <a:ext uri="{FF2B5EF4-FFF2-40B4-BE49-F238E27FC236}">
                  <a16:creationId xmlns:a16="http://schemas.microsoft.com/office/drawing/2014/main" id="{11F9A19F-BD16-62B3-6877-8D48CA6C75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338" name="Graphic 1337" descr="Deciduous tree with solid fill">
              <a:extLst>
                <a:ext uri="{FF2B5EF4-FFF2-40B4-BE49-F238E27FC236}">
                  <a16:creationId xmlns:a16="http://schemas.microsoft.com/office/drawing/2014/main" id="{21D61B06-D4A4-94C7-8D43-E26A11C6A0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339" name="Graphic 1338" descr="Deciduous tree with solid fill">
              <a:extLst>
                <a:ext uri="{FF2B5EF4-FFF2-40B4-BE49-F238E27FC236}">
                  <a16:creationId xmlns:a16="http://schemas.microsoft.com/office/drawing/2014/main" id="{DC328ED3-AC22-C5EB-1078-C2161945B6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340" name="Graphic 1339" descr="Deciduous tree with solid fill">
              <a:extLst>
                <a:ext uri="{FF2B5EF4-FFF2-40B4-BE49-F238E27FC236}">
                  <a16:creationId xmlns:a16="http://schemas.microsoft.com/office/drawing/2014/main" id="{939A345E-FC81-72C3-CB73-94CF1E4921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341" name="Graphic 1340" descr="Deciduous tree with solid fill">
              <a:extLst>
                <a:ext uri="{FF2B5EF4-FFF2-40B4-BE49-F238E27FC236}">
                  <a16:creationId xmlns:a16="http://schemas.microsoft.com/office/drawing/2014/main" id="{E82CC932-5FC1-A1AF-9868-6E1AF9375D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6" y="3662226"/>
              <a:ext cx="209457" cy="196411"/>
            </a:xfrm>
            <a:prstGeom prst="rect">
              <a:avLst/>
            </a:prstGeom>
          </p:spPr>
        </p:pic>
        <p:pic>
          <p:nvPicPr>
            <p:cNvPr id="1342" name="Graphic 1341" descr="Deciduous tree with solid fill">
              <a:extLst>
                <a:ext uri="{FF2B5EF4-FFF2-40B4-BE49-F238E27FC236}">
                  <a16:creationId xmlns:a16="http://schemas.microsoft.com/office/drawing/2014/main" id="{5963DE3D-E236-BC99-C708-14DC11227E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343" name="Graphic 1342" descr="Deciduous tree with solid fill">
              <a:extLst>
                <a:ext uri="{FF2B5EF4-FFF2-40B4-BE49-F238E27FC236}">
                  <a16:creationId xmlns:a16="http://schemas.microsoft.com/office/drawing/2014/main" id="{AE5D5CCC-EC30-F388-DE77-3396CCE799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344" name="Graphic 1343" descr="Deciduous tree with solid fill">
              <a:extLst>
                <a:ext uri="{FF2B5EF4-FFF2-40B4-BE49-F238E27FC236}">
                  <a16:creationId xmlns:a16="http://schemas.microsoft.com/office/drawing/2014/main" id="{2F2CBD0F-F970-BA1B-595B-EE83CF1187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345" name="Graphic 1344" descr="Deciduous tree with solid fill">
              <a:extLst>
                <a:ext uri="{FF2B5EF4-FFF2-40B4-BE49-F238E27FC236}">
                  <a16:creationId xmlns:a16="http://schemas.microsoft.com/office/drawing/2014/main" id="{053FFF08-04F7-342A-3AC7-B616CF34C1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3" y="2578438"/>
              <a:ext cx="209457" cy="196411"/>
            </a:xfrm>
            <a:prstGeom prst="rect">
              <a:avLst/>
            </a:prstGeom>
          </p:spPr>
        </p:pic>
        <p:pic>
          <p:nvPicPr>
            <p:cNvPr id="1346" name="Graphic 1345" descr="Deciduous tree with solid fill">
              <a:extLst>
                <a:ext uri="{FF2B5EF4-FFF2-40B4-BE49-F238E27FC236}">
                  <a16:creationId xmlns:a16="http://schemas.microsoft.com/office/drawing/2014/main" id="{A7D88E2B-5900-74E0-1933-02E83D29E3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8" y="2701929"/>
              <a:ext cx="209457" cy="196411"/>
            </a:xfrm>
            <a:prstGeom prst="rect">
              <a:avLst/>
            </a:prstGeom>
          </p:spPr>
        </p:pic>
        <p:pic>
          <p:nvPicPr>
            <p:cNvPr id="1347" name="Graphic 1346" descr="Deciduous tree with solid fill">
              <a:extLst>
                <a:ext uri="{FF2B5EF4-FFF2-40B4-BE49-F238E27FC236}">
                  <a16:creationId xmlns:a16="http://schemas.microsoft.com/office/drawing/2014/main" id="{CAAD59EE-E29D-D1C9-E45D-F5E40933AE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1348" name="Graphic 1347" descr="Deciduous tree with solid fill">
              <a:extLst>
                <a:ext uri="{FF2B5EF4-FFF2-40B4-BE49-F238E27FC236}">
                  <a16:creationId xmlns:a16="http://schemas.microsoft.com/office/drawing/2014/main" id="{D61AB79C-81CA-F300-A6BE-454DED3BE2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8" y="2948910"/>
              <a:ext cx="209457" cy="196411"/>
            </a:xfrm>
            <a:prstGeom prst="rect">
              <a:avLst/>
            </a:prstGeom>
          </p:spPr>
        </p:pic>
        <p:pic>
          <p:nvPicPr>
            <p:cNvPr id="1349" name="Graphic 1348" descr="Deciduous tree with solid fill">
              <a:extLst>
                <a:ext uri="{FF2B5EF4-FFF2-40B4-BE49-F238E27FC236}">
                  <a16:creationId xmlns:a16="http://schemas.microsoft.com/office/drawing/2014/main" id="{724F54F4-8E04-FF26-6151-ED80DDCECE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3" y="3072401"/>
              <a:ext cx="209457" cy="196411"/>
            </a:xfrm>
            <a:prstGeom prst="rect">
              <a:avLst/>
            </a:prstGeom>
          </p:spPr>
        </p:pic>
        <p:pic>
          <p:nvPicPr>
            <p:cNvPr id="1350" name="Graphic 1349" descr="Deciduous tree with solid fill">
              <a:extLst>
                <a:ext uri="{FF2B5EF4-FFF2-40B4-BE49-F238E27FC236}">
                  <a16:creationId xmlns:a16="http://schemas.microsoft.com/office/drawing/2014/main" id="{2C510600-A136-7C3F-F229-2FB40CA6D4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351" name="Graphic 1350" descr="Deciduous tree with solid fill">
              <a:extLst>
                <a:ext uri="{FF2B5EF4-FFF2-40B4-BE49-F238E27FC236}">
                  <a16:creationId xmlns:a16="http://schemas.microsoft.com/office/drawing/2014/main" id="{B96FEEFA-D6A0-A68C-B2BD-DA53DD3729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352" name="Graphic 1351" descr="Deciduous tree with solid fill">
              <a:extLst>
                <a:ext uri="{FF2B5EF4-FFF2-40B4-BE49-F238E27FC236}">
                  <a16:creationId xmlns:a16="http://schemas.microsoft.com/office/drawing/2014/main" id="{61B75E43-A373-A481-4A6D-385CADE661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353" name="Graphic 1352" descr="Deciduous tree with solid fill">
              <a:extLst>
                <a:ext uri="{FF2B5EF4-FFF2-40B4-BE49-F238E27FC236}">
                  <a16:creationId xmlns:a16="http://schemas.microsoft.com/office/drawing/2014/main" id="{94A50E9E-5CA9-23BA-FD15-7771421881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354" name="Graphic 1353" descr="Deciduous tree with solid fill">
              <a:extLst>
                <a:ext uri="{FF2B5EF4-FFF2-40B4-BE49-F238E27FC236}">
                  <a16:creationId xmlns:a16="http://schemas.microsoft.com/office/drawing/2014/main" id="{82852260-91C3-8A56-0D2F-04E39E8917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355" name="Graphic 1354" descr="Deciduous tree with solid fill">
              <a:extLst>
                <a:ext uri="{FF2B5EF4-FFF2-40B4-BE49-F238E27FC236}">
                  <a16:creationId xmlns:a16="http://schemas.microsoft.com/office/drawing/2014/main" id="{C3E59A68-05F4-431B-4899-692DF0938B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356" name="Graphic 1355" descr="Deciduous tree with solid fill">
              <a:extLst>
                <a:ext uri="{FF2B5EF4-FFF2-40B4-BE49-F238E27FC236}">
                  <a16:creationId xmlns:a16="http://schemas.microsoft.com/office/drawing/2014/main" id="{9826C6D2-D342-22A6-D16B-0B85AC5038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357" name="Graphic 1356" descr="Deciduous tree with solid fill">
              <a:extLst>
                <a:ext uri="{FF2B5EF4-FFF2-40B4-BE49-F238E27FC236}">
                  <a16:creationId xmlns:a16="http://schemas.microsoft.com/office/drawing/2014/main" id="{A6E1ACD4-F020-E863-41B6-68C1474858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61" y="2490399"/>
              <a:ext cx="209457" cy="196411"/>
            </a:xfrm>
            <a:prstGeom prst="rect">
              <a:avLst/>
            </a:prstGeom>
          </p:spPr>
        </p:pic>
        <p:pic>
          <p:nvPicPr>
            <p:cNvPr id="1358" name="Graphic 1357" descr="Deciduous tree with solid fill">
              <a:extLst>
                <a:ext uri="{FF2B5EF4-FFF2-40B4-BE49-F238E27FC236}">
                  <a16:creationId xmlns:a16="http://schemas.microsoft.com/office/drawing/2014/main" id="{DA3C49F2-ED5A-7359-0428-4DE6C7F0CC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1359" name="Graphic 1358" descr="Deciduous tree with solid fill">
              <a:extLst>
                <a:ext uri="{FF2B5EF4-FFF2-40B4-BE49-F238E27FC236}">
                  <a16:creationId xmlns:a16="http://schemas.microsoft.com/office/drawing/2014/main" id="{0DE093C0-D669-18F2-7234-C9D77D68E5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1360" name="Graphic 1359" descr="Deciduous tree with solid fill">
              <a:extLst>
                <a:ext uri="{FF2B5EF4-FFF2-40B4-BE49-F238E27FC236}">
                  <a16:creationId xmlns:a16="http://schemas.microsoft.com/office/drawing/2014/main" id="{8FA29CE8-2C45-8504-CE47-BF2DDBAFEE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1361" name="Graphic 1360" descr="Deciduous tree with solid fill">
              <a:extLst>
                <a:ext uri="{FF2B5EF4-FFF2-40B4-BE49-F238E27FC236}">
                  <a16:creationId xmlns:a16="http://schemas.microsoft.com/office/drawing/2014/main" id="{30339421-BA95-D154-D7CF-183F5EAB06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362" name="Graphic 1361" descr="Deciduous tree with solid fill">
              <a:extLst>
                <a:ext uri="{FF2B5EF4-FFF2-40B4-BE49-F238E27FC236}">
                  <a16:creationId xmlns:a16="http://schemas.microsoft.com/office/drawing/2014/main" id="{685B8EAC-BD13-F3F6-6E08-C1641DCADD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363" name="Graphic 1362" descr="Deciduous tree with solid fill">
              <a:extLst>
                <a:ext uri="{FF2B5EF4-FFF2-40B4-BE49-F238E27FC236}">
                  <a16:creationId xmlns:a16="http://schemas.microsoft.com/office/drawing/2014/main" id="{6969B964-09E4-D841-6843-932075B697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364" name="Graphic 1363" descr="Deciduous tree with solid fill">
              <a:extLst>
                <a:ext uri="{FF2B5EF4-FFF2-40B4-BE49-F238E27FC236}">
                  <a16:creationId xmlns:a16="http://schemas.microsoft.com/office/drawing/2014/main" id="{594FC600-C336-B896-E76A-D65D6785C7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3" y="3354837"/>
              <a:ext cx="209457" cy="196411"/>
            </a:xfrm>
            <a:prstGeom prst="rect">
              <a:avLst/>
            </a:prstGeom>
          </p:spPr>
        </p:pic>
        <p:pic>
          <p:nvPicPr>
            <p:cNvPr id="1365" name="Graphic 1364" descr="Deciduous tree with solid fill">
              <a:extLst>
                <a:ext uri="{FF2B5EF4-FFF2-40B4-BE49-F238E27FC236}">
                  <a16:creationId xmlns:a16="http://schemas.microsoft.com/office/drawing/2014/main" id="{B7481520-F428-1C1A-C298-DBC39E46E8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8" y="3478328"/>
              <a:ext cx="209457" cy="196411"/>
            </a:xfrm>
            <a:prstGeom prst="rect">
              <a:avLst/>
            </a:prstGeom>
          </p:spPr>
        </p:pic>
        <p:pic>
          <p:nvPicPr>
            <p:cNvPr id="1366" name="Graphic 1365" descr="Deciduous tree with solid fill">
              <a:extLst>
                <a:ext uri="{FF2B5EF4-FFF2-40B4-BE49-F238E27FC236}">
                  <a16:creationId xmlns:a16="http://schemas.microsoft.com/office/drawing/2014/main" id="{F1BF8871-9E0D-A946-8F28-C1D2006E82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3" y="3601820"/>
              <a:ext cx="209457" cy="196411"/>
            </a:xfrm>
            <a:prstGeom prst="rect">
              <a:avLst/>
            </a:prstGeom>
          </p:spPr>
        </p:pic>
        <p:pic>
          <p:nvPicPr>
            <p:cNvPr id="1367" name="Graphic 1366" descr="Deciduous tree with solid fill">
              <a:extLst>
                <a:ext uri="{FF2B5EF4-FFF2-40B4-BE49-F238E27FC236}">
                  <a16:creationId xmlns:a16="http://schemas.microsoft.com/office/drawing/2014/main" id="{89998907-06DE-439D-D841-AC3535BAA7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8" y="3725311"/>
              <a:ext cx="209457" cy="196411"/>
            </a:xfrm>
            <a:prstGeom prst="rect">
              <a:avLst/>
            </a:prstGeom>
          </p:spPr>
        </p:pic>
        <p:pic>
          <p:nvPicPr>
            <p:cNvPr id="1368" name="Graphic 1367" descr="Deciduous tree with solid fill">
              <a:extLst>
                <a:ext uri="{FF2B5EF4-FFF2-40B4-BE49-F238E27FC236}">
                  <a16:creationId xmlns:a16="http://schemas.microsoft.com/office/drawing/2014/main" id="{61A7B0F8-A6F8-96CF-3E97-16EA142C2D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3" y="3848803"/>
              <a:ext cx="209457" cy="196411"/>
            </a:xfrm>
            <a:prstGeom prst="rect">
              <a:avLst/>
            </a:prstGeom>
          </p:spPr>
        </p:pic>
        <p:pic>
          <p:nvPicPr>
            <p:cNvPr id="1369" name="Graphic 1368" descr="Deciduous tree with solid fill">
              <a:extLst>
                <a:ext uri="{FF2B5EF4-FFF2-40B4-BE49-F238E27FC236}">
                  <a16:creationId xmlns:a16="http://schemas.microsoft.com/office/drawing/2014/main" id="{8F8BC112-28C3-6073-066E-DFCB48C5B2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3" y="2578438"/>
              <a:ext cx="209457" cy="196411"/>
            </a:xfrm>
            <a:prstGeom prst="rect">
              <a:avLst/>
            </a:prstGeom>
          </p:spPr>
        </p:pic>
        <p:pic>
          <p:nvPicPr>
            <p:cNvPr id="1370" name="Graphic 1369" descr="Deciduous tree with solid fill">
              <a:extLst>
                <a:ext uri="{FF2B5EF4-FFF2-40B4-BE49-F238E27FC236}">
                  <a16:creationId xmlns:a16="http://schemas.microsoft.com/office/drawing/2014/main" id="{43BBA579-38DA-29CC-EFA5-B944BD29EC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6" y="2674297"/>
              <a:ext cx="209457" cy="196411"/>
            </a:xfrm>
            <a:prstGeom prst="rect">
              <a:avLst/>
            </a:prstGeom>
          </p:spPr>
        </p:pic>
        <p:pic>
          <p:nvPicPr>
            <p:cNvPr id="1371" name="Graphic 1370" descr="Deciduous tree with solid fill">
              <a:extLst>
                <a:ext uri="{FF2B5EF4-FFF2-40B4-BE49-F238E27FC236}">
                  <a16:creationId xmlns:a16="http://schemas.microsoft.com/office/drawing/2014/main" id="{9D4C437C-71A3-4E1C-89D0-B7E4FDEA4A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60" y="2490399"/>
              <a:ext cx="209457" cy="196411"/>
            </a:xfrm>
            <a:prstGeom prst="rect">
              <a:avLst/>
            </a:prstGeom>
          </p:spPr>
        </p:pic>
        <p:pic>
          <p:nvPicPr>
            <p:cNvPr id="1372" name="Graphic 1371" descr="Deciduous tree with solid fill">
              <a:extLst>
                <a:ext uri="{FF2B5EF4-FFF2-40B4-BE49-F238E27FC236}">
                  <a16:creationId xmlns:a16="http://schemas.microsoft.com/office/drawing/2014/main" id="{135E8D47-4D07-7E0B-BDA9-FDF4BB8D11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52" y="2797788"/>
              <a:ext cx="209457" cy="196411"/>
            </a:xfrm>
            <a:prstGeom prst="rect">
              <a:avLst/>
            </a:prstGeom>
          </p:spPr>
        </p:pic>
        <p:pic>
          <p:nvPicPr>
            <p:cNvPr id="1373" name="Graphic 1372" descr="Deciduous tree with solid fill">
              <a:extLst>
                <a:ext uri="{FF2B5EF4-FFF2-40B4-BE49-F238E27FC236}">
                  <a16:creationId xmlns:a16="http://schemas.microsoft.com/office/drawing/2014/main" id="{B4AB004C-7B42-87EC-B63B-6A50C5FD5C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1374" name="Graphic 1373" descr="Deciduous tree with solid fill">
              <a:extLst>
                <a:ext uri="{FF2B5EF4-FFF2-40B4-BE49-F238E27FC236}">
                  <a16:creationId xmlns:a16="http://schemas.microsoft.com/office/drawing/2014/main" id="{45AA62CC-8D7C-5664-B0EE-769A410F9A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375" name="Graphic 1374" descr="Deciduous tree with solid fill">
              <a:extLst>
                <a:ext uri="{FF2B5EF4-FFF2-40B4-BE49-F238E27FC236}">
                  <a16:creationId xmlns:a16="http://schemas.microsoft.com/office/drawing/2014/main" id="{8A4194A2-F8AA-36C0-52BD-71CA76502C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376" name="Graphic 1375" descr="Deciduous tree with solid fill">
              <a:extLst>
                <a:ext uri="{FF2B5EF4-FFF2-40B4-BE49-F238E27FC236}">
                  <a16:creationId xmlns:a16="http://schemas.microsoft.com/office/drawing/2014/main" id="{24DF57DF-9582-F29F-6FAE-B5517FB43D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377" name="Graphic 1376" descr="Deciduous tree with solid fill">
              <a:extLst>
                <a:ext uri="{FF2B5EF4-FFF2-40B4-BE49-F238E27FC236}">
                  <a16:creationId xmlns:a16="http://schemas.microsoft.com/office/drawing/2014/main" id="{451239AD-76E8-84A5-2F15-4F33ED0859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378" name="Graphic 1377" descr="Deciduous tree with solid fill">
              <a:extLst>
                <a:ext uri="{FF2B5EF4-FFF2-40B4-BE49-F238E27FC236}">
                  <a16:creationId xmlns:a16="http://schemas.microsoft.com/office/drawing/2014/main" id="{B1D4B6C2-4B3A-94CD-E614-02C47A44F0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379" name="Graphic 1378" descr="Deciduous tree with solid fill">
              <a:extLst>
                <a:ext uri="{FF2B5EF4-FFF2-40B4-BE49-F238E27FC236}">
                  <a16:creationId xmlns:a16="http://schemas.microsoft.com/office/drawing/2014/main" id="{D69909E5-33CE-5F7E-CED9-00A5B02589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380" name="Graphic 1379" descr="Deciduous tree with solid fill">
              <a:extLst>
                <a:ext uri="{FF2B5EF4-FFF2-40B4-BE49-F238E27FC236}">
                  <a16:creationId xmlns:a16="http://schemas.microsoft.com/office/drawing/2014/main" id="{51FA73EA-9A37-EB5A-572B-28A5257FB7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381" name="Graphic 1380" descr="Deciduous tree with solid fill">
              <a:extLst>
                <a:ext uri="{FF2B5EF4-FFF2-40B4-BE49-F238E27FC236}">
                  <a16:creationId xmlns:a16="http://schemas.microsoft.com/office/drawing/2014/main" id="{B3623503-0437-8BA1-4D73-09DDA92D14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382" name="Graphic 1381" descr="Deciduous tree with solid fill">
              <a:extLst>
                <a:ext uri="{FF2B5EF4-FFF2-40B4-BE49-F238E27FC236}">
                  <a16:creationId xmlns:a16="http://schemas.microsoft.com/office/drawing/2014/main" id="{89BA2D2E-F985-A416-A3A4-51F5CBC1CC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383" name="Graphic 1382" descr="Deciduous tree with solid fill">
              <a:extLst>
                <a:ext uri="{FF2B5EF4-FFF2-40B4-BE49-F238E27FC236}">
                  <a16:creationId xmlns:a16="http://schemas.microsoft.com/office/drawing/2014/main" id="{578E1EF8-0D13-6240-A71A-F8AE12DCD9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7" y="2701929"/>
              <a:ext cx="209457" cy="196411"/>
            </a:xfrm>
            <a:prstGeom prst="rect">
              <a:avLst/>
            </a:prstGeom>
          </p:spPr>
        </p:pic>
        <p:pic>
          <p:nvPicPr>
            <p:cNvPr id="1384" name="Graphic 1383" descr="Deciduous tree with solid fill">
              <a:extLst>
                <a:ext uri="{FF2B5EF4-FFF2-40B4-BE49-F238E27FC236}">
                  <a16:creationId xmlns:a16="http://schemas.microsoft.com/office/drawing/2014/main" id="{4046F5D7-58C9-58DD-7195-771B2AF0D6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1385" name="Graphic 1384" descr="Deciduous tree with solid fill">
              <a:extLst>
                <a:ext uri="{FF2B5EF4-FFF2-40B4-BE49-F238E27FC236}">
                  <a16:creationId xmlns:a16="http://schemas.microsoft.com/office/drawing/2014/main" id="{B2DA517F-D89D-E2CD-8673-526C4CE85F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7" y="2948910"/>
              <a:ext cx="209457" cy="196411"/>
            </a:xfrm>
            <a:prstGeom prst="rect">
              <a:avLst/>
            </a:prstGeom>
          </p:spPr>
        </p:pic>
        <p:pic>
          <p:nvPicPr>
            <p:cNvPr id="1386" name="Graphic 1385" descr="Deciduous tree with solid fill">
              <a:extLst>
                <a:ext uri="{FF2B5EF4-FFF2-40B4-BE49-F238E27FC236}">
                  <a16:creationId xmlns:a16="http://schemas.microsoft.com/office/drawing/2014/main" id="{9FBDCC5E-27F6-F5E6-EC5F-C2B5245238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1387" name="Graphic 1386" descr="Deciduous tree with solid fill">
              <a:extLst>
                <a:ext uri="{FF2B5EF4-FFF2-40B4-BE49-F238E27FC236}">
                  <a16:creationId xmlns:a16="http://schemas.microsoft.com/office/drawing/2014/main" id="{7DCE3ACB-87C7-B518-630A-DF4900EA54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388" name="Graphic 1387" descr="Deciduous tree with solid fill">
              <a:extLst>
                <a:ext uri="{FF2B5EF4-FFF2-40B4-BE49-F238E27FC236}">
                  <a16:creationId xmlns:a16="http://schemas.microsoft.com/office/drawing/2014/main" id="{2362887C-E290-126B-E95D-2C031E9103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389" name="Graphic 1388" descr="Deciduous tree with solid fill">
              <a:extLst>
                <a:ext uri="{FF2B5EF4-FFF2-40B4-BE49-F238E27FC236}">
                  <a16:creationId xmlns:a16="http://schemas.microsoft.com/office/drawing/2014/main" id="{3ECC26CF-D433-68AD-10D5-B55AF8E371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390" name="Graphic 1389" descr="Deciduous tree with solid fill">
              <a:extLst>
                <a:ext uri="{FF2B5EF4-FFF2-40B4-BE49-F238E27FC236}">
                  <a16:creationId xmlns:a16="http://schemas.microsoft.com/office/drawing/2014/main" id="{8A0F0858-F629-1E35-DE90-A178F40137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391" name="Graphic 1390" descr="Deciduous tree with solid fill">
              <a:extLst>
                <a:ext uri="{FF2B5EF4-FFF2-40B4-BE49-F238E27FC236}">
                  <a16:creationId xmlns:a16="http://schemas.microsoft.com/office/drawing/2014/main" id="{2D2BE766-0995-07A6-D551-1B16F9614B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392" name="Graphic 1391" descr="Deciduous tree with solid fill">
              <a:extLst>
                <a:ext uri="{FF2B5EF4-FFF2-40B4-BE49-F238E27FC236}">
                  <a16:creationId xmlns:a16="http://schemas.microsoft.com/office/drawing/2014/main" id="{620D3138-9A94-F7C5-1D6C-D93B80D9F2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393" name="Graphic 1392" descr="Deciduous tree with solid fill">
              <a:extLst>
                <a:ext uri="{FF2B5EF4-FFF2-40B4-BE49-F238E27FC236}">
                  <a16:creationId xmlns:a16="http://schemas.microsoft.com/office/drawing/2014/main" id="{52D355AE-BF14-602F-F15C-DBDCDCADE6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394" name="Graphic 1393" descr="Deciduous tree with solid fill">
              <a:extLst>
                <a:ext uri="{FF2B5EF4-FFF2-40B4-BE49-F238E27FC236}">
                  <a16:creationId xmlns:a16="http://schemas.microsoft.com/office/drawing/2014/main" id="{89CFE7B1-CF61-0933-DC7A-7130E1A9BE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1395" name="Graphic 1394" descr="Deciduous tree with solid fill">
              <a:extLst>
                <a:ext uri="{FF2B5EF4-FFF2-40B4-BE49-F238E27FC236}">
                  <a16:creationId xmlns:a16="http://schemas.microsoft.com/office/drawing/2014/main" id="{E2C5738E-A76E-44AF-8CFE-EB29C5E991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1396" name="Graphic 1395" descr="Deciduous tree with solid fill">
              <a:extLst>
                <a:ext uri="{FF2B5EF4-FFF2-40B4-BE49-F238E27FC236}">
                  <a16:creationId xmlns:a16="http://schemas.microsoft.com/office/drawing/2014/main" id="{6ACEEE80-FB84-3A59-F567-FE44DF2AEF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1397" name="Graphic 1396" descr="Deciduous tree with solid fill">
              <a:extLst>
                <a:ext uri="{FF2B5EF4-FFF2-40B4-BE49-F238E27FC236}">
                  <a16:creationId xmlns:a16="http://schemas.microsoft.com/office/drawing/2014/main" id="{C8BB8F88-3939-5B0A-18C7-A9184DBA55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398" name="Graphic 1397" descr="Deciduous tree with solid fill">
              <a:extLst>
                <a:ext uri="{FF2B5EF4-FFF2-40B4-BE49-F238E27FC236}">
                  <a16:creationId xmlns:a16="http://schemas.microsoft.com/office/drawing/2014/main" id="{4B0F87CA-96B0-46D0-AF90-E7974A4C86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399" name="Graphic 1398" descr="Deciduous tree with solid fill">
              <a:extLst>
                <a:ext uri="{FF2B5EF4-FFF2-40B4-BE49-F238E27FC236}">
                  <a16:creationId xmlns:a16="http://schemas.microsoft.com/office/drawing/2014/main" id="{739EF744-F866-DF13-94B2-CB961FC9D1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400" name="Graphic 1399" descr="Deciduous tree with solid fill">
              <a:extLst>
                <a:ext uri="{FF2B5EF4-FFF2-40B4-BE49-F238E27FC236}">
                  <a16:creationId xmlns:a16="http://schemas.microsoft.com/office/drawing/2014/main" id="{7A86E270-2881-C592-87F7-CFDBB803B6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401" name="Graphic 1400" descr="Deciduous tree with solid fill">
              <a:extLst>
                <a:ext uri="{FF2B5EF4-FFF2-40B4-BE49-F238E27FC236}">
                  <a16:creationId xmlns:a16="http://schemas.microsoft.com/office/drawing/2014/main" id="{A01A94A3-A2F1-3E8A-EF41-079A9EA5F2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402" name="Graphic 1401" descr="Deciduous tree with solid fill">
              <a:extLst>
                <a:ext uri="{FF2B5EF4-FFF2-40B4-BE49-F238E27FC236}">
                  <a16:creationId xmlns:a16="http://schemas.microsoft.com/office/drawing/2014/main" id="{14C65B9F-D4DA-AAAE-AA3F-E865826863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403" name="Graphic 1402" descr="Deciduous tree with solid fill">
              <a:extLst>
                <a:ext uri="{FF2B5EF4-FFF2-40B4-BE49-F238E27FC236}">
                  <a16:creationId xmlns:a16="http://schemas.microsoft.com/office/drawing/2014/main" id="{6FAD9404-2AA3-2C40-33DA-8F35BC4A91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404" name="Graphic 1403" descr="Deciduous tree with solid fill">
              <a:extLst>
                <a:ext uri="{FF2B5EF4-FFF2-40B4-BE49-F238E27FC236}">
                  <a16:creationId xmlns:a16="http://schemas.microsoft.com/office/drawing/2014/main" id="{9A08C8FC-7844-3356-3040-376D884C6D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405" name="Graphic 1404" descr="Deciduous tree with solid fill">
              <a:extLst>
                <a:ext uri="{FF2B5EF4-FFF2-40B4-BE49-F238E27FC236}">
                  <a16:creationId xmlns:a16="http://schemas.microsoft.com/office/drawing/2014/main" id="{FF2B5B29-FEF7-264F-87B5-C8FDDA9534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7" y="2701929"/>
              <a:ext cx="209457" cy="196411"/>
            </a:xfrm>
            <a:prstGeom prst="rect">
              <a:avLst/>
            </a:prstGeom>
          </p:spPr>
        </p:pic>
        <p:pic>
          <p:nvPicPr>
            <p:cNvPr id="1406" name="Graphic 1405" descr="Deciduous tree with solid fill">
              <a:extLst>
                <a:ext uri="{FF2B5EF4-FFF2-40B4-BE49-F238E27FC236}">
                  <a16:creationId xmlns:a16="http://schemas.microsoft.com/office/drawing/2014/main" id="{E1041FB4-33BC-D678-18DC-15EFD81F05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52" y="2797788"/>
              <a:ext cx="209457" cy="196411"/>
            </a:xfrm>
            <a:prstGeom prst="rect">
              <a:avLst/>
            </a:prstGeom>
          </p:spPr>
        </p:pic>
        <p:pic>
          <p:nvPicPr>
            <p:cNvPr id="1407" name="Graphic 1406" descr="Deciduous tree with solid fill">
              <a:extLst>
                <a:ext uri="{FF2B5EF4-FFF2-40B4-BE49-F238E27FC236}">
                  <a16:creationId xmlns:a16="http://schemas.microsoft.com/office/drawing/2014/main" id="{AAB890E2-9309-DDAE-98E6-154C1FA657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1408" name="Graphic 1407" descr="Deciduous tree with solid fill">
              <a:extLst>
                <a:ext uri="{FF2B5EF4-FFF2-40B4-BE49-F238E27FC236}">
                  <a16:creationId xmlns:a16="http://schemas.microsoft.com/office/drawing/2014/main" id="{B356AE32-B70E-1D6A-3EED-06D6FA591F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1409" name="Graphic 1408" descr="Deciduous tree with solid fill">
              <a:extLst>
                <a:ext uri="{FF2B5EF4-FFF2-40B4-BE49-F238E27FC236}">
                  <a16:creationId xmlns:a16="http://schemas.microsoft.com/office/drawing/2014/main" id="{DF551BAE-8A8E-5CCE-C6AB-C3A8047487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410" name="Graphic 1409" descr="Deciduous tree with solid fill">
              <a:extLst>
                <a:ext uri="{FF2B5EF4-FFF2-40B4-BE49-F238E27FC236}">
                  <a16:creationId xmlns:a16="http://schemas.microsoft.com/office/drawing/2014/main" id="{D357B553-5195-A30A-1005-1FDBA7BD71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411" name="Graphic 1410" descr="Deciduous tree with solid fill">
              <a:extLst>
                <a:ext uri="{FF2B5EF4-FFF2-40B4-BE49-F238E27FC236}">
                  <a16:creationId xmlns:a16="http://schemas.microsoft.com/office/drawing/2014/main" id="{BEBF600E-C3FB-F6AF-C3A0-6823CA246E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412" name="Graphic 1411" descr="Deciduous tree with solid fill">
              <a:extLst>
                <a:ext uri="{FF2B5EF4-FFF2-40B4-BE49-F238E27FC236}">
                  <a16:creationId xmlns:a16="http://schemas.microsoft.com/office/drawing/2014/main" id="{B22623B0-2667-D5E6-593F-07EA1ADDDB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413" name="Graphic 1412" descr="Deciduous tree with solid fill">
              <a:extLst>
                <a:ext uri="{FF2B5EF4-FFF2-40B4-BE49-F238E27FC236}">
                  <a16:creationId xmlns:a16="http://schemas.microsoft.com/office/drawing/2014/main" id="{3ED812F8-35E0-7B66-095C-C44BA4B353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414" name="Graphic 1413" descr="Deciduous tree with solid fill">
              <a:extLst>
                <a:ext uri="{FF2B5EF4-FFF2-40B4-BE49-F238E27FC236}">
                  <a16:creationId xmlns:a16="http://schemas.microsoft.com/office/drawing/2014/main" id="{0F758DC0-F1B4-707B-216F-0070F3CA2A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6" y="3662226"/>
              <a:ext cx="209457" cy="196411"/>
            </a:xfrm>
            <a:prstGeom prst="rect">
              <a:avLst/>
            </a:prstGeom>
          </p:spPr>
        </p:pic>
        <p:pic>
          <p:nvPicPr>
            <p:cNvPr id="1415" name="Graphic 1414" descr="Deciduous tree with solid fill">
              <a:extLst>
                <a:ext uri="{FF2B5EF4-FFF2-40B4-BE49-F238E27FC236}">
                  <a16:creationId xmlns:a16="http://schemas.microsoft.com/office/drawing/2014/main" id="{AFA5F001-92EB-C760-E259-98435D7B6F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416" name="Graphic 1415" descr="Deciduous tree with solid fill">
              <a:extLst>
                <a:ext uri="{FF2B5EF4-FFF2-40B4-BE49-F238E27FC236}">
                  <a16:creationId xmlns:a16="http://schemas.microsoft.com/office/drawing/2014/main" id="{B01FA71E-6D76-2F1A-FE4F-7C6C6461C3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417" name="Graphic 1416" descr="Deciduous tree with solid fill">
              <a:extLst>
                <a:ext uri="{FF2B5EF4-FFF2-40B4-BE49-F238E27FC236}">
                  <a16:creationId xmlns:a16="http://schemas.microsoft.com/office/drawing/2014/main" id="{15F8077E-5B1B-7833-4A29-548177324C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418" name="Graphic 1417" descr="Deciduous tree with solid fill">
              <a:extLst>
                <a:ext uri="{FF2B5EF4-FFF2-40B4-BE49-F238E27FC236}">
                  <a16:creationId xmlns:a16="http://schemas.microsoft.com/office/drawing/2014/main" id="{C5CBDA7F-64AF-F2E8-E324-9DB99586F8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1419" name="Graphic 1418" descr="Deciduous tree with solid fill">
              <a:extLst>
                <a:ext uri="{FF2B5EF4-FFF2-40B4-BE49-F238E27FC236}">
                  <a16:creationId xmlns:a16="http://schemas.microsoft.com/office/drawing/2014/main" id="{D366E97D-4AAF-5413-701C-5DF726C719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7" y="2948910"/>
              <a:ext cx="209457" cy="196411"/>
            </a:xfrm>
            <a:prstGeom prst="rect">
              <a:avLst/>
            </a:prstGeom>
          </p:spPr>
        </p:pic>
        <p:pic>
          <p:nvPicPr>
            <p:cNvPr id="1420" name="Graphic 1419" descr="Deciduous tree with solid fill">
              <a:extLst>
                <a:ext uri="{FF2B5EF4-FFF2-40B4-BE49-F238E27FC236}">
                  <a16:creationId xmlns:a16="http://schemas.microsoft.com/office/drawing/2014/main" id="{47027BD4-5E55-2EB0-5BF6-7FF064D1D8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1421" name="Graphic 1420" descr="Deciduous tree with solid fill">
              <a:extLst>
                <a:ext uri="{FF2B5EF4-FFF2-40B4-BE49-F238E27FC236}">
                  <a16:creationId xmlns:a16="http://schemas.microsoft.com/office/drawing/2014/main" id="{6D50484D-3196-4324-3DFA-5B37BFB85F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422" name="Graphic 1421" descr="Deciduous tree with solid fill">
              <a:extLst>
                <a:ext uri="{FF2B5EF4-FFF2-40B4-BE49-F238E27FC236}">
                  <a16:creationId xmlns:a16="http://schemas.microsoft.com/office/drawing/2014/main" id="{424F608D-3DBE-B3F1-B939-DACF5972E0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423" name="Graphic 1422" descr="Deciduous tree with solid fill">
              <a:extLst>
                <a:ext uri="{FF2B5EF4-FFF2-40B4-BE49-F238E27FC236}">
                  <a16:creationId xmlns:a16="http://schemas.microsoft.com/office/drawing/2014/main" id="{116387E5-F7EF-47A4-DE29-DAEF9D7D49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424" name="Graphic 1423" descr="Deciduous tree with solid fill">
              <a:extLst>
                <a:ext uri="{FF2B5EF4-FFF2-40B4-BE49-F238E27FC236}">
                  <a16:creationId xmlns:a16="http://schemas.microsoft.com/office/drawing/2014/main" id="{BD1ADC6D-D9A2-ED68-2CF1-B669870AE3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425" name="Graphic 1424" descr="Deciduous tree with solid fill">
              <a:extLst>
                <a:ext uri="{FF2B5EF4-FFF2-40B4-BE49-F238E27FC236}">
                  <a16:creationId xmlns:a16="http://schemas.microsoft.com/office/drawing/2014/main" id="{06127C3B-577A-1FED-C53B-F7A56AA5B7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426" name="Graphic 1425" descr="Deciduous tree with solid fill">
              <a:extLst>
                <a:ext uri="{FF2B5EF4-FFF2-40B4-BE49-F238E27FC236}">
                  <a16:creationId xmlns:a16="http://schemas.microsoft.com/office/drawing/2014/main" id="{E0072745-6DEA-ECD5-70E9-7B4744DCDB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427" name="Graphic 1426" descr="Deciduous tree with solid fill">
              <a:extLst>
                <a:ext uri="{FF2B5EF4-FFF2-40B4-BE49-F238E27FC236}">
                  <a16:creationId xmlns:a16="http://schemas.microsoft.com/office/drawing/2014/main" id="{83B7AA1E-F566-28D0-B6A9-787AA81B31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428" name="Graphic 1427" descr="Deciduous tree with solid fill">
              <a:extLst>
                <a:ext uri="{FF2B5EF4-FFF2-40B4-BE49-F238E27FC236}">
                  <a16:creationId xmlns:a16="http://schemas.microsoft.com/office/drawing/2014/main" id="{2D7689AF-2F40-D80B-3514-B22D8BFF6F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1429" name="Graphic 1428" descr="Deciduous tree with solid fill">
              <a:extLst>
                <a:ext uri="{FF2B5EF4-FFF2-40B4-BE49-F238E27FC236}">
                  <a16:creationId xmlns:a16="http://schemas.microsoft.com/office/drawing/2014/main" id="{C2E11394-F9B3-E641-6532-3FE9A6A09E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1430" name="Graphic 1429" descr="Deciduous tree with solid fill">
              <a:extLst>
                <a:ext uri="{FF2B5EF4-FFF2-40B4-BE49-F238E27FC236}">
                  <a16:creationId xmlns:a16="http://schemas.microsoft.com/office/drawing/2014/main" id="{5DEC0DA5-6D6A-9A0A-A5CD-A0D93232F5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431" name="Graphic 1430" descr="Deciduous tree with solid fill">
              <a:extLst>
                <a:ext uri="{FF2B5EF4-FFF2-40B4-BE49-F238E27FC236}">
                  <a16:creationId xmlns:a16="http://schemas.microsoft.com/office/drawing/2014/main" id="{4B6AD60F-16B0-8271-FF08-37BE6A3331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432" name="Graphic 1431" descr="Deciduous tree with solid fill">
              <a:extLst>
                <a:ext uri="{FF2B5EF4-FFF2-40B4-BE49-F238E27FC236}">
                  <a16:creationId xmlns:a16="http://schemas.microsoft.com/office/drawing/2014/main" id="{BBE653FC-E32D-2E48-3705-F1071D3A05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433" name="Graphic 1432" descr="Deciduous tree with solid fill">
              <a:extLst>
                <a:ext uri="{FF2B5EF4-FFF2-40B4-BE49-F238E27FC236}">
                  <a16:creationId xmlns:a16="http://schemas.microsoft.com/office/drawing/2014/main" id="{6A8ACD6F-E251-E153-8DE1-19052EF175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434" name="Graphic 1433" descr="Deciduous tree with solid fill">
              <a:extLst>
                <a:ext uri="{FF2B5EF4-FFF2-40B4-BE49-F238E27FC236}">
                  <a16:creationId xmlns:a16="http://schemas.microsoft.com/office/drawing/2014/main" id="{24F526A8-BE9D-E267-11E7-8722F3063F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435" name="Graphic 1434" descr="Deciduous tree with solid fill">
              <a:extLst>
                <a:ext uri="{FF2B5EF4-FFF2-40B4-BE49-F238E27FC236}">
                  <a16:creationId xmlns:a16="http://schemas.microsoft.com/office/drawing/2014/main" id="{A8DFB73E-13C4-1BD3-9C01-A0FCB065FC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436" name="Graphic 1435" descr="Deciduous tree with solid fill">
              <a:extLst>
                <a:ext uri="{FF2B5EF4-FFF2-40B4-BE49-F238E27FC236}">
                  <a16:creationId xmlns:a16="http://schemas.microsoft.com/office/drawing/2014/main" id="{B1EA7527-0E39-CDE9-3F4C-0D6AF15734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437" name="Graphic 1436" descr="Deciduous tree with solid fill">
              <a:extLst>
                <a:ext uri="{FF2B5EF4-FFF2-40B4-BE49-F238E27FC236}">
                  <a16:creationId xmlns:a16="http://schemas.microsoft.com/office/drawing/2014/main" id="{FBC0A50D-8BBB-376A-964D-CD31A705D3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438" name="Graphic 1437" descr="Deciduous tree with solid fill">
              <a:extLst>
                <a:ext uri="{FF2B5EF4-FFF2-40B4-BE49-F238E27FC236}">
                  <a16:creationId xmlns:a16="http://schemas.microsoft.com/office/drawing/2014/main" id="{E1A84454-86A7-48F1-3B02-FB2EA78BA7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1439" name="Graphic 1438" descr="Deciduous tree with solid fill">
              <a:extLst>
                <a:ext uri="{FF2B5EF4-FFF2-40B4-BE49-F238E27FC236}">
                  <a16:creationId xmlns:a16="http://schemas.microsoft.com/office/drawing/2014/main" id="{56290798-6400-9CDC-A327-14B8B73F5C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1440" name="Graphic 1439" descr="Deciduous tree with solid fill">
              <a:extLst>
                <a:ext uri="{FF2B5EF4-FFF2-40B4-BE49-F238E27FC236}">
                  <a16:creationId xmlns:a16="http://schemas.microsoft.com/office/drawing/2014/main" id="{25207F98-FCDB-CAC3-3F23-5BC3DD624E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1441" name="Graphic 1440" descr="Deciduous tree with solid fill">
              <a:extLst>
                <a:ext uri="{FF2B5EF4-FFF2-40B4-BE49-F238E27FC236}">
                  <a16:creationId xmlns:a16="http://schemas.microsoft.com/office/drawing/2014/main" id="{C012069C-F45D-C861-F4B1-20B17685EB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442" name="Graphic 1441" descr="Deciduous tree with solid fill">
              <a:extLst>
                <a:ext uri="{FF2B5EF4-FFF2-40B4-BE49-F238E27FC236}">
                  <a16:creationId xmlns:a16="http://schemas.microsoft.com/office/drawing/2014/main" id="{BDF626FD-C3B4-7795-6E12-50A06AB7E8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443" name="Graphic 1442" descr="Deciduous tree with solid fill">
              <a:extLst>
                <a:ext uri="{FF2B5EF4-FFF2-40B4-BE49-F238E27FC236}">
                  <a16:creationId xmlns:a16="http://schemas.microsoft.com/office/drawing/2014/main" id="{E6FB8421-6CE7-FEAF-509E-A1D96292B3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444" name="Graphic 1443" descr="Deciduous tree with solid fill">
              <a:extLst>
                <a:ext uri="{FF2B5EF4-FFF2-40B4-BE49-F238E27FC236}">
                  <a16:creationId xmlns:a16="http://schemas.microsoft.com/office/drawing/2014/main" id="{F132EB58-6853-AA92-35CE-3DA5E3EB13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5" y="3415245"/>
              <a:ext cx="209457" cy="196411"/>
            </a:xfrm>
            <a:prstGeom prst="rect">
              <a:avLst/>
            </a:prstGeom>
          </p:spPr>
        </p:pic>
        <p:pic>
          <p:nvPicPr>
            <p:cNvPr id="1445" name="Graphic 1444" descr="Deciduous tree with solid fill">
              <a:extLst>
                <a:ext uri="{FF2B5EF4-FFF2-40B4-BE49-F238E27FC236}">
                  <a16:creationId xmlns:a16="http://schemas.microsoft.com/office/drawing/2014/main" id="{FE474AA3-A995-157F-630E-B047338BD4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446" name="Graphic 1445" descr="Deciduous tree with solid fill">
              <a:extLst>
                <a:ext uri="{FF2B5EF4-FFF2-40B4-BE49-F238E27FC236}">
                  <a16:creationId xmlns:a16="http://schemas.microsoft.com/office/drawing/2014/main" id="{33E034B5-79D5-6E0F-F1C4-4A88D37CAB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6" y="3662226"/>
              <a:ext cx="209457" cy="196411"/>
            </a:xfrm>
            <a:prstGeom prst="rect">
              <a:avLst/>
            </a:prstGeom>
          </p:spPr>
        </p:pic>
        <p:pic>
          <p:nvPicPr>
            <p:cNvPr id="1447" name="Graphic 1446" descr="Deciduous tree with solid fill">
              <a:extLst>
                <a:ext uri="{FF2B5EF4-FFF2-40B4-BE49-F238E27FC236}">
                  <a16:creationId xmlns:a16="http://schemas.microsoft.com/office/drawing/2014/main" id="{C5DDE79A-AA9E-E20D-0EEA-DF555E204D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448" name="Graphic 1447" descr="Deciduous tree with solid fill">
              <a:extLst>
                <a:ext uri="{FF2B5EF4-FFF2-40B4-BE49-F238E27FC236}">
                  <a16:creationId xmlns:a16="http://schemas.microsoft.com/office/drawing/2014/main" id="{2AE964FD-E7A8-29A1-5F1C-C193A27016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449" name="Graphic 1448" descr="Deciduous tree with solid fill">
              <a:extLst>
                <a:ext uri="{FF2B5EF4-FFF2-40B4-BE49-F238E27FC236}">
                  <a16:creationId xmlns:a16="http://schemas.microsoft.com/office/drawing/2014/main" id="{03F1CCBD-2611-9FE5-48B6-10A11E6517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450" name="Graphic 1449" descr="Deciduous tree with solid fill">
              <a:extLst>
                <a:ext uri="{FF2B5EF4-FFF2-40B4-BE49-F238E27FC236}">
                  <a16:creationId xmlns:a16="http://schemas.microsoft.com/office/drawing/2014/main" id="{A956DCB9-1288-F4F4-C3F5-F09768852C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8" y="2948910"/>
              <a:ext cx="209457" cy="196411"/>
            </a:xfrm>
            <a:prstGeom prst="rect">
              <a:avLst/>
            </a:prstGeom>
          </p:spPr>
        </p:pic>
        <p:pic>
          <p:nvPicPr>
            <p:cNvPr id="1451" name="Graphic 1450" descr="Deciduous tree with solid fill">
              <a:extLst>
                <a:ext uri="{FF2B5EF4-FFF2-40B4-BE49-F238E27FC236}">
                  <a16:creationId xmlns:a16="http://schemas.microsoft.com/office/drawing/2014/main" id="{307B88F1-C2AA-9BEB-DEA1-CF3165988D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3" y="3072401"/>
              <a:ext cx="209457" cy="196411"/>
            </a:xfrm>
            <a:prstGeom prst="rect">
              <a:avLst/>
            </a:prstGeom>
          </p:spPr>
        </p:pic>
        <p:pic>
          <p:nvPicPr>
            <p:cNvPr id="1452" name="Graphic 1451" descr="Deciduous tree with solid fill">
              <a:extLst>
                <a:ext uri="{FF2B5EF4-FFF2-40B4-BE49-F238E27FC236}">
                  <a16:creationId xmlns:a16="http://schemas.microsoft.com/office/drawing/2014/main" id="{9037AE97-D114-FFBD-F92B-8275F6EFD0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8" y="3195893"/>
              <a:ext cx="209457" cy="196411"/>
            </a:xfrm>
            <a:prstGeom prst="rect">
              <a:avLst/>
            </a:prstGeom>
          </p:spPr>
        </p:pic>
        <p:pic>
          <p:nvPicPr>
            <p:cNvPr id="1453" name="Graphic 1452" descr="Deciduous tree with solid fill">
              <a:extLst>
                <a:ext uri="{FF2B5EF4-FFF2-40B4-BE49-F238E27FC236}">
                  <a16:creationId xmlns:a16="http://schemas.microsoft.com/office/drawing/2014/main" id="{C6941255-FBEC-E775-DDE5-1D21444704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3" y="3319384"/>
              <a:ext cx="209457" cy="196411"/>
            </a:xfrm>
            <a:prstGeom prst="rect">
              <a:avLst/>
            </a:prstGeom>
          </p:spPr>
        </p:pic>
        <p:pic>
          <p:nvPicPr>
            <p:cNvPr id="1454" name="Graphic 1453" descr="Deciduous tree with solid fill">
              <a:extLst>
                <a:ext uri="{FF2B5EF4-FFF2-40B4-BE49-F238E27FC236}">
                  <a16:creationId xmlns:a16="http://schemas.microsoft.com/office/drawing/2014/main" id="{0F120AF5-8B97-2703-96A5-716E493DDD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455" name="Graphic 1454" descr="Deciduous tree with solid fill">
              <a:extLst>
                <a:ext uri="{FF2B5EF4-FFF2-40B4-BE49-F238E27FC236}">
                  <a16:creationId xmlns:a16="http://schemas.microsoft.com/office/drawing/2014/main" id="{C5EE643C-F6EB-5764-0B2D-09AE639EAC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456" name="Graphic 1455" descr="Deciduous tree with solid fill">
              <a:extLst>
                <a:ext uri="{FF2B5EF4-FFF2-40B4-BE49-F238E27FC236}">
                  <a16:creationId xmlns:a16="http://schemas.microsoft.com/office/drawing/2014/main" id="{43029732-3083-6EBF-DB4E-2FE402B1D1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457" name="Graphic 1456" descr="Deciduous tree with solid fill">
              <a:extLst>
                <a:ext uri="{FF2B5EF4-FFF2-40B4-BE49-F238E27FC236}">
                  <a16:creationId xmlns:a16="http://schemas.microsoft.com/office/drawing/2014/main" id="{7B818903-96CC-FCD4-2183-7A5E58F93F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458" name="Graphic 1457" descr="Deciduous tree with solid fill">
              <a:extLst>
                <a:ext uri="{FF2B5EF4-FFF2-40B4-BE49-F238E27FC236}">
                  <a16:creationId xmlns:a16="http://schemas.microsoft.com/office/drawing/2014/main" id="{6724318D-366D-FFC7-0CBA-140E2E2866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459" name="Graphic 1458" descr="Deciduous tree with solid fill">
              <a:extLst>
                <a:ext uri="{FF2B5EF4-FFF2-40B4-BE49-F238E27FC236}">
                  <a16:creationId xmlns:a16="http://schemas.microsoft.com/office/drawing/2014/main" id="{9C458AFD-25BD-EC46-DFDF-240163E5F3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6" y="2860873"/>
              <a:ext cx="209457" cy="196411"/>
            </a:xfrm>
            <a:prstGeom prst="rect">
              <a:avLst/>
            </a:prstGeom>
          </p:spPr>
        </p:pic>
        <p:pic>
          <p:nvPicPr>
            <p:cNvPr id="1460" name="Graphic 1459" descr="Deciduous tree with solid fill">
              <a:extLst>
                <a:ext uri="{FF2B5EF4-FFF2-40B4-BE49-F238E27FC236}">
                  <a16:creationId xmlns:a16="http://schemas.microsoft.com/office/drawing/2014/main" id="{48650B30-1B03-85C9-1A1A-70D0477EBB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461" name="Graphic 1460" descr="Deciduous tree with solid fill">
              <a:extLst>
                <a:ext uri="{FF2B5EF4-FFF2-40B4-BE49-F238E27FC236}">
                  <a16:creationId xmlns:a16="http://schemas.microsoft.com/office/drawing/2014/main" id="{165736D9-85AB-C55D-EC43-ED0102EC2E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462" name="Graphic 1461" descr="Deciduous tree with solid fill">
              <a:extLst>
                <a:ext uri="{FF2B5EF4-FFF2-40B4-BE49-F238E27FC236}">
                  <a16:creationId xmlns:a16="http://schemas.microsoft.com/office/drawing/2014/main" id="{88809D03-4C69-2953-D32E-DFAF403DC8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463" name="Graphic 1462" descr="Deciduous tree with solid fill">
              <a:extLst>
                <a:ext uri="{FF2B5EF4-FFF2-40B4-BE49-F238E27FC236}">
                  <a16:creationId xmlns:a16="http://schemas.microsoft.com/office/drawing/2014/main" id="{76C3E3E6-F2E9-9E4B-123A-498EBB02D3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3" y="3354837"/>
              <a:ext cx="209457" cy="196411"/>
            </a:xfrm>
            <a:prstGeom prst="rect">
              <a:avLst/>
            </a:prstGeom>
          </p:spPr>
        </p:pic>
        <p:pic>
          <p:nvPicPr>
            <p:cNvPr id="1464" name="Graphic 1463" descr="Deciduous tree with solid fill">
              <a:extLst>
                <a:ext uri="{FF2B5EF4-FFF2-40B4-BE49-F238E27FC236}">
                  <a16:creationId xmlns:a16="http://schemas.microsoft.com/office/drawing/2014/main" id="{5B491FA4-F239-BDEA-5305-A0DFD423E1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8" y="3478328"/>
              <a:ext cx="209457" cy="196411"/>
            </a:xfrm>
            <a:prstGeom prst="rect">
              <a:avLst/>
            </a:prstGeom>
          </p:spPr>
        </p:pic>
        <p:pic>
          <p:nvPicPr>
            <p:cNvPr id="1465" name="Graphic 1464" descr="Deciduous tree with solid fill">
              <a:extLst>
                <a:ext uri="{FF2B5EF4-FFF2-40B4-BE49-F238E27FC236}">
                  <a16:creationId xmlns:a16="http://schemas.microsoft.com/office/drawing/2014/main" id="{4A91B94B-FF60-2745-140B-C28BEBA3F3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3" y="3601820"/>
              <a:ext cx="209457" cy="196411"/>
            </a:xfrm>
            <a:prstGeom prst="rect">
              <a:avLst/>
            </a:prstGeom>
          </p:spPr>
        </p:pic>
        <p:pic>
          <p:nvPicPr>
            <p:cNvPr id="1466" name="Graphic 1465" descr="Deciduous tree with solid fill">
              <a:extLst>
                <a:ext uri="{FF2B5EF4-FFF2-40B4-BE49-F238E27FC236}">
                  <a16:creationId xmlns:a16="http://schemas.microsoft.com/office/drawing/2014/main" id="{0CCE9CB8-8605-D1A0-FB44-92F8C365DF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8" y="3725311"/>
              <a:ext cx="209457" cy="196411"/>
            </a:xfrm>
            <a:prstGeom prst="rect">
              <a:avLst/>
            </a:prstGeom>
          </p:spPr>
        </p:pic>
        <p:pic>
          <p:nvPicPr>
            <p:cNvPr id="1467" name="Graphic 1466" descr="Deciduous tree with solid fill">
              <a:extLst>
                <a:ext uri="{FF2B5EF4-FFF2-40B4-BE49-F238E27FC236}">
                  <a16:creationId xmlns:a16="http://schemas.microsoft.com/office/drawing/2014/main" id="{8B0DFD6C-57C8-A510-4259-F8F548C194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3" y="3848803"/>
              <a:ext cx="209457" cy="196411"/>
            </a:xfrm>
            <a:prstGeom prst="rect">
              <a:avLst/>
            </a:prstGeom>
          </p:spPr>
        </p:pic>
        <p:pic>
          <p:nvPicPr>
            <p:cNvPr id="1468" name="Graphic 1467" descr="Deciduous tree with solid fill">
              <a:extLst>
                <a:ext uri="{FF2B5EF4-FFF2-40B4-BE49-F238E27FC236}">
                  <a16:creationId xmlns:a16="http://schemas.microsoft.com/office/drawing/2014/main" id="{2F07D042-AACA-0CEB-E7E3-4D2FD612EF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8" y="2948910"/>
              <a:ext cx="209457" cy="196411"/>
            </a:xfrm>
            <a:prstGeom prst="rect">
              <a:avLst/>
            </a:prstGeom>
          </p:spPr>
        </p:pic>
        <p:pic>
          <p:nvPicPr>
            <p:cNvPr id="1469" name="Graphic 1468" descr="Deciduous tree with solid fill">
              <a:extLst>
                <a:ext uri="{FF2B5EF4-FFF2-40B4-BE49-F238E27FC236}">
                  <a16:creationId xmlns:a16="http://schemas.microsoft.com/office/drawing/2014/main" id="{FA03AF31-8BFF-54A0-B267-E71AC2AD64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470" name="Graphic 1469" descr="Deciduous tree with solid fill">
              <a:extLst>
                <a:ext uri="{FF2B5EF4-FFF2-40B4-BE49-F238E27FC236}">
                  <a16:creationId xmlns:a16="http://schemas.microsoft.com/office/drawing/2014/main" id="{7B6779BC-0774-1EAF-0698-5DDB628156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1471" name="Graphic 1470" descr="Deciduous tree with solid fill">
              <a:extLst>
                <a:ext uri="{FF2B5EF4-FFF2-40B4-BE49-F238E27FC236}">
                  <a16:creationId xmlns:a16="http://schemas.microsoft.com/office/drawing/2014/main" id="{0AE6FC97-6F81-FC8E-C2AE-548FB07C57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472" name="Graphic 1471" descr="Deciduous tree with solid fill">
              <a:extLst>
                <a:ext uri="{FF2B5EF4-FFF2-40B4-BE49-F238E27FC236}">
                  <a16:creationId xmlns:a16="http://schemas.microsoft.com/office/drawing/2014/main" id="{D03E1F6C-206D-4A29-3357-E4F18E5317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473" name="Graphic 1472" descr="Deciduous tree with solid fill">
              <a:extLst>
                <a:ext uri="{FF2B5EF4-FFF2-40B4-BE49-F238E27FC236}">
                  <a16:creationId xmlns:a16="http://schemas.microsoft.com/office/drawing/2014/main" id="{2CCC24F2-4E3D-E39F-374D-30C4302780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474" name="Graphic 1473" descr="Deciduous tree with solid fill">
              <a:extLst>
                <a:ext uri="{FF2B5EF4-FFF2-40B4-BE49-F238E27FC236}">
                  <a16:creationId xmlns:a16="http://schemas.microsoft.com/office/drawing/2014/main" id="{F9A92229-0987-322A-A660-FA95DAE7B0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475" name="Graphic 1474" descr="Deciduous tree with solid fill">
              <a:extLst>
                <a:ext uri="{FF2B5EF4-FFF2-40B4-BE49-F238E27FC236}">
                  <a16:creationId xmlns:a16="http://schemas.microsoft.com/office/drawing/2014/main" id="{A88E230E-1612-9939-1559-8062FFCF65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476" name="Graphic 1475" descr="Deciduous tree with solid fill">
              <a:extLst>
                <a:ext uri="{FF2B5EF4-FFF2-40B4-BE49-F238E27FC236}">
                  <a16:creationId xmlns:a16="http://schemas.microsoft.com/office/drawing/2014/main" id="{867C8F9B-2E1D-76AB-282F-02A2C083D8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477" name="Graphic 1476" descr="Deciduous tree with solid fill">
              <a:extLst>
                <a:ext uri="{FF2B5EF4-FFF2-40B4-BE49-F238E27FC236}">
                  <a16:creationId xmlns:a16="http://schemas.microsoft.com/office/drawing/2014/main" id="{DBB9848C-D8B3-6471-6DB7-79DF6E7A05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478" name="Graphic 1477" descr="Deciduous tree with solid fill">
              <a:extLst>
                <a:ext uri="{FF2B5EF4-FFF2-40B4-BE49-F238E27FC236}">
                  <a16:creationId xmlns:a16="http://schemas.microsoft.com/office/drawing/2014/main" id="{DD553405-DE00-15AB-EAE6-5242C04841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479" name="Graphic 1478" descr="Deciduous tree with solid fill">
              <a:extLst>
                <a:ext uri="{FF2B5EF4-FFF2-40B4-BE49-F238E27FC236}">
                  <a16:creationId xmlns:a16="http://schemas.microsoft.com/office/drawing/2014/main" id="{C20BDFE0-1A9B-9BF9-9FAB-55F190DCD3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1480" name="Graphic 1479" descr="Deciduous tree with solid fill">
              <a:extLst>
                <a:ext uri="{FF2B5EF4-FFF2-40B4-BE49-F238E27FC236}">
                  <a16:creationId xmlns:a16="http://schemas.microsoft.com/office/drawing/2014/main" id="{1D20792E-5511-2CED-29E6-31F7DE3FF7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481" name="Graphic 1480" descr="Deciduous tree with solid fill">
              <a:extLst>
                <a:ext uri="{FF2B5EF4-FFF2-40B4-BE49-F238E27FC236}">
                  <a16:creationId xmlns:a16="http://schemas.microsoft.com/office/drawing/2014/main" id="{0201F25B-B8AF-FDEB-021C-FB56E74754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482" name="Graphic 1481" descr="Deciduous tree with solid fill">
              <a:extLst>
                <a:ext uri="{FF2B5EF4-FFF2-40B4-BE49-F238E27FC236}">
                  <a16:creationId xmlns:a16="http://schemas.microsoft.com/office/drawing/2014/main" id="{FF5989D1-AE63-9181-39BC-3FC20533EC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483" name="Graphic 1482" descr="Deciduous tree with solid fill">
              <a:extLst>
                <a:ext uri="{FF2B5EF4-FFF2-40B4-BE49-F238E27FC236}">
                  <a16:creationId xmlns:a16="http://schemas.microsoft.com/office/drawing/2014/main" id="{199E87F9-A416-1C59-800B-EFBE1BE4CC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484" name="Graphic 1483" descr="Deciduous tree with solid fill">
              <a:extLst>
                <a:ext uri="{FF2B5EF4-FFF2-40B4-BE49-F238E27FC236}">
                  <a16:creationId xmlns:a16="http://schemas.microsoft.com/office/drawing/2014/main" id="{E0AFCD98-B92E-3F0D-D302-6067226572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485" name="Graphic 1484" descr="Deciduous tree with solid fill">
              <a:extLst>
                <a:ext uri="{FF2B5EF4-FFF2-40B4-BE49-F238E27FC236}">
                  <a16:creationId xmlns:a16="http://schemas.microsoft.com/office/drawing/2014/main" id="{E5EAA997-1EAE-F1A8-0858-11E7210462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486" name="Graphic 1485" descr="Deciduous tree with solid fill">
              <a:extLst>
                <a:ext uri="{FF2B5EF4-FFF2-40B4-BE49-F238E27FC236}">
                  <a16:creationId xmlns:a16="http://schemas.microsoft.com/office/drawing/2014/main" id="{A727494F-A371-D499-66CD-BAF74F4BBA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487" name="Graphic 1486" descr="Deciduous tree with solid fill">
              <a:extLst>
                <a:ext uri="{FF2B5EF4-FFF2-40B4-BE49-F238E27FC236}">
                  <a16:creationId xmlns:a16="http://schemas.microsoft.com/office/drawing/2014/main" id="{739380EE-3C4B-60F7-9E49-C81DF3B244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488" name="Graphic 1487" descr="Deciduous tree with solid fill">
              <a:extLst>
                <a:ext uri="{FF2B5EF4-FFF2-40B4-BE49-F238E27FC236}">
                  <a16:creationId xmlns:a16="http://schemas.microsoft.com/office/drawing/2014/main" id="{C5DBA0D4-E1B5-320A-B611-BF0FCCBB69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489" name="Graphic 1488" descr="Deciduous tree with solid fill">
              <a:extLst>
                <a:ext uri="{FF2B5EF4-FFF2-40B4-BE49-F238E27FC236}">
                  <a16:creationId xmlns:a16="http://schemas.microsoft.com/office/drawing/2014/main" id="{32FEF644-C8ED-0ED9-0824-201E0114B7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490" name="Graphic 1489" descr="Deciduous tree with solid fill">
              <a:extLst>
                <a:ext uri="{FF2B5EF4-FFF2-40B4-BE49-F238E27FC236}">
                  <a16:creationId xmlns:a16="http://schemas.microsoft.com/office/drawing/2014/main" id="{A394F9A1-4709-D484-6E6B-131172E0FE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491" name="Graphic 1490" descr="Deciduous tree with solid fill">
              <a:extLst>
                <a:ext uri="{FF2B5EF4-FFF2-40B4-BE49-F238E27FC236}">
                  <a16:creationId xmlns:a16="http://schemas.microsoft.com/office/drawing/2014/main" id="{0894A7AF-0947-32BD-3DD3-9D21A9A445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492" name="Graphic 1491" descr="Deciduous tree with solid fill">
              <a:extLst>
                <a:ext uri="{FF2B5EF4-FFF2-40B4-BE49-F238E27FC236}">
                  <a16:creationId xmlns:a16="http://schemas.microsoft.com/office/drawing/2014/main" id="{B3DCE8ED-0FD8-4A1C-B583-B4DADF1129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493" name="Graphic 1492" descr="Deciduous tree with solid fill">
              <a:extLst>
                <a:ext uri="{FF2B5EF4-FFF2-40B4-BE49-F238E27FC236}">
                  <a16:creationId xmlns:a16="http://schemas.microsoft.com/office/drawing/2014/main" id="{A918BB6F-6174-AF83-4705-4E3999C9CF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494" name="Graphic 1493" descr="Deciduous tree with solid fill">
              <a:extLst>
                <a:ext uri="{FF2B5EF4-FFF2-40B4-BE49-F238E27FC236}">
                  <a16:creationId xmlns:a16="http://schemas.microsoft.com/office/drawing/2014/main" id="{6BEEED8B-E947-6751-B494-25F8FCD0B3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495" name="Graphic 1494" descr="Deciduous tree with solid fill">
              <a:extLst>
                <a:ext uri="{FF2B5EF4-FFF2-40B4-BE49-F238E27FC236}">
                  <a16:creationId xmlns:a16="http://schemas.microsoft.com/office/drawing/2014/main" id="{E2B85E3B-7F7D-36BF-1D4C-769F1E7406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1496" name="Graphic 1495" descr="Deciduous tree with solid fill">
              <a:extLst>
                <a:ext uri="{FF2B5EF4-FFF2-40B4-BE49-F238E27FC236}">
                  <a16:creationId xmlns:a16="http://schemas.microsoft.com/office/drawing/2014/main" id="{BBCF78FC-7447-3087-ED0F-14457521F7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1497" name="Graphic 1496" descr="Deciduous tree with solid fill">
              <a:extLst>
                <a:ext uri="{FF2B5EF4-FFF2-40B4-BE49-F238E27FC236}">
                  <a16:creationId xmlns:a16="http://schemas.microsoft.com/office/drawing/2014/main" id="{A1A6A9A8-035C-2A3B-3D44-FD6CC3F3D9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1498" name="Graphic 1497" descr="Deciduous tree with solid fill">
              <a:extLst>
                <a:ext uri="{FF2B5EF4-FFF2-40B4-BE49-F238E27FC236}">
                  <a16:creationId xmlns:a16="http://schemas.microsoft.com/office/drawing/2014/main" id="{1B4191FC-2C1E-1D6A-3420-1C0D421817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499" name="Graphic 1498" descr="Deciduous tree with solid fill">
              <a:extLst>
                <a:ext uri="{FF2B5EF4-FFF2-40B4-BE49-F238E27FC236}">
                  <a16:creationId xmlns:a16="http://schemas.microsoft.com/office/drawing/2014/main" id="{C1E61D57-DF06-9407-D639-5619C8F674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500" name="Graphic 1499" descr="Deciduous tree with solid fill">
              <a:extLst>
                <a:ext uri="{FF2B5EF4-FFF2-40B4-BE49-F238E27FC236}">
                  <a16:creationId xmlns:a16="http://schemas.microsoft.com/office/drawing/2014/main" id="{6A9B1D76-CE7E-D4AC-BD18-3B3D476E36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501" name="Graphic 1500" descr="Deciduous tree with solid fill">
              <a:extLst>
                <a:ext uri="{FF2B5EF4-FFF2-40B4-BE49-F238E27FC236}">
                  <a16:creationId xmlns:a16="http://schemas.microsoft.com/office/drawing/2014/main" id="{F297344F-DC46-C7B7-17D6-78AF93FAAD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502" name="Graphic 1501" descr="Deciduous tree with solid fill">
              <a:extLst>
                <a:ext uri="{FF2B5EF4-FFF2-40B4-BE49-F238E27FC236}">
                  <a16:creationId xmlns:a16="http://schemas.microsoft.com/office/drawing/2014/main" id="{0F9DE75C-569A-C4B3-2726-C8E1C1292D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503" name="Graphic 1502" descr="Deciduous tree with solid fill">
              <a:extLst>
                <a:ext uri="{FF2B5EF4-FFF2-40B4-BE49-F238E27FC236}">
                  <a16:creationId xmlns:a16="http://schemas.microsoft.com/office/drawing/2014/main" id="{A135E9B7-5E83-889C-E765-3247C4F723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04" name="Graphic 1503" descr="Deciduous tree with solid fill">
              <a:extLst>
                <a:ext uri="{FF2B5EF4-FFF2-40B4-BE49-F238E27FC236}">
                  <a16:creationId xmlns:a16="http://schemas.microsoft.com/office/drawing/2014/main" id="{F78ED5B3-CF85-31E7-ED1B-920A136DF5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05" name="Graphic 1504" descr="Deciduous tree with solid fill">
              <a:extLst>
                <a:ext uri="{FF2B5EF4-FFF2-40B4-BE49-F238E27FC236}">
                  <a16:creationId xmlns:a16="http://schemas.microsoft.com/office/drawing/2014/main" id="{3DAFB370-E0EA-73E5-624D-9955EBEB85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506" name="Graphic 1505" descr="Deciduous tree with solid fill">
              <a:extLst>
                <a:ext uri="{FF2B5EF4-FFF2-40B4-BE49-F238E27FC236}">
                  <a16:creationId xmlns:a16="http://schemas.microsoft.com/office/drawing/2014/main" id="{0D5F2F93-C7FC-0915-A079-E93428A5E9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507" name="Graphic 1506" descr="Deciduous tree with solid fill">
              <a:extLst>
                <a:ext uri="{FF2B5EF4-FFF2-40B4-BE49-F238E27FC236}">
                  <a16:creationId xmlns:a16="http://schemas.microsoft.com/office/drawing/2014/main" id="{6EA92B4A-45A2-C888-BE6D-5573726D56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508" name="Graphic 1507" descr="Deciduous tree with solid fill">
              <a:extLst>
                <a:ext uri="{FF2B5EF4-FFF2-40B4-BE49-F238E27FC236}">
                  <a16:creationId xmlns:a16="http://schemas.microsoft.com/office/drawing/2014/main" id="{4992D63E-F627-20DA-1A5A-F3885E7450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509" name="Graphic 1508" descr="Deciduous tree with solid fill">
              <a:extLst>
                <a:ext uri="{FF2B5EF4-FFF2-40B4-BE49-F238E27FC236}">
                  <a16:creationId xmlns:a16="http://schemas.microsoft.com/office/drawing/2014/main" id="{103061CB-B64C-AAD5-DB27-AD8EBD2AB0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510" name="Graphic 1509" descr="Deciduous tree with solid fill">
              <a:extLst>
                <a:ext uri="{FF2B5EF4-FFF2-40B4-BE49-F238E27FC236}">
                  <a16:creationId xmlns:a16="http://schemas.microsoft.com/office/drawing/2014/main" id="{61284BBF-CBBC-559D-C415-27F046F569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11" name="Graphic 1510" descr="Deciduous tree with solid fill">
              <a:extLst>
                <a:ext uri="{FF2B5EF4-FFF2-40B4-BE49-F238E27FC236}">
                  <a16:creationId xmlns:a16="http://schemas.microsoft.com/office/drawing/2014/main" id="{1EC11F7A-58AA-D235-1624-05774A9FF2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12" name="Graphic 1511" descr="Deciduous tree with solid fill">
              <a:extLst>
                <a:ext uri="{FF2B5EF4-FFF2-40B4-BE49-F238E27FC236}">
                  <a16:creationId xmlns:a16="http://schemas.microsoft.com/office/drawing/2014/main" id="{629979BA-52F7-FB10-A481-74E67E36A1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513" name="Graphic 1512" descr="Deciduous tree with solid fill">
              <a:extLst>
                <a:ext uri="{FF2B5EF4-FFF2-40B4-BE49-F238E27FC236}">
                  <a16:creationId xmlns:a16="http://schemas.microsoft.com/office/drawing/2014/main" id="{71DE39AF-6D50-1BFD-4455-6264E0D9C2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514" name="Graphic 1513" descr="Deciduous tree with solid fill">
              <a:extLst>
                <a:ext uri="{FF2B5EF4-FFF2-40B4-BE49-F238E27FC236}">
                  <a16:creationId xmlns:a16="http://schemas.microsoft.com/office/drawing/2014/main" id="{AF3B2123-D17B-F77D-7B8F-702AD34B57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515" name="Graphic 1514" descr="Deciduous tree with solid fill">
              <a:extLst>
                <a:ext uri="{FF2B5EF4-FFF2-40B4-BE49-F238E27FC236}">
                  <a16:creationId xmlns:a16="http://schemas.microsoft.com/office/drawing/2014/main" id="{6C272922-26DE-D021-FDDF-D387DBCF76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516" name="Graphic 1515" descr="Deciduous tree with solid fill">
              <a:extLst>
                <a:ext uri="{FF2B5EF4-FFF2-40B4-BE49-F238E27FC236}">
                  <a16:creationId xmlns:a16="http://schemas.microsoft.com/office/drawing/2014/main" id="{283DBADF-A129-FBBE-F706-77DCE52DC6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517" name="Graphic 1516" descr="Deciduous tree with solid fill">
              <a:extLst>
                <a:ext uri="{FF2B5EF4-FFF2-40B4-BE49-F238E27FC236}">
                  <a16:creationId xmlns:a16="http://schemas.microsoft.com/office/drawing/2014/main" id="{A691D700-A1A4-CE65-015D-246DD5D172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18" name="Graphic 1517" descr="Deciduous tree with solid fill">
              <a:extLst>
                <a:ext uri="{FF2B5EF4-FFF2-40B4-BE49-F238E27FC236}">
                  <a16:creationId xmlns:a16="http://schemas.microsoft.com/office/drawing/2014/main" id="{22B7A8D3-B33D-A5EA-8770-FBD5A8BEF4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519" name="Graphic 1518" descr="Deciduous tree with solid fill">
              <a:extLst>
                <a:ext uri="{FF2B5EF4-FFF2-40B4-BE49-F238E27FC236}">
                  <a16:creationId xmlns:a16="http://schemas.microsoft.com/office/drawing/2014/main" id="{CA0E590B-EBDB-BE5E-8160-AB9924C315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520" name="Graphic 1519" descr="Deciduous tree with solid fill">
              <a:extLst>
                <a:ext uri="{FF2B5EF4-FFF2-40B4-BE49-F238E27FC236}">
                  <a16:creationId xmlns:a16="http://schemas.microsoft.com/office/drawing/2014/main" id="{3C61D23B-40A1-965C-2C62-0E46A5656C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521" name="Graphic 1520" descr="Deciduous tree with solid fill">
              <a:extLst>
                <a:ext uri="{FF2B5EF4-FFF2-40B4-BE49-F238E27FC236}">
                  <a16:creationId xmlns:a16="http://schemas.microsoft.com/office/drawing/2014/main" id="{FC484CF3-45CB-A093-E22D-FD8206AEED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1522" name="Graphic 1521" descr="Deciduous tree with solid fill">
              <a:extLst>
                <a:ext uri="{FF2B5EF4-FFF2-40B4-BE49-F238E27FC236}">
                  <a16:creationId xmlns:a16="http://schemas.microsoft.com/office/drawing/2014/main" id="{7F5ABD80-AC53-C342-E12E-503EB52229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523" name="Graphic 1522" descr="Deciduous tree with solid fill">
              <a:extLst>
                <a:ext uri="{FF2B5EF4-FFF2-40B4-BE49-F238E27FC236}">
                  <a16:creationId xmlns:a16="http://schemas.microsoft.com/office/drawing/2014/main" id="{DD809867-9024-B058-5A25-5AD67E4FFB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524" name="Graphic 1523" descr="Deciduous tree with solid fill">
              <a:extLst>
                <a:ext uri="{FF2B5EF4-FFF2-40B4-BE49-F238E27FC236}">
                  <a16:creationId xmlns:a16="http://schemas.microsoft.com/office/drawing/2014/main" id="{C21FB051-7B7B-7BCD-EEC8-A726011613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525" name="Graphic 1524" descr="Deciduous tree with solid fill">
              <a:extLst>
                <a:ext uri="{FF2B5EF4-FFF2-40B4-BE49-F238E27FC236}">
                  <a16:creationId xmlns:a16="http://schemas.microsoft.com/office/drawing/2014/main" id="{D6F863CD-323B-BBED-B54E-2548DF1904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526" name="Graphic 1525" descr="Deciduous tree with solid fill">
              <a:extLst>
                <a:ext uri="{FF2B5EF4-FFF2-40B4-BE49-F238E27FC236}">
                  <a16:creationId xmlns:a16="http://schemas.microsoft.com/office/drawing/2014/main" id="{6081913B-A8E0-51B8-40B8-40D991A106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27" name="Graphic 1526" descr="Deciduous tree with solid fill">
              <a:extLst>
                <a:ext uri="{FF2B5EF4-FFF2-40B4-BE49-F238E27FC236}">
                  <a16:creationId xmlns:a16="http://schemas.microsoft.com/office/drawing/2014/main" id="{E6E09EF1-0625-D4A5-0C8D-F01C81A7CE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28" name="Graphic 1527" descr="Deciduous tree with solid fill">
              <a:extLst>
                <a:ext uri="{FF2B5EF4-FFF2-40B4-BE49-F238E27FC236}">
                  <a16:creationId xmlns:a16="http://schemas.microsoft.com/office/drawing/2014/main" id="{2D64501F-68CB-BA77-E88E-526ACC3284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529" name="Graphic 1528" descr="Deciduous tree with solid fill">
              <a:extLst>
                <a:ext uri="{FF2B5EF4-FFF2-40B4-BE49-F238E27FC236}">
                  <a16:creationId xmlns:a16="http://schemas.microsoft.com/office/drawing/2014/main" id="{AB097294-68C0-3539-D79F-CA96E83450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530" name="Graphic 1529" descr="Deciduous tree with solid fill">
              <a:extLst>
                <a:ext uri="{FF2B5EF4-FFF2-40B4-BE49-F238E27FC236}">
                  <a16:creationId xmlns:a16="http://schemas.microsoft.com/office/drawing/2014/main" id="{129F1233-211E-0886-AE2D-B9EE36081C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531" name="Graphic 1530" descr="Deciduous tree with solid fill">
              <a:extLst>
                <a:ext uri="{FF2B5EF4-FFF2-40B4-BE49-F238E27FC236}">
                  <a16:creationId xmlns:a16="http://schemas.microsoft.com/office/drawing/2014/main" id="{A0511E5C-6EF3-A444-ABCF-4593920187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532" name="Graphic 1531" descr="Deciduous tree with solid fill">
              <a:extLst>
                <a:ext uri="{FF2B5EF4-FFF2-40B4-BE49-F238E27FC236}">
                  <a16:creationId xmlns:a16="http://schemas.microsoft.com/office/drawing/2014/main" id="{567541C4-7FCC-F3DA-F9E1-A5321FB31D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33" name="Graphic 1532" descr="Deciduous tree with solid fill">
              <a:extLst>
                <a:ext uri="{FF2B5EF4-FFF2-40B4-BE49-F238E27FC236}">
                  <a16:creationId xmlns:a16="http://schemas.microsoft.com/office/drawing/2014/main" id="{2E16AF4E-56FC-EEEE-6217-A00A43F571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34" name="Graphic 1533" descr="Deciduous tree with solid fill">
              <a:extLst>
                <a:ext uri="{FF2B5EF4-FFF2-40B4-BE49-F238E27FC236}">
                  <a16:creationId xmlns:a16="http://schemas.microsoft.com/office/drawing/2014/main" id="{9A33CED2-E24D-F270-8D5D-65B329EC3F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535" name="Graphic 1534" descr="Deciduous tree with solid fill">
              <a:extLst>
                <a:ext uri="{FF2B5EF4-FFF2-40B4-BE49-F238E27FC236}">
                  <a16:creationId xmlns:a16="http://schemas.microsoft.com/office/drawing/2014/main" id="{8024D15D-E304-8EA8-B9FC-BBEF22DA31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536" name="Graphic 1535" descr="Deciduous tree with solid fill">
              <a:extLst>
                <a:ext uri="{FF2B5EF4-FFF2-40B4-BE49-F238E27FC236}">
                  <a16:creationId xmlns:a16="http://schemas.microsoft.com/office/drawing/2014/main" id="{A5E5B255-2358-F956-D94E-8FEDC20475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537" name="Graphic 1536" descr="Deciduous tree with solid fill">
              <a:extLst>
                <a:ext uri="{FF2B5EF4-FFF2-40B4-BE49-F238E27FC236}">
                  <a16:creationId xmlns:a16="http://schemas.microsoft.com/office/drawing/2014/main" id="{A866942C-3EA2-EA2C-569F-F413829DF6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538" name="Graphic 1537" descr="Deciduous tree with solid fill">
              <a:extLst>
                <a:ext uri="{FF2B5EF4-FFF2-40B4-BE49-F238E27FC236}">
                  <a16:creationId xmlns:a16="http://schemas.microsoft.com/office/drawing/2014/main" id="{BC3B6CA8-D07C-53EC-7861-D81A582AEC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39" name="Graphic 1538" descr="Deciduous tree with solid fill">
              <a:extLst>
                <a:ext uri="{FF2B5EF4-FFF2-40B4-BE49-F238E27FC236}">
                  <a16:creationId xmlns:a16="http://schemas.microsoft.com/office/drawing/2014/main" id="{9F6636A7-5B49-758C-A9A6-548A44A7B3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540" name="Graphic 1539" descr="Deciduous tree with solid fill">
              <a:extLst>
                <a:ext uri="{FF2B5EF4-FFF2-40B4-BE49-F238E27FC236}">
                  <a16:creationId xmlns:a16="http://schemas.microsoft.com/office/drawing/2014/main" id="{86FF9870-1C80-5613-7B2E-D7A20C1755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541" name="Graphic 1540" descr="Deciduous tree with solid fill">
              <a:extLst>
                <a:ext uri="{FF2B5EF4-FFF2-40B4-BE49-F238E27FC236}">
                  <a16:creationId xmlns:a16="http://schemas.microsoft.com/office/drawing/2014/main" id="{F4773A73-D818-059A-8BB8-4FB0D80071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1542" name="Graphic 1541" descr="Deciduous tree with solid fill">
              <a:extLst>
                <a:ext uri="{FF2B5EF4-FFF2-40B4-BE49-F238E27FC236}">
                  <a16:creationId xmlns:a16="http://schemas.microsoft.com/office/drawing/2014/main" id="{BDCE6D81-DD92-9B94-B4A3-8ED23B0495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543" name="Graphic 1542" descr="Deciduous tree with solid fill">
              <a:extLst>
                <a:ext uri="{FF2B5EF4-FFF2-40B4-BE49-F238E27FC236}">
                  <a16:creationId xmlns:a16="http://schemas.microsoft.com/office/drawing/2014/main" id="{DC7265E8-36CA-910B-7EF7-AA892E8863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544" name="Graphic 1543" descr="Deciduous tree with solid fill">
              <a:extLst>
                <a:ext uri="{FF2B5EF4-FFF2-40B4-BE49-F238E27FC236}">
                  <a16:creationId xmlns:a16="http://schemas.microsoft.com/office/drawing/2014/main" id="{1CFF3B62-31EA-0D48-1501-6D5ED2D383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545" name="Graphic 1544" descr="Deciduous tree with solid fill">
              <a:extLst>
                <a:ext uri="{FF2B5EF4-FFF2-40B4-BE49-F238E27FC236}">
                  <a16:creationId xmlns:a16="http://schemas.microsoft.com/office/drawing/2014/main" id="{04A6CB91-6D7C-FA42-A8D7-F9D4C802D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546" name="Graphic 1545" descr="Deciduous tree with solid fill">
              <a:extLst>
                <a:ext uri="{FF2B5EF4-FFF2-40B4-BE49-F238E27FC236}">
                  <a16:creationId xmlns:a16="http://schemas.microsoft.com/office/drawing/2014/main" id="{3057C195-CF64-36D7-F2FD-91998300FE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47" name="Graphic 1546" descr="Deciduous tree with solid fill">
              <a:extLst>
                <a:ext uri="{FF2B5EF4-FFF2-40B4-BE49-F238E27FC236}">
                  <a16:creationId xmlns:a16="http://schemas.microsoft.com/office/drawing/2014/main" id="{43D204A3-7120-E8EB-AB1F-529D051D27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48" name="Graphic 1547" descr="Deciduous tree with solid fill">
              <a:extLst>
                <a:ext uri="{FF2B5EF4-FFF2-40B4-BE49-F238E27FC236}">
                  <a16:creationId xmlns:a16="http://schemas.microsoft.com/office/drawing/2014/main" id="{63F0D450-0FCC-4361-6BBA-DD00B5482B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549" name="Graphic 1548" descr="Deciduous tree with solid fill">
              <a:extLst>
                <a:ext uri="{FF2B5EF4-FFF2-40B4-BE49-F238E27FC236}">
                  <a16:creationId xmlns:a16="http://schemas.microsoft.com/office/drawing/2014/main" id="{0BBA43C8-0704-AEEE-F10D-EC6B30E0F9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550" name="Graphic 1549" descr="Deciduous tree with solid fill">
              <a:extLst>
                <a:ext uri="{FF2B5EF4-FFF2-40B4-BE49-F238E27FC236}">
                  <a16:creationId xmlns:a16="http://schemas.microsoft.com/office/drawing/2014/main" id="{37676411-AA79-4603-5BC1-3C8AC91112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551" name="Graphic 1550" descr="Deciduous tree with solid fill">
              <a:extLst>
                <a:ext uri="{FF2B5EF4-FFF2-40B4-BE49-F238E27FC236}">
                  <a16:creationId xmlns:a16="http://schemas.microsoft.com/office/drawing/2014/main" id="{E4CFF3F5-5418-E561-9B9C-0FE51090E2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52" name="Graphic 1551" descr="Deciduous tree with solid fill">
              <a:extLst>
                <a:ext uri="{FF2B5EF4-FFF2-40B4-BE49-F238E27FC236}">
                  <a16:creationId xmlns:a16="http://schemas.microsoft.com/office/drawing/2014/main" id="{9577E6EB-A0B6-6C39-91AA-000137BDA6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53" name="Graphic 1552" descr="Deciduous tree with solid fill">
              <a:extLst>
                <a:ext uri="{FF2B5EF4-FFF2-40B4-BE49-F238E27FC236}">
                  <a16:creationId xmlns:a16="http://schemas.microsoft.com/office/drawing/2014/main" id="{A912EDD9-194A-F8F3-F594-62F1EBFA34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554" name="Graphic 1553" descr="Deciduous tree with solid fill">
              <a:extLst>
                <a:ext uri="{FF2B5EF4-FFF2-40B4-BE49-F238E27FC236}">
                  <a16:creationId xmlns:a16="http://schemas.microsoft.com/office/drawing/2014/main" id="{E49BA7BE-0B36-04AE-55CF-F45BCBF590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555" name="Graphic 1554" descr="Deciduous tree with solid fill">
              <a:extLst>
                <a:ext uri="{FF2B5EF4-FFF2-40B4-BE49-F238E27FC236}">
                  <a16:creationId xmlns:a16="http://schemas.microsoft.com/office/drawing/2014/main" id="{6F302CE7-77D0-6A1D-CAA6-E39B83A8B6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556" name="Graphic 1555" descr="Deciduous tree with solid fill">
              <a:extLst>
                <a:ext uri="{FF2B5EF4-FFF2-40B4-BE49-F238E27FC236}">
                  <a16:creationId xmlns:a16="http://schemas.microsoft.com/office/drawing/2014/main" id="{82CBFB0E-3072-7EC0-7FF9-C59676BF66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57" name="Graphic 1556" descr="Deciduous tree with solid fill">
              <a:extLst>
                <a:ext uri="{FF2B5EF4-FFF2-40B4-BE49-F238E27FC236}">
                  <a16:creationId xmlns:a16="http://schemas.microsoft.com/office/drawing/2014/main" id="{D7BACC56-E985-86B7-C42B-221F7915C7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558" name="Graphic 1557" descr="Deciduous tree with solid fill">
              <a:extLst>
                <a:ext uri="{FF2B5EF4-FFF2-40B4-BE49-F238E27FC236}">
                  <a16:creationId xmlns:a16="http://schemas.microsoft.com/office/drawing/2014/main" id="{FDC42C28-9F42-1A8B-7B31-C276602A62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559" name="Graphic 1558" descr="Deciduous tree with solid fill">
              <a:extLst>
                <a:ext uri="{FF2B5EF4-FFF2-40B4-BE49-F238E27FC236}">
                  <a16:creationId xmlns:a16="http://schemas.microsoft.com/office/drawing/2014/main" id="{0E7BE3C5-F3E5-11E0-60EE-1B821B7B06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560" name="Graphic 1559" descr="Deciduous tree with solid fill">
              <a:extLst>
                <a:ext uri="{FF2B5EF4-FFF2-40B4-BE49-F238E27FC236}">
                  <a16:creationId xmlns:a16="http://schemas.microsoft.com/office/drawing/2014/main" id="{E7A98B9E-046E-CB4A-1746-C01CF947DC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561" name="Graphic 1560" descr="Deciduous tree with solid fill">
              <a:extLst>
                <a:ext uri="{FF2B5EF4-FFF2-40B4-BE49-F238E27FC236}">
                  <a16:creationId xmlns:a16="http://schemas.microsoft.com/office/drawing/2014/main" id="{7C120B0D-6251-8502-5D38-077E1624A8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562" name="Graphic 1561" descr="Deciduous tree with solid fill">
              <a:extLst>
                <a:ext uri="{FF2B5EF4-FFF2-40B4-BE49-F238E27FC236}">
                  <a16:creationId xmlns:a16="http://schemas.microsoft.com/office/drawing/2014/main" id="{A0240BC9-6035-14B9-9BF6-000E7F8690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563" name="Graphic 1562" descr="Deciduous tree with solid fill">
              <a:extLst>
                <a:ext uri="{FF2B5EF4-FFF2-40B4-BE49-F238E27FC236}">
                  <a16:creationId xmlns:a16="http://schemas.microsoft.com/office/drawing/2014/main" id="{74F69F41-D897-3D6B-0464-9477C098D5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64" name="Graphic 1563" descr="Deciduous tree with solid fill">
              <a:extLst>
                <a:ext uri="{FF2B5EF4-FFF2-40B4-BE49-F238E27FC236}">
                  <a16:creationId xmlns:a16="http://schemas.microsoft.com/office/drawing/2014/main" id="{DBBC7804-D163-8693-5CED-A440214E21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65" name="Graphic 1564" descr="Deciduous tree with solid fill">
              <a:extLst>
                <a:ext uri="{FF2B5EF4-FFF2-40B4-BE49-F238E27FC236}">
                  <a16:creationId xmlns:a16="http://schemas.microsoft.com/office/drawing/2014/main" id="{88821424-0EB8-6020-4737-840A8A23CC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566" name="Graphic 1565" descr="Deciduous tree with solid fill">
              <a:extLst>
                <a:ext uri="{FF2B5EF4-FFF2-40B4-BE49-F238E27FC236}">
                  <a16:creationId xmlns:a16="http://schemas.microsoft.com/office/drawing/2014/main" id="{5C68378A-AE77-D2CA-D9CD-DEC6B7315C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567" name="Graphic 1566" descr="Deciduous tree with solid fill">
              <a:extLst>
                <a:ext uri="{FF2B5EF4-FFF2-40B4-BE49-F238E27FC236}">
                  <a16:creationId xmlns:a16="http://schemas.microsoft.com/office/drawing/2014/main" id="{6CCA953A-9B10-1B70-D619-C25548CEED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68" name="Graphic 1567" descr="Deciduous tree with solid fill">
              <a:extLst>
                <a:ext uri="{FF2B5EF4-FFF2-40B4-BE49-F238E27FC236}">
                  <a16:creationId xmlns:a16="http://schemas.microsoft.com/office/drawing/2014/main" id="{5E72FA0C-DCA7-0E66-1200-DAEA9180C8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69" name="Graphic 1568" descr="Deciduous tree with solid fill">
              <a:extLst>
                <a:ext uri="{FF2B5EF4-FFF2-40B4-BE49-F238E27FC236}">
                  <a16:creationId xmlns:a16="http://schemas.microsoft.com/office/drawing/2014/main" id="{4F312A0A-9B5B-F17C-8D3D-C56A990C56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570" name="Graphic 1569" descr="Deciduous tree with solid fill">
              <a:extLst>
                <a:ext uri="{FF2B5EF4-FFF2-40B4-BE49-F238E27FC236}">
                  <a16:creationId xmlns:a16="http://schemas.microsoft.com/office/drawing/2014/main" id="{FF2FCC2E-BC62-B6D7-9A6F-338EE06F95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571" name="Graphic 1570" descr="Deciduous tree with solid fill">
              <a:extLst>
                <a:ext uri="{FF2B5EF4-FFF2-40B4-BE49-F238E27FC236}">
                  <a16:creationId xmlns:a16="http://schemas.microsoft.com/office/drawing/2014/main" id="{9D5492A2-4890-EDD1-BDCA-5E50F1061A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72" name="Graphic 1571" descr="Deciduous tree with solid fill">
              <a:extLst>
                <a:ext uri="{FF2B5EF4-FFF2-40B4-BE49-F238E27FC236}">
                  <a16:creationId xmlns:a16="http://schemas.microsoft.com/office/drawing/2014/main" id="{7EED3600-716A-D04E-55DB-C51E0E5800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573" name="Graphic 1572" descr="Deciduous tree with solid fill">
              <a:extLst>
                <a:ext uri="{FF2B5EF4-FFF2-40B4-BE49-F238E27FC236}">
                  <a16:creationId xmlns:a16="http://schemas.microsoft.com/office/drawing/2014/main" id="{464B7572-4F1F-9EEB-8D81-B250D16F7B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574" name="Graphic 1573" descr="Deciduous tree with solid fill">
              <a:extLst>
                <a:ext uri="{FF2B5EF4-FFF2-40B4-BE49-F238E27FC236}">
                  <a16:creationId xmlns:a16="http://schemas.microsoft.com/office/drawing/2014/main" id="{9BFB3ED6-935B-82C2-98AB-8B38D9D65D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575" name="Graphic 1574" descr="Deciduous tree with solid fill">
              <a:extLst>
                <a:ext uri="{FF2B5EF4-FFF2-40B4-BE49-F238E27FC236}">
                  <a16:creationId xmlns:a16="http://schemas.microsoft.com/office/drawing/2014/main" id="{D6826A39-A664-C5B9-0016-9F8BE157BE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576" name="Graphic 1575" descr="Deciduous tree with solid fill">
              <a:extLst>
                <a:ext uri="{FF2B5EF4-FFF2-40B4-BE49-F238E27FC236}">
                  <a16:creationId xmlns:a16="http://schemas.microsoft.com/office/drawing/2014/main" id="{792FCC5A-C872-B541-C224-E7E81AE75E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577" name="Graphic 1576" descr="Deciduous tree with solid fill">
              <a:extLst>
                <a:ext uri="{FF2B5EF4-FFF2-40B4-BE49-F238E27FC236}">
                  <a16:creationId xmlns:a16="http://schemas.microsoft.com/office/drawing/2014/main" id="{1F4D0C8E-704D-48DC-C267-8B546F1AFB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78" name="Graphic 1577" descr="Deciduous tree with solid fill">
              <a:extLst>
                <a:ext uri="{FF2B5EF4-FFF2-40B4-BE49-F238E27FC236}">
                  <a16:creationId xmlns:a16="http://schemas.microsoft.com/office/drawing/2014/main" id="{CF41E110-721C-C24B-A5E2-46F0CE9FF4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79" name="Graphic 1578" descr="Deciduous tree with solid fill">
              <a:extLst>
                <a:ext uri="{FF2B5EF4-FFF2-40B4-BE49-F238E27FC236}">
                  <a16:creationId xmlns:a16="http://schemas.microsoft.com/office/drawing/2014/main" id="{8BFC8F93-C110-727B-3CA2-7288C8CAEF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580" name="Graphic 1579" descr="Deciduous tree with solid fill">
              <a:extLst>
                <a:ext uri="{FF2B5EF4-FFF2-40B4-BE49-F238E27FC236}">
                  <a16:creationId xmlns:a16="http://schemas.microsoft.com/office/drawing/2014/main" id="{9793795C-D094-6C82-4C13-6D4405AA9C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81" name="Graphic 1580" descr="Deciduous tree with solid fill">
              <a:extLst>
                <a:ext uri="{FF2B5EF4-FFF2-40B4-BE49-F238E27FC236}">
                  <a16:creationId xmlns:a16="http://schemas.microsoft.com/office/drawing/2014/main" id="{829AA710-96D1-FE13-81CF-E1C1CCE0E2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82" name="Graphic 1581" descr="Deciduous tree with solid fill">
              <a:extLst>
                <a:ext uri="{FF2B5EF4-FFF2-40B4-BE49-F238E27FC236}">
                  <a16:creationId xmlns:a16="http://schemas.microsoft.com/office/drawing/2014/main" id="{1353846A-17B8-C575-0ED5-F8230204CD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583" name="Graphic 1582" descr="Deciduous tree with solid fill">
              <a:extLst>
                <a:ext uri="{FF2B5EF4-FFF2-40B4-BE49-F238E27FC236}">
                  <a16:creationId xmlns:a16="http://schemas.microsoft.com/office/drawing/2014/main" id="{106653C1-C897-2D10-1B97-C838A7996C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84" name="Graphic 1583" descr="Deciduous tree with solid fill">
              <a:extLst>
                <a:ext uri="{FF2B5EF4-FFF2-40B4-BE49-F238E27FC236}">
                  <a16:creationId xmlns:a16="http://schemas.microsoft.com/office/drawing/2014/main" id="{E0C8B1A2-CBFF-BC05-878F-EA87D0C974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585" name="Graphic 1584" descr="Deciduous tree with solid fill">
              <a:extLst>
                <a:ext uri="{FF2B5EF4-FFF2-40B4-BE49-F238E27FC236}">
                  <a16:creationId xmlns:a16="http://schemas.microsoft.com/office/drawing/2014/main" id="{DD6A35E3-C825-C9FF-4439-193B4A9BB8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1586" name="Graphic 1585" descr="Deciduous tree with solid fill">
              <a:extLst>
                <a:ext uri="{FF2B5EF4-FFF2-40B4-BE49-F238E27FC236}">
                  <a16:creationId xmlns:a16="http://schemas.microsoft.com/office/drawing/2014/main" id="{5EC76A44-F128-5697-0C58-C77E453DA6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1587" name="Graphic 1586" descr="Deciduous tree with solid fill">
              <a:extLst>
                <a:ext uri="{FF2B5EF4-FFF2-40B4-BE49-F238E27FC236}">
                  <a16:creationId xmlns:a16="http://schemas.microsoft.com/office/drawing/2014/main" id="{BC2D3812-B1B8-066D-51C6-B045E38F66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588" name="Graphic 1587" descr="Deciduous tree with solid fill">
              <a:extLst>
                <a:ext uri="{FF2B5EF4-FFF2-40B4-BE49-F238E27FC236}">
                  <a16:creationId xmlns:a16="http://schemas.microsoft.com/office/drawing/2014/main" id="{13647DBD-7643-38FA-4ECD-4F33BCCB8E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89" name="Graphic 1588" descr="Deciduous tree with solid fill">
              <a:extLst>
                <a:ext uri="{FF2B5EF4-FFF2-40B4-BE49-F238E27FC236}">
                  <a16:creationId xmlns:a16="http://schemas.microsoft.com/office/drawing/2014/main" id="{E181BDCA-88D8-7194-4AC9-389E5C2451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90" name="Graphic 1589" descr="Deciduous tree with solid fill">
              <a:extLst>
                <a:ext uri="{FF2B5EF4-FFF2-40B4-BE49-F238E27FC236}">
                  <a16:creationId xmlns:a16="http://schemas.microsoft.com/office/drawing/2014/main" id="{DE0E6BB0-4B58-0ACE-0357-A2FE3F5584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91" name="Graphic 1590" descr="Deciduous tree with solid fill">
              <a:extLst>
                <a:ext uri="{FF2B5EF4-FFF2-40B4-BE49-F238E27FC236}">
                  <a16:creationId xmlns:a16="http://schemas.microsoft.com/office/drawing/2014/main" id="{342E785F-C4A8-82F3-0FAE-8373793C07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92" name="Graphic 1591" descr="Deciduous tree with solid fill">
              <a:extLst>
                <a:ext uri="{FF2B5EF4-FFF2-40B4-BE49-F238E27FC236}">
                  <a16:creationId xmlns:a16="http://schemas.microsoft.com/office/drawing/2014/main" id="{33E88AF1-6170-A1DE-31C7-AFC93935D7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93" name="Graphic 1592" descr="Deciduous tree with solid fill">
              <a:extLst>
                <a:ext uri="{FF2B5EF4-FFF2-40B4-BE49-F238E27FC236}">
                  <a16:creationId xmlns:a16="http://schemas.microsoft.com/office/drawing/2014/main" id="{76260289-1119-8253-BA76-AA5D9F3BE4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594" name="Graphic 1593" descr="Deciduous tree with solid fill">
              <a:extLst>
                <a:ext uri="{FF2B5EF4-FFF2-40B4-BE49-F238E27FC236}">
                  <a16:creationId xmlns:a16="http://schemas.microsoft.com/office/drawing/2014/main" id="{2B806B80-F3A1-A0E3-7E98-2E66D2E60C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95" name="Graphic 1594" descr="Deciduous tree with solid fill">
              <a:extLst>
                <a:ext uri="{FF2B5EF4-FFF2-40B4-BE49-F238E27FC236}">
                  <a16:creationId xmlns:a16="http://schemas.microsoft.com/office/drawing/2014/main" id="{8203009B-CA71-A702-E8A8-C52138CA6D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96" name="Graphic 1595" descr="Deciduous tree with solid fill">
              <a:extLst>
                <a:ext uri="{FF2B5EF4-FFF2-40B4-BE49-F238E27FC236}">
                  <a16:creationId xmlns:a16="http://schemas.microsoft.com/office/drawing/2014/main" id="{C0FBB48F-1D63-1A6F-F761-4A3E2C38F7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97" name="Graphic 1596" descr="Deciduous tree with solid fill">
              <a:extLst>
                <a:ext uri="{FF2B5EF4-FFF2-40B4-BE49-F238E27FC236}">
                  <a16:creationId xmlns:a16="http://schemas.microsoft.com/office/drawing/2014/main" id="{D5B9AC2C-653E-1302-3EFE-8ED2574E3D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98" name="Graphic 1597" descr="Deciduous tree with solid fill">
              <a:extLst>
                <a:ext uri="{FF2B5EF4-FFF2-40B4-BE49-F238E27FC236}">
                  <a16:creationId xmlns:a16="http://schemas.microsoft.com/office/drawing/2014/main" id="{132ED4E2-B278-8DDF-0886-8F7365A649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99" name="Graphic 1598" descr="Deciduous tree with solid fill">
              <a:extLst>
                <a:ext uri="{FF2B5EF4-FFF2-40B4-BE49-F238E27FC236}">
                  <a16:creationId xmlns:a16="http://schemas.microsoft.com/office/drawing/2014/main" id="{02978478-3980-783C-5AF1-AD699A3892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600" name="Graphic 1599" descr="Deciduous tree with solid fill">
              <a:extLst>
                <a:ext uri="{FF2B5EF4-FFF2-40B4-BE49-F238E27FC236}">
                  <a16:creationId xmlns:a16="http://schemas.microsoft.com/office/drawing/2014/main" id="{D7CEFF54-D995-9955-B545-664D3FF9C3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601" name="Graphic 1600" descr="Deciduous tree with solid fill">
              <a:extLst>
                <a:ext uri="{FF2B5EF4-FFF2-40B4-BE49-F238E27FC236}">
                  <a16:creationId xmlns:a16="http://schemas.microsoft.com/office/drawing/2014/main" id="{F367E014-420F-CA8E-7C8B-E2B48C1329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602" name="Graphic 1601" descr="Deciduous tree with solid fill">
              <a:extLst>
                <a:ext uri="{FF2B5EF4-FFF2-40B4-BE49-F238E27FC236}">
                  <a16:creationId xmlns:a16="http://schemas.microsoft.com/office/drawing/2014/main" id="{EE99D345-32E6-CC2A-D233-1096895B91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603" name="Graphic 1602" descr="Deciduous tree with solid fill">
              <a:extLst>
                <a:ext uri="{FF2B5EF4-FFF2-40B4-BE49-F238E27FC236}">
                  <a16:creationId xmlns:a16="http://schemas.microsoft.com/office/drawing/2014/main" id="{B0390720-509A-1180-F96E-EB90DA03D6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819" y="2160331"/>
              <a:ext cx="209457" cy="196411"/>
            </a:xfrm>
            <a:prstGeom prst="rect">
              <a:avLst/>
            </a:prstGeom>
          </p:spPr>
        </p:pic>
        <p:pic>
          <p:nvPicPr>
            <p:cNvPr id="1604" name="Graphic 1603" descr="Deciduous tree with solid fill">
              <a:extLst>
                <a:ext uri="{FF2B5EF4-FFF2-40B4-BE49-F238E27FC236}">
                  <a16:creationId xmlns:a16="http://schemas.microsoft.com/office/drawing/2014/main" id="{0EBB1776-2F8B-21E0-C203-C6C16D2D20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7192" y="2256190"/>
              <a:ext cx="209457" cy="196411"/>
            </a:xfrm>
            <a:prstGeom prst="rect">
              <a:avLst/>
            </a:prstGeom>
          </p:spPr>
        </p:pic>
        <p:pic>
          <p:nvPicPr>
            <p:cNvPr id="1605" name="Graphic 1604" descr="Deciduous tree with solid fill">
              <a:extLst>
                <a:ext uri="{FF2B5EF4-FFF2-40B4-BE49-F238E27FC236}">
                  <a16:creationId xmlns:a16="http://schemas.microsoft.com/office/drawing/2014/main" id="{B6AC4523-C333-2896-F495-E0C7547A17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3396" y="2072292"/>
              <a:ext cx="209457" cy="196411"/>
            </a:xfrm>
            <a:prstGeom prst="rect">
              <a:avLst/>
            </a:prstGeom>
          </p:spPr>
        </p:pic>
        <p:pic>
          <p:nvPicPr>
            <p:cNvPr id="1606" name="Graphic 1605" descr="Deciduous tree with solid fill">
              <a:extLst>
                <a:ext uri="{FF2B5EF4-FFF2-40B4-BE49-F238E27FC236}">
                  <a16:creationId xmlns:a16="http://schemas.microsoft.com/office/drawing/2014/main" id="{303F8717-4662-2459-9B79-D294475D03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54920" y="4168704"/>
              <a:ext cx="209457" cy="196411"/>
            </a:xfrm>
            <a:prstGeom prst="rect">
              <a:avLst/>
            </a:prstGeom>
          </p:spPr>
        </p:pic>
        <p:pic>
          <p:nvPicPr>
            <p:cNvPr id="1607" name="Graphic 1606" descr="Deciduous tree with solid fill">
              <a:extLst>
                <a:ext uri="{FF2B5EF4-FFF2-40B4-BE49-F238E27FC236}">
                  <a16:creationId xmlns:a16="http://schemas.microsoft.com/office/drawing/2014/main" id="{DD181262-87F3-69EE-E184-5AA18FC488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8886" y="2379681"/>
              <a:ext cx="209457" cy="196411"/>
            </a:xfrm>
            <a:prstGeom prst="rect">
              <a:avLst/>
            </a:prstGeom>
          </p:spPr>
        </p:pic>
        <p:pic>
          <p:nvPicPr>
            <p:cNvPr id="1608" name="Graphic 1607" descr="Deciduous tree with solid fill">
              <a:extLst>
                <a:ext uri="{FF2B5EF4-FFF2-40B4-BE49-F238E27FC236}">
                  <a16:creationId xmlns:a16="http://schemas.microsoft.com/office/drawing/2014/main" id="{5870E982-7C55-A019-382B-1A2AFBEB4E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0581" y="2503173"/>
              <a:ext cx="209457" cy="196411"/>
            </a:xfrm>
            <a:prstGeom prst="rect">
              <a:avLst/>
            </a:prstGeom>
          </p:spPr>
        </p:pic>
        <p:pic>
          <p:nvPicPr>
            <p:cNvPr id="1609" name="Graphic 1608" descr="Deciduous tree with solid fill">
              <a:extLst>
                <a:ext uri="{FF2B5EF4-FFF2-40B4-BE49-F238E27FC236}">
                  <a16:creationId xmlns:a16="http://schemas.microsoft.com/office/drawing/2014/main" id="{F0669967-160C-511D-521B-ACA852C2E3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8" y="2626664"/>
              <a:ext cx="209457" cy="196411"/>
            </a:xfrm>
            <a:prstGeom prst="rect">
              <a:avLst/>
            </a:prstGeom>
          </p:spPr>
        </p:pic>
        <p:pic>
          <p:nvPicPr>
            <p:cNvPr id="1610" name="Graphic 1609" descr="Deciduous tree with solid fill">
              <a:extLst>
                <a:ext uri="{FF2B5EF4-FFF2-40B4-BE49-F238E27FC236}">
                  <a16:creationId xmlns:a16="http://schemas.microsoft.com/office/drawing/2014/main" id="{036DC4CC-8678-3455-CB9E-7E20A6C8B9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3971" y="2750155"/>
              <a:ext cx="209457" cy="196411"/>
            </a:xfrm>
            <a:prstGeom prst="rect">
              <a:avLst/>
            </a:prstGeom>
          </p:spPr>
        </p:pic>
        <p:pic>
          <p:nvPicPr>
            <p:cNvPr id="1611" name="Graphic 1610" descr="Deciduous tree with solid fill">
              <a:extLst>
                <a:ext uri="{FF2B5EF4-FFF2-40B4-BE49-F238E27FC236}">
                  <a16:creationId xmlns:a16="http://schemas.microsoft.com/office/drawing/2014/main" id="{2D9CC2AA-8C98-A657-A4D6-3BDD3D989C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666" y="2873647"/>
              <a:ext cx="209457" cy="196411"/>
            </a:xfrm>
            <a:prstGeom prst="rect">
              <a:avLst/>
            </a:prstGeom>
          </p:spPr>
        </p:pic>
        <p:pic>
          <p:nvPicPr>
            <p:cNvPr id="1612" name="Graphic 1611" descr="Deciduous tree with solid fill">
              <a:extLst>
                <a:ext uri="{FF2B5EF4-FFF2-40B4-BE49-F238E27FC236}">
                  <a16:creationId xmlns:a16="http://schemas.microsoft.com/office/drawing/2014/main" id="{F2EB87DB-349C-86FE-D175-EDB4AC47DD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361" y="2997137"/>
              <a:ext cx="209457" cy="196411"/>
            </a:xfrm>
            <a:prstGeom prst="rect">
              <a:avLst/>
            </a:prstGeom>
          </p:spPr>
        </p:pic>
        <p:pic>
          <p:nvPicPr>
            <p:cNvPr id="1613" name="Graphic 1612" descr="Deciduous tree with solid fill">
              <a:extLst>
                <a:ext uri="{FF2B5EF4-FFF2-40B4-BE49-F238E27FC236}">
                  <a16:creationId xmlns:a16="http://schemas.microsoft.com/office/drawing/2014/main" id="{3982E96C-19B3-8602-EDE6-FC901EAEC8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055" y="3120629"/>
              <a:ext cx="209457" cy="196411"/>
            </a:xfrm>
            <a:prstGeom prst="rect">
              <a:avLst/>
            </a:prstGeom>
          </p:spPr>
        </p:pic>
        <p:pic>
          <p:nvPicPr>
            <p:cNvPr id="1614" name="Graphic 1613" descr="Deciduous tree with solid fill">
              <a:extLst>
                <a:ext uri="{FF2B5EF4-FFF2-40B4-BE49-F238E27FC236}">
                  <a16:creationId xmlns:a16="http://schemas.microsoft.com/office/drawing/2014/main" id="{4676B596-CEA5-D56C-D47F-0529183672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0751" y="3244121"/>
              <a:ext cx="209457" cy="196411"/>
            </a:xfrm>
            <a:prstGeom prst="rect">
              <a:avLst/>
            </a:prstGeom>
          </p:spPr>
        </p:pic>
        <p:pic>
          <p:nvPicPr>
            <p:cNvPr id="1615" name="Graphic 1614" descr="Deciduous tree with solid fill">
              <a:extLst>
                <a:ext uri="{FF2B5EF4-FFF2-40B4-BE49-F238E27FC236}">
                  <a16:creationId xmlns:a16="http://schemas.microsoft.com/office/drawing/2014/main" id="{D8A4487A-DB04-9F5C-E54E-A009670E6C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446" y="3367612"/>
              <a:ext cx="209457" cy="196411"/>
            </a:xfrm>
            <a:prstGeom prst="rect">
              <a:avLst/>
            </a:prstGeom>
          </p:spPr>
        </p:pic>
        <p:pic>
          <p:nvPicPr>
            <p:cNvPr id="1616" name="Graphic 1615" descr="Deciduous tree with solid fill">
              <a:extLst>
                <a:ext uri="{FF2B5EF4-FFF2-40B4-BE49-F238E27FC236}">
                  <a16:creationId xmlns:a16="http://schemas.microsoft.com/office/drawing/2014/main" id="{2091AB65-791F-D321-678B-CE190E7123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140" y="3491103"/>
              <a:ext cx="209457" cy="196411"/>
            </a:xfrm>
            <a:prstGeom prst="rect">
              <a:avLst/>
            </a:prstGeom>
          </p:spPr>
        </p:pic>
        <p:pic>
          <p:nvPicPr>
            <p:cNvPr id="1617" name="Graphic 1616" descr="Deciduous tree with solid fill">
              <a:extLst>
                <a:ext uri="{FF2B5EF4-FFF2-40B4-BE49-F238E27FC236}">
                  <a16:creationId xmlns:a16="http://schemas.microsoft.com/office/drawing/2014/main" id="{DEA83799-506F-BC3B-6B93-AF94DF491A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5834" y="3614593"/>
              <a:ext cx="209457" cy="196411"/>
            </a:xfrm>
            <a:prstGeom prst="rect">
              <a:avLst/>
            </a:prstGeom>
          </p:spPr>
        </p:pic>
        <p:pic>
          <p:nvPicPr>
            <p:cNvPr id="1618" name="Graphic 1617" descr="Deciduous tree with solid fill">
              <a:extLst>
                <a:ext uri="{FF2B5EF4-FFF2-40B4-BE49-F238E27FC236}">
                  <a16:creationId xmlns:a16="http://schemas.microsoft.com/office/drawing/2014/main" id="{343880C8-9896-B4A1-52D0-68F6BC5AF1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529" y="3738084"/>
              <a:ext cx="209457" cy="196411"/>
            </a:xfrm>
            <a:prstGeom prst="rect">
              <a:avLst/>
            </a:prstGeom>
          </p:spPr>
        </p:pic>
        <p:pic>
          <p:nvPicPr>
            <p:cNvPr id="1619" name="Graphic 1618" descr="Deciduous tree with solid fill">
              <a:extLst>
                <a:ext uri="{FF2B5EF4-FFF2-40B4-BE49-F238E27FC236}">
                  <a16:creationId xmlns:a16="http://schemas.microsoft.com/office/drawing/2014/main" id="{6608F7BE-0954-A077-4685-B9D37DA102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223" y="3861576"/>
              <a:ext cx="209457" cy="196411"/>
            </a:xfrm>
            <a:prstGeom prst="rect">
              <a:avLst/>
            </a:prstGeom>
          </p:spPr>
        </p:pic>
        <p:pic>
          <p:nvPicPr>
            <p:cNvPr id="1620" name="Graphic 1619" descr="Deciduous tree with solid fill">
              <a:extLst>
                <a:ext uri="{FF2B5EF4-FFF2-40B4-BE49-F238E27FC236}">
                  <a16:creationId xmlns:a16="http://schemas.microsoft.com/office/drawing/2014/main" id="{6E438B41-BB8B-ADFF-0D13-5E84ADA6ED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4513" y="2283821"/>
              <a:ext cx="209457" cy="196411"/>
            </a:xfrm>
            <a:prstGeom prst="rect">
              <a:avLst/>
            </a:prstGeom>
          </p:spPr>
        </p:pic>
        <p:pic>
          <p:nvPicPr>
            <p:cNvPr id="1621" name="Graphic 1620" descr="Deciduous tree with solid fill">
              <a:extLst>
                <a:ext uri="{FF2B5EF4-FFF2-40B4-BE49-F238E27FC236}">
                  <a16:creationId xmlns:a16="http://schemas.microsoft.com/office/drawing/2014/main" id="{C79629AF-D5CE-618D-DF8D-E631B99AFB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6208" y="2407313"/>
              <a:ext cx="209457" cy="196411"/>
            </a:xfrm>
            <a:prstGeom prst="rect">
              <a:avLst/>
            </a:prstGeom>
          </p:spPr>
        </p:pic>
        <p:pic>
          <p:nvPicPr>
            <p:cNvPr id="1622" name="Graphic 1621" descr="Deciduous tree with solid fill">
              <a:extLst>
                <a:ext uri="{FF2B5EF4-FFF2-40B4-BE49-F238E27FC236}">
                  <a16:creationId xmlns:a16="http://schemas.microsoft.com/office/drawing/2014/main" id="{5BDCFAC4-9E26-55C6-FD36-6EEFCC61E4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904" y="2530805"/>
              <a:ext cx="209457" cy="196411"/>
            </a:xfrm>
            <a:prstGeom prst="rect">
              <a:avLst/>
            </a:prstGeom>
          </p:spPr>
        </p:pic>
        <p:pic>
          <p:nvPicPr>
            <p:cNvPr id="1623" name="Graphic 1622" descr="Deciduous tree with solid fill">
              <a:extLst>
                <a:ext uri="{FF2B5EF4-FFF2-40B4-BE49-F238E27FC236}">
                  <a16:creationId xmlns:a16="http://schemas.microsoft.com/office/drawing/2014/main" id="{593A409E-7CDC-7458-247E-6EA20A37AF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598" y="2654296"/>
              <a:ext cx="209457" cy="196411"/>
            </a:xfrm>
            <a:prstGeom prst="rect">
              <a:avLst/>
            </a:prstGeom>
          </p:spPr>
        </p:pic>
        <p:pic>
          <p:nvPicPr>
            <p:cNvPr id="1624" name="Graphic 1623" descr="Deciduous tree with solid fill">
              <a:extLst>
                <a:ext uri="{FF2B5EF4-FFF2-40B4-BE49-F238E27FC236}">
                  <a16:creationId xmlns:a16="http://schemas.microsoft.com/office/drawing/2014/main" id="{CC6DB8DF-06B1-C077-DCB3-C150A4D59A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292" y="2777787"/>
              <a:ext cx="209457" cy="196411"/>
            </a:xfrm>
            <a:prstGeom prst="rect">
              <a:avLst/>
            </a:prstGeom>
          </p:spPr>
        </p:pic>
        <p:pic>
          <p:nvPicPr>
            <p:cNvPr id="1625" name="Graphic 1624" descr="Deciduous tree with solid fill">
              <a:extLst>
                <a:ext uri="{FF2B5EF4-FFF2-40B4-BE49-F238E27FC236}">
                  <a16:creationId xmlns:a16="http://schemas.microsoft.com/office/drawing/2014/main" id="{E755C3ED-3390-E0F2-CEFC-948053AAB4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2988" y="2901278"/>
              <a:ext cx="209457" cy="196411"/>
            </a:xfrm>
            <a:prstGeom prst="rect">
              <a:avLst/>
            </a:prstGeom>
          </p:spPr>
        </p:pic>
        <p:pic>
          <p:nvPicPr>
            <p:cNvPr id="1626" name="Graphic 1625" descr="Deciduous tree with solid fill">
              <a:extLst>
                <a:ext uri="{FF2B5EF4-FFF2-40B4-BE49-F238E27FC236}">
                  <a16:creationId xmlns:a16="http://schemas.microsoft.com/office/drawing/2014/main" id="{CE40EB11-7A4C-92AA-C6B5-275F2ED60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683" y="3024768"/>
              <a:ext cx="209457" cy="196411"/>
            </a:xfrm>
            <a:prstGeom prst="rect">
              <a:avLst/>
            </a:prstGeom>
          </p:spPr>
        </p:pic>
        <p:pic>
          <p:nvPicPr>
            <p:cNvPr id="1627" name="Graphic 1626" descr="Deciduous tree with solid fill">
              <a:extLst>
                <a:ext uri="{FF2B5EF4-FFF2-40B4-BE49-F238E27FC236}">
                  <a16:creationId xmlns:a16="http://schemas.microsoft.com/office/drawing/2014/main" id="{B322CFC9-5502-7409-B16D-DECB557DF8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376" y="3148261"/>
              <a:ext cx="209457" cy="196411"/>
            </a:xfrm>
            <a:prstGeom prst="rect">
              <a:avLst/>
            </a:prstGeom>
          </p:spPr>
        </p:pic>
        <p:pic>
          <p:nvPicPr>
            <p:cNvPr id="1628" name="Graphic 1627" descr="Deciduous tree with solid fill">
              <a:extLst>
                <a:ext uri="{FF2B5EF4-FFF2-40B4-BE49-F238E27FC236}">
                  <a16:creationId xmlns:a16="http://schemas.microsoft.com/office/drawing/2014/main" id="{59B6D2FA-9D64-61D6-2F1A-DEEDF5AC9E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073" y="3271751"/>
              <a:ext cx="209457" cy="196411"/>
            </a:xfrm>
            <a:prstGeom prst="rect">
              <a:avLst/>
            </a:prstGeom>
          </p:spPr>
        </p:pic>
        <p:pic>
          <p:nvPicPr>
            <p:cNvPr id="1629" name="Graphic 1628" descr="Deciduous tree with solid fill">
              <a:extLst>
                <a:ext uri="{FF2B5EF4-FFF2-40B4-BE49-F238E27FC236}">
                  <a16:creationId xmlns:a16="http://schemas.microsoft.com/office/drawing/2014/main" id="{DDC29E73-9480-7E03-64D6-4B61638FA9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9766" y="3395242"/>
              <a:ext cx="209457" cy="196411"/>
            </a:xfrm>
            <a:prstGeom prst="rect">
              <a:avLst/>
            </a:prstGeom>
          </p:spPr>
        </p:pic>
        <p:pic>
          <p:nvPicPr>
            <p:cNvPr id="1630" name="Graphic 1629" descr="Deciduous tree with solid fill">
              <a:extLst>
                <a:ext uri="{FF2B5EF4-FFF2-40B4-BE49-F238E27FC236}">
                  <a16:creationId xmlns:a16="http://schemas.microsoft.com/office/drawing/2014/main" id="{3F9A6C1E-56EB-4EA5-C88D-4FBAE51B61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460" y="3518734"/>
              <a:ext cx="209457" cy="196411"/>
            </a:xfrm>
            <a:prstGeom prst="rect">
              <a:avLst/>
            </a:prstGeom>
          </p:spPr>
        </p:pic>
        <p:pic>
          <p:nvPicPr>
            <p:cNvPr id="1631" name="Graphic 1630" descr="Deciduous tree with solid fill">
              <a:extLst>
                <a:ext uri="{FF2B5EF4-FFF2-40B4-BE49-F238E27FC236}">
                  <a16:creationId xmlns:a16="http://schemas.microsoft.com/office/drawing/2014/main" id="{8EF79D8A-1B6E-123C-F82E-78530D309F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156" y="3642225"/>
              <a:ext cx="209457" cy="196411"/>
            </a:xfrm>
            <a:prstGeom prst="rect">
              <a:avLst/>
            </a:prstGeom>
          </p:spPr>
        </p:pic>
        <p:pic>
          <p:nvPicPr>
            <p:cNvPr id="1632" name="Graphic 1631" descr="Deciduous tree with solid fill">
              <a:extLst>
                <a:ext uri="{FF2B5EF4-FFF2-40B4-BE49-F238E27FC236}">
                  <a16:creationId xmlns:a16="http://schemas.microsoft.com/office/drawing/2014/main" id="{C61BE070-2039-9F58-2480-FB396BFA98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4851" y="3765716"/>
              <a:ext cx="209457" cy="196411"/>
            </a:xfrm>
            <a:prstGeom prst="rect">
              <a:avLst/>
            </a:prstGeom>
          </p:spPr>
        </p:pic>
        <p:pic>
          <p:nvPicPr>
            <p:cNvPr id="1633" name="Graphic 1632" descr="Deciduous tree with solid fill">
              <a:extLst>
                <a:ext uri="{FF2B5EF4-FFF2-40B4-BE49-F238E27FC236}">
                  <a16:creationId xmlns:a16="http://schemas.microsoft.com/office/drawing/2014/main" id="{DFB3788D-52C9-F435-8DE0-1009A4CF2D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65091" y="2195783"/>
              <a:ext cx="209457" cy="196411"/>
            </a:xfrm>
            <a:prstGeom prst="rect">
              <a:avLst/>
            </a:prstGeom>
          </p:spPr>
        </p:pic>
        <p:pic>
          <p:nvPicPr>
            <p:cNvPr id="1634" name="Graphic 1633" descr="Deciduous tree with solid fill">
              <a:extLst>
                <a:ext uri="{FF2B5EF4-FFF2-40B4-BE49-F238E27FC236}">
                  <a16:creationId xmlns:a16="http://schemas.microsoft.com/office/drawing/2014/main" id="{AD12E281-7CE8-58AA-B863-811D80C345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6784" y="2319274"/>
              <a:ext cx="209457" cy="196411"/>
            </a:xfrm>
            <a:prstGeom prst="rect">
              <a:avLst/>
            </a:prstGeom>
          </p:spPr>
        </p:pic>
        <p:pic>
          <p:nvPicPr>
            <p:cNvPr id="1635" name="Graphic 1634" descr="Deciduous tree with solid fill">
              <a:extLst>
                <a:ext uri="{FF2B5EF4-FFF2-40B4-BE49-F238E27FC236}">
                  <a16:creationId xmlns:a16="http://schemas.microsoft.com/office/drawing/2014/main" id="{7249CABA-CEF9-E7FA-4B5D-99361C8382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8479" y="2442766"/>
              <a:ext cx="209457" cy="196411"/>
            </a:xfrm>
            <a:prstGeom prst="rect">
              <a:avLst/>
            </a:prstGeom>
          </p:spPr>
        </p:pic>
        <p:pic>
          <p:nvPicPr>
            <p:cNvPr id="1636" name="Graphic 1635" descr="Deciduous tree with solid fill">
              <a:extLst>
                <a:ext uri="{FF2B5EF4-FFF2-40B4-BE49-F238E27FC236}">
                  <a16:creationId xmlns:a16="http://schemas.microsoft.com/office/drawing/2014/main" id="{ECCB3414-FEEF-067D-A460-9640EB9C25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0176" y="2566257"/>
              <a:ext cx="209457" cy="196411"/>
            </a:xfrm>
            <a:prstGeom prst="rect">
              <a:avLst/>
            </a:prstGeom>
          </p:spPr>
        </p:pic>
        <p:pic>
          <p:nvPicPr>
            <p:cNvPr id="1637" name="Graphic 1636" descr="Deciduous tree with solid fill">
              <a:extLst>
                <a:ext uri="{FF2B5EF4-FFF2-40B4-BE49-F238E27FC236}">
                  <a16:creationId xmlns:a16="http://schemas.microsoft.com/office/drawing/2014/main" id="{0F8A9892-CEC8-8A4D-9830-073A021FDB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1869" y="2689748"/>
              <a:ext cx="209457" cy="196411"/>
            </a:xfrm>
            <a:prstGeom prst="rect">
              <a:avLst/>
            </a:prstGeom>
          </p:spPr>
        </p:pic>
        <p:pic>
          <p:nvPicPr>
            <p:cNvPr id="1638" name="Graphic 1637" descr="Deciduous tree with solid fill">
              <a:extLst>
                <a:ext uri="{FF2B5EF4-FFF2-40B4-BE49-F238E27FC236}">
                  <a16:creationId xmlns:a16="http://schemas.microsoft.com/office/drawing/2014/main" id="{32D936BB-C3B4-EEE7-D11C-DB89DD700B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563" y="2813240"/>
              <a:ext cx="209457" cy="196411"/>
            </a:xfrm>
            <a:prstGeom prst="rect">
              <a:avLst/>
            </a:prstGeom>
          </p:spPr>
        </p:pic>
        <p:pic>
          <p:nvPicPr>
            <p:cNvPr id="1639" name="Graphic 1638" descr="Deciduous tree with solid fill">
              <a:extLst>
                <a:ext uri="{FF2B5EF4-FFF2-40B4-BE49-F238E27FC236}">
                  <a16:creationId xmlns:a16="http://schemas.microsoft.com/office/drawing/2014/main" id="{82595783-24E6-9108-6C22-72E8FACD48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259" y="2936731"/>
              <a:ext cx="209457" cy="196411"/>
            </a:xfrm>
            <a:prstGeom prst="rect">
              <a:avLst/>
            </a:prstGeom>
          </p:spPr>
        </p:pic>
        <p:pic>
          <p:nvPicPr>
            <p:cNvPr id="1640" name="Graphic 1639" descr="Deciduous tree with solid fill">
              <a:extLst>
                <a:ext uri="{FF2B5EF4-FFF2-40B4-BE49-F238E27FC236}">
                  <a16:creationId xmlns:a16="http://schemas.microsoft.com/office/drawing/2014/main" id="{89C7DFF7-7074-01FB-1E90-A178B1387E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953" y="3060221"/>
              <a:ext cx="209457" cy="196411"/>
            </a:xfrm>
            <a:prstGeom prst="rect">
              <a:avLst/>
            </a:prstGeom>
          </p:spPr>
        </p:pic>
        <p:pic>
          <p:nvPicPr>
            <p:cNvPr id="1641" name="Graphic 1640" descr="Deciduous tree with solid fill">
              <a:extLst>
                <a:ext uri="{FF2B5EF4-FFF2-40B4-BE49-F238E27FC236}">
                  <a16:creationId xmlns:a16="http://schemas.microsoft.com/office/drawing/2014/main" id="{ADA58FE7-6081-C3E4-2A4F-C71CAB77D7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648" y="3183714"/>
              <a:ext cx="209457" cy="196411"/>
            </a:xfrm>
            <a:prstGeom prst="rect">
              <a:avLst/>
            </a:prstGeom>
          </p:spPr>
        </p:pic>
        <p:pic>
          <p:nvPicPr>
            <p:cNvPr id="1642" name="Graphic 1641" descr="Deciduous tree with solid fill">
              <a:extLst>
                <a:ext uri="{FF2B5EF4-FFF2-40B4-BE49-F238E27FC236}">
                  <a16:creationId xmlns:a16="http://schemas.microsoft.com/office/drawing/2014/main" id="{1678B393-2340-CAF3-0C66-28F631F09C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343" y="3307203"/>
              <a:ext cx="209457" cy="196411"/>
            </a:xfrm>
            <a:prstGeom prst="rect">
              <a:avLst/>
            </a:prstGeom>
          </p:spPr>
        </p:pic>
        <p:pic>
          <p:nvPicPr>
            <p:cNvPr id="1643" name="Graphic 1642" descr="Deciduous tree with solid fill">
              <a:extLst>
                <a:ext uri="{FF2B5EF4-FFF2-40B4-BE49-F238E27FC236}">
                  <a16:creationId xmlns:a16="http://schemas.microsoft.com/office/drawing/2014/main" id="{52347FB3-9756-25F0-B62E-232503DA71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038" y="3430695"/>
              <a:ext cx="209457" cy="196411"/>
            </a:xfrm>
            <a:prstGeom prst="rect">
              <a:avLst/>
            </a:prstGeom>
          </p:spPr>
        </p:pic>
        <p:pic>
          <p:nvPicPr>
            <p:cNvPr id="1644" name="Graphic 1643" descr="Deciduous tree with solid fill">
              <a:extLst>
                <a:ext uri="{FF2B5EF4-FFF2-40B4-BE49-F238E27FC236}">
                  <a16:creationId xmlns:a16="http://schemas.microsoft.com/office/drawing/2014/main" id="{1EA9877D-3347-C4F5-6070-F46B66643C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3733" y="3554186"/>
              <a:ext cx="209457" cy="196411"/>
            </a:xfrm>
            <a:prstGeom prst="rect">
              <a:avLst/>
            </a:prstGeom>
          </p:spPr>
        </p:pic>
        <p:pic>
          <p:nvPicPr>
            <p:cNvPr id="1645" name="Graphic 1644" descr="Deciduous tree with solid fill">
              <a:extLst>
                <a:ext uri="{FF2B5EF4-FFF2-40B4-BE49-F238E27FC236}">
                  <a16:creationId xmlns:a16="http://schemas.microsoft.com/office/drawing/2014/main" id="{52261E15-EB8C-D7FD-FE30-95315CA7C7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7" y="3677678"/>
              <a:ext cx="209457" cy="196411"/>
            </a:xfrm>
            <a:prstGeom prst="rect">
              <a:avLst/>
            </a:prstGeom>
          </p:spPr>
        </p:pic>
        <p:pic>
          <p:nvPicPr>
            <p:cNvPr id="1646" name="Graphic 1645" descr="Deciduous tree with solid fill">
              <a:extLst>
                <a:ext uri="{FF2B5EF4-FFF2-40B4-BE49-F238E27FC236}">
                  <a16:creationId xmlns:a16="http://schemas.microsoft.com/office/drawing/2014/main" id="{704CEA68-CC18-9093-E500-AAC5185B79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33021" y="4082977"/>
              <a:ext cx="209457" cy="196411"/>
            </a:xfrm>
            <a:prstGeom prst="rect">
              <a:avLst/>
            </a:prstGeom>
          </p:spPr>
        </p:pic>
        <p:pic>
          <p:nvPicPr>
            <p:cNvPr id="1647" name="Graphic 1646" descr="Deciduous tree with solid fill">
              <a:extLst>
                <a:ext uri="{FF2B5EF4-FFF2-40B4-BE49-F238E27FC236}">
                  <a16:creationId xmlns:a16="http://schemas.microsoft.com/office/drawing/2014/main" id="{94CEAC79-0D57-D32C-655A-6E0A331D78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89906" y="1867442"/>
              <a:ext cx="209457" cy="196411"/>
            </a:xfrm>
            <a:prstGeom prst="rect">
              <a:avLst/>
            </a:prstGeom>
          </p:spPr>
        </p:pic>
        <p:pic>
          <p:nvPicPr>
            <p:cNvPr id="1648" name="Graphic 1647" descr="Deciduous tree with solid fill">
              <a:extLst>
                <a:ext uri="{FF2B5EF4-FFF2-40B4-BE49-F238E27FC236}">
                  <a16:creationId xmlns:a16="http://schemas.microsoft.com/office/drawing/2014/main" id="{F039AC5E-5D8D-9F19-9FCE-0EF51D01B6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4278" y="1963301"/>
              <a:ext cx="209457" cy="196411"/>
            </a:xfrm>
            <a:prstGeom prst="rect">
              <a:avLst/>
            </a:prstGeom>
          </p:spPr>
        </p:pic>
        <p:pic>
          <p:nvPicPr>
            <p:cNvPr id="1649" name="Graphic 1648" descr="Deciduous tree with solid fill">
              <a:extLst>
                <a:ext uri="{FF2B5EF4-FFF2-40B4-BE49-F238E27FC236}">
                  <a16:creationId xmlns:a16="http://schemas.microsoft.com/office/drawing/2014/main" id="{62CAF374-7BA8-CB96-DD37-18FA3F16A0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482" y="1779403"/>
              <a:ext cx="209457" cy="196411"/>
            </a:xfrm>
            <a:prstGeom prst="rect">
              <a:avLst/>
            </a:prstGeom>
          </p:spPr>
        </p:pic>
        <p:pic>
          <p:nvPicPr>
            <p:cNvPr id="1650" name="Graphic 1649" descr="Deciduous tree with solid fill">
              <a:extLst>
                <a:ext uri="{FF2B5EF4-FFF2-40B4-BE49-F238E27FC236}">
                  <a16:creationId xmlns:a16="http://schemas.microsoft.com/office/drawing/2014/main" id="{1C5DD3E7-2EED-7C0E-A570-B1519C7B3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74" y="2086792"/>
              <a:ext cx="209457" cy="196411"/>
            </a:xfrm>
            <a:prstGeom prst="rect">
              <a:avLst/>
            </a:prstGeom>
          </p:spPr>
        </p:pic>
        <p:pic>
          <p:nvPicPr>
            <p:cNvPr id="1651" name="Graphic 1650" descr="Deciduous tree with solid fill">
              <a:extLst>
                <a:ext uri="{FF2B5EF4-FFF2-40B4-BE49-F238E27FC236}">
                  <a16:creationId xmlns:a16="http://schemas.microsoft.com/office/drawing/2014/main" id="{8626DED7-051D-1828-0B64-4062C0EC30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9" y="2210283"/>
              <a:ext cx="209457" cy="196411"/>
            </a:xfrm>
            <a:prstGeom prst="rect">
              <a:avLst/>
            </a:prstGeom>
          </p:spPr>
        </p:pic>
        <p:pic>
          <p:nvPicPr>
            <p:cNvPr id="1652" name="Graphic 1651" descr="Deciduous tree with solid fill">
              <a:extLst>
                <a:ext uri="{FF2B5EF4-FFF2-40B4-BE49-F238E27FC236}">
                  <a16:creationId xmlns:a16="http://schemas.microsoft.com/office/drawing/2014/main" id="{6E82AC02-56D3-0E59-E71D-8D96894417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3" y="2333774"/>
              <a:ext cx="209457" cy="196411"/>
            </a:xfrm>
            <a:prstGeom prst="rect">
              <a:avLst/>
            </a:prstGeom>
          </p:spPr>
        </p:pic>
        <p:pic>
          <p:nvPicPr>
            <p:cNvPr id="1653" name="Graphic 1652" descr="Deciduous tree with solid fill">
              <a:extLst>
                <a:ext uri="{FF2B5EF4-FFF2-40B4-BE49-F238E27FC236}">
                  <a16:creationId xmlns:a16="http://schemas.microsoft.com/office/drawing/2014/main" id="{4A8AB945-00BB-0891-C9AF-A0AF7EE638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8" y="2457266"/>
              <a:ext cx="209457" cy="196411"/>
            </a:xfrm>
            <a:prstGeom prst="rect">
              <a:avLst/>
            </a:prstGeom>
          </p:spPr>
        </p:pic>
        <p:pic>
          <p:nvPicPr>
            <p:cNvPr id="1654" name="Graphic 1653" descr="Deciduous tree with solid fill">
              <a:extLst>
                <a:ext uri="{FF2B5EF4-FFF2-40B4-BE49-F238E27FC236}">
                  <a16:creationId xmlns:a16="http://schemas.microsoft.com/office/drawing/2014/main" id="{B5C59C78-55CB-B5C1-7D86-00D023B49E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3" y="2580758"/>
              <a:ext cx="209457" cy="196411"/>
            </a:xfrm>
            <a:prstGeom prst="rect">
              <a:avLst/>
            </a:prstGeom>
          </p:spPr>
        </p:pic>
        <p:pic>
          <p:nvPicPr>
            <p:cNvPr id="1655" name="Graphic 1654" descr="Deciduous tree with solid fill">
              <a:extLst>
                <a:ext uri="{FF2B5EF4-FFF2-40B4-BE49-F238E27FC236}">
                  <a16:creationId xmlns:a16="http://schemas.microsoft.com/office/drawing/2014/main" id="{7CF312F1-E5CA-DAC2-61C3-9FC0B37EE4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6" y="2704249"/>
              <a:ext cx="209457" cy="196411"/>
            </a:xfrm>
            <a:prstGeom prst="rect">
              <a:avLst/>
            </a:prstGeom>
          </p:spPr>
        </p:pic>
        <p:pic>
          <p:nvPicPr>
            <p:cNvPr id="1656" name="Graphic 1655" descr="Deciduous tree with solid fill">
              <a:extLst>
                <a:ext uri="{FF2B5EF4-FFF2-40B4-BE49-F238E27FC236}">
                  <a16:creationId xmlns:a16="http://schemas.microsoft.com/office/drawing/2014/main" id="{1B250E50-E9ED-C68C-0BC3-C03FCE4C4F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1657" name="Graphic 1656" descr="Deciduous tree with solid fill">
              <a:extLst>
                <a:ext uri="{FF2B5EF4-FFF2-40B4-BE49-F238E27FC236}">
                  <a16:creationId xmlns:a16="http://schemas.microsoft.com/office/drawing/2014/main" id="{A5DFC1AC-1183-534A-FEA8-CD91C2B25D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658" name="Graphic 1657" descr="Deciduous tree with solid fill">
              <a:extLst>
                <a:ext uri="{FF2B5EF4-FFF2-40B4-BE49-F238E27FC236}">
                  <a16:creationId xmlns:a16="http://schemas.microsoft.com/office/drawing/2014/main" id="{FCB2DF08-5B0E-8D7B-0AB3-DE6AA0428F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1" y="3074722"/>
              <a:ext cx="209457" cy="196411"/>
            </a:xfrm>
            <a:prstGeom prst="rect">
              <a:avLst/>
            </a:prstGeom>
          </p:spPr>
        </p:pic>
        <p:pic>
          <p:nvPicPr>
            <p:cNvPr id="1659" name="Graphic 1658" descr="Deciduous tree with solid fill">
              <a:extLst>
                <a:ext uri="{FF2B5EF4-FFF2-40B4-BE49-F238E27FC236}">
                  <a16:creationId xmlns:a16="http://schemas.microsoft.com/office/drawing/2014/main" id="{A6A0430F-85EB-A571-7495-2221322F37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6" y="3198214"/>
              <a:ext cx="209457" cy="196411"/>
            </a:xfrm>
            <a:prstGeom prst="rect">
              <a:avLst/>
            </a:prstGeom>
          </p:spPr>
        </p:pic>
        <p:pic>
          <p:nvPicPr>
            <p:cNvPr id="1660" name="Graphic 1659" descr="Deciduous tree with solid fill">
              <a:extLst>
                <a:ext uri="{FF2B5EF4-FFF2-40B4-BE49-F238E27FC236}">
                  <a16:creationId xmlns:a16="http://schemas.microsoft.com/office/drawing/2014/main" id="{ACE2A8EA-C92E-F2A6-B565-1EBDC941F5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1" y="3321705"/>
              <a:ext cx="209457" cy="196411"/>
            </a:xfrm>
            <a:prstGeom prst="rect">
              <a:avLst/>
            </a:prstGeom>
          </p:spPr>
        </p:pic>
        <p:pic>
          <p:nvPicPr>
            <p:cNvPr id="1661" name="Graphic 1660" descr="Deciduous tree with solid fill">
              <a:extLst>
                <a:ext uri="{FF2B5EF4-FFF2-40B4-BE49-F238E27FC236}">
                  <a16:creationId xmlns:a16="http://schemas.microsoft.com/office/drawing/2014/main" id="{4DA65530-3520-B310-D6E3-AF8B1209E1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6" y="3445196"/>
              <a:ext cx="209457" cy="196411"/>
            </a:xfrm>
            <a:prstGeom prst="rect">
              <a:avLst/>
            </a:prstGeom>
          </p:spPr>
        </p:pic>
        <p:pic>
          <p:nvPicPr>
            <p:cNvPr id="1662" name="Graphic 1661" descr="Deciduous tree with solid fill">
              <a:extLst>
                <a:ext uri="{FF2B5EF4-FFF2-40B4-BE49-F238E27FC236}">
                  <a16:creationId xmlns:a16="http://schemas.microsoft.com/office/drawing/2014/main" id="{589FBB78-B1B5-F19E-DBC8-8DDCC4EAF8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601" y="1990933"/>
              <a:ext cx="209457" cy="196411"/>
            </a:xfrm>
            <a:prstGeom prst="rect">
              <a:avLst/>
            </a:prstGeom>
          </p:spPr>
        </p:pic>
        <p:pic>
          <p:nvPicPr>
            <p:cNvPr id="1663" name="Graphic 1662" descr="Deciduous tree with solid fill">
              <a:extLst>
                <a:ext uri="{FF2B5EF4-FFF2-40B4-BE49-F238E27FC236}">
                  <a16:creationId xmlns:a16="http://schemas.microsoft.com/office/drawing/2014/main" id="{951758F8-37D5-C618-5124-09F5840CE8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4" y="2114424"/>
              <a:ext cx="209457" cy="196411"/>
            </a:xfrm>
            <a:prstGeom prst="rect">
              <a:avLst/>
            </a:prstGeom>
          </p:spPr>
        </p:pic>
        <p:pic>
          <p:nvPicPr>
            <p:cNvPr id="1664" name="Graphic 1663" descr="Deciduous tree with solid fill">
              <a:extLst>
                <a:ext uri="{FF2B5EF4-FFF2-40B4-BE49-F238E27FC236}">
                  <a16:creationId xmlns:a16="http://schemas.microsoft.com/office/drawing/2014/main" id="{05734D9F-10F9-387B-BC1F-3A75AF65AE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9" y="2237915"/>
              <a:ext cx="209457" cy="196411"/>
            </a:xfrm>
            <a:prstGeom prst="rect">
              <a:avLst/>
            </a:prstGeom>
          </p:spPr>
        </p:pic>
        <p:pic>
          <p:nvPicPr>
            <p:cNvPr id="1665" name="Graphic 1664" descr="Deciduous tree with solid fill">
              <a:extLst>
                <a:ext uri="{FF2B5EF4-FFF2-40B4-BE49-F238E27FC236}">
                  <a16:creationId xmlns:a16="http://schemas.microsoft.com/office/drawing/2014/main" id="{09E31C01-1D2B-5556-3C7C-D37EA8CE91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1666" name="Graphic 1665" descr="Deciduous tree with solid fill">
              <a:extLst>
                <a:ext uri="{FF2B5EF4-FFF2-40B4-BE49-F238E27FC236}">
                  <a16:creationId xmlns:a16="http://schemas.microsoft.com/office/drawing/2014/main" id="{27288895-F66F-2076-5C11-7224A0411D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9" y="2484898"/>
              <a:ext cx="209457" cy="196411"/>
            </a:xfrm>
            <a:prstGeom prst="rect">
              <a:avLst/>
            </a:prstGeom>
          </p:spPr>
        </p:pic>
        <p:pic>
          <p:nvPicPr>
            <p:cNvPr id="1667" name="Graphic 1666" descr="Deciduous tree with solid fill">
              <a:extLst>
                <a:ext uri="{FF2B5EF4-FFF2-40B4-BE49-F238E27FC236}">
                  <a16:creationId xmlns:a16="http://schemas.microsoft.com/office/drawing/2014/main" id="{86F49E9B-3E86-DDA9-9582-0179350B03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4" y="2608389"/>
              <a:ext cx="209457" cy="196411"/>
            </a:xfrm>
            <a:prstGeom prst="rect">
              <a:avLst/>
            </a:prstGeom>
          </p:spPr>
        </p:pic>
        <p:pic>
          <p:nvPicPr>
            <p:cNvPr id="1668" name="Graphic 1667" descr="Deciduous tree with solid fill">
              <a:extLst>
                <a:ext uri="{FF2B5EF4-FFF2-40B4-BE49-F238E27FC236}">
                  <a16:creationId xmlns:a16="http://schemas.microsoft.com/office/drawing/2014/main" id="{CBA99DC5-2E95-AFB9-D87A-6B1EB2643F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9" y="2731881"/>
              <a:ext cx="209457" cy="196411"/>
            </a:xfrm>
            <a:prstGeom prst="rect">
              <a:avLst/>
            </a:prstGeom>
          </p:spPr>
        </p:pic>
        <p:pic>
          <p:nvPicPr>
            <p:cNvPr id="1669" name="Graphic 1668" descr="Deciduous tree with solid fill">
              <a:extLst>
                <a:ext uri="{FF2B5EF4-FFF2-40B4-BE49-F238E27FC236}">
                  <a16:creationId xmlns:a16="http://schemas.microsoft.com/office/drawing/2014/main" id="{48A63E70-3CC3-53C5-0537-DA201DC11E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3" y="2855372"/>
              <a:ext cx="209457" cy="196411"/>
            </a:xfrm>
            <a:prstGeom prst="rect">
              <a:avLst/>
            </a:prstGeom>
          </p:spPr>
        </p:pic>
        <p:pic>
          <p:nvPicPr>
            <p:cNvPr id="1670" name="Graphic 1669" descr="Deciduous tree with solid fill">
              <a:extLst>
                <a:ext uri="{FF2B5EF4-FFF2-40B4-BE49-F238E27FC236}">
                  <a16:creationId xmlns:a16="http://schemas.microsoft.com/office/drawing/2014/main" id="{04B64AB7-E230-A5C7-FB20-EE45426B08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8" y="2978863"/>
              <a:ext cx="209457" cy="196411"/>
            </a:xfrm>
            <a:prstGeom prst="rect">
              <a:avLst/>
            </a:prstGeom>
          </p:spPr>
        </p:pic>
        <p:pic>
          <p:nvPicPr>
            <p:cNvPr id="1671" name="Graphic 1670" descr="Deciduous tree with solid fill">
              <a:extLst>
                <a:ext uri="{FF2B5EF4-FFF2-40B4-BE49-F238E27FC236}">
                  <a16:creationId xmlns:a16="http://schemas.microsoft.com/office/drawing/2014/main" id="{366FDCD9-8064-C2FE-CE10-974960B283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3" y="3102355"/>
              <a:ext cx="209457" cy="196411"/>
            </a:xfrm>
            <a:prstGeom prst="rect">
              <a:avLst/>
            </a:prstGeom>
          </p:spPr>
        </p:pic>
        <p:pic>
          <p:nvPicPr>
            <p:cNvPr id="1672" name="Graphic 1671" descr="Deciduous tree with solid fill">
              <a:extLst>
                <a:ext uri="{FF2B5EF4-FFF2-40B4-BE49-F238E27FC236}">
                  <a16:creationId xmlns:a16="http://schemas.microsoft.com/office/drawing/2014/main" id="{11EE29A4-EBE2-D31D-BC74-B0C1939A57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8" y="3225846"/>
              <a:ext cx="209457" cy="196411"/>
            </a:xfrm>
            <a:prstGeom prst="rect">
              <a:avLst/>
            </a:prstGeom>
          </p:spPr>
        </p:pic>
        <p:pic>
          <p:nvPicPr>
            <p:cNvPr id="1673" name="Graphic 1672" descr="Deciduous tree with solid fill">
              <a:extLst>
                <a:ext uri="{FF2B5EF4-FFF2-40B4-BE49-F238E27FC236}">
                  <a16:creationId xmlns:a16="http://schemas.microsoft.com/office/drawing/2014/main" id="{7A236AE0-B2D9-88E6-F5EC-6C8449CE07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3" y="3349337"/>
              <a:ext cx="209457" cy="196411"/>
            </a:xfrm>
            <a:prstGeom prst="rect">
              <a:avLst/>
            </a:prstGeom>
          </p:spPr>
        </p:pic>
        <p:pic>
          <p:nvPicPr>
            <p:cNvPr id="1674" name="Graphic 1673" descr="Deciduous tree with solid fill">
              <a:extLst>
                <a:ext uri="{FF2B5EF4-FFF2-40B4-BE49-F238E27FC236}">
                  <a16:creationId xmlns:a16="http://schemas.microsoft.com/office/drawing/2014/main" id="{5C00A06D-3CB9-F921-2D28-43B0472F6E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6" y="1902894"/>
              <a:ext cx="209457" cy="196411"/>
            </a:xfrm>
            <a:prstGeom prst="rect">
              <a:avLst/>
            </a:prstGeom>
          </p:spPr>
        </p:pic>
        <p:pic>
          <p:nvPicPr>
            <p:cNvPr id="1675" name="Graphic 1674" descr="Deciduous tree with solid fill">
              <a:extLst>
                <a:ext uri="{FF2B5EF4-FFF2-40B4-BE49-F238E27FC236}">
                  <a16:creationId xmlns:a16="http://schemas.microsoft.com/office/drawing/2014/main" id="{9FE51AF3-4C16-8CF0-4CBB-F274341CA8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71" y="2026385"/>
              <a:ext cx="209457" cy="196411"/>
            </a:xfrm>
            <a:prstGeom prst="rect">
              <a:avLst/>
            </a:prstGeom>
          </p:spPr>
        </p:pic>
        <p:pic>
          <p:nvPicPr>
            <p:cNvPr id="1676" name="Graphic 1675" descr="Deciduous tree with solid fill">
              <a:extLst>
                <a:ext uri="{FF2B5EF4-FFF2-40B4-BE49-F238E27FC236}">
                  <a16:creationId xmlns:a16="http://schemas.microsoft.com/office/drawing/2014/main" id="{9EC5F2C0-858B-A3CC-DCD5-A3899F97E9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6" y="2149877"/>
              <a:ext cx="209457" cy="196411"/>
            </a:xfrm>
            <a:prstGeom prst="rect">
              <a:avLst/>
            </a:prstGeom>
          </p:spPr>
        </p:pic>
        <p:pic>
          <p:nvPicPr>
            <p:cNvPr id="1677" name="Graphic 1676" descr="Deciduous tree with solid fill">
              <a:extLst>
                <a:ext uri="{FF2B5EF4-FFF2-40B4-BE49-F238E27FC236}">
                  <a16:creationId xmlns:a16="http://schemas.microsoft.com/office/drawing/2014/main" id="{34AA0B99-9691-54DB-80FB-4F465DB8D8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1" y="2273368"/>
              <a:ext cx="209457" cy="196411"/>
            </a:xfrm>
            <a:prstGeom prst="rect">
              <a:avLst/>
            </a:prstGeom>
          </p:spPr>
        </p:pic>
        <p:pic>
          <p:nvPicPr>
            <p:cNvPr id="1678" name="Graphic 1677" descr="Deciduous tree with solid fill">
              <a:extLst>
                <a:ext uri="{FF2B5EF4-FFF2-40B4-BE49-F238E27FC236}">
                  <a16:creationId xmlns:a16="http://schemas.microsoft.com/office/drawing/2014/main" id="{D986CF02-7584-43D5-8B0A-43281B7E0C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6" y="2396860"/>
              <a:ext cx="209457" cy="196411"/>
            </a:xfrm>
            <a:prstGeom prst="rect">
              <a:avLst/>
            </a:prstGeom>
          </p:spPr>
        </p:pic>
        <p:pic>
          <p:nvPicPr>
            <p:cNvPr id="1679" name="Graphic 1678" descr="Deciduous tree with solid fill">
              <a:extLst>
                <a:ext uri="{FF2B5EF4-FFF2-40B4-BE49-F238E27FC236}">
                  <a16:creationId xmlns:a16="http://schemas.microsoft.com/office/drawing/2014/main" id="{703A7FD5-7C97-ED5C-A7BE-4E3B8813C2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1" y="2520351"/>
              <a:ext cx="209457" cy="196411"/>
            </a:xfrm>
            <a:prstGeom prst="rect">
              <a:avLst/>
            </a:prstGeom>
          </p:spPr>
        </p:pic>
        <p:pic>
          <p:nvPicPr>
            <p:cNvPr id="1680" name="Graphic 1679" descr="Deciduous tree with solid fill">
              <a:extLst>
                <a:ext uri="{FF2B5EF4-FFF2-40B4-BE49-F238E27FC236}">
                  <a16:creationId xmlns:a16="http://schemas.microsoft.com/office/drawing/2014/main" id="{52DFDFB9-16A6-C56E-EC76-D5AE59575D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6" y="2643841"/>
              <a:ext cx="209457" cy="196411"/>
            </a:xfrm>
            <a:prstGeom prst="rect">
              <a:avLst/>
            </a:prstGeom>
          </p:spPr>
        </p:pic>
        <p:pic>
          <p:nvPicPr>
            <p:cNvPr id="1681" name="Graphic 1680" descr="Deciduous tree with solid fill">
              <a:extLst>
                <a:ext uri="{FF2B5EF4-FFF2-40B4-BE49-F238E27FC236}">
                  <a16:creationId xmlns:a16="http://schemas.microsoft.com/office/drawing/2014/main" id="{6A3E93B7-9660-E669-171A-8314382330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1" y="2767333"/>
              <a:ext cx="209457" cy="196411"/>
            </a:xfrm>
            <a:prstGeom prst="rect">
              <a:avLst/>
            </a:prstGeom>
          </p:spPr>
        </p:pic>
        <p:pic>
          <p:nvPicPr>
            <p:cNvPr id="1682" name="Graphic 1681" descr="Deciduous tree with solid fill">
              <a:extLst>
                <a:ext uri="{FF2B5EF4-FFF2-40B4-BE49-F238E27FC236}">
                  <a16:creationId xmlns:a16="http://schemas.microsoft.com/office/drawing/2014/main" id="{999E1797-5CC0-3B7C-1826-8ECA3FB72C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4" y="2890825"/>
              <a:ext cx="209457" cy="196411"/>
            </a:xfrm>
            <a:prstGeom prst="rect">
              <a:avLst/>
            </a:prstGeom>
          </p:spPr>
        </p:pic>
        <p:pic>
          <p:nvPicPr>
            <p:cNvPr id="1683" name="Graphic 1682" descr="Deciduous tree with solid fill">
              <a:extLst>
                <a:ext uri="{FF2B5EF4-FFF2-40B4-BE49-F238E27FC236}">
                  <a16:creationId xmlns:a16="http://schemas.microsoft.com/office/drawing/2014/main" id="{1EB6D268-396D-F672-384C-1308777E09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9" y="3014316"/>
              <a:ext cx="209457" cy="196411"/>
            </a:xfrm>
            <a:prstGeom prst="rect">
              <a:avLst/>
            </a:prstGeom>
          </p:spPr>
        </p:pic>
        <p:pic>
          <p:nvPicPr>
            <p:cNvPr id="1684" name="Graphic 1683" descr="Deciduous tree with solid fill">
              <a:extLst>
                <a:ext uri="{FF2B5EF4-FFF2-40B4-BE49-F238E27FC236}">
                  <a16:creationId xmlns:a16="http://schemas.microsoft.com/office/drawing/2014/main" id="{FF3DEBE7-1EFB-0E14-5541-FC38CDE367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4" y="3137808"/>
              <a:ext cx="209457" cy="196411"/>
            </a:xfrm>
            <a:prstGeom prst="rect">
              <a:avLst/>
            </a:prstGeom>
          </p:spPr>
        </p:pic>
        <p:pic>
          <p:nvPicPr>
            <p:cNvPr id="1685" name="Graphic 1684" descr="Deciduous tree with solid fill">
              <a:extLst>
                <a:ext uri="{FF2B5EF4-FFF2-40B4-BE49-F238E27FC236}">
                  <a16:creationId xmlns:a16="http://schemas.microsoft.com/office/drawing/2014/main" id="{F7349A17-8237-EDDB-C03F-AB4D014483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8" y="3261298"/>
              <a:ext cx="209457" cy="196411"/>
            </a:xfrm>
            <a:prstGeom prst="rect">
              <a:avLst/>
            </a:prstGeom>
          </p:spPr>
        </p:pic>
        <p:pic>
          <p:nvPicPr>
            <p:cNvPr id="1686" name="Graphic 1685" descr="Deciduous tree with solid fill">
              <a:extLst>
                <a:ext uri="{FF2B5EF4-FFF2-40B4-BE49-F238E27FC236}">
                  <a16:creationId xmlns:a16="http://schemas.microsoft.com/office/drawing/2014/main" id="{FFAA8094-4CBD-FF75-535C-39CA3C024C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601" y="1990933"/>
              <a:ext cx="209457" cy="196411"/>
            </a:xfrm>
            <a:prstGeom prst="rect">
              <a:avLst/>
            </a:prstGeom>
          </p:spPr>
        </p:pic>
        <p:pic>
          <p:nvPicPr>
            <p:cNvPr id="1687" name="Graphic 1686" descr="Deciduous tree with solid fill">
              <a:extLst>
                <a:ext uri="{FF2B5EF4-FFF2-40B4-BE49-F238E27FC236}">
                  <a16:creationId xmlns:a16="http://schemas.microsoft.com/office/drawing/2014/main" id="{7E5C7C3B-BB14-EA52-38CC-490E2D5CEE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974" y="2086792"/>
              <a:ext cx="209457" cy="196411"/>
            </a:xfrm>
            <a:prstGeom prst="rect">
              <a:avLst/>
            </a:prstGeom>
          </p:spPr>
        </p:pic>
        <p:pic>
          <p:nvPicPr>
            <p:cNvPr id="1688" name="Graphic 1687" descr="Deciduous tree with solid fill">
              <a:extLst>
                <a:ext uri="{FF2B5EF4-FFF2-40B4-BE49-F238E27FC236}">
                  <a16:creationId xmlns:a16="http://schemas.microsoft.com/office/drawing/2014/main" id="{A11B8C78-6D62-46EC-BBA3-4AEFB222B6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6" y="1902894"/>
              <a:ext cx="209457" cy="196411"/>
            </a:xfrm>
            <a:prstGeom prst="rect">
              <a:avLst/>
            </a:prstGeom>
          </p:spPr>
        </p:pic>
        <p:pic>
          <p:nvPicPr>
            <p:cNvPr id="1689" name="Graphic 1688" descr="Deciduous tree with solid fill">
              <a:extLst>
                <a:ext uri="{FF2B5EF4-FFF2-40B4-BE49-F238E27FC236}">
                  <a16:creationId xmlns:a16="http://schemas.microsoft.com/office/drawing/2014/main" id="{4CD5239F-9CEE-D7B0-FEDA-6796BDFE70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9" y="2210283"/>
              <a:ext cx="209457" cy="196411"/>
            </a:xfrm>
            <a:prstGeom prst="rect">
              <a:avLst/>
            </a:prstGeom>
          </p:spPr>
        </p:pic>
        <p:pic>
          <p:nvPicPr>
            <p:cNvPr id="1690" name="Graphic 1689" descr="Deciduous tree with solid fill">
              <a:extLst>
                <a:ext uri="{FF2B5EF4-FFF2-40B4-BE49-F238E27FC236}">
                  <a16:creationId xmlns:a16="http://schemas.microsoft.com/office/drawing/2014/main" id="{CB4D0D7B-B82B-13A7-F268-E6CF15BCBC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3" y="2333774"/>
              <a:ext cx="209457" cy="196411"/>
            </a:xfrm>
            <a:prstGeom prst="rect">
              <a:avLst/>
            </a:prstGeom>
          </p:spPr>
        </p:pic>
        <p:pic>
          <p:nvPicPr>
            <p:cNvPr id="1691" name="Graphic 1690" descr="Deciduous tree with solid fill">
              <a:extLst>
                <a:ext uri="{FF2B5EF4-FFF2-40B4-BE49-F238E27FC236}">
                  <a16:creationId xmlns:a16="http://schemas.microsoft.com/office/drawing/2014/main" id="{16AD99B3-9153-F077-B5E8-B4CB4B459B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8" y="2457266"/>
              <a:ext cx="209457" cy="196411"/>
            </a:xfrm>
            <a:prstGeom prst="rect">
              <a:avLst/>
            </a:prstGeom>
          </p:spPr>
        </p:pic>
        <p:pic>
          <p:nvPicPr>
            <p:cNvPr id="1692" name="Graphic 1691" descr="Deciduous tree with solid fill">
              <a:extLst>
                <a:ext uri="{FF2B5EF4-FFF2-40B4-BE49-F238E27FC236}">
                  <a16:creationId xmlns:a16="http://schemas.microsoft.com/office/drawing/2014/main" id="{5B204527-2A83-B0BF-D05E-38C0798D73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3" y="2580758"/>
              <a:ext cx="209457" cy="196411"/>
            </a:xfrm>
            <a:prstGeom prst="rect">
              <a:avLst/>
            </a:prstGeom>
          </p:spPr>
        </p:pic>
        <p:pic>
          <p:nvPicPr>
            <p:cNvPr id="1693" name="Graphic 1692" descr="Deciduous tree with solid fill">
              <a:extLst>
                <a:ext uri="{FF2B5EF4-FFF2-40B4-BE49-F238E27FC236}">
                  <a16:creationId xmlns:a16="http://schemas.microsoft.com/office/drawing/2014/main" id="{6A733FA9-2E3A-60AD-F9C6-A5954774B0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6" y="2704249"/>
              <a:ext cx="209457" cy="196411"/>
            </a:xfrm>
            <a:prstGeom prst="rect">
              <a:avLst/>
            </a:prstGeom>
          </p:spPr>
        </p:pic>
        <p:pic>
          <p:nvPicPr>
            <p:cNvPr id="1694" name="Graphic 1693" descr="Deciduous tree with solid fill">
              <a:extLst>
                <a:ext uri="{FF2B5EF4-FFF2-40B4-BE49-F238E27FC236}">
                  <a16:creationId xmlns:a16="http://schemas.microsoft.com/office/drawing/2014/main" id="{54348209-24B8-ECD4-905D-81C2CC875D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3" y="2827740"/>
              <a:ext cx="209457" cy="196411"/>
            </a:xfrm>
            <a:prstGeom prst="rect">
              <a:avLst/>
            </a:prstGeom>
          </p:spPr>
        </p:pic>
        <p:pic>
          <p:nvPicPr>
            <p:cNvPr id="1695" name="Graphic 1694" descr="Deciduous tree with solid fill">
              <a:extLst>
                <a:ext uri="{FF2B5EF4-FFF2-40B4-BE49-F238E27FC236}">
                  <a16:creationId xmlns:a16="http://schemas.microsoft.com/office/drawing/2014/main" id="{033DA777-6E92-3B92-8A47-F07AA45B2E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8" y="2951231"/>
              <a:ext cx="209457" cy="196411"/>
            </a:xfrm>
            <a:prstGeom prst="rect">
              <a:avLst/>
            </a:prstGeom>
          </p:spPr>
        </p:pic>
        <p:pic>
          <p:nvPicPr>
            <p:cNvPr id="1696" name="Graphic 1695" descr="Deciduous tree with solid fill">
              <a:extLst>
                <a:ext uri="{FF2B5EF4-FFF2-40B4-BE49-F238E27FC236}">
                  <a16:creationId xmlns:a16="http://schemas.microsoft.com/office/drawing/2014/main" id="{B0DE6FB7-E70A-0201-E2D9-B7D1504DEF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1" y="3074722"/>
              <a:ext cx="209457" cy="196411"/>
            </a:xfrm>
            <a:prstGeom prst="rect">
              <a:avLst/>
            </a:prstGeom>
          </p:spPr>
        </p:pic>
        <p:pic>
          <p:nvPicPr>
            <p:cNvPr id="1697" name="Graphic 1696" descr="Deciduous tree with solid fill">
              <a:extLst>
                <a:ext uri="{FF2B5EF4-FFF2-40B4-BE49-F238E27FC236}">
                  <a16:creationId xmlns:a16="http://schemas.microsoft.com/office/drawing/2014/main" id="{A30BA245-9115-A796-AFD1-9D6917515A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6" y="3198214"/>
              <a:ext cx="209457" cy="196411"/>
            </a:xfrm>
            <a:prstGeom prst="rect">
              <a:avLst/>
            </a:prstGeom>
          </p:spPr>
        </p:pic>
        <p:pic>
          <p:nvPicPr>
            <p:cNvPr id="1698" name="Graphic 1697" descr="Deciduous tree with solid fill">
              <a:extLst>
                <a:ext uri="{FF2B5EF4-FFF2-40B4-BE49-F238E27FC236}">
                  <a16:creationId xmlns:a16="http://schemas.microsoft.com/office/drawing/2014/main" id="{9735F503-96BA-FB8B-7650-0377161286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1" y="3321705"/>
              <a:ext cx="209457" cy="196411"/>
            </a:xfrm>
            <a:prstGeom prst="rect">
              <a:avLst/>
            </a:prstGeom>
          </p:spPr>
        </p:pic>
        <p:pic>
          <p:nvPicPr>
            <p:cNvPr id="1699" name="Graphic 1698" descr="Deciduous tree with solid fill">
              <a:extLst>
                <a:ext uri="{FF2B5EF4-FFF2-40B4-BE49-F238E27FC236}">
                  <a16:creationId xmlns:a16="http://schemas.microsoft.com/office/drawing/2014/main" id="{3D02B0A1-93D3-CC46-63A3-6109DE284B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6" y="3445196"/>
              <a:ext cx="209457" cy="196411"/>
            </a:xfrm>
            <a:prstGeom prst="rect">
              <a:avLst/>
            </a:prstGeom>
          </p:spPr>
        </p:pic>
        <p:pic>
          <p:nvPicPr>
            <p:cNvPr id="1700" name="Graphic 1699" descr="Deciduous tree with solid fill">
              <a:extLst>
                <a:ext uri="{FF2B5EF4-FFF2-40B4-BE49-F238E27FC236}">
                  <a16:creationId xmlns:a16="http://schemas.microsoft.com/office/drawing/2014/main" id="{34D9CE1D-067D-6FD0-3631-67BFC1152F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5" y="2114424"/>
              <a:ext cx="209457" cy="196411"/>
            </a:xfrm>
            <a:prstGeom prst="rect">
              <a:avLst/>
            </a:prstGeom>
          </p:spPr>
        </p:pic>
        <p:pic>
          <p:nvPicPr>
            <p:cNvPr id="1701" name="Graphic 1700" descr="Deciduous tree with solid fill">
              <a:extLst>
                <a:ext uri="{FF2B5EF4-FFF2-40B4-BE49-F238E27FC236}">
                  <a16:creationId xmlns:a16="http://schemas.microsoft.com/office/drawing/2014/main" id="{103482E4-FEF0-2AF5-8C25-AFCBA58126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90" y="2237915"/>
              <a:ext cx="209457" cy="196411"/>
            </a:xfrm>
            <a:prstGeom prst="rect">
              <a:avLst/>
            </a:prstGeom>
          </p:spPr>
        </p:pic>
        <p:pic>
          <p:nvPicPr>
            <p:cNvPr id="1702" name="Graphic 1701" descr="Deciduous tree with solid fill">
              <a:extLst>
                <a:ext uri="{FF2B5EF4-FFF2-40B4-BE49-F238E27FC236}">
                  <a16:creationId xmlns:a16="http://schemas.microsoft.com/office/drawing/2014/main" id="{49595EAC-B769-105B-11DB-30EC631321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5" y="2361406"/>
              <a:ext cx="209457" cy="196411"/>
            </a:xfrm>
            <a:prstGeom prst="rect">
              <a:avLst/>
            </a:prstGeom>
          </p:spPr>
        </p:pic>
        <p:pic>
          <p:nvPicPr>
            <p:cNvPr id="1703" name="Graphic 1702" descr="Deciduous tree with solid fill">
              <a:extLst>
                <a:ext uri="{FF2B5EF4-FFF2-40B4-BE49-F238E27FC236}">
                  <a16:creationId xmlns:a16="http://schemas.microsoft.com/office/drawing/2014/main" id="{0772B85E-35F4-5B5A-043C-0B73995D8D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9" y="2484898"/>
              <a:ext cx="209457" cy="196411"/>
            </a:xfrm>
            <a:prstGeom prst="rect">
              <a:avLst/>
            </a:prstGeom>
          </p:spPr>
        </p:pic>
        <p:pic>
          <p:nvPicPr>
            <p:cNvPr id="1704" name="Graphic 1703" descr="Deciduous tree with solid fill">
              <a:extLst>
                <a:ext uri="{FF2B5EF4-FFF2-40B4-BE49-F238E27FC236}">
                  <a16:creationId xmlns:a16="http://schemas.microsoft.com/office/drawing/2014/main" id="{0F6E0269-D7A5-2CAC-6DBB-67B8E5D73A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4" y="2608389"/>
              <a:ext cx="209457" cy="196411"/>
            </a:xfrm>
            <a:prstGeom prst="rect">
              <a:avLst/>
            </a:prstGeom>
          </p:spPr>
        </p:pic>
        <p:pic>
          <p:nvPicPr>
            <p:cNvPr id="1705" name="Graphic 1704" descr="Deciduous tree with solid fill">
              <a:extLst>
                <a:ext uri="{FF2B5EF4-FFF2-40B4-BE49-F238E27FC236}">
                  <a16:creationId xmlns:a16="http://schemas.microsoft.com/office/drawing/2014/main" id="{37B7799F-62BF-C4F0-B8B8-A004018B3B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9" y="2731881"/>
              <a:ext cx="209457" cy="196411"/>
            </a:xfrm>
            <a:prstGeom prst="rect">
              <a:avLst/>
            </a:prstGeom>
          </p:spPr>
        </p:pic>
        <p:pic>
          <p:nvPicPr>
            <p:cNvPr id="1706" name="Graphic 1705" descr="Deciduous tree with solid fill">
              <a:extLst>
                <a:ext uri="{FF2B5EF4-FFF2-40B4-BE49-F238E27FC236}">
                  <a16:creationId xmlns:a16="http://schemas.microsoft.com/office/drawing/2014/main" id="{362D3663-0A8F-ED85-C5E0-33E2426715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3" y="2855372"/>
              <a:ext cx="209457" cy="196411"/>
            </a:xfrm>
            <a:prstGeom prst="rect">
              <a:avLst/>
            </a:prstGeom>
          </p:spPr>
        </p:pic>
        <p:pic>
          <p:nvPicPr>
            <p:cNvPr id="1707" name="Graphic 1706" descr="Deciduous tree with solid fill">
              <a:extLst>
                <a:ext uri="{FF2B5EF4-FFF2-40B4-BE49-F238E27FC236}">
                  <a16:creationId xmlns:a16="http://schemas.microsoft.com/office/drawing/2014/main" id="{8A0D3EF5-C4D8-9711-6DCF-89AD2F1442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8" y="2978863"/>
              <a:ext cx="209457" cy="196411"/>
            </a:xfrm>
            <a:prstGeom prst="rect">
              <a:avLst/>
            </a:prstGeom>
          </p:spPr>
        </p:pic>
        <p:pic>
          <p:nvPicPr>
            <p:cNvPr id="1708" name="Graphic 1707" descr="Deciduous tree with solid fill">
              <a:extLst>
                <a:ext uri="{FF2B5EF4-FFF2-40B4-BE49-F238E27FC236}">
                  <a16:creationId xmlns:a16="http://schemas.microsoft.com/office/drawing/2014/main" id="{53057596-8CC7-F9FD-97A8-BAA99C2CB6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3" y="3102355"/>
              <a:ext cx="209457" cy="196411"/>
            </a:xfrm>
            <a:prstGeom prst="rect">
              <a:avLst/>
            </a:prstGeom>
          </p:spPr>
        </p:pic>
        <p:pic>
          <p:nvPicPr>
            <p:cNvPr id="1709" name="Graphic 1708" descr="Deciduous tree with solid fill">
              <a:extLst>
                <a:ext uri="{FF2B5EF4-FFF2-40B4-BE49-F238E27FC236}">
                  <a16:creationId xmlns:a16="http://schemas.microsoft.com/office/drawing/2014/main" id="{3F19CA3B-72C9-3083-A349-F99B7F6857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8" y="3225846"/>
              <a:ext cx="209457" cy="196411"/>
            </a:xfrm>
            <a:prstGeom prst="rect">
              <a:avLst/>
            </a:prstGeom>
          </p:spPr>
        </p:pic>
        <p:pic>
          <p:nvPicPr>
            <p:cNvPr id="1710" name="Graphic 1709" descr="Deciduous tree with solid fill">
              <a:extLst>
                <a:ext uri="{FF2B5EF4-FFF2-40B4-BE49-F238E27FC236}">
                  <a16:creationId xmlns:a16="http://schemas.microsoft.com/office/drawing/2014/main" id="{7C8D7668-4DD0-FD95-7E4E-5371A99A3D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3" y="3349337"/>
              <a:ext cx="209457" cy="196411"/>
            </a:xfrm>
            <a:prstGeom prst="rect">
              <a:avLst/>
            </a:prstGeom>
          </p:spPr>
        </p:pic>
        <p:pic>
          <p:nvPicPr>
            <p:cNvPr id="1711" name="Graphic 1710" descr="Deciduous tree with solid fill">
              <a:extLst>
                <a:ext uri="{FF2B5EF4-FFF2-40B4-BE49-F238E27FC236}">
                  <a16:creationId xmlns:a16="http://schemas.microsoft.com/office/drawing/2014/main" id="{C31A9421-9CEC-95C6-A013-23BFEE7CDE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71" y="2026385"/>
              <a:ext cx="209457" cy="196411"/>
            </a:xfrm>
            <a:prstGeom prst="rect">
              <a:avLst/>
            </a:prstGeom>
          </p:spPr>
        </p:pic>
        <p:pic>
          <p:nvPicPr>
            <p:cNvPr id="1712" name="Graphic 1711" descr="Deciduous tree with solid fill">
              <a:extLst>
                <a:ext uri="{FF2B5EF4-FFF2-40B4-BE49-F238E27FC236}">
                  <a16:creationId xmlns:a16="http://schemas.microsoft.com/office/drawing/2014/main" id="{FBE62C1A-0A9E-A844-C8F4-61EF479004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6" y="2149877"/>
              <a:ext cx="209457" cy="196411"/>
            </a:xfrm>
            <a:prstGeom prst="rect">
              <a:avLst/>
            </a:prstGeom>
          </p:spPr>
        </p:pic>
        <p:pic>
          <p:nvPicPr>
            <p:cNvPr id="1713" name="Graphic 1712" descr="Deciduous tree with solid fill">
              <a:extLst>
                <a:ext uri="{FF2B5EF4-FFF2-40B4-BE49-F238E27FC236}">
                  <a16:creationId xmlns:a16="http://schemas.microsoft.com/office/drawing/2014/main" id="{709A2CBF-057F-927D-FB5C-63EBD8DE14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1" y="2273368"/>
              <a:ext cx="209457" cy="196411"/>
            </a:xfrm>
            <a:prstGeom prst="rect">
              <a:avLst/>
            </a:prstGeom>
          </p:spPr>
        </p:pic>
        <p:pic>
          <p:nvPicPr>
            <p:cNvPr id="1714" name="Graphic 1713" descr="Deciduous tree with solid fill">
              <a:extLst>
                <a:ext uri="{FF2B5EF4-FFF2-40B4-BE49-F238E27FC236}">
                  <a16:creationId xmlns:a16="http://schemas.microsoft.com/office/drawing/2014/main" id="{D13496DC-FE2F-1420-E6B8-1A50AB77EF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6" y="2396860"/>
              <a:ext cx="209457" cy="196411"/>
            </a:xfrm>
            <a:prstGeom prst="rect">
              <a:avLst/>
            </a:prstGeom>
          </p:spPr>
        </p:pic>
        <p:pic>
          <p:nvPicPr>
            <p:cNvPr id="1715" name="Graphic 1714" descr="Deciduous tree with solid fill">
              <a:extLst>
                <a:ext uri="{FF2B5EF4-FFF2-40B4-BE49-F238E27FC236}">
                  <a16:creationId xmlns:a16="http://schemas.microsoft.com/office/drawing/2014/main" id="{D980FBED-886E-858A-E98F-2D8B92622F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1" y="2520351"/>
              <a:ext cx="209457" cy="196411"/>
            </a:xfrm>
            <a:prstGeom prst="rect">
              <a:avLst/>
            </a:prstGeom>
          </p:spPr>
        </p:pic>
        <p:pic>
          <p:nvPicPr>
            <p:cNvPr id="1716" name="Graphic 1715" descr="Deciduous tree with solid fill">
              <a:extLst>
                <a:ext uri="{FF2B5EF4-FFF2-40B4-BE49-F238E27FC236}">
                  <a16:creationId xmlns:a16="http://schemas.microsoft.com/office/drawing/2014/main" id="{A80874E4-B656-5EEB-EC68-844A9BF539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6" y="2643841"/>
              <a:ext cx="209457" cy="196411"/>
            </a:xfrm>
            <a:prstGeom prst="rect">
              <a:avLst/>
            </a:prstGeom>
          </p:spPr>
        </p:pic>
        <p:pic>
          <p:nvPicPr>
            <p:cNvPr id="1717" name="Graphic 1716" descr="Deciduous tree with solid fill">
              <a:extLst>
                <a:ext uri="{FF2B5EF4-FFF2-40B4-BE49-F238E27FC236}">
                  <a16:creationId xmlns:a16="http://schemas.microsoft.com/office/drawing/2014/main" id="{6D510334-B4D4-6B41-3B3F-D02651FFA2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1" y="2767333"/>
              <a:ext cx="209457" cy="196411"/>
            </a:xfrm>
            <a:prstGeom prst="rect">
              <a:avLst/>
            </a:prstGeom>
          </p:spPr>
        </p:pic>
        <p:pic>
          <p:nvPicPr>
            <p:cNvPr id="1718" name="Graphic 1717" descr="Deciduous tree with solid fill">
              <a:extLst>
                <a:ext uri="{FF2B5EF4-FFF2-40B4-BE49-F238E27FC236}">
                  <a16:creationId xmlns:a16="http://schemas.microsoft.com/office/drawing/2014/main" id="{0C16F104-EE94-C204-AB6C-2C10BD1366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5" y="2890825"/>
              <a:ext cx="209457" cy="196411"/>
            </a:xfrm>
            <a:prstGeom prst="rect">
              <a:avLst/>
            </a:prstGeom>
          </p:spPr>
        </p:pic>
        <p:pic>
          <p:nvPicPr>
            <p:cNvPr id="1719" name="Graphic 1718" descr="Deciduous tree with solid fill">
              <a:extLst>
                <a:ext uri="{FF2B5EF4-FFF2-40B4-BE49-F238E27FC236}">
                  <a16:creationId xmlns:a16="http://schemas.microsoft.com/office/drawing/2014/main" id="{9A9A37FF-76D5-4CCA-548F-9E75B66662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9" y="3014316"/>
              <a:ext cx="209457" cy="196411"/>
            </a:xfrm>
            <a:prstGeom prst="rect">
              <a:avLst/>
            </a:prstGeom>
          </p:spPr>
        </p:pic>
        <p:pic>
          <p:nvPicPr>
            <p:cNvPr id="1720" name="Graphic 1719" descr="Deciduous tree with solid fill">
              <a:extLst>
                <a:ext uri="{FF2B5EF4-FFF2-40B4-BE49-F238E27FC236}">
                  <a16:creationId xmlns:a16="http://schemas.microsoft.com/office/drawing/2014/main" id="{E133C3B1-3FBA-F044-4791-E5A5CB9C1A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4" y="3137808"/>
              <a:ext cx="209457" cy="196411"/>
            </a:xfrm>
            <a:prstGeom prst="rect">
              <a:avLst/>
            </a:prstGeom>
          </p:spPr>
        </p:pic>
        <p:pic>
          <p:nvPicPr>
            <p:cNvPr id="1721" name="Graphic 1720" descr="Deciduous tree with solid fill">
              <a:extLst>
                <a:ext uri="{FF2B5EF4-FFF2-40B4-BE49-F238E27FC236}">
                  <a16:creationId xmlns:a16="http://schemas.microsoft.com/office/drawing/2014/main" id="{520E2693-1731-B34D-2B6C-6D027B7264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8" y="3261298"/>
              <a:ext cx="209457" cy="196411"/>
            </a:xfrm>
            <a:prstGeom prst="rect">
              <a:avLst/>
            </a:prstGeom>
          </p:spPr>
        </p:pic>
        <p:pic>
          <p:nvPicPr>
            <p:cNvPr id="1722" name="Graphic 1721" descr="Deciduous tree with solid fill">
              <a:extLst>
                <a:ext uri="{FF2B5EF4-FFF2-40B4-BE49-F238E27FC236}">
                  <a16:creationId xmlns:a16="http://schemas.microsoft.com/office/drawing/2014/main" id="{75DCA8F4-68C1-646E-5063-0339B5D7A7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5" y="2114424"/>
              <a:ext cx="209457" cy="196411"/>
            </a:xfrm>
            <a:prstGeom prst="rect">
              <a:avLst/>
            </a:prstGeom>
          </p:spPr>
        </p:pic>
        <p:pic>
          <p:nvPicPr>
            <p:cNvPr id="1723" name="Graphic 1722" descr="Deciduous tree with solid fill">
              <a:extLst>
                <a:ext uri="{FF2B5EF4-FFF2-40B4-BE49-F238E27FC236}">
                  <a16:creationId xmlns:a16="http://schemas.microsoft.com/office/drawing/2014/main" id="{ED301DFA-56C5-337F-A34A-CF528ACE49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8" y="2210283"/>
              <a:ext cx="209457" cy="196411"/>
            </a:xfrm>
            <a:prstGeom prst="rect">
              <a:avLst/>
            </a:prstGeom>
          </p:spPr>
        </p:pic>
        <p:pic>
          <p:nvPicPr>
            <p:cNvPr id="1724" name="Graphic 1723" descr="Deciduous tree with solid fill">
              <a:extLst>
                <a:ext uri="{FF2B5EF4-FFF2-40B4-BE49-F238E27FC236}">
                  <a16:creationId xmlns:a16="http://schemas.microsoft.com/office/drawing/2014/main" id="{811E0A2B-5AB6-56EF-7E7C-41FBA5131B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0" y="2026385"/>
              <a:ext cx="209457" cy="196411"/>
            </a:xfrm>
            <a:prstGeom prst="rect">
              <a:avLst/>
            </a:prstGeom>
          </p:spPr>
        </p:pic>
        <p:pic>
          <p:nvPicPr>
            <p:cNvPr id="1725" name="Graphic 1724" descr="Deciduous tree with solid fill">
              <a:extLst>
                <a:ext uri="{FF2B5EF4-FFF2-40B4-BE49-F238E27FC236}">
                  <a16:creationId xmlns:a16="http://schemas.microsoft.com/office/drawing/2014/main" id="{7A7305BC-085F-3A64-7349-709E685663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2" y="2333774"/>
              <a:ext cx="209457" cy="196411"/>
            </a:xfrm>
            <a:prstGeom prst="rect">
              <a:avLst/>
            </a:prstGeom>
          </p:spPr>
        </p:pic>
        <p:pic>
          <p:nvPicPr>
            <p:cNvPr id="1726" name="Graphic 1725" descr="Deciduous tree with solid fill">
              <a:extLst>
                <a:ext uri="{FF2B5EF4-FFF2-40B4-BE49-F238E27FC236}">
                  <a16:creationId xmlns:a16="http://schemas.microsoft.com/office/drawing/2014/main" id="{7AD4429B-8334-0C6F-2A1D-75F8729455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7" y="2457266"/>
              <a:ext cx="209457" cy="196411"/>
            </a:xfrm>
            <a:prstGeom prst="rect">
              <a:avLst/>
            </a:prstGeom>
          </p:spPr>
        </p:pic>
        <p:pic>
          <p:nvPicPr>
            <p:cNvPr id="1727" name="Graphic 1726" descr="Deciduous tree with solid fill">
              <a:extLst>
                <a:ext uri="{FF2B5EF4-FFF2-40B4-BE49-F238E27FC236}">
                  <a16:creationId xmlns:a16="http://schemas.microsoft.com/office/drawing/2014/main" id="{BB9B6747-90A6-AB81-7C12-1262E0F255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1728" name="Graphic 1727" descr="Deciduous tree with solid fill">
              <a:extLst>
                <a:ext uri="{FF2B5EF4-FFF2-40B4-BE49-F238E27FC236}">
                  <a16:creationId xmlns:a16="http://schemas.microsoft.com/office/drawing/2014/main" id="{BF0B62FB-D257-50AC-845F-06C44457F9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1729" name="Graphic 1728" descr="Deciduous tree with solid fill">
              <a:extLst>
                <a:ext uri="{FF2B5EF4-FFF2-40B4-BE49-F238E27FC236}">
                  <a16:creationId xmlns:a16="http://schemas.microsoft.com/office/drawing/2014/main" id="{6A7F7E05-9870-1C2A-581D-3286CFB5E3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1730" name="Graphic 1729" descr="Deciduous tree with solid fill">
              <a:extLst>
                <a:ext uri="{FF2B5EF4-FFF2-40B4-BE49-F238E27FC236}">
                  <a16:creationId xmlns:a16="http://schemas.microsoft.com/office/drawing/2014/main" id="{662CF0B7-4D8D-F75A-5A63-E307967C6D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731" name="Graphic 1730" descr="Deciduous tree with solid fill">
              <a:extLst>
                <a:ext uri="{FF2B5EF4-FFF2-40B4-BE49-F238E27FC236}">
                  <a16:creationId xmlns:a16="http://schemas.microsoft.com/office/drawing/2014/main" id="{E4A420A6-03DB-6481-134F-90DD7EA886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732" name="Graphic 1731" descr="Deciduous tree with solid fill">
              <a:extLst>
                <a:ext uri="{FF2B5EF4-FFF2-40B4-BE49-F238E27FC236}">
                  <a16:creationId xmlns:a16="http://schemas.microsoft.com/office/drawing/2014/main" id="{63E3250F-8D65-FE31-4C55-D705C5853C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733" name="Graphic 1732" descr="Deciduous tree with solid fill">
              <a:extLst>
                <a:ext uri="{FF2B5EF4-FFF2-40B4-BE49-F238E27FC236}">
                  <a16:creationId xmlns:a16="http://schemas.microsoft.com/office/drawing/2014/main" id="{7648259F-6354-1E6B-A4E7-DAC6762790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734" name="Graphic 1733" descr="Deciduous tree with solid fill">
              <a:extLst>
                <a:ext uri="{FF2B5EF4-FFF2-40B4-BE49-F238E27FC236}">
                  <a16:creationId xmlns:a16="http://schemas.microsoft.com/office/drawing/2014/main" id="{6CC2E0B7-FC1F-1E7A-3F8B-D7B2D7CDF7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735" name="Graphic 1734" descr="Deciduous tree with solid fill">
              <a:extLst>
                <a:ext uri="{FF2B5EF4-FFF2-40B4-BE49-F238E27FC236}">
                  <a16:creationId xmlns:a16="http://schemas.microsoft.com/office/drawing/2014/main" id="{681320EA-2217-5EF1-9A88-01B89AE912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9" y="2237915"/>
              <a:ext cx="209457" cy="196411"/>
            </a:xfrm>
            <a:prstGeom prst="rect">
              <a:avLst/>
            </a:prstGeom>
          </p:spPr>
        </p:pic>
        <p:pic>
          <p:nvPicPr>
            <p:cNvPr id="1736" name="Graphic 1735" descr="Deciduous tree with solid fill">
              <a:extLst>
                <a:ext uri="{FF2B5EF4-FFF2-40B4-BE49-F238E27FC236}">
                  <a16:creationId xmlns:a16="http://schemas.microsoft.com/office/drawing/2014/main" id="{90E1AB8E-772A-DD71-7474-F4D6970EFA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1737" name="Graphic 1736" descr="Deciduous tree with solid fill">
              <a:extLst>
                <a:ext uri="{FF2B5EF4-FFF2-40B4-BE49-F238E27FC236}">
                  <a16:creationId xmlns:a16="http://schemas.microsoft.com/office/drawing/2014/main" id="{D23E4DEB-118E-7AC3-E0E4-EEA55C5954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8" y="2484898"/>
              <a:ext cx="209457" cy="196411"/>
            </a:xfrm>
            <a:prstGeom prst="rect">
              <a:avLst/>
            </a:prstGeom>
          </p:spPr>
        </p:pic>
        <p:pic>
          <p:nvPicPr>
            <p:cNvPr id="1738" name="Graphic 1737" descr="Deciduous tree with solid fill">
              <a:extLst>
                <a:ext uri="{FF2B5EF4-FFF2-40B4-BE49-F238E27FC236}">
                  <a16:creationId xmlns:a16="http://schemas.microsoft.com/office/drawing/2014/main" id="{13069578-499E-A4AF-DC42-85FAB165BC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1739" name="Graphic 1738" descr="Deciduous tree with solid fill">
              <a:extLst>
                <a:ext uri="{FF2B5EF4-FFF2-40B4-BE49-F238E27FC236}">
                  <a16:creationId xmlns:a16="http://schemas.microsoft.com/office/drawing/2014/main" id="{C9598075-733D-0FCD-EB75-ED38826DF5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740" name="Graphic 1739" descr="Deciduous tree with solid fill">
              <a:extLst>
                <a:ext uri="{FF2B5EF4-FFF2-40B4-BE49-F238E27FC236}">
                  <a16:creationId xmlns:a16="http://schemas.microsoft.com/office/drawing/2014/main" id="{09AA82BD-CBEF-158E-0DCA-D5C82EF7FB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741" name="Graphic 1740" descr="Deciduous tree with solid fill">
              <a:extLst>
                <a:ext uri="{FF2B5EF4-FFF2-40B4-BE49-F238E27FC236}">
                  <a16:creationId xmlns:a16="http://schemas.microsoft.com/office/drawing/2014/main" id="{59C0A693-F713-D6EF-7934-C84E0422B7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742" name="Graphic 1741" descr="Deciduous tree with solid fill">
              <a:extLst>
                <a:ext uri="{FF2B5EF4-FFF2-40B4-BE49-F238E27FC236}">
                  <a16:creationId xmlns:a16="http://schemas.microsoft.com/office/drawing/2014/main" id="{70C0B430-2797-1D11-F6A6-6C1F22E9F9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743" name="Graphic 1742" descr="Deciduous tree with solid fill">
              <a:extLst>
                <a:ext uri="{FF2B5EF4-FFF2-40B4-BE49-F238E27FC236}">
                  <a16:creationId xmlns:a16="http://schemas.microsoft.com/office/drawing/2014/main" id="{7D9F0C38-403C-2D23-4AA0-428DBF123A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744" name="Graphic 1743" descr="Deciduous tree with solid fill">
              <a:extLst>
                <a:ext uri="{FF2B5EF4-FFF2-40B4-BE49-F238E27FC236}">
                  <a16:creationId xmlns:a16="http://schemas.microsoft.com/office/drawing/2014/main" id="{20DB6D09-EE27-A568-2600-FA4BC9674E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745" name="Graphic 1744" descr="Deciduous tree with solid fill">
              <a:extLst>
                <a:ext uri="{FF2B5EF4-FFF2-40B4-BE49-F238E27FC236}">
                  <a16:creationId xmlns:a16="http://schemas.microsoft.com/office/drawing/2014/main" id="{3A6C0D45-C96E-AE2C-1752-9196E7D08F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5" y="2149877"/>
              <a:ext cx="209457" cy="196411"/>
            </a:xfrm>
            <a:prstGeom prst="rect">
              <a:avLst/>
            </a:prstGeom>
          </p:spPr>
        </p:pic>
        <p:pic>
          <p:nvPicPr>
            <p:cNvPr id="1746" name="Graphic 1745" descr="Deciduous tree with solid fill">
              <a:extLst>
                <a:ext uri="{FF2B5EF4-FFF2-40B4-BE49-F238E27FC236}">
                  <a16:creationId xmlns:a16="http://schemas.microsoft.com/office/drawing/2014/main" id="{EDA328F6-504E-025A-1FBC-A8621DD20E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0" y="2273368"/>
              <a:ext cx="209457" cy="196411"/>
            </a:xfrm>
            <a:prstGeom prst="rect">
              <a:avLst/>
            </a:prstGeom>
          </p:spPr>
        </p:pic>
        <p:pic>
          <p:nvPicPr>
            <p:cNvPr id="1747" name="Graphic 1746" descr="Deciduous tree with solid fill">
              <a:extLst>
                <a:ext uri="{FF2B5EF4-FFF2-40B4-BE49-F238E27FC236}">
                  <a16:creationId xmlns:a16="http://schemas.microsoft.com/office/drawing/2014/main" id="{2165A78F-3FEE-22CD-B51B-BB76E128B8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1748" name="Graphic 1747" descr="Deciduous tree with solid fill">
              <a:extLst>
                <a:ext uri="{FF2B5EF4-FFF2-40B4-BE49-F238E27FC236}">
                  <a16:creationId xmlns:a16="http://schemas.microsoft.com/office/drawing/2014/main" id="{271A99DB-6F8B-C457-261D-43AA9140BE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1749" name="Graphic 1748" descr="Deciduous tree with solid fill">
              <a:extLst>
                <a:ext uri="{FF2B5EF4-FFF2-40B4-BE49-F238E27FC236}">
                  <a16:creationId xmlns:a16="http://schemas.microsoft.com/office/drawing/2014/main" id="{DE9EE488-4758-0748-2B47-3C407F31B9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1750" name="Graphic 1749" descr="Deciduous tree with solid fill">
              <a:extLst>
                <a:ext uri="{FF2B5EF4-FFF2-40B4-BE49-F238E27FC236}">
                  <a16:creationId xmlns:a16="http://schemas.microsoft.com/office/drawing/2014/main" id="{B7991BC9-929F-9D3A-7B73-B0ABAE8388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751" name="Graphic 1750" descr="Deciduous tree with solid fill">
              <a:extLst>
                <a:ext uri="{FF2B5EF4-FFF2-40B4-BE49-F238E27FC236}">
                  <a16:creationId xmlns:a16="http://schemas.microsoft.com/office/drawing/2014/main" id="{23F4784F-00BE-C305-FD92-51E866BB39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752" name="Graphic 1751" descr="Deciduous tree with solid fill">
              <a:extLst>
                <a:ext uri="{FF2B5EF4-FFF2-40B4-BE49-F238E27FC236}">
                  <a16:creationId xmlns:a16="http://schemas.microsoft.com/office/drawing/2014/main" id="{1F8D0D4B-4305-D7B9-61DD-2FB93146B0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753" name="Graphic 1752" descr="Deciduous tree with solid fill">
              <a:extLst>
                <a:ext uri="{FF2B5EF4-FFF2-40B4-BE49-F238E27FC236}">
                  <a16:creationId xmlns:a16="http://schemas.microsoft.com/office/drawing/2014/main" id="{7CA53427-1E73-6100-3900-8B04A23CF4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754" name="Graphic 1753" descr="Deciduous tree with solid fill">
              <a:extLst>
                <a:ext uri="{FF2B5EF4-FFF2-40B4-BE49-F238E27FC236}">
                  <a16:creationId xmlns:a16="http://schemas.microsoft.com/office/drawing/2014/main" id="{6DBC47DC-874E-2A59-145F-9FCBE805EF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755" name="Graphic 1754" descr="Deciduous tree with solid fill">
              <a:extLst>
                <a:ext uri="{FF2B5EF4-FFF2-40B4-BE49-F238E27FC236}">
                  <a16:creationId xmlns:a16="http://schemas.microsoft.com/office/drawing/2014/main" id="{FD3D64AE-CC60-42B2-D90B-1B0B9CAFC7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9" y="2237915"/>
              <a:ext cx="209457" cy="196411"/>
            </a:xfrm>
            <a:prstGeom prst="rect">
              <a:avLst/>
            </a:prstGeom>
          </p:spPr>
        </p:pic>
        <p:pic>
          <p:nvPicPr>
            <p:cNvPr id="1756" name="Graphic 1755" descr="Deciduous tree with solid fill">
              <a:extLst>
                <a:ext uri="{FF2B5EF4-FFF2-40B4-BE49-F238E27FC236}">
                  <a16:creationId xmlns:a16="http://schemas.microsoft.com/office/drawing/2014/main" id="{84F65719-F5AE-F9F5-EA70-460A0D3BBD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2" y="2333774"/>
              <a:ext cx="209457" cy="196411"/>
            </a:xfrm>
            <a:prstGeom prst="rect">
              <a:avLst/>
            </a:prstGeom>
          </p:spPr>
        </p:pic>
        <p:pic>
          <p:nvPicPr>
            <p:cNvPr id="1757" name="Graphic 1756" descr="Deciduous tree with solid fill">
              <a:extLst>
                <a:ext uri="{FF2B5EF4-FFF2-40B4-BE49-F238E27FC236}">
                  <a16:creationId xmlns:a16="http://schemas.microsoft.com/office/drawing/2014/main" id="{14E35D79-63FB-D061-87D5-645337B5A6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5" y="2149877"/>
              <a:ext cx="209457" cy="196411"/>
            </a:xfrm>
            <a:prstGeom prst="rect">
              <a:avLst/>
            </a:prstGeom>
          </p:spPr>
        </p:pic>
        <p:pic>
          <p:nvPicPr>
            <p:cNvPr id="1758" name="Graphic 1757" descr="Deciduous tree with solid fill">
              <a:extLst>
                <a:ext uri="{FF2B5EF4-FFF2-40B4-BE49-F238E27FC236}">
                  <a16:creationId xmlns:a16="http://schemas.microsoft.com/office/drawing/2014/main" id="{FA715C9F-DE09-1F88-889C-5D605EA133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7" y="2457266"/>
              <a:ext cx="209457" cy="196411"/>
            </a:xfrm>
            <a:prstGeom prst="rect">
              <a:avLst/>
            </a:prstGeom>
          </p:spPr>
        </p:pic>
        <p:pic>
          <p:nvPicPr>
            <p:cNvPr id="1759" name="Graphic 1758" descr="Deciduous tree with solid fill">
              <a:extLst>
                <a:ext uri="{FF2B5EF4-FFF2-40B4-BE49-F238E27FC236}">
                  <a16:creationId xmlns:a16="http://schemas.microsoft.com/office/drawing/2014/main" id="{68504A45-B011-AB23-2B23-133CF68B86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1760" name="Graphic 1759" descr="Deciduous tree with solid fill">
              <a:extLst>
                <a:ext uri="{FF2B5EF4-FFF2-40B4-BE49-F238E27FC236}">
                  <a16:creationId xmlns:a16="http://schemas.microsoft.com/office/drawing/2014/main" id="{E8E67A0C-15C3-A894-BEBC-142F8C84C6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6" y="2704249"/>
              <a:ext cx="209457" cy="196411"/>
            </a:xfrm>
            <a:prstGeom prst="rect">
              <a:avLst/>
            </a:prstGeom>
          </p:spPr>
        </p:pic>
        <p:pic>
          <p:nvPicPr>
            <p:cNvPr id="1761" name="Graphic 1760" descr="Deciduous tree with solid fill">
              <a:extLst>
                <a:ext uri="{FF2B5EF4-FFF2-40B4-BE49-F238E27FC236}">
                  <a16:creationId xmlns:a16="http://schemas.microsoft.com/office/drawing/2014/main" id="{9E43FF03-5569-1AF6-8D4B-49607BA0D6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1762" name="Graphic 1761" descr="Deciduous tree with solid fill">
              <a:extLst>
                <a:ext uri="{FF2B5EF4-FFF2-40B4-BE49-F238E27FC236}">
                  <a16:creationId xmlns:a16="http://schemas.microsoft.com/office/drawing/2014/main" id="{1D94EE11-4CE5-FC64-0FC6-3CDDF8485E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763" name="Graphic 1762" descr="Deciduous tree with solid fill">
              <a:extLst>
                <a:ext uri="{FF2B5EF4-FFF2-40B4-BE49-F238E27FC236}">
                  <a16:creationId xmlns:a16="http://schemas.microsoft.com/office/drawing/2014/main" id="{23180478-119B-7935-BB0B-39DFB0E979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764" name="Graphic 1763" descr="Deciduous tree with solid fill">
              <a:extLst>
                <a:ext uri="{FF2B5EF4-FFF2-40B4-BE49-F238E27FC236}">
                  <a16:creationId xmlns:a16="http://schemas.microsoft.com/office/drawing/2014/main" id="{9080C044-A4C7-C5AB-8F51-2289426C08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765" name="Graphic 1764" descr="Deciduous tree with solid fill">
              <a:extLst>
                <a:ext uri="{FF2B5EF4-FFF2-40B4-BE49-F238E27FC236}">
                  <a16:creationId xmlns:a16="http://schemas.microsoft.com/office/drawing/2014/main" id="{FF62ABD9-5087-B3B8-D613-54996A1FF8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766" name="Graphic 1765" descr="Deciduous tree with solid fill">
              <a:extLst>
                <a:ext uri="{FF2B5EF4-FFF2-40B4-BE49-F238E27FC236}">
                  <a16:creationId xmlns:a16="http://schemas.microsoft.com/office/drawing/2014/main" id="{25FB7880-2E58-BBEC-400C-B048264C05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767" name="Graphic 1766" descr="Deciduous tree with solid fill">
              <a:extLst>
                <a:ext uri="{FF2B5EF4-FFF2-40B4-BE49-F238E27FC236}">
                  <a16:creationId xmlns:a16="http://schemas.microsoft.com/office/drawing/2014/main" id="{D2BD062F-8E8C-2917-AAD7-77954F3807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1768" name="Graphic 1767" descr="Deciduous tree with solid fill">
              <a:extLst>
                <a:ext uri="{FF2B5EF4-FFF2-40B4-BE49-F238E27FC236}">
                  <a16:creationId xmlns:a16="http://schemas.microsoft.com/office/drawing/2014/main" id="{62B81291-0F77-3296-4CBF-47F3467370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9" y="2484898"/>
              <a:ext cx="209457" cy="196411"/>
            </a:xfrm>
            <a:prstGeom prst="rect">
              <a:avLst/>
            </a:prstGeom>
          </p:spPr>
        </p:pic>
        <p:pic>
          <p:nvPicPr>
            <p:cNvPr id="1769" name="Graphic 1768" descr="Deciduous tree with solid fill">
              <a:extLst>
                <a:ext uri="{FF2B5EF4-FFF2-40B4-BE49-F238E27FC236}">
                  <a16:creationId xmlns:a16="http://schemas.microsoft.com/office/drawing/2014/main" id="{C34EFCA1-4D9C-8B0B-DAE0-4DFED9BF28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1770" name="Graphic 1769" descr="Deciduous tree with solid fill">
              <a:extLst>
                <a:ext uri="{FF2B5EF4-FFF2-40B4-BE49-F238E27FC236}">
                  <a16:creationId xmlns:a16="http://schemas.microsoft.com/office/drawing/2014/main" id="{2754EB96-1093-6BB2-99B2-F12DC48942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771" name="Graphic 1770" descr="Deciduous tree with solid fill">
              <a:extLst>
                <a:ext uri="{FF2B5EF4-FFF2-40B4-BE49-F238E27FC236}">
                  <a16:creationId xmlns:a16="http://schemas.microsoft.com/office/drawing/2014/main" id="{4CB4F9F5-C70A-A642-7909-D189F9CC77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772" name="Graphic 1771" descr="Deciduous tree with solid fill">
              <a:extLst>
                <a:ext uri="{FF2B5EF4-FFF2-40B4-BE49-F238E27FC236}">
                  <a16:creationId xmlns:a16="http://schemas.microsoft.com/office/drawing/2014/main" id="{D21072C3-DAA0-9CB0-3969-6C27A1EF9A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773" name="Graphic 1772" descr="Deciduous tree with solid fill">
              <a:extLst>
                <a:ext uri="{FF2B5EF4-FFF2-40B4-BE49-F238E27FC236}">
                  <a16:creationId xmlns:a16="http://schemas.microsoft.com/office/drawing/2014/main" id="{494B00BD-08C9-812D-A70D-F46FF3632C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774" name="Graphic 1773" descr="Deciduous tree with solid fill">
              <a:extLst>
                <a:ext uri="{FF2B5EF4-FFF2-40B4-BE49-F238E27FC236}">
                  <a16:creationId xmlns:a16="http://schemas.microsoft.com/office/drawing/2014/main" id="{5D2897EC-D270-BC0C-3A58-FA54665F11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775" name="Graphic 1774" descr="Deciduous tree with solid fill">
              <a:extLst>
                <a:ext uri="{FF2B5EF4-FFF2-40B4-BE49-F238E27FC236}">
                  <a16:creationId xmlns:a16="http://schemas.microsoft.com/office/drawing/2014/main" id="{2CFBE19D-932D-7CE1-5EE6-53CFD31761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776" name="Graphic 1775" descr="Deciduous tree with solid fill">
              <a:extLst>
                <a:ext uri="{FF2B5EF4-FFF2-40B4-BE49-F238E27FC236}">
                  <a16:creationId xmlns:a16="http://schemas.microsoft.com/office/drawing/2014/main" id="{89E09482-440E-6BFE-5797-2DB3F76BF9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0" y="2273368"/>
              <a:ext cx="209457" cy="196411"/>
            </a:xfrm>
            <a:prstGeom prst="rect">
              <a:avLst/>
            </a:prstGeom>
          </p:spPr>
        </p:pic>
        <p:pic>
          <p:nvPicPr>
            <p:cNvPr id="1777" name="Graphic 1776" descr="Deciduous tree with solid fill">
              <a:extLst>
                <a:ext uri="{FF2B5EF4-FFF2-40B4-BE49-F238E27FC236}">
                  <a16:creationId xmlns:a16="http://schemas.microsoft.com/office/drawing/2014/main" id="{84EB9AC1-B1D5-EAE0-7B1D-4E5846590C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1778" name="Graphic 1777" descr="Deciduous tree with solid fill">
              <a:extLst>
                <a:ext uri="{FF2B5EF4-FFF2-40B4-BE49-F238E27FC236}">
                  <a16:creationId xmlns:a16="http://schemas.microsoft.com/office/drawing/2014/main" id="{F7FFBC72-7C2D-8EE4-17AA-A6EAE2E9B5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1779" name="Graphic 1778" descr="Deciduous tree with solid fill">
              <a:extLst>
                <a:ext uri="{FF2B5EF4-FFF2-40B4-BE49-F238E27FC236}">
                  <a16:creationId xmlns:a16="http://schemas.microsoft.com/office/drawing/2014/main" id="{002090F6-21F3-3212-9226-0A5E09DDEC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1780" name="Graphic 1779" descr="Deciduous tree with solid fill">
              <a:extLst>
                <a:ext uri="{FF2B5EF4-FFF2-40B4-BE49-F238E27FC236}">
                  <a16:creationId xmlns:a16="http://schemas.microsoft.com/office/drawing/2014/main" id="{789FD491-1527-1336-3C38-4A3A18F256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781" name="Graphic 1780" descr="Deciduous tree with solid fill">
              <a:extLst>
                <a:ext uri="{FF2B5EF4-FFF2-40B4-BE49-F238E27FC236}">
                  <a16:creationId xmlns:a16="http://schemas.microsoft.com/office/drawing/2014/main" id="{87DC19C5-DBF5-A918-3858-25A8728AB5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782" name="Graphic 1781" descr="Deciduous tree with solid fill">
              <a:extLst>
                <a:ext uri="{FF2B5EF4-FFF2-40B4-BE49-F238E27FC236}">
                  <a16:creationId xmlns:a16="http://schemas.microsoft.com/office/drawing/2014/main" id="{8A08338B-DAB8-0735-A601-46863BB03D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783" name="Graphic 1782" descr="Deciduous tree with solid fill">
              <a:extLst>
                <a:ext uri="{FF2B5EF4-FFF2-40B4-BE49-F238E27FC236}">
                  <a16:creationId xmlns:a16="http://schemas.microsoft.com/office/drawing/2014/main" id="{428B3422-F5EA-B834-3684-B7D6B31B9C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784" name="Graphic 1783" descr="Deciduous tree with solid fill">
              <a:extLst>
                <a:ext uri="{FF2B5EF4-FFF2-40B4-BE49-F238E27FC236}">
                  <a16:creationId xmlns:a16="http://schemas.microsoft.com/office/drawing/2014/main" id="{0659EDA2-5FFD-B95D-7C00-4E55463B2F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785" name="Graphic 1784" descr="Deciduous tree with solid fill">
              <a:extLst>
                <a:ext uri="{FF2B5EF4-FFF2-40B4-BE49-F238E27FC236}">
                  <a16:creationId xmlns:a16="http://schemas.microsoft.com/office/drawing/2014/main" id="{B6D4FABB-089D-690E-5F19-99D053AFA8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1786" name="Graphic 1785" descr="Deciduous tree with solid fill">
              <a:extLst>
                <a:ext uri="{FF2B5EF4-FFF2-40B4-BE49-F238E27FC236}">
                  <a16:creationId xmlns:a16="http://schemas.microsoft.com/office/drawing/2014/main" id="{AD0C2A1E-B1F4-84E3-410D-04068631AD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1787" name="Graphic 1786" descr="Deciduous tree with solid fill">
              <a:extLst>
                <a:ext uri="{FF2B5EF4-FFF2-40B4-BE49-F238E27FC236}">
                  <a16:creationId xmlns:a16="http://schemas.microsoft.com/office/drawing/2014/main" id="{4251795A-8D06-7495-297F-64EAE0FBCB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0" y="2273368"/>
              <a:ext cx="209457" cy="196411"/>
            </a:xfrm>
            <a:prstGeom prst="rect">
              <a:avLst/>
            </a:prstGeom>
          </p:spPr>
        </p:pic>
        <p:pic>
          <p:nvPicPr>
            <p:cNvPr id="1788" name="Graphic 1787" descr="Deciduous tree with solid fill">
              <a:extLst>
                <a:ext uri="{FF2B5EF4-FFF2-40B4-BE49-F238E27FC236}">
                  <a16:creationId xmlns:a16="http://schemas.microsoft.com/office/drawing/2014/main" id="{E3E9873B-FBF3-05FF-5108-A1A5C68D37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1789" name="Graphic 1788" descr="Deciduous tree with solid fill">
              <a:extLst>
                <a:ext uri="{FF2B5EF4-FFF2-40B4-BE49-F238E27FC236}">
                  <a16:creationId xmlns:a16="http://schemas.microsoft.com/office/drawing/2014/main" id="{498BBAE7-7955-280E-5BB0-4002E3940D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1790" name="Graphic 1789" descr="Deciduous tree with solid fill">
              <a:extLst>
                <a:ext uri="{FF2B5EF4-FFF2-40B4-BE49-F238E27FC236}">
                  <a16:creationId xmlns:a16="http://schemas.microsoft.com/office/drawing/2014/main" id="{B3EA70DD-3B71-4B23-4D55-D7B15FB4A1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1791" name="Graphic 1790" descr="Deciduous tree with solid fill">
              <a:extLst>
                <a:ext uri="{FF2B5EF4-FFF2-40B4-BE49-F238E27FC236}">
                  <a16:creationId xmlns:a16="http://schemas.microsoft.com/office/drawing/2014/main" id="{C3E3854D-B6C1-96B5-A4E0-145FBC6E3F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792" name="Graphic 1791" descr="Deciduous tree with solid fill">
              <a:extLst>
                <a:ext uri="{FF2B5EF4-FFF2-40B4-BE49-F238E27FC236}">
                  <a16:creationId xmlns:a16="http://schemas.microsoft.com/office/drawing/2014/main" id="{E58C5F93-C34D-28D7-6814-B703C85BE2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793" name="Graphic 1792" descr="Deciduous tree with solid fill">
              <a:extLst>
                <a:ext uri="{FF2B5EF4-FFF2-40B4-BE49-F238E27FC236}">
                  <a16:creationId xmlns:a16="http://schemas.microsoft.com/office/drawing/2014/main" id="{E8D77843-B46E-707B-93C1-C40A189C74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794" name="Graphic 1793" descr="Deciduous tree with solid fill">
              <a:extLst>
                <a:ext uri="{FF2B5EF4-FFF2-40B4-BE49-F238E27FC236}">
                  <a16:creationId xmlns:a16="http://schemas.microsoft.com/office/drawing/2014/main" id="{C763DBBF-2C77-84AD-5182-8AD2AC553A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795" name="Graphic 1794" descr="Deciduous tree with solid fill">
              <a:extLst>
                <a:ext uri="{FF2B5EF4-FFF2-40B4-BE49-F238E27FC236}">
                  <a16:creationId xmlns:a16="http://schemas.microsoft.com/office/drawing/2014/main" id="{66A04456-E7AE-F6FB-B804-9CB583385D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796" name="Graphic 1795" descr="Deciduous tree with solid fill">
              <a:extLst>
                <a:ext uri="{FF2B5EF4-FFF2-40B4-BE49-F238E27FC236}">
                  <a16:creationId xmlns:a16="http://schemas.microsoft.com/office/drawing/2014/main" id="{331B982F-3657-CEA0-81F3-1EE550228A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8" y="2484898"/>
              <a:ext cx="209457" cy="196411"/>
            </a:xfrm>
            <a:prstGeom prst="rect">
              <a:avLst/>
            </a:prstGeom>
          </p:spPr>
        </p:pic>
        <p:pic>
          <p:nvPicPr>
            <p:cNvPr id="1797" name="Graphic 1796" descr="Deciduous tree with solid fill">
              <a:extLst>
                <a:ext uri="{FF2B5EF4-FFF2-40B4-BE49-F238E27FC236}">
                  <a16:creationId xmlns:a16="http://schemas.microsoft.com/office/drawing/2014/main" id="{48CE968C-C5D2-998E-6E5B-8E41D075C4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1798" name="Graphic 1797" descr="Deciduous tree with solid fill">
              <a:extLst>
                <a:ext uri="{FF2B5EF4-FFF2-40B4-BE49-F238E27FC236}">
                  <a16:creationId xmlns:a16="http://schemas.microsoft.com/office/drawing/2014/main" id="{24D09282-BDCD-2C64-7992-DE833D07D2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799" name="Graphic 1798" descr="Deciduous tree with solid fill">
              <a:extLst>
                <a:ext uri="{FF2B5EF4-FFF2-40B4-BE49-F238E27FC236}">
                  <a16:creationId xmlns:a16="http://schemas.microsoft.com/office/drawing/2014/main" id="{52139AA8-F7B7-319E-79DE-1BD8BFC130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800" name="Graphic 1799" descr="Deciduous tree with solid fill">
              <a:extLst>
                <a:ext uri="{FF2B5EF4-FFF2-40B4-BE49-F238E27FC236}">
                  <a16:creationId xmlns:a16="http://schemas.microsoft.com/office/drawing/2014/main" id="{787FFEE2-A2D9-0551-6F44-487B6C4479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801" name="Graphic 1800" descr="Deciduous tree with solid fill">
              <a:extLst>
                <a:ext uri="{FF2B5EF4-FFF2-40B4-BE49-F238E27FC236}">
                  <a16:creationId xmlns:a16="http://schemas.microsoft.com/office/drawing/2014/main" id="{877C3EFD-AE9D-7C7F-E01C-2CFD7A3E94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802" name="Graphic 1801" descr="Deciduous tree with solid fill">
              <a:extLst>
                <a:ext uri="{FF2B5EF4-FFF2-40B4-BE49-F238E27FC236}">
                  <a16:creationId xmlns:a16="http://schemas.microsoft.com/office/drawing/2014/main" id="{AF7F0A23-BC19-ADC9-48E6-7E279FE7A3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803" name="Graphic 1802" descr="Deciduous tree with solid fill">
              <a:extLst>
                <a:ext uri="{FF2B5EF4-FFF2-40B4-BE49-F238E27FC236}">
                  <a16:creationId xmlns:a16="http://schemas.microsoft.com/office/drawing/2014/main" id="{66CDE693-E3C4-0C0D-F955-B03338F6C8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804" name="Graphic 1803" descr="Deciduous tree with solid fill">
              <a:extLst>
                <a:ext uri="{FF2B5EF4-FFF2-40B4-BE49-F238E27FC236}">
                  <a16:creationId xmlns:a16="http://schemas.microsoft.com/office/drawing/2014/main" id="{F0236EDF-99F9-D735-A5BA-FAB62348DE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1805" name="Graphic 1804" descr="Deciduous tree with solid fill">
              <a:extLst>
                <a:ext uri="{FF2B5EF4-FFF2-40B4-BE49-F238E27FC236}">
                  <a16:creationId xmlns:a16="http://schemas.microsoft.com/office/drawing/2014/main" id="{C4ED06E6-E647-0227-A1DE-6DEA6920B2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1806" name="Graphic 1805" descr="Deciduous tree with solid fill">
              <a:extLst>
                <a:ext uri="{FF2B5EF4-FFF2-40B4-BE49-F238E27FC236}">
                  <a16:creationId xmlns:a16="http://schemas.microsoft.com/office/drawing/2014/main" id="{53AC7BA1-369D-FBDC-A367-78D90412B5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1807" name="Graphic 1806" descr="Deciduous tree with solid fill">
              <a:extLst>
                <a:ext uri="{FF2B5EF4-FFF2-40B4-BE49-F238E27FC236}">
                  <a16:creationId xmlns:a16="http://schemas.microsoft.com/office/drawing/2014/main" id="{FB6417B5-9BA3-9C45-52C4-1AA20BAC0B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808" name="Graphic 1807" descr="Deciduous tree with solid fill">
              <a:extLst>
                <a:ext uri="{FF2B5EF4-FFF2-40B4-BE49-F238E27FC236}">
                  <a16:creationId xmlns:a16="http://schemas.microsoft.com/office/drawing/2014/main" id="{19116B25-ECD3-F362-9ACA-5DD9E20D81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809" name="Graphic 1808" descr="Deciduous tree with solid fill">
              <a:extLst>
                <a:ext uri="{FF2B5EF4-FFF2-40B4-BE49-F238E27FC236}">
                  <a16:creationId xmlns:a16="http://schemas.microsoft.com/office/drawing/2014/main" id="{DD2C78D7-E7A9-7B9D-3B65-103003E31F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810" name="Graphic 1809" descr="Deciduous tree with solid fill">
              <a:extLst>
                <a:ext uri="{FF2B5EF4-FFF2-40B4-BE49-F238E27FC236}">
                  <a16:creationId xmlns:a16="http://schemas.microsoft.com/office/drawing/2014/main" id="{FBE555DC-3D89-7568-F430-71FD877732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811" name="Graphic 1810" descr="Deciduous tree with solid fill">
              <a:extLst>
                <a:ext uri="{FF2B5EF4-FFF2-40B4-BE49-F238E27FC236}">
                  <a16:creationId xmlns:a16="http://schemas.microsoft.com/office/drawing/2014/main" id="{B5DFBA9A-A47A-64DA-A81C-B805CE28B3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812" name="Graphic 1811" descr="Deciduous tree with solid fill">
              <a:extLst>
                <a:ext uri="{FF2B5EF4-FFF2-40B4-BE49-F238E27FC236}">
                  <a16:creationId xmlns:a16="http://schemas.microsoft.com/office/drawing/2014/main" id="{F3872841-01F7-2314-38AD-CA57B15D37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1813" name="Graphic 1812" descr="Deciduous tree with solid fill">
              <a:extLst>
                <a:ext uri="{FF2B5EF4-FFF2-40B4-BE49-F238E27FC236}">
                  <a16:creationId xmlns:a16="http://schemas.microsoft.com/office/drawing/2014/main" id="{2B3769A3-318D-4E4C-05D3-A1262170F4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1814" name="Graphic 1813" descr="Deciduous tree with solid fill">
              <a:extLst>
                <a:ext uri="{FF2B5EF4-FFF2-40B4-BE49-F238E27FC236}">
                  <a16:creationId xmlns:a16="http://schemas.microsoft.com/office/drawing/2014/main" id="{79EB968B-348D-9A0E-2675-AD85D81EEA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1815" name="Graphic 1814" descr="Deciduous tree with solid fill">
              <a:extLst>
                <a:ext uri="{FF2B5EF4-FFF2-40B4-BE49-F238E27FC236}">
                  <a16:creationId xmlns:a16="http://schemas.microsoft.com/office/drawing/2014/main" id="{1CC54021-4D00-7495-767B-CB997C24B2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1816" name="Graphic 1815" descr="Deciduous tree with solid fill">
              <a:extLst>
                <a:ext uri="{FF2B5EF4-FFF2-40B4-BE49-F238E27FC236}">
                  <a16:creationId xmlns:a16="http://schemas.microsoft.com/office/drawing/2014/main" id="{18C5422B-C960-B66A-3CE5-B619E850CA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1817" name="Graphic 1816" descr="Deciduous tree with solid fill">
              <a:extLst>
                <a:ext uri="{FF2B5EF4-FFF2-40B4-BE49-F238E27FC236}">
                  <a16:creationId xmlns:a16="http://schemas.microsoft.com/office/drawing/2014/main" id="{454A276D-4FCD-1FCB-426B-AFAB5EC777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818" name="Graphic 1817" descr="Deciduous tree with solid fill">
              <a:extLst>
                <a:ext uri="{FF2B5EF4-FFF2-40B4-BE49-F238E27FC236}">
                  <a16:creationId xmlns:a16="http://schemas.microsoft.com/office/drawing/2014/main" id="{FCF8BC39-3383-48D7-6949-2F4AE08172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819" name="Graphic 1818" descr="Deciduous tree with solid fill">
              <a:extLst>
                <a:ext uri="{FF2B5EF4-FFF2-40B4-BE49-F238E27FC236}">
                  <a16:creationId xmlns:a16="http://schemas.microsoft.com/office/drawing/2014/main" id="{6CACFB2B-B182-15E4-C6CD-BC796A93E5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820" name="Graphic 1819" descr="Deciduous tree with solid fill">
              <a:extLst>
                <a:ext uri="{FF2B5EF4-FFF2-40B4-BE49-F238E27FC236}">
                  <a16:creationId xmlns:a16="http://schemas.microsoft.com/office/drawing/2014/main" id="{EBCFF2A5-9E80-BEF7-8160-64E8A735A4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821" name="Graphic 1820" descr="Deciduous tree with solid fill">
              <a:extLst>
                <a:ext uri="{FF2B5EF4-FFF2-40B4-BE49-F238E27FC236}">
                  <a16:creationId xmlns:a16="http://schemas.microsoft.com/office/drawing/2014/main" id="{9AF5FA36-0357-FA3B-CE5E-D98821A5AA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822" name="Graphic 1821" descr="Deciduous tree with solid fill">
              <a:extLst>
                <a:ext uri="{FF2B5EF4-FFF2-40B4-BE49-F238E27FC236}">
                  <a16:creationId xmlns:a16="http://schemas.microsoft.com/office/drawing/2014/main" id="{00441063-F5C7-FD23-F6C8-C505FFDCE2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1823" name="Graphic 1822" descr="Deciduous tree with solid fill">
              <a:extLst>
                <a:ext uri="{FF2B5EF4-FFF2-40B4-BE49-F238E27FC236}">
                  <a16:creationId xmlns:a16="http://schemas.microsoft.com/office/drawing/2014/main" id="{1C5A1B4E-6F78-88F2-1A57-4248593F14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824" name="Graphic 1823" descr="Deciduous tree with solid fill">
              <a:extLst>
                <a:ext uri="{FF2B5EF4-FFF2-40B4-BE49-F238E27FC236}">
                  <a16:creationId xmlns:a16="http://schemas.microsoft.com/office/drawing/2014/main" id="{5D954C20-097D-CF8D-AC94-4759026387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825" name="Graphic 1824" descr="Deciduous tree with solid fill">
              <a:extLst>
                <a:ext uri="{FF2B5EF4-FFF2-40B4-BE49-F238E27FC236}">
                  <a16:creationId xmlns:a16="http://schemas.microsoft.com/office/drawing/2014/main" id="{DD9C0869-EF0B-F81D-5336-20613BBF7F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826" name="Graphic 1825" descr="Deciduous tree with solid fill">
              <a:extLst>
                <a:ext uri="{FF2B5EF4-FFF2-40B4-BE49-F238E27FC236}">
                  <a16:creationId xmlns:a16="http://schemas.microsoft.com/office/drawing/2014/main" id="{4487C323-48AE-EE52-2083-D74CD2DDF1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827" name="Graphic 1826" descr="Deciduous tree with solid fill">
              <a:extLst>
                <a:ext uri="{FF2B5EF4-FFF2-40B4-BE49-F238E27FC236}">
                  <a16:creationId xmlns:a16="http://schemas.microsoft.com/office/drawing/2014/main" id="{C1D6BD33-4D67-659F-9429-63C8F9F2CE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828" name="Graphic 1827" descr="Deciduous tree with solid fill">
              <a:extLst>
                <a:ext uri="{FF2B5EF4-FFF2-40B4-BE49-F238E27FC236}">
                  <a16:creationId xmlns:a16="http://schemas.microsoft.com/office/drawing/2014/main" id="{3D2B42B0-31AF-DF1E-E1A1-16163537CC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829" name="Graphic 1828" descr="Deciduous tree with solid fill">
              <a:extLst>
                <a:ext uri="{FF2B5EF4-FFF2-40B4-BE49-F238E27FC236}">
                  <a16:creationId xmlns:a16="http://schemas.microsoft.com/office/drawing/2014/main" id="{E9012EF9-BF4F-FDC1-1305-5AE54BCFD3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1830" name="Graphic 1829" descr="Deciduous tree with solid fill">
              <a:extLst>
                <a:ext uri="{FF2B5EF4-FFF2-40B4-BE49-F238E27FC236}">
                  <a16:creationId xmlns:a16="http://schemas.microsoft.com/office/drawing/2014/main" id="{92F50215-E904-5DC0-06E9-B5E59E5FF1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1831" name="Graphic 1830" descr="Deciduous tree with solid fill">
              <a:extLst>
                <a:ext uri="{FF2B5EF4-FFF2-40B4-BE49-F238E27FC236}">
                  <a16:creationId xmlns:a16="http://schemas.microsoft.com/office/drawing/2014/main" id="{32B46594-D470-C3AE-E962-69F02A1503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832" name="Graphic 1831" descr="Deciduous tree with solid fill">
              <a:extLst>
                <a:ext uri="{FF2B5EF4-FFF2-40B4-BE49-F238E27FC236}">
                  <a16:creationId xmlns:a16="http://schemas.microsoft.com/office/drawing/2014/main" id="{C46340C0-C644-1BB6-726C-93EC9195DD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833" name="Graphic 1832" descr="Deciduous tree with solid fill">
              <a:extLst>
                <a:ext uri="{FF2B5EF4-FFF2-40B4-BE49-F238E27FC236}">
                  <a16:creationId xmlns:a16="http://schemas.microsoft.com/office/drawing/2014/main" id="{70EFC75A-736D-64E1-5C95-062B06581D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834" name="Graphic 1833" descr="Deciduous tree with solid fill">
              <a:extLst>
                <a:ext uri="{FF2B5EF4-FFF2-40B4-BE49-F238E27FC236}">
                  <a16:creationId xmlns:a16="http://schemas.microsoft.com/office/drawing/2014/main" id="{4B7E5D79-DAA0-B165-9CB3-5842E2299A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835" name="Graphic 1834" descr="Deciduous tree with solid fill">
              <a:extLst>
                <a:ext uri="{FF2B5EF4-FFF2-40B4-BE49-F238E27FC236}">
                  <a16:creationId xmlns:a16="http://schemas.microsoft.com/office/drawing/2014/main" id="{6A5A29B8-C52F-1D1D-EE1A-C4A96F7A34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836" name="Graphic 1835" descr="Deciduous tree with solid fill">
              <a:extLst>
                <a:ext uri="{FF2B5EF4-FFF2-40B4-BE49-F238E27FC236}">
                  <a16:creationId xmlns:a16="http://schemas.microsoft.com/office/drawing/2014/main" id="{B83C642F-09C8-52B0-21CD-7B4772AA29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1837" name="Graphic 1836" descr="Deciduous tree with solid fill">
              <a:extLst>
                <a:ext uri="{FF2B5EF4-FFF2-40B4-BE49-F238E27FC236}">
                  <a16:creationId xmlns:a16="http://schemas.microsoft.com/office/drawing/2014/main" id="{B2B0BECA-F00E-EE81-AB3B-1D8F9E8650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1838" name="Graphic 1837" descr="Deciduous tree with solid fill">
              <a:extLst>
                <a:ext uri="{FF2B5EF4-FFF2-40B4-BE49-F238E27FC236}">
                  <a16:creationId xmlns:a16="http://schemas.microsoft.com/office/drawing/2014/main" id="{DEF5555A-E900-A25E-DF9C-7EA7C6B655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1839" name="Graphic 1838" descr="Deciduous tree with solid fill">
              <a:extLst>
                <a:ext uri="{FF2B5EF4-FFF2-40B4-BE49-F238E27FC236}">
                  <a16:creationId xmlns:a16="http://schemas.microsoft.com/office/drawing/2014/main" id="{B9FC3AAA-5A52-39DD-A016-71E2C8F374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1840" name="Graphic 1839" descr="Deciduous tree with solid fill">
              <a:extLst>
                <a:ext uri="{FF2B5EF4-FFF2-40B4-BE49-F238E27FC236}">
                  <a16:creationId xmlns:a16="http://schemas.microsoft.com/office/drawing/2014/main" id="{185CAC40-A58D-8D4E-221B-7AF8D361A4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841" name="Graphic 1840" descr="Deciduous tree with solid fill">
              <a:extLst>
                <a:ext uri="{FF2B5EF4-FFF2-40B4-BE49-F238E27FC236}">
                  <a16:creationId xmlns:a16="http://schemas.microsoft.com/office/drawing/2014/main" id="{E39B399D-FBE1-51D3-B4F8-556F7C495D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842" name="Graphic 1841" descr="Deciduous tree with solid fill">
              <a:extLst>
                <a:ext uri="{FF2B5EF4-FFF2-40B4-BE49-F238E27FC236}">
                  <a16:creationId xmlns:a16="http://schemas.microsoft.com/office/drawing/2014/main" id="{EE40265D-87FA-C623-CAE1-7BE613DBDC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843" name="Graphic 1842" descr="Deciduous tree with solid fill">
              <a:extLst>
                <a:ext uri="{FF2B5EF4-FFF2-40B4-BE49-F238E27FC236}">
                  <a16:creationId xmlns:a16="http://schemas.microsoft.com/office/drawing/2014/main" id="{A5BC66D0-EDF4-1DAB-1E39-E742455793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844" name="Graphic 1843" descr="Deciduous tree with solid fill">
              <a:extLst>
                <a:ext uri="{FF2B5EF4-FFF2-40B4-BE49-F238E27FC236}">
                  <a16:creationId xmlns:a16="http://schemas.microsoft.com/office/drawing/2014/main" id="{15DBD3F5-8E0B-7552-631F-836239D800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845" name="Graphic 1844" descr="Deciduous tree with solid fill">
              <a:extLst>
                <a:ext uri="{FF2B5EF4-FFF2-40B4-BE49-F238E27FC236}">
                  <a16:creationId xmlns:a16="http://schemas.microsoft.com/office/drawing/2014/main" id="{8AA9081C-AA11-3884-CFC9-852B66C60E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846" name="Graphic 1845" descr="Deciduous tree with solid fill">
              <a:extLst>
                <a:ext uri="{FF2B5EF4-FFF2-40B4-BE49-F238E27FC236}">
                  <a16:creationId xmlns:a16="http://schemas.microsoft.com/office/drawing/2014/main" id="{AB8057B0-5F2E-91CC-48B8-F6BCC95787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847" name="Graphic 1846" descr="Deciduous tree with solid fill">
              <a:extLst>
                <a:ext uri="{FF2B5EF4-FFF2-40B4-BE49-F238E27FC236}">
                  <a16:creationId xmlns:a16="http://schemas.microsoft.com/office/drawing/2014/main" id="{8B71E24B-FDB8-895F-6CC2-C9945D3DF1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848" name="Graphic 1847" descr="Deciduous tree with solid fill">
              <a:extLst>
                <a:ext uri="{FF2B5EF4-FFF2-40B4-BE49-F238E27FC236}">
                  <a16:creationId xmlns:a16="http://schemas.microsoft.com/office/drawing/2014/main" id="{575BCA68-3249-059A-83F7-363159AA27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849" name="Graphic 1848" descr="Deciduous tree with solid fill">
              <a:extLst>
                <a:ext uri="{FF2B5EF4-FFF2-40B4-BE49-F238E27FC236}">
                  <a16:creationId xmlns:a16="http://schemas.microsoft.com/office/drawing/2014/main" id="{E53132DF-96A8-6B4B-7F41-05D2BD577B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850" name="Graphic 1849" descr="Deciduous tree with solid fill">
              <a:extLst>
                <a:ext uri="{FF2B5EF4-FFF2-40B4-BE49-F238E27FC236}">
                  <a16:creationId xmlns:a16="http://schemas.microsoft.com/office/drawing/2014/main" id="{A332C27C-C977-2898-DEE6-8F26CDB342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851" name="Graphic 1850" descr="Deciduous tree with solid fill">
              <a:extLst>
                <a:ext uri="{FF2B5EF4-FFF2-40B4-BE49-F238E27FC236}">
                  <a16:creationId xmlns:a16="http://schemas.microsoft.com/office/drawing/2014/main" id="{530F7B27-582C-7EC8-6ECC-1F0CF5885C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1852" name="Graphic 1851" descr="Deciduous tree with solid fill">
              <a:extLst>
                <a:ext uri="{FF2B5EF4-FFF2-40B4-BE49-F238E27FC236}">
                  <a16:creationId xmlns:a16="http://schemas.microsoft.com/office/drawing/2014/main" id="{75004CD2-743C-C1E0-B3F4-6A5C3B9A9F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853" name="Graphic 1852" descr="Deciduous tree with solid fill">
              <a:extLst>
                <a:ext uri="{FF2B5EF4-FFF2-40B4-BE49-F238E27FC236}">
                  <a16:creationId xmlns:a16="http://schemas.microsoft.com/office/drawing/2014/main" id="{ED63743B-1EAC-6FB1-D6B2-B18FD94754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854" name="Graphic 1853" descr="Deciduous tree with solid fill">
              <a:extLst>
                <a:ext uri="{FF2B5EF4-FFF2-40B4-BE49-F238E27FC236}">
                  <a16:creationId xmlns:a16="http://schemas.microsoft.com/office/drawing/2014/main" id="{FE2EC6AC-FBD3-5D87-5A18-B7219E5DDA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855" name="Graphic 1854" descr="Deciduous tree with solid fill">
              <a:extLst>
                <a:ext uri="{FF2B5EF4-FFF2-40B4-BE49-F238E27FC236}">
                  <a16:creationId xmlns:a16="http://schemas.microsoft.com/office/drawing/2014/main" id="{604AE138-450B-B469-9C2D-E4D9DCA119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856" name="Graphic 1855" descr="Deciduous tree with solid fill">
              <a:extLst>
                <a:ext uri="{FF2B5EF4-FFF2-40B4-BE49-F238E27FC236}">
                  <a16:creationId xmlns:a16="http://schemas.microsoft.com/office/drawing/2014/main" id="{05D744CF-F625-D069-C411-EF7CDC2B1A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857" name="Graphic 1856" descr="Deciduous tree with solid fill">
              <a:extLst>
                <a:ext uri="{FF2B5EF4-FFF2-40B4-BE49-F238E27FC236}">
                  <a16:creationId xmlns:a16="http://schemas.microsoft.com/office/drawing/2014/main" id="{1E05EA83-3A79-C87C-4E80-6570D4D060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858" name="Graphic 1857" descr="Deciduous tree with solid fill">
              <a:extLst>
                <a:ext uri="{FF2B5EF4-FFF2-40B4-BE49-F238E27FC236}">
                  <a16:creationId xmlns:a16="http://schemas.microsoft.com/office/drawing/2014/main" id="{C96B9117-9629-508C-7CA4-F9C9C471D1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859" name="Graphic 1858" descr="Deciduous tree with solid fill">
              <a:extLst>
                <a:ext uri="{FF2B5EF4-FFF2-40B4-BE49-F238E27FC236}">
                  <a16:creationId xmlns:a16="http://schemas.microsoft.com/office/drawing/2014/main" id="{B9859D61-B664-B1EA-93A2-EF53BBADEA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1860" name="Graphic 1859" descr="Deciduous tree with solid fill">
              <a:extLst>
                <a:ext uri="{FF2B5EF4-FFF2-40B4-BE49-F238E27FC236}">
                  <a16:creationId xmlns:a16="http://schemas.microsoft.com/office/drawing/2014/main" id="{BA3E804B-E616-1E4E-0202-E66E2B315A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861" name="Graphic 1860" descr="Deciduous tree with solid fill">
              <a:extLst>
                <a:ext uri="{FF2B5EF4-FFF2-40B4-BE49-F238E27FC236}">
                  <a16:creationId xmlns:a16="http://schemas.microsoft.com/office/drawing/2014/main" id="{C35CA8F6-5010-E3E4-207A-6549952BF0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862" name="Graphic 1861" descr="Deciduous tree with solid fill">
              <a:extLst>
                <a:ext uri="{FF2B5EF4-FFF2-40B4-BE49-F238E27FC236}">
                  <a16:creationId xmlns:a16="http://schemas.microsoft.com/office/drawing/2014/main" id="{256612C1-1E05-F459-979E-0B5DFF775D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863" name="Graphic 1862" descr="Deciduous tree with solid fill">
              <a:extLst>
                <a:ext uri="{FF2B5EF4-FFF2-40B4-BE49-F238E27FC236}">
                  <a16:creationId xmlns:a16="http://schemas.microsoft.com/office/drawing/2014/main" id="{993AC273-0BF3-B511-E931-739682ECF8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864" name="Graphic 1863" descr="Deciduous tree with solid fill">
              <a:extLst>
                <a:ext uri="{FF2B5EF4-FFF2-40B4-BE49-F238E27FC236}">
                  <a16:creationId xmlns:a16="http://schemas.microsoft.com/office/drawing/2014/main" id="{6B013BF5-81BF-22FB-2770-F323CE551A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865" name="Graphic 1864" descr="Deciduous tree with solid fill">
              <a:extLst>
                <a:ext uri="{FF2B5EF4-FFF2-40B4-BE49-F238E27FC236}">
                  <a16:creationId xmlns:a16="http://schemas.microsoft.com/office/drawing/2014/main" id="{65D7EC8C-B98A-1EAC-DF1E-8D8A29620A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866" name="Graphic 1865" descr="Deciduous tree with solid fill">
              <a:extLst>
                <a:ext uri="{FF2B5EF4-FFF2-40B4-BE49-F238E27FC236}">
                  <a16:creationId xmlns:a16="http://schemas.microsoft.com/office/drawing/2014/main" id="{8C260CC7-576B-92CE-0DE3-13B6A90683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867" name="Graphic 1866" descr="Deciduous tree with solid fill">
              <a:extLst>
                <a:ext uri="{FF2B5EF4-FFF2-40B4-BE49-F238E27FC236}">
                  <a16:creationId xmlns:a16="http://schemas.microsoft.com/office/drawing/2014/main" id="{BDC527CB-AA7F-6632-17D0-C8D8FBA926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868" name="Graphic 1867" descr="Deciduous tree with solid fill">
              <a:extLst>
                <a:ext uri="{FF2B5EF4-FFF2-40B4-BE49-F238E27FC236}">
                  <a16:creationId xmlns:a16="http://schemas.microsoft.com/office/drawing/2014/main" id="{DB4D649F-DB1A-1793-C507-EDAC1BBAC6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869" name="Graphic 1868" descr="Deciduous tree with solid fill">
              <a:extLst>
                <a:ext uri="{FF2B5EF4-FFF2-40B4-BE49-F238E27FC236}">
                  <a16:creationId xmlns:a16="http://schemas.microsoft.com/office/drawing/2014/main" id="{DD7A2101-ACDA-8546-EFC6-F9E6439970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870" name="Graphic 1869" descr="Deciduous tree with solid fill">
              <a:extLst>
                <a:ext uri="{FF2B5EF4-FFF2-40B4-BE49-F238E27FC236}">
                  <a16:creationId xmlns:a16="http://schemas.microsoft.com/office/drawing/2014/main" id="{81BB62DB-8C51-BC37-4EE2-44F46481BE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871" name="Graphic 1870" descr="Deciduous tree with solid fill">
              <a:extLst>
                <a:ext uri="{FF2B5EF4-FFF2-40B4-BE49-F238E27FC236}">
                  <a16:creationId xmlns:a16="http://schemas.microsoft.com/office/drawing/2014/main" id="{4C44AAB2-8AA2-5671-2F78-AA61640DDB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872" name="Graphic 1871" descr="Deciduous tree with solid fill">
              <a:extLst>
                <a:ext uri="{FF2B5EF4-FFF2-40B4-BE49-F238E27FC236}">
                  <a16:creationId xmlns:a16="http://schemas.microsoft.com/office/drawing/2014/main" id="{B84C1FC8-A3CB-86C7-740D-2F13E4B814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873" name="Graphic 1872" descr="Deciduous tree with solid fill">
              <a:extLst>
                <a:ext uri="{FF2B5EF4-FFF2-40B4-BE49-F238E27FC236}">
                  <a16:creationId xmlns:a16="http://schemas.microsoft.com/office/drawing/2014/main" id="{E1536669-9A72-C598-D04E-1CA0C10629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874" name="Graphic 1873" descr="Deciduous tree with solid fill">
              <a:extLst>
                <a:ext uri="{FF2B5EF4-FFF2-40B4-BE49-F238E27FC236}">
                  <a16:creationId xmlns:a16="http://schemas.microsoft.com/office/drawing/2014/main" id="{D8AB1236-C750-4179-C3FA-1D75FAF602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875" name="Graphic 1874" descr="Deciduous tree with solid fill">
              <a:extLst>
                <a:ext uri="{FF2B5EF4-FFF2-40B4-BE49-F238E27FC236}">
                  <a16:creationId xmlns:a16="http://schemas.microsoft.com/office/drawing/2014/main" id="{F6D49A06-8A29-0C9D-A866-F80E61B17D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876" name="Graphic 1875" descr="Deciduous tree with solid fill">
              <a:extLst>
                <a:ext uri="{FF2B5EF4-FFF2-40B4-BE49-F238E27FC236}">
                  <a16:creationId xmlns:a16="http://schemas.microsoft.com/office/drawing/2014/main" id="{6936AEDD-121A-1778-0320-D121463F94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877" name="Graphic 1876" descr="Deciduous tree with solid fill">
              <a:extLst>
                <a:ext uri="{FF2B5EF4-FFF2-40B4-BE49-F238E27FC236}">
                  <a16:creationId xmlns:a16="http://schemas.microsoft.com/office/drawing/2014/main" id="{266C7F38-68A6-C0DA-1C10-F2BE0CD98E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878" name="Graphic 1877" descr="Deciduous tree with solid fill">
              <a:extLst>
                <a:ext uri="{FF2B5EF4-FFF2-40B4-BE49-F238E27FC236}">
                  <a16:creationId xmlns:a16="http://schemas.microsoft.com/office/drawing/2014/main" id="{B71B36EB-FBDD-9600-15D3-89ED98B76C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879" name="Graphic 1878" descr="Deciduous tree with solid fill">
              <a:extLst>
                <a:ext uri="{FF2B5EF4-FFF2-40B4-BE49-F238E27FC236}">
                  <a16:creationId xmlns:a16="http://schemas.microsoft.com/office/drawing/2014/main" id="{6FE2C793-A035-C3E4-F3AA-56D20F0037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880" name="Graphic 1879" descr="Deciduous tree with solid fill">
              <a:extLst>
                <a:ext uri="{FF2B5EF4-FFF2-40B4-BE49-F238E27FC236}">
                  <a16:creationId xmlns:a16="http://schemas.microsoft.com/office/drawing/2014/main" id="{F31A2199-8B58-23CB-7EBE-BC509A1E35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881" name="Graphic 1880" descr="Deciduous tree with solid fill">
              <a:extLst>
                <a:ext uri="{FF2B5EF4-FFF2-40B4-BE49-F238E27FC236}">
                  <a16:creationId xmlns:a16="http://schemas.microsoft.com/office/drawing/2014/main" id="{F1F489D6-D2EC-CF5C-CF34-5ABF85079A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882" name="Graphic 1881" descr="Deciduous tree with solid fill">
              <a:extLst>
                <a:ext uri="{FF2B5EF4-FFF2-40B4-BE49-F238E27FC236}">
                  <a16:creationId xmlns:a16="http://schemas.microsoft.com/office/drawing/2014/main" id="{63FE48C2-40AF-824C-620C-D2252CB74D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883" name="Graphic 1882" descr="Deciduous tree with solid fill">
              <a:extLst>
                <a:ext uri="{FF2B5EF4-FFF2-40B4-BE49-F238E27FC236}">
                  <a16:creationId xmlns:a16="http://schemas.microsoft.com/office/drawing/2014/main" id="{C396D67D-0465-8F30-D730-EDF0756153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884" name="Graphic 1883" descr="Deciduous tree with solid fill">
              <a:extLst>
                <a:ext uri="{FF2B5EF4-FFF2-40B4-BE49-F238E27FC236}">
                  <a16:creationId xmlns:a16="http://schemas.microsoft.com/office/drawing/2014/main" id="{AE721AC5-C0AC-E51E-75CC-117692326E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885" name="Graphic 1884" descr="Deciduous tree with solid fill">
              <a:extLst>
                <a:ext uri="{FF2B5EF4-FFF2-40B4-BE49-F238E27FC236}">
                  <a16:creationId xmlns:a16="http://schemas.microsoft.com/office/drawing/2014/main" id="{499BE8AB-2E0C-1DDE-DBA1-8001CD4E46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886" name="Graphic 1885" descr="Deciduous tree with solid fill">
              <a:extLst>
                <a:ext uri="{FF2B5EF4-FFF2-40B4-BE49-F238E27FC236}">
                  <a16:creationId xmlns:a16="http://schemas.microsoft.com/office/drawing/2014/main" id="{E4A8A1D4-D18F-7246-465D-DCF5124576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887" name="Graphic 1886" descr="Deciduous tree with solid fill">
              <a:extLst>
                <a:ext uri="{FF2B5EF4-FFF2-40B4-BE49-F238E27FC236}">
                  <a16:creationId xmlns:a16="http://schemas.microsoft.com/office/drawing/2014/main" id="{10C97BDF-88E1-E207-DF6C-3EF5B2FB79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888" name="Graphic 1887" descr="Deciduous tree with solid fill">
              <a:extLst>
                <a:ext uri="{FF2B5EF4-FFF2-40B4-BE49-F238E27FC236}">
                  <a16:creationId xmlns:a16="http://schemas.microsoft.com/office/drawing/2014/main" id="{413B1618-2412-3F3B-716B-AA577ABFB9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889" name="Graphic 1888" descr="Deciduous tree with solid fill">
              <a:extLst>
                <a:ext uri="{FF2B5EF4-FFF2-40B4-BE49-F238E27FC236}">
                  <a16:creationId xmlns:a16="http://schemas.microsoft.com/office/drawing/2014/main" id="{15B89DE3-FFEE-3FC9-A760-5CCD7B7605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890" name="Graphic 1889" descr="Deciduous tree with solid fill">
              <a:extLst>
                <a:ext uri="{FF2B5EF4-FFF2-40B4-BE49-F238E27FC236}">
                  <a16:creationId xmlns:a16="http://schemas.microsoft.com/office/drawing/2014/main" id="{E90496BB-CA4B-147D-5BC1-6833B862A8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891" name="Graphic 1890" descr="Deciduous tree with solid fill">
              <a:extLst>
                <a:ext uri="{FF2B5EF4-FFF2-40B4-BE49-F238E27FC236}">
                  <a16:creationId xmlns:a16="http://schemas.microsoft.com/office/drawing/2014/main" id="{E1D1E095-391E-6793-4FB0-00EA5D2F7A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892" name="Graphic 1891" descr="Deciduous tree with solid fill">
              <a:extLst>
                <a:ext uri="{FF2B5EF4-FFF2-40B4-BE49-F238E27FC236}">
                  <a16:creationId xmlns:a16="http://schemas.microsoft.com/office/drawing/2014/main" id="{F8580116-B4C8-294F-80EB-10B068B8C6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893" name="Graphic 1892" descr="Deciduous tree with solid fill">
              <a:extLst>
                <a:ext uri="{FF2B5EF4-FFF2-40B4-BE49-F238E27FC236}">
                  <a16:creationId xmlns:a16="http://schemas.microsoft.com/office/drawing/2014/main" id="{B286BA10-4139-B261-9EE5-13DFDABF00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894" name="Graphic 1893" descr="Deciduous tree with solid fill">
              <a:extLst>
                <a:ext uri="{FF2B5EF4-FFF2-40B4-BE49-F238E27FC236}">
                  <a16:creationId xmlns:a16="http://schemas.microsoft.com/office/drawing/2014/main" id="{06AF81F7-3C26-12A8-C470-DFDFD4D32C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895" name="Graphic 1894" descr="Deciduous tree with solid fill">
              <a:extLst>
                <a:ext uri="{FF2B5EF4-FFF2-40B4-BE49-F238E27FC236}">
                  <a16:creationId xmlns:a16="http://schemas.microsoft.com/office/drawing/2014/main" id="{438DBFFC-3998-31DE-1D0F-5C1DE65AE2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896" name="Graphic 1895" descr="Deciduous tree with solid fill">
              <a:extLst>
                <a:ext uri="{FF2B5EF4-FFF2-40B4-BE49-F238E27FC236}">
                  <a16:creationId xmlns:a16="http://schemas.microsoft.com/office/drawing/2014/main" id="{60C41853-B2EC-4A3E-9490-DA2A0562B1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897" name="Graphic 1896" descr="Deciduous tree with solid fill">
              <a:extLst>
                <a:ext uri="{FF2B5EF4-FFF2-40B4-BE49-F238E27FC236}">
                  <a16:creationId xmlns:a16="http://schemas.microsoft.com/office/drawing/2014/main" id="{0232559A-F0C6-B5B3-42D6-C5230EADED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898" name="Graphic 1897" descr="Deciduous tree with solid fill">
              <a:extLst>
                <a:ext uri="{FF2B5EF4-FFF2-40B4-BE49-F238E27FC236}">
                  <a16:creationId xmlns:a16="http://schemas.microsoft.com/office/drawing/2014/main" id="{C45324AD-9EC3-B195-4D21-E3D49B4DD1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899" name="Graphic 1898" descr="Deciduous tree with solid fill">
              <a:extLst>
                <a:ext uri="{FF2B5EF4-FFF2-40B4-BE49-F238E27FC236}">
                  <a16:creationId xmlns:a16="http://schemas.microsoft.com/office/drawing/2014/main" id="{59A12BB6-9CAE-6718-AAA9-E1B12324AE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900" name="Graphic 1899" descr="Deciduous tree with solid fill">
              <a:extLst>
                <a:ext uri="{FF2B5EF4-FFF2-40B4-BE49-F238E27FC236}">
                  <a16:creationId xmlns:a16="http://schemas.microsoft.com/office/drawing/2014/main" id="{EFACB0DE-D625-C94B-2A66-633B82DA4D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901" name="Graphic 1900" descr="Deciduous tree with solid fill">
              <a:extLst>
                <a:ext uri="{FF2B5EF4-FFF2-40B4-BE49-F238E27FC236}">
                  <a16:creationId xmlns:a16="http://schemas.microsoft.com/office/drawing/2014/main" id="{15A36F76-B2DC-9EEB-E809-477C072DA6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902" name="Graphic 1901" descr="Deciduous tree with solid fill">
              <a:extLst>
                <a:ext uri="{FF2B5EF4-FFF2-40B4-BE49-F238E27FC236}">
                  <a16:creationId xmlns:a16="http://schemas.microsoft.com/office/drawing/2014/main" id="{B5F089CE-B9D6-9D8F-BB4F-878A601E6F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903" name="Graphic 1902" descr="Deciduous tree with solid fill">
              <a:extLst>
                <a:ext uri="{FF2B5EF4-FFF2-40B4-BE49-F238E27FC236}">
                  <a16:creationId xmlns:a16="http://schemas.microsoft.com/office/drawing/2014/main" id="{D80B966C-E03C-71A8-24FA-1E609F7CEC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904" name="Graphic 1903" descr="Deciduous tree with solid fill">
              <a:extLst>
                <a:ext uri="{FF2B5EF4-FFF2-40B4-BE49-F238E27FC236}">
                  <a16:creationId xmlns:a16="http://schemas.microsoft.com/office/drawing/2014/main" id="{75400AE2-D49C-64E5-FA98-A28DD9C4FB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905" name="Graphic 1904" descr="Deciduous tree with solid fill">
              <a:extLst>
                <a:ext uri="{FF2B5EF4-FFF2-40B4-BE49-F238E27FC236}">
                  <a16:creationId xmlns:a16="http://schemas.microsoft.com/office/drawing/2014/main" id="{A7DC8D92-9EF4-1AE7-95D6-E21E9094BF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906" name="Graphic 1905" descr="Deciduous tree with solid fill">
              <a:extLst>
                <a:ext uri="{FF2B5EF4-FFF2-40B4-BE49-F238E27FC236}">
                  <a16:creationId xmlns:a16="http://schemas.microsoft.com/office/drawing/2014/main" id="{6D330782-78B2-D866-117A-ADD7D1C972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907" name="Graphic 1906" descr="Deciduous tree with solid fill">
              <a:extLst>
                <a:ext uri="{FF2B5EF4-FFF2-40B4-BE49-F238E27FC236}">
                  <a16:creationId xmlns:a16="http://schemas.microsoft.com/office/drawing/2014/main" id="{DF9F5A06-44B8-E256-8DF1-22959AC5C1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908" name="Graphic 1907" descr="Deciduous tree with solid fill">
              <a:extLst>
                <a:ext uri="{FF2B5EF4-FFF2-40B4-BE49-F238E27FC236}">
                  <a16:creationId xmlns:a16="http://schemas.microsoft.com/office/drawing/2014/main" id="{8D9341FE-F1D6-A892-5C1D-4E6275130E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909" name="Graphic 1908" descr="Deciduous tree with solid fill">
              <a:extLst>
                <a:ext uri="{FF2B5EF4-FFF2-40B4-BE49-F238E27FC236}">
                  <a16:creationId xmlns:a16="http://schemas.microsoft.com/office/drawing/2014/main" id="{C5604F35-8F57-86C6-659E-3F7A6298E4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910" name="Graphic 1909" descr="Deciduous tree with solid fill">
              <a:extLst>
                <a:ext uri="{FF2B5EF4-FFF2-40B4-BE49-F238E27FC236}">
                  <a16:creationId xmlns:a16="http://schemas.microsoft.com/office/drawing/2014/main" id="{716CCDE7-17BB-D9BF-18C1-64AD709590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911" name="Graphic 1910" descr="Deciduous tree with solid fill">
              <a:extLst>
                <a:ext uri="{FF2B5EF4-FFF2-40B4-BE49-F238E27FC236}">
                  <a16:creationId xmlns:a16="http://schemas.microsoft.com/office/drawing/2014/main" id="{E673B24F-7C6A-49DD-A349-F896FF1619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912" name="Graphic 1911" descr="Deciduous tree with solid fill">
              <a:extLst>
                <a:ext uri="{FF2B5EF4-FFF2-40B4-BE49-F238E27FC236}">
                  <a16:creationId xmlns:a16="http://schemas.microsoft.com/office/drawing/2014/main" id="{D420EA76-CAF0-C268-8F6E-34BB63CDB9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913" name="Graphic 1912" descr="Deciduous tree with solid fill">
              <a:extLst>
                <a:ext uri="{FF2B5EF4-FFF2-40B4-BE49-F238E27FC236}">
                  <a16:creationId xmlns:a16="http://schemas.microsoft.com/office/drawing/2014/main" id="{AC73B8A2-664B-43F2-6C1A-A664C4451D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914" name="Graphic 1913" descr="Deciduous tree with solid fill">
              <a:extLst>
                <a:ext uri="{FF2B5EF4-FFF2-40B4-BE49-F238E27FC236}">
                  <a16:creationId xmlns:a16="http://schemas.microsoft.com/office/drawing/2014/main" id="{2A24DB9E-6A67-F06B-C6C4-730A96C4FD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915" name="Graphic 1914" descr="Deciduous tree with solid fill">
              <a:extLst>
                <a:ext uri="{FF2B5EF4-FFF2-40B4-BE49-F238E27FC236}">
                  <a16:creationId xmlns:a16="http://schemas.microsoft.com/office/drawing/2014/main" id="{2D4F049F-BB67-37FD-52CB-A3FE0E29BB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916" name="Graphic 1915" descr="Deciduous tree with solid fill">
              <a:extLst>
                <a:ext uri="{FF2B5EF4-FFF2-40B4-BE49-F238E27FC236}">
                  <a16:creationId xmlns:a16="http://schemas.microsoft.com/office/drawing/2014/main" id="{CAB2E9CD-2402-45EE-C025-F428BDFBBA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917" name="Graphic 1916" descr="Deciduous tree with solid fill">
              <a:extLst>
                <a:ext uri="{FF2B5EF4-FFF2-40B4-BE49-F238E27FC236}">
                  <a16:creationId xmlns:a16="http://schemas.microsoft.com/office/drawing/2014/main" id="{9B308C75-4978-957A-5C75-AA038D02F2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918" name="Graphic 1917" descr="Deciduous tree with solid fill">
              <a:extLst>
                <a:ext uri="{FF2B5EF4-FFF2-40B4-BE49-F238E27FC236}">
                  <a16:creationId xmlns:a16="http://schemas.microsoft.com/office/drawing/2014/main" id="{6F5211B5-8E2F-6291-DCAF-BC27F24B35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919" name="Graphic 1918" descr="Deciduous tree with solid fill">
              <a:extLst>
                <a:ext uri="{FF2B5EF4-FFF2-40B4-BE49-F238E27FC236}">
                  <a16:creationId xmlns:a16="http://schemas.microsoft.com/office/drawing/2014/main" id="{41F3AB81-1765-D54F-E4B4-8C87B93545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920" name="Graphic 1919" descr="Deciduous tree with solid fill">
              <a:extLst>
                <a:ext uri="{FF2B5EF4-FFF2-40B4-BE49-F238E27FC236}">
                  <a16:creationId xmlns:a16="http://schemas.microsoft.com/office/drawing/2014/main" id="{59AF4282-E521-D433-35EF-53F811FFBC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31734" y="1572825"/>
              <a:ext cx="209457" cy="196411"/>
            </a:xfrm>
            <a:prstGeom prst="rect">
              <a:avLst/>
            </a:prstGeom>
          </p:spPr>
        </p:pic>
        <p:pic>
          <p:nvPicPr>
            <p:cNvPr id="1921" name="Graphic 1920" descr="Deciduous tree with solid fill">
              <a:extLst>
                <a:ext uri="{FF2B5EF4-FFF2-40B4-BE49-F238E27FC236}">
                  <a16:creationId xmlns:a16="http://schemas.microsoft.com/office/drawing/2014/main" id="{B3068345-B275-4630-256C-9A8C45E960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6107" y="1668685"/>
              <a:ext cx="209457" cy="196411"/>
            </a:xfrm>
            <a:prstGeom prst="rect">
              <a:avLst/>
            </a:prstGeom>
          </p:spPr>
        </p:pic>
        <p:pic>
          <p:nvPicPr>
            <p:cNvPr id="1922" name="Graphic 1921" descr="Deciduous tree with solid fill">
              <a:extLst>
                <a:ext uri="{FF2B5EF4-FFF2-40B4-BE49-F238E27FC236}">
                  <a16:creationId xmlns:a16="http://schemas.microsoft.com/office/drawing/2014/main" id="{7C9578C3-5281-E711-D78E-8459045C56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2311" y="1484787"/>
              <a:ext cx="209457" cy="196411"/>
            </a:xfrm>
            <a:prstGeom prst="rect">
              <a:avLst/>
            </a:prstGeom>
          </p:spPr>
        </p:pic>
        <p:pic>
          <p:nvPicPr>
            <p:cNvPr id="1923" name="Graphic 1922" descr="Deciduous tree with solid fill">
              <a:extLst>
                <a:ext uri="{FF2B5EF4-FFF2-40B4-BE49-F238E27FC236}">
                  <a16:creationId xmlns:a16="http://schemas.microsoft.com/office/drawing/2014/main" id="{D49C1AC9-3252-78BD-6F59-23AE0FCA11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23834" y="3581200"/>
              <a:ext cx="209457" cy="196411"/>
            </a:xfrm>
            <a:prstGeom prst="rect">
              <a:avLst/>
            </a:prstGeom>
          </p:spPr>
        </p:pic>
        <p:pic>
          <p:nvPicPr>
            <p:cNvPr id="1924" name="Graphic 1923" descr="Deciduous tree with solid fill">
              <a:extLst>
                <a:ext uri="{FF2B5EF4-FFF2-40B4-BE49-F238E27FC236}">
                  <a16:creationId xmlns:a16="http://schemas.microsoft.com/office/drawing/2014/main" id="{E30EA01D-FC5C-FF93-6BC1-B9C34527B8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77803" y="1792177"/>
              <a:ext cx="209457" cy="196411"/>
            </a:xfrm>
            <a:prstGeom prst="rect">
              <a:avLst/>
            </a:prstGeom>
          </p:spPr>
        </p:pic>
        <p:pic>
          <p:nvPicPr>
            <p:cNvPr id="1925" name="Graphic 1924" descr="Deciduous tree with solid fill">
              <a:extLst>
                <a:ext uri="{FF2B5EF4-FFF2-40B4-BE49-F238E27FC236}">
                  <a16:creationId xmlns:a16="http://schemas.microsoft.com/office/drawing/2014/main" id="{DA753E95-97EB-F5F7-38A8-A467A32A5F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9" y="1915668"/>
              <a:ext cx="209457" cy="196411"/>
            </a:xfrm>
            <a:prstGeom prst="rect">
              <a:avLst/>
            </a:prstGeom>
          </p:spPr>
        </p:pic>
        <p:pic>
          <p:nvPicPr>
            <p:cNvPr id="1926" name="Graphic 1925" descr="Deciduous tree with solid fill">
              <a:extLst>
                <a:ext uri="{FF2B5EF4-FFF2-40B4-BE49-F238E27FC236}">
                  <a16:creationId xmlns:a16="http://schemas.microsoft.com/office/drawing/2014/main" id="{DC00FE24-C9DC-6494-609C-87BD403194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41192" y="2039159"/>
              <a:ext cx="209457" cy="196411"/>
            </a:xfrm>
            <a:prstGeom prst="rect">
              <a:avLst/>
            </a:prstGeom>
          </p:spPr>
        </p:pic>
        <p:pic>
          <p:nvPicPr>
            <p:cNvPr id="1927" name="Graphic 1926" descr="Deciduous tree with solid fill">
              <a:extLst>
                <a:ext uri="{FF2B5EF4-FFF2-40B4-BE49-F238E27FC236}">
                  <a16:creationId xmlns:a16="http://schemas.microsoft.com/office/drawing/2014/main" id="{E49C6154-6E5A-52FD-E17B-84FCC79F07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2887" y="2162650"/>
              <a:ext cx="209457" cy="196411"/>
            </a:xfrm>
            <a:prstGeom prst="rect">
              <a:avLst/>
            </a:prstGeom>
          </p:spPr>
        </p:pic>
        <p:pic>
          <p:nvPicPr>
            <p:cNvPr id="1928" name="Graphic 1927" descr="Deciduous tree with solid fill">
              <a:extLst>
                <a:ext uri="{FF2B5EF4-FFF2-40B4-BE49-F238E27FC236}">
                  <a16:creationId xmlns:a16="http://schemas.microsoft.com/office/drawing/2014/main" id="{A9532509-F40D-BE06-67B3-3ABC790ABF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04582" y="2286141"/>
              <a:ext cx="209457" cy="196411"/>
            </a:xfrm>
            <a:prstGeom prst="rect">
              <a:avLst/>
            </a:prstGeom>
          </p:spPr>
        </p:pic>
        <p:pic>
          <p:nvPicPr>
            <p:cNvPr id="1929" name="Graphic 1928" descr="Deciduous tree with solid fill">
              <a:extLst>
                <a:ext uri="{FF2B5EF4-FFF2-40B4-BE49-F238E27FC236}">
                  <a16:creationId xmlns:a16="http://schemas.microsoft.com/office/drawing/2014/main" id="{3D67B239-8242-214B-3BB3-432BC64B30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6276" y="2409633"/>
              <a:ext cx="209457" cy="196411"/>
            </a:xfrm>
            <a:prstGeom prst="rect">
              <a:avLst/>
            </a:prstGeom>
          </p:spPr>
        </p:pic>
        <p:pic>
          <p:nvPicPr>
            <p:cNvPr id="1930" name="Graphic 1929" descr="Deciduous tree with solid fill">
              <a:extLst>
                <a:ext uri="{FF2B5EF4-FFF2-40B4-BE49-F238E27FC236}">
                  <a16:creationId xmlns:a16="http://schemas.microsoft.com/office/drawing/2014/main" id="{6B09824C-332D-557B-6D75-F614D797A4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7971" y="2533124"/>
              <a:ext cx="209457" cy="196411"/>
            </a:xfrm>
            <a:prstGeom prst="rect">
              <a:avLst/>
            </a:prstGeom>
          </p:spPr>
        </p:pic>
        <p:pic>
          <p:nvPicPr>
            <p:cNvPr id="1931" name="Graphic 1930" descr="Deciduous tree with solid fill">
              <a:extLst>
                <a:ext uri="{FF2B5EF4-FFF2-40B4-BE49-F238E27FC236}">
                  <a16:creationId xmlns:a16="http://schemas.microsoft.com/office/drawing/2014/main" id="{0A782AC3-2C77-6948-F724-EEFA4B1974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99667" y="2656616"/>
              <a:ext cx="209457" cy="196411"/>
            </a:xfrm>
            <a:prstGeom prst="rect">
              <a:avLst/>
            </a:prstGeom>
          </p:spPr>
        </p:pic>
        <p:pic>
          <p:nvPicPr>
            <p:cNvPr id="1932" name="Graphic 1931" descr="Deciduous tree with solid fill">
              <a:extLst>
                <a:ext uri="{FF2B5EF4-FFF2-40B4-BE49-F238E27FC236}">
                  <a16:creationId xmlns:a16="http://schemas.microsoft.com/office/drawing/2014/main" id="{C3A7C875-4937-A5E4-115D-B92A4F747C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61" y="2780107"/>
              <a:ext cx="209457" cy="196411"/>
            </a:xfrm>
            <a:prstGeom prst="rect">
              <a:avLst/>
            </a:prstGeom>
          </p:spPr>
        </p:pic>
        <p:pic>
          <p:nvPicPr>
            <p:cNvPr id="1933" name="Graphic 1932" descr="Deciduous tree with solid fill">
              <a:extLst>
                <a:ext uri="{FF2B5EF4-FFF2-40B4-BE49-F238E27FC236}">
                  <a16:creationId xmlns:a16="http://schemas.microsoft.com/office/drawing/2014/main" id="{AAFA4F04-156B-8C5D-503B-A54ED3D1D0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63056" y="2903598"/>
              <a:ext cx="209457" cy="196411"/>
            </a:xfrm>
            <a:prstGeom prst="rect">
              <a:avLst/>
            </a:prstGeom>
          </p:spPr>
        </p:pic>
        <p:pic>
          <p:nvPicPr>
            <p:cNvPr id="1934" name="Graphic 1933" descr="Deciduous tree with solid fill">
              <a:extLst>
                <a:ext uri="{FF2B5EF4-FFF2-40B4-BE49-F238E27FC236}">
                  <a16:creationId xmlns:a16="http://schemas.microsoft.com/office/drawing/2014/main" id="{AE1AAF7D-676A-190D-53C4-79E46BDAC6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4751" y="3027089"/>
              <a:ext cx="209457" cy="196411"/>
            </a:xfrm>
            <a:prstGeom prst="rect">
              <a:avLst/>
            </a:prstGeom>
          </p:spPr>
        </p:pic>
        <p:pic>
          <p:nvPicPr>
            <p:cNvPr id="1935" name="Graphic 1934" descr="Deciduous tree with solid fill">
              <a:extLst>
                <a:ext uri="{FF2B5EF4-FFF2-40B4-BE49-F238E27FC236}">
                  <a16:creationId xmlns:a16="http://schemas.microsoft.com/office/drawing/2014/main" id="{1302EB6C-6D0F-C2F0-6651-632DB8E606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6446" y="3150581"/>
              <a:ext cx="209457" cy="196411"/>
            </a:xfrm>
            <a:prstGeom prst="rect">
              <a:avLst/>
            </a:prstGeom>
          </p:spPr>
        </p:pic>
        <p:pic>
          <p:nvPicPr>
            <p:cNvPr id="1936" name="Graphic 1935" descr="Deciduous tree with solid fill">
              <a:extLst>
                <a:ext uri="{FF2B5EF4-FFF2-40B4-BE49-F238E27FC236}">
                  <a16:creationId xmlns:a16="http://schemas.microsoft.com/office/drawing/2014/main" id="{1ED2196B-30EE-4653-208B-90C70E9BE9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8139" y="3274072"/>
              <a:ext cx="209457" cy="196411"/>
            </a:xfrm>
            <a:prstGeom prst="rect">
              <a:avLst/>
            </a:prstGeom>
          </p:spPr>
        </p:pic>
        <p:pic>
          <p:nvPicPr>
            <p:cNvPr id="1937" name="Graphic 1936" descr="Deciduous tree with solid fill">
              <a:extLst>
                <a:ext uri="{FF2B5EF4-FFF2-40B4-BE49-F238E27FC236}">
                  <a16:creationId xmlns:a16="http://schemas.microsoft.com/office/drawing/2014/main" id="{EDEF4376-4568-CC98-9888-6D2F518DDD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3429" y="1696317"/>
              <a:ext cx="209457" cy="196411"/>
            </a:xfrm>
            <a:prstGeom prst="rect">
              <a:avLst/>
            </a:prstGeom>
          </p:spPr>
        </p:pic>
        <p:pic>
          <p:nvPicPr>
            <p:cNvPr id="1938" name="Graphic 1937" descr="Deciduous tree with solid fill">
              <a:extLst>
                <a:ext uri="{FF2B5EF4-FFF2-40B4-BE49-F238E27FC236}">
                  <a16:creationId xmlns:a16="http://schemas.microsoft.com/office/drawing/2014/main" id="{DC4B544D-96B7-415F-24D8-DD7BE3066C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95124" y="1819808"/>
              <a:ext cx="209457" cy="196411"/>
            </a:xfrm>
            <a:prstGeom prst="rect">
              <a:avLst/>
            </a:prstGeom>
          </p:spPr>
        </p:pic>
        <p:pic>
          <p:nvPicPr>
            <p:cNvPr id="1939" name="Graphic 1938" descr="Deciduous tree with solid fill">
              <a:extLst>
                <a:ext uri="{FF2B5EF4-FFF2-40B4-BE49-F238E27FC236}">
                  <a16:creationId xmlns:a16="http://schemas.microsoft.com/office/drawing/2014/main" id="{E8401C65-FD5E-1C2D-A65A-3DD45E785E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6819" y="1943299"/>
              <a:ext cx="209457" cy="196411"/>
            </a:xfrm>
            <a:prstGeom prst="rect">
              <a:avLst/>
            </a:prstGeom>
          </p:spPr>
        </p:pic>
        <p:pic>
          <p:nvPicPr>
            <p:cNvPr id="1940" name="Graphic 1939" descr="Deciduous tree with solid fill">
              <a:extLst>
                <a:ext uri="{FF2B5EF4-FFF2-40B4-BE49-F238E27FC236}">
                  <a16:creationId xmlns:a16="http://schemas.microsoft.com/office/drawing/2014/main" id="{A16D02E1-5C49-6D2C-1CB1-37B56FB41A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8513" y="2066791"/>
              <a:ext cx="209457" cy="196411"/>
            </a:xfrm>
            <a:prstGeom prst="rect">
              <a:avLst/>
            </a:prstGeom>
          </p:spPr>
        </p:pic>
        <p:pic>
          <p:nvPicPr>
            <p:cNvPr id="1941" name="Graphic 1940" descr="Deciduous tree with solid fill">
              <a:extLst>
                <a:ext uri="{FF2B5EF4-FFF2-40B4-BE49-F238E27FC236}">
                  <a16:creationId xmlns:a16="http://schemas.microsoft.com/office/drawing/2014/main" id="{72AA3642-DF69-9191-BCEE-BA23161752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90209" y="2190282"/>
              <a:ext cx="209457" cy="196411"/>
            </a:xfrm>
            <a:prstGeom prst="rect">
              <a:avLst/>
            </a:prstGeom>
          </p:spPr>
        </p:pic>
        <p:pic>
          <p:nvPicPr>
            <p:cNvPr id="1942" name="Graphic 1941" descr="Deciduous tree with solid fill">
              <a:extLst>
                <a:ext uri="{FF2B5EF4-FFF2-40B4-BE49-F238E27FC236}">
                  <a16:creationId xmlns:a16="http://schemas.microsoft.com/office/drawing/2014/main" id="{03A9E1F5-A24D-0226-DFB6-4CB2C80E82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1904" y="2313773"/>
              <a:ext cx="209457" cy="196411"/>
            </a:xfrm>
            <a:prstGeom prst="rect">
              <a:avLst/>
            </a:prstGeom>
          </p:spPr>
        </p:pic>
        <p:pic>
          <p:nvPicPr>
            <p:cNvPr id="1943" name="Graphic 1942" descr="Deciduous tree with solid fill">
              <a:extLst>
                <a:ext uri="{FF2B5EF4-FFF2-40B4-BE49-F238E27FC236}">
                  <a16:creationId xmlns:a16="http://schemas.microsoft.com/office/drawing/2014/main" id="{199A4F90-FF09-19F1-102E-ED5A48AD3A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53598" y="2437265"/>
              <a:ext cx="209457" cy="196411"/>
            </a:xfrm>
            <a:prstGeom prst="rect">
              <a:avLst/>
            </a:prstGeom>
          </p:spPr>
        </p:pic>
        <p:pic>
          <p:nvPicPr>
            <p:cNvPr id="1944" name="Graphic 1943" descr="Deciduous tree with solid fill">
              <a:extLst>
                <a:ext uri="{FF2B5EF4-FFF2-40B4-BE49-F238E27FC236}">
                  <a16:creationId xmlns:a16="http://schemas.microsoft.com/office/drawing/2014/main" id="{B092CDBD-C7B8-5930-543A-71BEFF40AF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85293" y="2560756"/>
              <a:ext cx="209457" cy="196411"/>
            </a:xfrm>
            <a:prstGeom prst="rect">
              <a:avLst/>
            </a:prstGeom>
          </p:spPr>
        </p:pic>
        <p:pic>
          <p:nvPicPr>
            <p:cNvPr id="1945" name="Graphic 1944" descr="Deciduous tree with solid fill">
              <a:extLst>
                <a:ext uri="{FF2B5EF4-FFF2-40B4-BE49-F238E27FC236}">
                  <a16:creationId xmlns:a16="http://schemas.microsoft.com/office/drawing/2014/main" id="{EE713E7C-1FC4-5B83-B75C-D44E7E2FF1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16988" y="2684247"/>
              <a:ext cx="209457" cy="196411"/>
            </a:xfrm>
            <a:prstGeom prst="rect">
              <a:avLst/>
            </a:prstGeom>
          </p:spPr>
        </p:pic>
        <p:pic>
          <p:nvPicPr>
            <p:cNvPr id="1946" name="Graphic 1945" descr="Deciduous tree with solid fill">
              <a:extLst>
                <a:ext uri="{FF2B5EF4-FFF2-40B4-BE49-F238E27FC236}">
                  <a16:creationId xmlns:a16="http://schemas.microsoft.com/office/drawing/2014/main" id="{D3F23F4F-44BD-2393-36A0-5CE0648B36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8681" y="2807739"/>
              <a:ext cx="209457" cy="196411"/>
            </a:xfrm>
            <a:prstGeom prst="rect">
              <a:avLst/>
            </a:prstGeom>
          </p:spPr>
        </p:pic>
        <p:pic>
          <p:nvPicPr>
            <p:cNvPr id="1947" name="Graphic 1946" descr="Deciduous tree with solid fill">
              <a:extLst>
                <a:ext uri="{FF2B5EF4-FFF2-40B4-BE49-F238E27FC236}">
                  <a16:creationId xmlns:a16="http://schemas.microsoft.com/office/drawing/2014/main" id="{43ED2F64-A562-CBC2-DA11-9DA8123F0B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80378" y="2931229"/>
              <a:ext cx="209457" cy="196411"/>
            </a:xfrm>
            <a:prstGeom prst="rect">
              <a:avLst/>
            </a:prstGeom>
          </p:spPr>
        </p:pic>
        <p:pic>
          <p:nvPicPr>
            <p:cNvPr id="1948" name="Graphic 1947" descr="Deciduous tree with solid fill">
              <a:extLst>
                <a:ext uri="{FF2B5EF4-FFF2-40B4-BE49-F238E27FC236}">
                  <a16:creationId xmlns:a16="http://schemas.microsoft.com/office/drawing/2014/main" id="{A627D7BA-5C47-C10A-25A3-B49B367DC6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12072" y="3054721"/>
              <a:ext cx="209457" cy="196411"/>
            </a:xfrm>
            <a:prstGeom prst="rect">
              <a:avLst/>
            </a:prstGeom>
          </p:spPr>
        </p:pic>
        <p:pic>
          <p:nvPicPr>
            <p:cNvPr id="1949" name="Graphic 1948" descr="Deciduous tree with solid fill">
              <a:extLst>
                <a:ext uri="{FF2B5EF4-FFF2-40B4-BE49-F238E27FC236}">
                  <a16:creationId xmlns:a16="http://schemas.microsoft.com/office/drawing/2014/main" id="{E909497F-A824-6271-2FC9-93BCC935A2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3766" y="3178213"/>
              <a:ext cx="209457" cy="196411"/>
            </a:xfrm>
            <a:prstGeom prst="rect">
              <a:avLst/>
            </a:prstGeom>
          </p:spPr>
        </p:pic>
        <p:pic>
          <p:nvPicPr>
            <p:cNvPr id="1950" name="Graphic 1949" descr="Deciduous tree with solid fill">
              <a:extLst>
                <a:ext uri="{FF2B5EF4-FFF2-40B4-BE49-F238E27FC236}">
                  <a16:creationId xmlns:a16="http://schemas.microsoft.com/office/drawing/2014/main" id="{D8EC795A-39BE-1AB5-CF69-19CE1ABAC2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34006" y="1608278"/>
              <a:ext cx="209457" cy="196411"/>
            </a:xfrm>
            <a:prstGeom prst="rect">
              <a:avLst/>
            </a:prstGeom>
          </p:spPr>
        </p:pic>
        <p:pic>
          <p:nvPicPr>
            <p:cNvPr id="1951" name="Graphic 1950" descr="Deciduous tree with solid fill">
              <a:extLst>
                <a:ext uri="{FF2B5EF4-FFF2-40B4-BE49-F238E27FC236}">
                  <a16:creationId xmlns:a16="http://schemas.microsoft.com/office/drawing/2014/main" id="{FA0A77DA-EA4B-1EE4-03F4-4B949F5B5B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5701" y="1731770"/>
              <a:ext cx="209457" cy="196411"/>
            </a:xfrm>
            <a:prstGeom prst="rect">
              <a:avLst/>
            </a:prstGeom>
          </p:spPr>
        </p:pic>
        <p:pic>
          <p:nvPicPr>
            <p:cNvPr id="1952" name="Graphic 1951" descr="Deciduous tree with solid fill">
              <a:extLst>
                <a:ext uri="{FF2B5EF4-FFF2-40B4-BE49-F238E27FC236}">
                  <a16:creationId xmlns:a16="http://schemas.microsoft.com/office/drawing/2014/main" id="{35CFBB56-0F62-4353-BA92-7B4BFE8914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7396" y="1855261"/>
              <a:ext cx="209457" cy="196411"/>
            </a:xfrm>
            <a:prstGeom prst="rect">
              <a:avLst/>
            </a:prstGeom>
          </p:spPr>
        </p:pic>
        <p:pic>
          <p:nvPicPr>
            <p:cNvPr id="1953" name="Graphic 1952" descr="Deciduous tree with solid fill">
              <a:extLst>
                <a:ext uri="{FF2B5EF4-FFF2-40B4-BE49-F238E27FC236}">
                  <a16:creationId xmlns:a16="http://schemas.microsoft.com/office/drawing/2014/main" id="{5DC22251-A978-A2A0-C5F0-312F533D4B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9091" y="1978752"/>
              <a:ext cx="209457" cy="196411"/>
            </a:xfrm>
            <a:prstGeom prst="rect">
              <a:avLst/>
            </a:prstGeom>
          </p:spPr>
        </p:pic>
        <p:pic>
          <p:nvPicPr>
            <p:cNvPr id="1954" name="Graphic 1953" descr="Deciduous tree with solid fill">
              <a:extLst>
                <a:ext uri="{FF2B5EF4-FFF2-40B4-BE49-F238E27FC236}">
                  <a16:creationId xmlns:a16="http://schemas.microsoft.com/office/drawing/2014/main" id="{32C0FABE-C46A-BF3B-827D-560AACDFDF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60784" y="2102244"/>
              <a:ext cx="209457" cy="196411"/>
            </a:xfrm>
            <a:prstGeom prst="rect">
              <a:avLst/>
            </a:prstGeom>
          </p:spPr>
        </p:pic>
        <p:pic>
          <p:nvPicPr>
            <p:cNvPr id="1955" name="Graphic 1954" descr="Deciduous tree with solid fill">
              <a:extLst>
                <a:ext uri="{FF2B5EF4-FFF2-40B4-BE49-F238E27FC236}">
                  <a16:creationId xmlns:a16="http://schemas.microsoft.com/office/drawing/2014/main" id="{E11E98A0-EE63-C8F7-06CD-E688056F74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81" y="2225735"/>
              <a:ext cx="209457" cy="196411"/>
            </a:xfrm>
            <a:prstGeom prst="rect">
              <a:avLst/>
            </a:prstGeom>
          </p:spPr>
        </p:pic>
        <p:pic>
          <p:nvPicPr>
            <p:cNvPr id="1956" name="Graphic 1955" descr="Deciduous tree with solid fill">
              <a:extLst>
                <a:ext uri="{FF2B5EF4-FFF2-40B4-BE49-F238E27FC236}">
                  <a16:creationId xmlns:a16="http://schemas.microsoft.com/office/drawing/2014/main" id="{A751C7E8-4077-AC6A-0C6E-7579C16F9F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4174" y="2349226"/>
              <a:ext cx="209457" cy="196411"/>
            </a:xfrm>
            <a:prstGeom prst="rect">
              <a:avLst/>
            </a:prstGeom>
          </p:spPr>
        </p:pic>
        <p:pic>
          <p:nvPicPr>
            <p:cNvPr id="1957" name="Graphic 1956" descr="Deciduous tree with solid fill">
              <a:extLst>
                <a:ext uri="{FF2B5EF4-FFF2-40B4-BE49-F238E27FC236}">
                  <a16:creationId xmlns:a16="http://schemas.microsoft.com/office/drawing/2014/main" id="{59247488-2533-2AF7-114F-6F6967DF02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5869" y="2472717"/>
              <a:ext cx="209457" cy="196411"/>
            </a:xfrm>
            <a:prstGeom prst="rect">
              <a:avLst/>
            </a:prstGeom>
          </p:spPr>
        </p:pic>
        <p:pic>
          <p:nvPicPr>
            <p:cNvPr id="1958" name="Graphic 1957" descr="Deciduous tree with solid fill">
              <a:extLst>
                <a:ext uri="{FF2B5EF4-FFF2-40B4-BE49-F238E27FC236}">
                  <a16:creationId xmlns:a16="http://schemas.microsoft.com/office/drawing/2014/main" id="{9F2E4A9D-0D59-4968-5E32-10AD2B24E0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7564" y="2596207"/>
              <a:ext cx="209457" cy="196411"/>
            </a:xfrm>
            <a:prstGeom prst="rect">
              <a:avLst/>
            </a:prstGeom>
          </p:spPr>
        </p:pic>
        <p:pic>
          <p:nvPicPr>
            <p:cNvPr id="1959" name="Graphic 1958" descr="Deciduous tree with solid fill">
              <a:extLst>
                <a:ext uri="{FF2B5EF4-FFF2-40B4-BE49-F238E27FC236}">
                  <a16:creationId xmlns:a16="http://schemas.microsoft.com/office/drawing/2014/main" id="{D106AEC7-DBFC-C094-8391-6BDC70ECA5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9259" y="2719699"/>
              <a:ext cx="209457" cy="196411"/>
            </a:xfrm>
            <a:prstGeom prst="rect">
              <a:avLst/>
            </a:prstGeom>
          </p:spPr>
        </p:pic>
        <p:pic>
          <p:nvPicPr>
            <p:cNvPr id="1960" name="Graphic 1959" descr="Deciduous tree with solid fill">
              <a:extLst>
                <a:ext uri="{FF2B5EF4-FFF2-40B4-BE49-F238E27FC236}">
                  <a16:creationId xmlns:a16="http://schemas.microsoft.com/office/drawing/2014/main" id="{27BB17C4-4E9A-6F54-2931-07D7834450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0953" y="2843190"/>
              <a:ext cx="209457" cy="196411"/>
            </a:xfrm>
            <a:prstGeom prst="rect">
              <a:avLst/>
            </a:prstGeom>
          </p:spPr>
        </p:pic>
        <p:pic>
          <p:nvPicPr>
            <p:cNvPr id="1961" name="Graphic 1960" descr="Deciduous tree with solid fill">
              <a:extLst>
                <a:ext uri="{FF2B5EF4-FFF2-40B4-BE49-F238E27FC236}">
                  <a16:creationId xmlns:a16="http://schemas.microsoft.com/office/drawing/2014/main" id="{6B67A2AB-4AD3-6F2F-5242-C13F27896C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2648" y="2966682"/>
              <a:ext cx="209457" cy="196411"/>
            </a:xfrm>
            <a:prstGeom prst="rect">
              <a:avLst/>
            </a:prstGeom>
          </p:spPr>
        </p:pic>
        <p:pic>
          <p:nvPicPr>
            <p:cNvPr id="1962" name="Graphic 1961" descr="Deciduous tree with solid fill">
              <a:extLst>
                <a:ext uri="{FF2B5EF4-FFF2-40B4-BE49-F238E27FC236}">
                  <a16:creationId xmlns:a16="http://schemas.microsoft.com/office/drawing/2014/main" id="{D3D5711E-5AF8-38D4-C544-82A89EB973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14344" y="3090175"/>
              <a:ext cx="209457" cy="196411"/>
            </a:xfrm>
            <a:prstGeom prst="rect">
              <a:avLst/>
            </a:prstGeom>
          </p:spPr>
        </p:pic>
        <p:pic>
          <p:nvPicPr>
            <p:cNvPr id="1963" name="Graphic 1962" descr="Deciduous tree with solid fill">
              <a:extLst>
                <a:ext uri="{FF2B5EF4-FFF2-40B4-BE49-F238E27FC236}">
                  <a16:creationId xmlns:a16="http://schemas.microsoft.com/office/drawing/2014/main" id="{E1AA6E3F-6257-817C-4377-1FA06BCE7B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01938" y="3495472"/>
              <a:ext cx="209457" cy="196411"/>
            </a:xfrm>
            <a:prstGeom prst="rect">
              <a:avLst/>
            </a:prstGeom>
          </p:spPr>
        </p:pic>
        <p:pic>
          <p:nvPicPr>
            <p:cNvPr id="1964" name="Graphic 1963" descr="Deciduous tree with solid fill">
              <a:extLst>
                <a:ext uri="{FF2B5EF4-FFF2-40B4-BE49-F238E27FC236}">
                  <a16:creationId xmlns:a16="http://schemas.microsoft.com/office/drawing/2014/main" id="{E1FAE84A-E711-7AAE-DB83-6690773519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219" y="3413697"/>
              <a:ext cx="209457" cy="196411"/>
            </a:xfrm>
            <a:prstGeom prst="rect">
              <a:avLst/>
            </a:prstGeom>
          </p:spPr>
        </p:pic>
        <p:pic>
          <p:nvPicPr>
            <p:cNvPr id="1965" name="Graphic 1964" descr="Deciduous tree with solid fill">
              <a:extLst>
                <a:ext uri="{FF2B5EF4-FFF2-40B4-BE49-F238E27FC236}">
                  <a16:creationId xmlns:a16="http://schemas.microsoft.com/office/drawing/2014/main" id="{FD5420C3-AFF1-DB85-7296-E14FD2FA8A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24298" y="4001195"/>
              <a:ext cx="209457" cy="196411"/>
            </a:xfrm>
            <a:prstGeom prst="rect">
              <a:avLst/>
            </a:prstGeom>
          </p:spPr>
        </p:pic>
      </p:grpSp>
      <p:grpSp>
        <p:nvGrpSpPr>
          <p:cNvPr id="1968" name="Group 1967">
            <a:extLst>
              <a:ext uri="{FF2B5EF4-FFF2-40B4-BE49-F238E27FC236}">
                <a16:creationId xmlns:a16="http://schemas.microsoft.com/office/drawing/2014/main" id="{B217F3A5-18A9-EB0A-EFD1-68FA9E201886}"/>
              </a:ext>
            </a:extLst>
          </p:cNvPr>
          <p:cNvGrpSpPr/>
          <p:nvPr/>
        </p:nvGrpSpPr>
        <p:grpSpPr>
          <a:xfrm>
            <a:off x="6600056" y="4293096"/>
            <a:ext cx="2582514" cy="1862816"/>
            <a:chOff x="335362" y="1484787"/>
            <a:chExt cx="3888439" cy="2880328"/>
          </a:xfrm>
          <a:effectLst>
            <a:outerShdw blurRad="50800" dist="38100" dir="2700000" algn="tl" rotWithShape="0">
              <a:prstClr val="black">
                <a:alpha val="40000"/>
              </a:prstClr>
            </a:outerShdw>
          </a:effectLst>
        </p:grpSpPr>
        <p:pic>
          <p:nvPicPr>
            <p:cNvPr id="1969" name="Graphic 1968" descr="Deciduous tree with solid fill">
              <a:extLst>
                <a:ext uri="{FF2B5EF4-FFF2-40B4-BE49-F238E27FC236}">
                  <a16:creationId xmlns:a16="http://schemas.microsoft.com/office/drawing/2014/main" id="{FC68039D-E6A1-AF17-913D-0FA6647CC6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0989" y="2454946"/>
              <a:ext cx="209457" cy="196411"/>
            </a:xfrm>
            <a:prstGeom prst="rect">
              <a:avLst/>
            </a:prstGeom>
          </p:spPr>
        </p:pic>
        <p:pic>
          <p:nvPicPr>
            <p:cNvPr id="1970" name="Graphic 1969" descr="Deciduous tree with solid fill">
              <a:extLst>
                <a:ext uri="{FF2B5EF4-FFF2-40B4-BE49-F238E27FC236}">
                  <a16:creationId xmlns:a16="http://schemas.microsoft.com/office/drawing/2014/main" id="{D2B988FE-D4D6-11F5-268D-16235BB8AC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5362" y="2550806"/>
              <a:ext cx="209457" cy="196411"/>
            </a:xfrm>
            <a:prstGeom prst="rect">
              <a:avLst/>
            </a:prstGeom>
          </p:spPr>
        </p:pic>
        <p:pic>
          <p:nvPicPr>
            <p:cNvPr id="1971" name="Graphic 1970" descr="Deciduous tree with solid fill">
              <a:extLst>
                <a:ext uri="{FF2B5EF4-FFF2-40B4-BE49-F238E27FC236}">
                  <a16:creationId xmlns:a16="http://schemas.microsoft.com/office/drawing/2014/main" id="{BC2EC489-5D65-C599-1B74-BCC04F9A42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566" y="2366908"/>
              <a:ext cx="209457" cy="196411"/>
            </a:xfrm>
            <a:prstGeom prst="rect">
              <a:avLst/>
            </a:prstGeom>
          </p:spPr>
        </p:pic>
        <p:pic>
          <p:nvPicPr>
            <p:cNvPr id="1972" name="Graphic 1971" descr="Deciduous tree with solid fill">
              <a:extLst>
                <a:ext uri="{FF2B5EF4-FFF2-40B4-BE49-F238E27FC236}">
                  <a16:creationId xmlns:a16="http://schemas.microsoft.com/office/drawing/2014/main" id="{0F8F3F56-C330-9043-3FF5-EB254C00FD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7056" y="2674297"/>
              <a:ext cx="209457" cy="196411"/>
            </a:xfrm>
            <a:prstGeom prst="rect">
              <a:avLst/>
            </a:prstGeom>
          </p:spPr>
        </p:pic>
        <p:pic>
          <p:nvPicPr>
            <p:cNvPr id="1973" name="Graphic 1972" descr="Deciduous tree with solid fill">
              <a:extLst>
                <a:ext uri="{FF2B5EF4-FFF2-40B4-BE49-F238E27FC236}">
                  <a16:creationId xmlns:a16="http://schemas.microsoft.com/office/drawing/2014/main" id="{373832F3-789C-2A93-0312-A3CF093723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1974" name="Graphic 1973" descr="Deciduous tree with solid fill">
              <a:extLst>
                <a:ext uri="{FF2B5EF4-FFF2-40B4-BE49-F238E27FC236}">
                  <a16:creationId xmlns:a16="http://schemas.microsoft.com/office/drawing/2014/main" id="{277B1A74-52F6-2D04-80B1-FF0E9F99DF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1975" name="Graphic 1974" descr="Deciduous tree with solid fill">
              <a:extLst>
                <a:ext uri="{FF2B5EF4-FFF2-40B4-BE49-F238E27FC236}">
                  <a16:creationId xmlns:a16="http://schemas.microsoft.com/office/drawing/2014/main" id="{F1728B7D-E91B-1648-9DC5-7CE3F5C251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1976" name="Graphic 1975" descr="Deciduous tree with solid fill">
              <a:extLst>
                <a:ext uri="{FF2B5EF4-FFF2-40B4-BE49-F238E27FC236}">
                  <a16:creationId xmlns:a16="http://schemas.microsoft.com/office/drawing/2014/main" id="{F281DE9B-819B-2CB2-B5F9-A2988D28D3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1977" name="Graphic 1976" descr="Deciduous tree with solid fill">
              <a:extLst>
                <a:ext uri="{FF2B5EF4-FFF2-40B4-BE49-F238E27FC236}">
                  <a16:creationId xmlns:a16="http://schemas.microsoft.com/office/drawing/2014/main" id="{3C8093D0-2095-AF57-2CE2-B6B11AB92D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1978" name="Graphic 1977" descr="Deciduous tree with solid fill">
              <a:extLst>
                <a:ext uri="{FF2B5EF4-FFF2-40B4-BE49-F238E27FC236}">
                  <a16:creationId xmlns:a16="http://schemas.microsoft.com/office/drawing/2014/main" id="{4A675941-8C3D-0700-7385-4D7611EE25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1979" name="Graphic 1978" descr="Deciduous tree with solid fill">
              <a:extLst>
                <a:ext uri="{FF2B5EF4-FFF2-40B4-BE49-F238E27FC236}">
                  <a16:creationId xmlns:a16="http://schemas.microsoft.com/office/drawing/2014/main" id="{260136D0-29B9-9659-3E5A-2F1D287859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1980" name="Graphic 1979" descr="Deciduous tree with solid fill">
              <a:extLst>
                <a:ext uri="{FF2B5EF4-FFF2-40B4-BE49-F238E27FC236}">
                  <a16:creationId xmlns:a16="http://schemas.microsoft.com/office/drawing/2014/main" id="{019A3D30-BE8C-C02C-5C56-DB7EB9C2F6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1981" name="Graphic 1980" descr="Deciduous tree with solid fill">
              <a:extLst>
                <a:ext uri="{FF2B5EF4-FFF2-40B4-BE49-F238E27FC236}">
                  <a16:creationId xmlns:a16="http://schemas.microsoft.com/office/drawing/2014/main" id="{8314F1E9-D62D-BA82-57C9-2A56665540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1982" name="Graphic 1981" descr="Deciduous tree with solid fill">
              <a:extLst>
                <a:ext uri="{FF2B5EF4-FFF2-40B4-BE49-F238E27FC236}">
                  <a16:creationId xmlns:a16="http://schemas.microsoft.com/office/drawing/2014/main" id="{D3A8CE69-111D-7756-EDED-52F636C213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1983" name="Graphic 1982" descr="Deciduous tree with solid fill">
              <a:extLst>
                <a:ext uri="{FF2B5EF4-FFF2-40B4-BE49-F238E27FC236}">
                  <a16:creationId xmlns:a16="http://schemas.microsoft.com/office/drawing/2014/main" id="{53973BAA-9379-597C-048D-45EF22CFF2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1984" name="Graphic 1983" descr="Deciduous tree with solid fill">
              <a:extLst>
                <a:ext uri="{FF2B5EF4-FFF2-40B4-BE49-F238E27FC236}">
                  <a16:creationId xmlns:a16="http://schemas.microsoft.com/office/drawing/2014/main" id="{B5467943-2CDD-CB90-DBDF-7D574759E8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683" y="2578438"/>
              <a:ext cx="209457" cy="196411"/>
            </a:xfrm>
            <a:prstGeom prst="rect">
              <a:avLst/>
            </a:prstGeom>
          </p:spPr>
        </p:pic>
        <p:pic>
          <p:nvPicPr>
            <p:cNvPr id="1985" name="Graphic 1984" descr="Deciduous tree with solid fill">
              <a:extLst>
                <a:ext uri="{FF2B5EF4-FFF2-40B4-BE49-F238E27FC236}">
                  <a16:creationId xmlns:a16="http://schemas.microsoft.com/office/drawing/2014/main" id="{FFC0D2D2-4AF1-D55E-19D1-2A4ECF82C7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8" y="2701929"/>
              <a:ext cx="209457" cy="196411"/>
            </a:xfrm>
            <a:prstGeom prst="rect">
              <a:avLst/>
            </a:prstGeom>
          </p:spPr>
        </p:pic>
        <p:pic>
          <p:nvPicPr>
            <p:cNvPr id="1986" name="Graphic 1985" descr="Deciduous tree with solid fill">
              <a:extLst>
                <a:ext uri="{FF2B5EF4-FFF2-40B4-BE49-F238E27FC236}">
                  <a16:creationId xmlns:a16="http://schemas.microsoft.com/office/drawing/2014/main" id="{7E68572E-F97E-EE99-8E44-A9FBA8010D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1987" name="Graphic 1986" descr="Deciduous tree with solid fill">
              <a:extLst>
                <a:ext uri="{FF2B5EF4-FFF2-40B4-BE49-F238E27FC236}">
                  <a16:creationId xmlns:a16="http://schemas.microsoft.com/office/drawing/2014/main" id="{A64F726A-9E27-780A-245D-581E4E519D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1988" name="Graphic 1987" descr="Deciduous tree with solid fill">
              <a:extLst>
                <a:ext uri="{FF2B5EF4-FFF2-40B4-BE49-F238E27FC236}">
                  <a16:creationId xmlns:a16="http://schemas.microsoft.com/office/drawing/2014/main" id="{DBAB14AD-5B15-0309-86E6-8D8734BD22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3" y="3072401"/>
              <a:ext cx="209457" cy="196411"/>
            </a:xfrm>
            <a:prstGeom prst="rect">
              <a:avLst/>
            </a:prstGeom>
          </p:spPr>
        </p:pic>
        <p:pic>
          <p:nvPicPr>
            <p:cNvPr id="1989" name="Graphic 1988" descr="Deciduous tree with solid fill">
              <a:extLst>
                <a:ext uri="{FF2B5EF4-FFF2-40B4-BE49-F238E27FC236}">
                  <a16:creationId xmlns:a16="http://schemas.microsoft.com/office/drawing/2014/main" id="{EF121D2F-29A6-742C-CFC9-9B29BFBC54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1990" name="Graphic 1989" descr="Deciduous tree with solid fill">
              <a:extLst>
                <a:ext uri="{FF2B5EF4-FFF2-40B4-BE49-F238E27FC236}">
                  <a16:creationId xmlns:a16="http://schemas.microsoft.com/office/drawing/2014/main" id="{8D7134B5-7231-F36E-FE2E-AEC1F10857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1991" name="Graphic 1990" descr="Deciduous tree with solid fill">
              <a:extLst>
                <a:ext uri="{FF2B5EF4-FFF2-40B4-BE49-F238E27FC236}">
                  <a16:creationId xmlns:a16="http://schemas.microsoft.com/office/drawing/2014/main" id="{7B4692D5-FF0B-6DE7-CE0C-A3BBF75AE8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1992" name="Graphic 1991" descr="Deciduous tree with solid fill">
              <a:extLst>
                <a:ext uri="{FF2B5EF4-FFF2-40B4-BE49-F238E27FC236}">
                  <a16:creationId xmlns:a16="http://schemas.microsoft.com/office/drawing/2014/main" id="{B5FF4A01-BCFD-72A2-550E-1A26549E53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1993" name="Graphic 1992" descr="Deciduous tree with solid fill">
              <a:extLst>
                <a:ext uri="{FF2B5EF4-FFF2-40B4-BE49-F238E27FC236}">
                  <a16:creationId xmlns:a16="http://schemas.microsoft.com/office/drawing/2014/main" id="{0841DBBD-EE75-419C-E4ED-58B91D0C72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1994" name="Graphic 1993" descr="Deciduous tree with solid fill">
              <a:extLst>
                <a:ext uri="{FF2B5EF4-FFF2-40B4-BE49-F238E27FC236}">
                  <a16:creationId xmlns:a16="http://schemas.microsoft.com/office/drawing/2014/main" id="{852B9EA9-5F47-D59A-5B43-FA6C68AFF6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1995" name="Graphic 1994" descr="Deciduous tree with solid fill">
              <a:extLst>
                <a:ext uri="{FF2B5EF4-FFF2-40B4-BE49-F238E27FC236}">
                  <a16:creationId xmlns:a16="http://schemas.microsoft.com/office/drawing/2014/main" id="{9FC99F5C-B266-E6CD-D60D-19B2D85B64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1996" name="Graphic 1995" descr="Deciduous tree with solid fill">
              <a:extLst>
                <a:ext uri="{FF2B5EF4-FFF2-40B4-BE49-F238E27FC236}">
                  <a16:creationId xmlns:a16="http://schemas.microsoft.com/office/drawing/2014/main" id="{22462902-5A3D-1D77-7B63-D7548DF200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61" y="2490399"/>
              <a:ext cx="209457" cy="196411"/>
            </a:xfrm>
            <a:prstGeom prst="rect">
              <a:avLst/>
            </a:prstGeom>
          </p:spPr>
        </p:pic>
        <p:pic>
          <p:nvPicPr>
            <p:cNvPr id="1997" name="Graphic 1996" descr="Deciduous tree with solid fill">
              <a:extLst>
                <a:ext uri="{FF2B5EF4-FFF2-40B4-BE49-F238E27FC236}">
                  <a16:creationId xmlns:a16="http://schemas.microsoft.com/office/drawing/2014/main" id="{EA1075F8-31FD-ED0A-B27A-64BC5A9708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4" y="2613890"/>
              <a:ext cx="209457" cy="196411"/>
            </a:xfrm>
            <a:prstGeom prst="rect">
              <a:avLst/>
            </a:prstGeom>
          </p:spPr>
        </p:pic>
        <p:pic>
          <p:nvPicPr>
            <p:cNvPr id="1998" name="Graphic 1997" descr="Deciduous tree with solid fill">
              <a:extLst>
                <a:ext uri="{FF2B5EF4-FFF2-40B4-BE49-F238E27FC236}">
                  <a16:creationId xmlns:a16="http://schemas.microsoft.com/office/drawing/2014/main" id="{707018AB-F1B3-1F8F-3E1B-98FA96B559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1999" name="Graphic 1998" descr="Deciduous tree with solid fill">
              <a:extLst>
                <a:ext uri="{FF2B5EF4-FFF2-40B4-BE49-F238E27FC236}">
                  <a16:creationId xmlns:a16="http://schemas.microsoft.com/office/drawing/2014/main" id="{A91F14D9-4708-DFB3-356F-B0C009BAA8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2000" name="Graphic 1999" descr="Deciduous tree with solid fill">
              <a:extLst>
                <a:ext uri="{FF2B5EF4-FFF2-40B4-BE49-F238E27FC236}">
                  <a16:creationId xmlns:a16="http://schemas.microsoft.com/office/drawing/2014/main" id="{74A72282-EF26-991D-8164-C64B1226FB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2001" name="Graphic 2000" descr="Deciduous tree with solid fill">
              <a:extLst>
                <a:ext uri="{FF2B5EF4-FFF2-40B4-BE49-F238E27FC236}">
                  <a16:creationId xmlns:a16="http://schemas.microsoft.com/office/drawing/2014/main" id="{CC728E22-8BCC-F996-CC20-F25E3E0A20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002" name="Graphic 2001" descr="Deciduous tree with solid fill">
              <a:extLst>
                <a:ext uri="{FF2B5EF4-FFF2-40B4-BE49-F238E27FC236}">
                  <a16:creationId xmlns:a16="http://schemas.microsoft.com/office/drawing/2014/main" id="{AC66E456-5A20-C281-E423-F74CDADA1D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003" name="Graphic 2002" descr="Deciduous tree with solid fill">
              <a:extLst>
                <a:ext uri="{FF2B5EF4-FFF2-40B4-BE49-F238E27FC236}">
                  <a16:creationId xmlns:a16="http://schemas.microsoft.com/office/drawing/2014/main" id="{16DBE6B5-B214-A4F8-A5FD-61DF778C81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3" y="3354837"/>
              <a:ext cx="209457" cy="196411"/>
            </a:xfrm>
            <a:prstGeom prst="rect">
              <a:avLst/>
            </a:prstGeom>
          </p:spPr>
        </p:pic>
        <p:pic>
          <p:nvPicPr>
            <p:cNvPr id="2004" name="Graphic 2003" descr="Deciduous tree with solid fill">
              <a:extLst>
                <a:ext uri="{FF2B5EF4-FFF2-40B4-BE49-F238E27FC236}">
                  <a16:creationId xmlns:a16="http://schemas.microsoft.com/office/drawing/2014/main" id="{CD217E10-D686-A24B-BC20-EF6A04A1EF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8" y="3478328"/>
              <a:ext cx="209457" cy="196411"/>
            </a:xfrm>
            <a:prstGeom prst="rect">
              <a:avLst/>
            </a:prstGeom>
          </p:spPr>
        </p:pic>
        <p:pic>
          <p:nvPicPr>
            <p:cNvPr id="2005" name="Graphic 2004" descr="Deciduous tree with solid fill">
              <a:extLst>
                <a:ext uri="{FF2B5EF4-FFF2-40B4-BE49-F238E27FC236}">
                  <a16:creationId xmlns:a16="http://schemas.microsoft.com/office/drawing/2014/main" id="{D12DAEBA-C303-09CE-EA5F-0363CC85DB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3" y="3601820"/>
              <a:ext cx="209457" cy="196411"/>
            </a:xfrm>
            <a:prstGeom prst="rect">
              <a:avLst/>
            </a:prstGeom>
          </p:spPr>
        </p:pic>
        <p:pic>
          <p:nvPicPr>
            <p:cNvPr id="2006" name="Graphic 2005" descr="Deciduous tree with solid fill">
              <a:extLst>
                <a:ext uri="{FF2B5EF4-FFF2-40B4-BE49-F238E27FC236}">
                  <a16:creationId xmlns:a16="http://schemas.microsoft.com/office/drawing/2014/main" id="{BB7C707F-7095-0E83-7047-821F56EA0B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8" y="3725311"/>
              <a:ext cx="209457" cy="196411"/>
            </a:xfrm>
            <a:prstGeom prst="rect">
              <a:avLst/>
            </a:prstGeom>
          </p:spPr>
        </p:pic>
        <p:pic>
          <p:nvPicPr>
            <p:cNvPr id="2007" name="Graphic 2006" descr="Deciduous tree with solid fill">
              <a:extLst>
                <a:ext uri="{FF2B5EF4-FFF2-40B4-BE49-F238E27FC236}">
                  <a16:creationId xmlns:a16="http://schemas.microsoft.com/office/drawing/2014/main" id="{8DE27771-6E7A-0BD4-790D-CEC979E29D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3" y="3848803"/>
              <a:ext cx="209457" cy="196411"/>
            </a:xfrm>
            <a:prstGeom prst="rect">
              <a:avLst/>
            </a:prstGeom>
          </p:spPr>
        </p:pic>
        <p:pic>
          <p:nvPicPr>
            <p:cNvPr id="2008" name="Graphic 2007" descr="Deciduous tree with solid fill">
              <a:extLst>
                <a:ext uri="{FF2B5EF4-FFF2-40B4-BE49-F238E27FC236}">
                  <a16:creationId xmlns:a16="http://schemas.microsoft.com/office/drawing/2014/main" id="{151C6BB6-4B0F-BF08-6ECD-7CA72C2A9C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683" y="2578438"/>
              <a:ext cx="209457" cy="196411"/>
            </a:xfrm>
            <a:prstGeom prst="rect">
              <a:avLst/>
            </a:prstGeom>
          </p:spPr>
        </p:pic>
        <p:pic>
          <p:nvPicPr>
            <p:cNvPr id="2009" name="Graphic 2008" descr="Deciduous tree with solid fill">
              <a:extLst>
                <a:ext uri="{FF2B5EF4-FFF2-40B4-BE49-F238E27FC236}">
                  <a16:creationId xmlns:a16="http://schemas.microsoft.com/office/drawing/2014/main" id="{A90E311D-FC75-A4CF-123F-6A9FA09A91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7056" y="2674297"/>
              <a:ext cx="209457" cy="196411"/>
            </a:xfrm>
            <a:prstGeom prst="rect">
              <a:avLst/>
            </a:prstGeom>
          </p:spPr>
        </p:pic>
        <p:pic>
          <p:nvPicPr>
            <p:cNvPr id="2010" name="Graphic 2009" descr="Deciduous tree with solid fill">
              <a:extLst>
                <a:ext uri="{FF2B5EF4-FFF2-40B4-BE49-F238E27FC236}">
                  <a16:creationId xmlns:a16="http://schemas.microsoft.com/office/drawing/2014/main" id="{AF7C59FA-7D00-8D04-9B58-99B476329E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60" y="2490399"/>
              <a:ext cx="209457" cy="196411"/>
            </a:xfrm>
            <a:prstGeom prst="rect">
              <a:avLst/>
            </a:prstGeom>
          </p:spPr>
        </p:pic>
        <p:pic>
          <p:nvPicPr>
            <p:cNvPr id="2011" name="Graphic 2010" descr="Deciduous tree with solid fill">
              <a:extLst>
                <a:ext uri="{FF2B5EF4-FFF2-40B4-BE49-F238E27FC236}">
                  <a16:creationId xmlns:a16="http://schemas.microsoft.com/office/drawing/2014/main" id="{2AF80705-170D-8856-3C1C-088692E3D4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2012" name="Graphic 2011" descr="Deciduous tree with solid fill">
              <a:extLst>
                <a:ext uri="{FF2B5EF4-FFF2-40B4-BE49-F238E27FC236}">
                  <a16:creationId xmlns:a16="http://schemas.microsoft.com/office/drawing/2014/main" id="{A36D6243-F908-BCA0-054E-172D697C6C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2013" name="Graphic 2012" descr="Deciduous tree with solid fill">
              <a:extLst>
                <a:ext uri="{FF2B5EF4-FFF2-40B4-BE49-F238E27FC236}">
                  <a16:creationId xmlns:a16="http://schemas.microsoft.com/office/drawing/2014/main" id="{F1F24107-2F65-8038-1C59-10062F27F8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2014" name="Graphic 2013" descr="Deciduous tree with solid fill">
              <a:extLst>
                <a:ext uri="{FF2B5EF4-FFF2-40B4-BE49-F238E27FC236}">
                  <a16:creationId xmlns:a16="http://schemas.microsoft.com/office/drawing/2014/main" id="{99AE5A11-44FD-8AF9-54CE-7C42CA9097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2015" name="Graphic 2014" descr="Deciduous tree with solid fill">
              <a:extLst>
                <a:ext uri="{FF2B5EF4-FFF2-40B4-BE49-F238E27FC236}">
                  <a16:creationId xmlns:a16="http://schemas.microsoft.com/office/drawing/2014/main" id="{BCF292EF-3D6E-3E7E-A47A-6F30753CC4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016" name="Graphic 2015" descr="Deciduous tree with solid fill">
              <a:extLst>
                <a:ext uri="{FF2B5EF4-FFF2-40B4-BE49-F238E27FC236}">
                  <a16:creationId xmlns:a16="http://schemas.microsoft.com/office/drawing/2014/main" id="{78D6B6B8-C927-E607-ACC5-5CA8E20EE7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2017" name="Graphic 2016" descr="Deciduous tree with solid fill">
              <a:extLst>
                <a:ext uri="{FF2B5EF4-FFF2-40B4-BE49-F238E27FC236}">
                  <a16:creationId xmlns:a16="http://schemas.microsoft.com/office/drawing/2014/main" id="{E261E854-3F37-5045-B9BD-DD038BB1F8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018" name="Graphic 2017" descr="Deciduous tree with solid fill">
              <a:extLst>
                <a:ext uri="{FF2B5EF4-FFF2-40B4-BE49-F238E27FC236}">
                  <a16:creationId xmlns:a16="http://schemas.microsoft.com/office/drawing/2014/main" id="{1834573B-B0F7-F3FD-C64A-2DA44B5AD2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019" name="Graphic 2018" descr="Deciduous tree with solid fill">
              <a:extLst>
                <a:ext uri="{FF2B5EF4-FFF2-40B4-BE49-F238E27FC236}">
                  <a16:creationId xmlns:a16="http://schemas.microsoft.com/office/drawing/2014/main" id="{C1C7360B-D048-1C7D-BBFB-EA4EA008C8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020" name="Graphic 2019" descr="Deciduous tree with solid fill">
              <a:extLst>
                <a:ext uri="{FF2B5EF4-FFF2-40B4-BE49-F238E27FC236}">
                  <a16:creationId xmlns:a16="http://schemas.microsoft.com/office/drawing/2014/main" id="{AA4EEF4A-1A63-BFC2-0E07-EF7714AE13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021" name="Graphic 2020" descr="Deciduous tree with solid fill">
              <a:extLst>
                <a:ext uri="{FF2B5EF4-FFF2-40B4-BE49-F238E27FC236}">
                  <a16:creationId xmlns:a16="http://schemas.microsoft.com/office/drawing/2014/main" id="{9C94C1F5-8FB7-0E4A-6161-5058A64F5A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022" name="Graphic 2021" descr="Deciduous tree with solid fill">
              <a:extLst>
                <a:ext uri="{FF2B5EF4-FFF2-40B4-BE49-F238E27FC236}">
                  <a16:creationId xmlns:a16="http://schemas.microsoft.com/office/drawing/2014/main" id="{C635FCB0-ABC6-1C1F-B303-20E7025898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7" y="2701929"/>
              <a:ext cx="209457" cy="196411"/>
            </a:xfrm>
            <a:prstGeom prst="rect">
              <a:avLst/>
            </a:prstGeom>
          </p:spPr>
        </p:pic>
        <p:pic>
          <p:nvPicPr>
            <p:cNvPr id="2023" name="Graphic 2022" descr="Deciduous tree with solid fill">
              <a:extLst>
                <a:ext uri="{FF2B5EF4-FFF2-40B4-BE49-F238E27FC236}">
                  <a16:creationId xmlns:a16="http://schemas.microsoft.com/office/drawing/2014/main" id="{304EA001-D6C1-EB11-B738-0B45194745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2024" name="Graphic 2023" descr="Deciduous tree with solid fill">
              <a:extLst>
                <a:ext uri="{FF2B5EF4-FFF2-40B4-BE49-F238E27FC236}">
                  <a16:creationId xmlns:a16="http://schemas.microsoft.com/office/drawing/2014/main" id="{495A3EF6-9308-1E1C-B290-195F149D3C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7" y="2948910"/>
              <a:ext cx="209457" cy="196411"/>
            </a:xfrm>
            <a:prstGeom prst="rect">
              <a:avLst/>
            </a:prstGeom>
          </p:spPr>
        </p:pic>
        <p:pic>
          <p:nvPicPr>
            <p:cNvPr id="2025" name="Graphic 2024" descr="Deciduous tree with solid fill">
              <a:extLst>
                <a:ext uri="{FF2B5EF4-FFF2-40B4-BE49-F238E27FC236}">
                  <a16:creationId xmlns:a16="http://schemas.microsoft.com/office/drawing/2014/main" id="{2DB2DF64-8C62-CFD7-12FD-2E76A736D0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2026" name="Graphic 2025" descr="Deciduous tree with solid fill">
              <a:extLst>
                <a:ext uri="{FF2B5EF4-FFF2-40B4-BE49-F238E27FC236}">
                  <a16:creationId xmlns:a16="http://schemas.microsoft.com/office/drawing/2014/main" id="{36DDF3F4-86C1-257A-B486-B82F97E1C7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2027" name="Graphic 2026" descr="Deciduous tree with solid fill">
              <a:extLst>
                <a:ext uri="{FF2B5EF4-FFF2-40B4-BE49-F238E27FC236}">
                  <a16:creationId xmlns:a16="http://schemas.microsoft.com/office/drawing/2014/main" id="{D05635F1-A7D1-FBD4-C756-CC3AD9E881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028" name="Graphic 2027" descr="Deciduous tree with solid fill">
              <a:extLst>
                <a:ext uri="{FF2B5EF4-FFF2-40B4-BE49-F238E27FC236}">
                  <a16:creationId xmlns:a16="http://schemas.microsoft.com/office/drawing/2014/main" id="{79F8896C-72F7-3231-322A-EB7CF878CC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029" name="Graphic 2028" descr="Deciduous tree with solid fill">
              <a:extLst>
                <a:ext uri="{FF2B5EF4-FFF2-40B4-BE49-F238E27FC236}">
                  <a16:creationId xmlns:a16="http://schemas.microsoft.com/office/drawing/2014/main" id="{8547F6C3-2391-DD7F-ACA4-C441FD1588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030" name="Graphic 2029" descr="Deciduous tree with solid fill">
              <a:extLst>
                <a:ext uri="{FF2B5EF4-FFF2-40B4-BE49-F238E27FC236}">
                  <a16:creationId xmlns:a16="http://schemas.microsoft.com/office/drawing/2014/main" id="{6DFD5697-6D01-31E1-75C3-2F8C3E2315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031" name="Graphic 2030" descr="Deciduous tree with solid fill">
              <a:extLst>
                <a:ext uri="{FF2B5EF4-FFF2-40B4-BE49-F238E27FC236}">
                  <a16:creationId xmlns:a16="http://schemas.microsoft.com/office/drawing/2014/main" id="{896720F0-2DE3-B608-63A1-51DF48442A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032" name="Graphic 2031" descr="Deciduous tree with solid fill">
              <a:extLst>
                <a:ext uri="{FF2B5EF4-FFF2-40B4-BE49-F238E27FC236}">
                  <a16:creationId xmlns:a16="http://schemas.microsoft.com/office/drawing/2014/main" id="{16C20A9E-406C-3706-89B5-0FD0687516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033" name="Graphic 2032" descr="Deciduous tree with solid fill">
              <a:extLst>
                <a:ext uri="{FF2B5EF4-FFF2-40B4-BE49-F238E27FC236}">
                  <a16:creationId xmlns:a16="http://schemas.microsoft.com/office/drawing/2014/main" id="{A95EE154-7C2B-EF6C-ABC4-FB39F1EB75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4" y="2613890"/>
              <a:ext cx="209457" cy="196411"/>
            </a:xfrm>
            <a:prstGeom prst="rect">
              <a:avLst/>
            </a:prstGeom>
          </p:spPr>
        </p:pic>
        <p:pic>
          <p:nvPicPr>
            <p:cNvPr id="2034" name="Graphic 2033" descr="Deciduous tree with solid fill">
              <a:extLst>
                <a:ext uri="{FF2B5EF4-FFF2-40B4-BE49-F238E27FC236}">
                  <a16:creationId xmlns:a16="http://schemas.microsoft.com/office/drawing/2014/main" id="{CCF8BBF9-5D08-3908-7EC1-9706570C1F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2035" name="Graphic 2034" descr="Deciduous tree with solid fill">
              <a:extLst>
                <a:ext uri="{FF2B5EF4-FFF2-40B4-BE49-F238E27FC236}">
                  <a16:creationId xmlns:a16="http://schemas.microsoft.com/office/drawing/2014/main" id="{4DAFBE8D-AEBA-0CB2-4FE0-DD84D1D7D8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2036" name="Graphic 2035" descr="Deciduous tree with solid fill">
              <a:extLst>
                <a:ext uri="{FF2B5EF4-FFF2-40B4-BE49-F238E27FC236}">
                  <a16:creationId xmlns:a16="http://schemas.microsoft.com/office/drawing/2014/main" id="{016088F8-CDAD-6D56-E575-F15EF28A4F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2037" name="Graphic 2036" descr="Deciduous tree with solid fill">
              <a:extLst>
                <a:ext uri="{FF2B5EF4-FFF2-40B4-BE49-F238E27FC236}">
                  <a16:creationId xmlns:a16="http://schemas.microsoft.com/office/drawing/2014/main" id="{D69348C0-9294-A6A1-F59E-D20B1F7492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038" name="Graphic 2037" descr="Deciduous tree with solid fill">
              <a:extLst>
                <a:ext uri="{FF2B5EF4-FFF2-40B4-BE49-F238E27FC236}">
                  <a16:creationId xmlns:a16="http://schemas.microsoft.com/office/drawing/2014/main" id="{831C2E32-8EA1-97B1-2291-368E9EA469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039" name="Graphic 2038" descr="Deciduous tree with solid fill">
              <a:extLst>
                <a:ext uri="{FF2B5EF4-FFF2-40B4-BE49-F238E27FC236}">
                  <a16:creationId xmlns:a16="http://schemas.microsoft.com/office/drawing/2014/main" id="{2D1E106C-665F-EE17-297C-2F23FF782C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2040" name="Graphic 2039" descr="Deciduous tree with solid fill">
              <a:extLst>
                <a:ext uri="{FF2B5EF4-FFF2-40B4-BE49-F238E27FC236}">
                  <a16:creationId xmlns:a16="http://schemas.microsoft.com/office/drawing/2014/main" id="{4B8B1975-323D-2905-E6F6-F5509BF312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041" name="Graphic 2040" descr="Deciduous tree with solid fill">
              <a:extLst>
                <a:ext uri="{FF2B5EF4-FFF2-40B4-BE49-F238E27FC236}">
                  <a16:creationId xmlns:a16="http://schemas.microsoft.com/office/drawing/2014/main" id="{56C2D6D8-6C69-4107-42FD-E29C0510E7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042" name="Graphic 2041" descr="Deciduous tree with solid fill">
              <a:extLst>
                <a:ext uri="{FF2B5EF4-FFF2-40B4-BE49-F238E27FC236}">
                  <a16:creationId xmlns:a16="http://schemas.microsoft.com/office/drawing/2014/main" id="{F5EC6E45-CAB5-811C-F87A-172960B8E8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043" name="Graphic 2042" descr="Deciduous tree with solid fill">
              <a:extLst>
                <a:ext uri="{FF2B5EF4-FFF2-40B4-BE49-F238E27FC236}">
                  <a16:creationId xmlns:a16="http://schemas.microsoft.com/office/drawing/2014/main" id="{FA204A30-4FD3-8815-9778-3F08232DCB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044" name="Graphic 2043" descr="Deciduous tree with solid fill">
              <a:extLst>
                <a:ext uri="{FF2B5EF4-FFF2-40B4-BE49-F238E27FC236}">
                  <a16:creationId xmlns:a16="http://schemas.microsoft.com/office/drawing/2014/main" id="{C6EF4680-B193-8CBB-894F-20364E2805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7" y="2701929"/>
              <a:ext cx="209457" cy="196411"/>
            </a:xfrm>
            <a:prstGeom prst="rect">
              <a:avLst/>
            </a:prstGeom>
          </p:spPr>
        </p:pic>
        <p:pic>
          <p:nvPicPr>
            <p:cNvPr id="2045" name="Graphic 2044" descr="Deciduous tree with solid fill">
              <a:extLst>
                <a:ext uri="{FF2B5EF4-FFF2-40B4-BE49-F238E27FC236}">
                  <a16:creationId xmlns:a16="http://schemas.microsoft.com/office/drawing/2014/main" id="{E127EA31-BB96-6A08-8E6F-73B5F9478E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2046" name="Graphic 2045" descr="Deciduous tree with solid fill">
              <a:extLst>
                <a:ext uri="{FF2B5EF4-FFF2-40B4-BE49-F238E27FC236}">
                  <a16:creationId xmlns:a16="http://schemas.microsoft.com/office/drawing/2014/main" id="{4B92C909-8760-1B3A-9708-C287ED7D85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4" y="2613890"/>
              <a:ext cx="209457" cy="196411"/>
            </a:xfrm>
            <a:prstGeom prst="rect">
              <a:avLst/>
            </a:prstGeom>
          </p:spPr>
        </p:pic>
        <p:pic>
          <p:nvPicPr>
            <p:cNvPr id="2047" name="Graphic 2046" descr="Deciduous tree with solid fill">
              <a:extLst>
                <a:ext uri="{FF2B5EF4-FFF2-40B4-BE49-F238E27FC236}">
                  <a16:creationId xmlns:a16="http://schemas.microsoft.com/office/drawing/2014/main" id="{FD846203-643C-F09A-FF8D-7D7FF2269D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2048" name="Graphic 2047" descr="Deciduous tree with solid fill">
              <a:extLst>
                <a:ext uri="{FF2B5EF4-FFF2-40B4-BE49-F238E27FC236}">
                  <a16:creationId xmlns:a16="http://schemas.microsoft.com/office/drawing/2014/main" id="{46F88EA4-4E72-3064-AFD4-EA8AB4E447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2049" name="Graphic 2048" descr="Deciduous tree with solid fill">
              <a:extLst>
                <a:ext uri="{FF2B5EF4-FFF2-40B4-BE49-F238E27FC236}">
                  <a16:creationId xmlns:a16="http://schemas.microsoft.com/office/drawing/2014/main" id="{58C70D89-06D5-981F-83B1-E0A49EEC9E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2050" name="Graphic 2049" descr="Deciduous tree with solid fill">
              <a:extLst>
                <a:ext uri="{FF2B5EF4-FFF2-40B4-BE49-F238E27FC236}">
                  <a16:creationId xmlns:a16="http://schemas.microsoft.com/office/drawing/2014/main" id="{F15ACFD2-F83B-E1CE-D1A7-380CD33899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051" name="Graphic 2050" descr="Deciduous tree with solid fill">
              <a:extLst>
                <a:ext uri="{FF2B5EF4-FFF2-40B4-BE49-F238E27FC236}">
                  <a16:creationId xmlns:a16="http://schemas.microsoft.com/office/drawing/2014/main" id="{474F6015-5E42-CE20-E67A-1024E2EA3B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2052" name="Graphic 2051" descr="Deciduous tree with solid fill">
              <a:extLst>
                <a:ext uri="{FF2B5EF4-FFF2-40B4-BE49-F238E27FC236}">
                  <a16:creationId xmlns:a16="http://schemas.microsoft.com/office/drawing/2014/main" id="{4B647C3C-3CE6-34CD-376C-53CEA0A7EC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053" name="Graphic 2052" descr="Deciduous tree with solid fill">
              <a:extLst>
                <a:ext uri="{FF2B5EF4-FFF2-40B4-BE49-F238E27FC236}">
                  <a16:creationId xmlns:a16="http://schemas.microsoft.com/office/drawing/2014/main" id="{ECC72944-E745-E9A7-D673-CA17696A60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2054" name="Graphic 2053" descr="Deciduous tree with solid fill">
              <a:extLst>
                <a:ext uri="{FF2B5EF4-FFF2-40B4-BE49-F238E27FC236}">
                  <a16:creationId xmlns:a16="http://schemas.microsoft.com/office/drawing/2014/main" id="{E30012CA-ACD9-7F6F-FDD3-10CC810E61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055" name="Graphic 2054" descr="Deciduous tree with solid fill">
              <a:extLst>
                <a:ext uri="{FF2B5EF4-FFF2-40B4-BE49-F238E27FC236}">
                  <a16:creationId xmlns:a16="http://schemas.microsoft.com/office/drawing/2014/main" id="{8B923A78-4AB9-548C-6468-A8CD0CAD02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056" name="Graphic 2055" descr="Deciduous tree with solid fill">
              <a:extLst>
                <a:ext uri="{FF2B5EF4-FFF2-40B4-BE49-F238E27FC236}">
                  <a16:creationId xmlns:a16="http://schemas.microsoft.com/office/drawing/2014/main" id="{3820CE50-46B3-E17F-346E-95B255B26B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057" name="Graphic 2056" descr="Deciduous tree with solid fill">
              <a:extLst>
                <a:ext uri="{FF2B5EF4-FFF2-40B4-BE49-F238E27FC236}">
                  <a16:creationId xmlns:a16="http://schemas.microsoft.com/office/drawing/2014/main" id="{0143C32B-8189-6DAF-7117-4D3C425FE1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2058" name="Graphic 2057" descr="Deciduous tree with solid fill">
              <a:extLst>
                <a:ext uri="{FF2B5EF4-FFF2-40B4-BE49-F238E27FC236}">
                  <a16:creationId xmlns:a16="http://schemas.microsoft.com/office/drawing/2014/main" id="{901D2E46-393E-C4BF-DA07-9EADDF3605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7" y="2948910"/>
              <a:ext cx="209457" cy="196411"/>
            </a:xfrm>
            <a:prstGeom prst="rect">
              <a:avLst/>
            </a:prstGeom>
          </p:spPr>
        </p:pic>
        <p:pic>
          <p:nvPicPr>
            <p:cNvPr id="2059" name="Graphic 2058" descr="Deciduous tree with solid fill">
              <a:extLst>
                <a:ext uri="{FF2B5EF4-FFF2-40B4-BE49-F238E27FC236}">
                  <a16:creationId xmlns:a16="http://schemas.microsoft.com/office/drawing/2014/main" id="{6F541784-3557-FECD-3889-A0D26E7F56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2060" name="Graphic 2059" descr="Deciduous tree with solid fill">
              <a:extLst>
                <a:ext uri="{FF2B5EF4-FFF2-40B4-BE49-F238E27FC236}">
                  <a16:creationId xmlns:a16="http://schemas.microsoft.com/office/drawing/2014/main" id="{FD95C7D3-2317-7D1C-13DA-F26370ECB1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2061" name="Graphic 2060" descr="Deciduous tree with solid fill">
              <a:extLst>
                <a:ext uri="{FF2B5EF4-FFF2-40B4-BE49-F238E27FC236}">
                  <a16:creationId xmlns:a16="http://schemas.microsoft.com/office/drawing/2014/main" id="{F8EDEA18-6E59-4C22-2972-5B45E7F9D5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062" name="Graphic 2061" descr="Deciduous tree with solid fill">
              <a:extLst>
                <a:ext uri="{FF2B5EF4-FFF2-40B4-BE49-F238E27FC236}">
                  <a16:creationId xmlns:a16="http://schemas.microsoft.com/office/drawing/2014/main" id="{6DA5D5F7-0FDF-F330-FFA7-6907E8692D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063" name="Graphic 2062" descr="Deciduous tree with solid fill">
              <a:extLst>
                <a:ext uri="{FF2B5EF4-FFF2-40B4-BE49-F238E27FC236}">
                  <a16:creationId xmlns:a16="http://schemas.microsoft.com/office/drawing/2014/main" id="{836051E7-B57C-557A-7B9E-C6FEC3E004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064" name="Graphic 2063" descr="Deciduous tree with solid fill">
              <a:extLst>
                <a:ext uri="{FF2B5EF4-FFF2-40B4-BE49-F238E27FC236}">
                  <a16:creationId xmlns:a16="http://schemas.microsoft.com/office/drawing/2014/main" id="{8EDBAAFB-CF9D-E899-3771-B1CF1FF416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065" name="Graphic 2064" descr="Deciduous tree with solid fill">
              <a:extLst>
                <a:ext uri="{FF2B5EF4-FFF2-40B4-BE49-F238E27FC236}">
                  <a16:creationId xmlns:a16="http://schemas.microsoft.com/office/drawing/2014/main" id="{84880D29-4221-32E5-CEBE-425933B2C7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066" name="Graphic 2065" descr="Deciduous tree with solid fill">
              <a:extLst>
                <a:ext uri="{FF2B5EF4-FFF2-40B4-BE49-F238E27FC236}">
                  <a16:creationId xmlns:a16="http://schemas.microsoft.com/office/drawing/2014/main" id="{9F910E44-E689-CBA2-4376-9B13B5E2A5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067" name="Graphic 2066" descr="Deciduous tree with solid fill">
              <a:extLst>
                <a:ext uri="{FF2B5EF4-FFF2-40B4-BE49-F238E27FC236}">
                  <a16:creationId xmlns:a16="http://schemas.microsoft.com/office/drawing/2014/main" id="{6FC19755-04A8-FA71-2FAC-70A895E5DD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2068" name="Graphic 2067" descr="Deciduous tree with solid fill">
              <a:extLst>
                <a:ext uri="{FF2B5EF4-FFF2-40B4-BE49-F238E27FC236}">
                  <a16:creationId xmlns:a16="http://schemas.microsoft.com/office/drawing/2014/main" id="{B5A878D0-3877-7EC2-00C4-E5625F45DC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2069" name="Graphic 2068" descr="Deciduous tree with solid fill">
              <a:extLst>
                <a:ext uri="{FF2B5EF4-FFF2-40B4-BE49-F238E27FC236}">
                  <a16:creationId xmlns:a16="http://schemas.microsoft.com/office/drawing/2014/main" id="{12977C0E-9262-4CFC-4CB9-185E2DDE04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2070" name="Graphic 2069" descr="Deciduous tree with solid fill">
              <a:extLst>
                <a:ext uri="{FF2B5EF4-FFF2-40B4-BE49-F238E27FC236}">
                  <a16:creationId xmlns:a16="http://schemas.microsoft.com/office/drawing/2014/main" id="{31211EB7-782C-C22D-EAA0-DFB4C04539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071" name="Graphic 2070" descr="Deciduous tree with solid fill">
              <a:extLst>
                <a:ext uri="{FF2B5EF4-FFF2-40B4-BE49-F238E27FC236}">
                  <a16:creationId xmlns:a16="http://schemas.microsoft.com/office/drawing/2014/main" id="{A952BF2E-103F-8A59-9E8C-DACC9E951F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072" name="Graphic 2071" descr="Deciduous tree with solid fill">
              <a:extLst>
                <a:ext uri="{FF2B5EF4-FFF2-40B4-BE49-F238E27FC236}">
                  <a16:creationId xmlns:a16="http://schemas.microsoft.com/office/drawing/2014/main" id="{E992C80C-E76F-DF75-9670-CDF69C32C2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2073" name="Graphic 2072" descr="Deciduous tree with solid fill">
              <a:extLst>
                <a:ext uri="{FF2B5EF4-FFF2-40B4-BE49-F238E27FC236}">
                  <a16:creationId xmlns:a16="http://schemas.microsoft.com/office/drawing/2014/main" id="{8BDD203F-D208-1D4B-A006-75BF5A7BE9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074" name="Graphic 2073" descr="Deciduous tree with solid fill">
              <a:extLst>
                <a:ext uri="{FF2B5EF4-FFF2-40B4-BE49-F238E27FC236}">
                  <a16:creationId xmlns:a16="http://schemas.microsoft.com/office/drawing/2014/main" id="{F47ED6E4-0FEE-95FF-5D2D-634ED3BF3C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075" name="Graphic 2074" descr="Deciduous tree with solid fill">
              <a:extLst>
                <a:ext uri="{FF2B5EF4-FFF2-40B4-BE49-F238E27FC236}">
                  <a16:creationId xmlns:a16="http://schemas.microsoft.com/office/drawing/2014/main" id="{15DE2FED-7F32-832E-2D92-790B06E492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076" name="Graphic 2075" descr="Deciduous tree with solid fill">
              <a:extLst>
                <a:ext uri="{FF2B5EF4-FFF2-40B4-BE49-F238E27FC236}">
                  <a16:creationId xmlns:a16="http://schemas.microsoft.com/office/drawing/2014/main" id="{22E72B81-D39E-531B-D647-C22E64226D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077" name="Graphic 2076" descr="Deciduous tree with solid fill">
              <a:extLst>
                <a:ext uri="{FF2B5EF4-FFF2-40B4-BE49-F238E27FC236}">
                  <a16:creationId xmlns:a16="http://schemas.microsoft.com/office/drawing/2014/main" id="{D56B2716-5E03-C9D5-ABDE-65E79E485E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2078" name="Graphic 2077" descr="Deciduous tree with solid fill">
              <a:extLst>
                <a:ext uri="{FF2B5EF4-FFF2-40B4-BE49-F238E27FC236}">
                  <a16:creationId xmlns:a16="http://schemas.microsoft.com/office/drawing/2014/main" id="{2A03E705-85E2-D29E-1CCC-F190464809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2079" name="Graphic 2078" descr="Deciduous tree with solid fill">
              <a:extLst>
                <a:ext uri="{FF2B5EF4-FFF2-40B4-BE49-F238E27FC236}">
                  <a16:creationId xmlns:a16="http://schemas.microsoft.com/office/drawing/2014/main" id="{F10A0B89-CBA7-13A6-A949-B35EF6D2A9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2080" name="Graphic 2079" descr="Deciduous tree with solid fill">
              <a:extLst>
                <a:ext uri="{FF2B5EF4-FFF2-40B4-BE49-F238E27FC236}">
                  <a16:creationId xmlns:a16="http://schemas.microsoft.com/office/drawing/2014/main" id="{43363CFA-64A8-7D35-5B22-7BFE777146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2081" name="Graphic 2080" descr="Deciduous tree with solid fill">
              <a:extLst>
                <a:ext uri="{FF2B5EF4-FFF2-40B4-BE49-F238E27FC236}">
                  <a16:creationId xmlns:a16="http://schemas.microsoft.com/office/drawing/2014/main" id="{A059769E-C352-B890-A57C-804D9C1C1C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2082" name="Graphic 2081" descr="Deciduous tree with solid fill">
              <a:extLst>
                <a:ext uri="{FF2B5EF4-FFF2-40B4-BE49-F238E27FC236}">
                  <a16:creationId xmlns:a16="http://schemas.microsoft.com/office/drawing/2014/main" id="{550EA5A3-3483-BC3B-4392-7B910E2AC2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083" name="Graphic 2082" descr="Deciduous tree with solid fill">
              <a:extLst>
                <a:ext uri="{FF2B5EF4-FFF2-40B4-BE49-F238E27FC236}">
                  <a16:creationId xmlns:a16="http://schemas.microsoft.com/office/drawing/2014/main" id="{22DC08D5-7188-CFF0-49F1-4970839532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5" y="3415245"/>
              <a:ext cx="209457" cy="196411"/>
            </a:xfrm>
            <a:prstGeom prst="rect">
              <a:avLst/>
            </a:prstGeom>
          </p:spPr>
        </p:pic>
        <p:pic>
          <p:nvPicPr>
            <p:cNvPr id="2084" name="Graphic 2083" descr="Deciduous tree with solid fill">
              <a:extLst>
                <a:ext uri="{FF2B5EF4-FFF2-40B4-BE49-F238E27FC236}">
                  <a16:creationId xmlns:a16="http://schemas.microsoft.com/office/drawing/2014/main" id="{AE129213-37B7-68B7-F22B-1186099A89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085" name="Graphic 2084" descr="Deciduous tree with solid fill">
              <a:extLst>
                <a:ext uri="{FF2B5EF4-FFF2-40B4-BE49-F238E27FC236}">
                  <a16:creationId xmlns:a16="http://schemas.microsoft.com/office/drawing/2014/main" id="{E62B7C15-9F7E-1506-EA28-E08CF0EF71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2086" name="Graphic 2085" descr="Deciduous tree with solid fill">
              <a:extLst>
                <a:ext uri="{FF2B5EF4-FFF2-40B4-BE49-F238E27FC236}">
                  <a16:creationId xmlns:a16="http://schemas.microsoft.com/office/drawing/2014/main" id="{FE7B7B16-30FD-F8BF-BCD9-14766674A8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087" name="Graphic 2086" descr="Deciduous tree with solid fill">
              <a:extLst>
                <a:ext uri="{FF2B5EF4-FFF2-40B4-BE49-F238E27FC236}">
                  <a16:creationId xmlns:a16="http://schemas.microsoft.com/office/drawing/2014/main" id="{A4947CAB-6D61-B123-2103-1FDD84487A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088" name="Graphic 2087" descr="Deciduous tree with solid fill">
              <a:extLst>
                <a:ext uri="{FF2B5EF4-FFF2-40B4-BE49-F238E27FC236}">
                  <a16:creationId xmlns:a16="http://schemas.microsoft.com/office/drawing/2014/main" id="{08C04F54-CABE-6804-2353-D74802C718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089" name="Graphic 2088" descr="Deciduous tree with solid fill">
              <a:extLst>
                <a:ext uri="{FF2B5EF4-FFF2-40B4-BE49-F238E27FC236}">
                  <a16:creationId xmlns:a16="http://schemas.microsoft.com/office/drawing/2014/main" id="{72E8EC68-3EC6-44AF-0C1D-1C5A54C498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2090" name="Graphic 2089" descr="Deciduous tree with solid fill">
              <a:extLst>
                <a:ext uri="{FF2B5EF4-FFF2-40B4-BE49-F238E27FC236}">
                  <a16:creationId xmlns:a16="http://schemas.microsoft.com/office/drawing/2014/main" id="{28156D9F-B77D-296E-B246-1FABEE5B5F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3" y="3072401"/>
              <a:ext cx="209457" cy="196411"/>
            </a:xfrm>
            <a:prstGeom prst="rect">
              <a:avLst/>
            </a:prstGeom>
          </p:spPr>
        </p:pic>
        <p:pic>
          <p:nvPicPr>
            <p:cNvPr id="2091" name="Graphic 2090" descr="Deciduous tree with solid fill">
              <a:extLst>
                <a:ext uri="{FF2B5EF4-FFF2-40B4-BE49-F238E27FC236}">
                  <a16:creationId xmlns:a16="http://schemas.microsoft.com/office/drawing/2014/main" id="{94758128-C11D-4732-A6F7-2FF31CCF14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8" y="3195893"/>
              <a:ext cx="209457" cy="196411"/>
            </a:xfrm>
            <a:prstGeom prst="rect">
              <a:avLst/>
            </a:prstGeom>
          </p:spPr>
        </p:pic>
        <p:pic>
          <p:nvPicPr>
            <p:cNvPr id="2092" name="Graphic 2091" descr="Deciduous tree with solid fill">
              <a:extLst>
                <a:ext uri="{FF2B5EF4-FFF2-40B4-BE49-F238E27FC236}">
                  <a16:creationId xmlns:a16="http://schemas.microsoft.com/office/drawing/2014/main" id="{61AAEB49-913E-87B5-082E-A78DAE16D9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3" y="3319384"/>
              <a:ext cx="209457" cy="196411"/>
            </a:xfrm>
            <a:prstGeom prst="rect">
              <a:avLst/>
            </a:prstGeom>
          </p:spPr>
        </p:pic>
        <p:pic>
          <p:nvPicPr>
            <p:cNvPr id="2093" name="Graphic 2092" descr="Deciduous tree with solid fill">
              <a:extLst>
                <a:ext uri="{FF2B5EF4-FFF2-40B4-BE49-F238E27FC236}">
                  <a16:creationId xmlns:a16="http://schemas.microsoft.com/office/drawing/2014/main" id="{02788453-892E-EFE4-22A1-84D4317DF2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094" name="Graphic 2093" descr="Deciduous tree with solid fill">
              <a:extLst>
                <a:ext uri="{FF2B5EF4-FFF2-40B4-BE49-F238E27FC236}">
                  <a16:creationId xmlns:a16="http://schemas.microsoft.com/office/drawing/2014/main" id="{AA7A856B-DEB0-188E-9C68-475E3F724B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095" name="Graphic 2094" descr="Deciduous tree with solid fill">
              <a:extLst>
                <a:ext uri="{FF2B5EF4-FFF2-40B4-BE49-F238E27FC236}">
                  <a16:creationId xmlns:a16="http://schemas.microsoft.com/office/drawing/2014/main" id="{6BCD9356-8593-7369-D006-E1B19A10B3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096" name="Graphic 2095" descr="Deciduous tree with solid fill">
              <a:extLst>
                <a:ext uri="{FF2B5EF4-FFF2-40B4-BE49-F238E27FC236}">
                  <a16:creationId xmlns:a16="http://schemas.microsoft.com/office/drawing/2014/main" id="{6D921444-26A2-82ED-72B7-64B6BA4101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097" name="Graphic 2096" descr="Deciduous tree with solid fill">
              <a:extLst>
                <a:ext uri="{FF2B5EF4-FFF2-40B4-BE49-F238E27FC236}">
                  <a16:creationId xmlns:a16="http://schemas.microsoft.com/office/drawing/2014/main" id="{0CA23403-5B17-8E98-1FE6-8CEFB7A337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098" name="Graphic 2097" descr="Deciduous tree with solid fill">
              <a:extLst>
                <a:ext uri="{FF2B5EF4-FFF2-40B4-BE49-F238E27FC236}">
                  <a16:creationId xmlns:a16="http://schemas.microsoft.com/office/drawing/2014/main" id="{79F39A57-1ABA-544E-B553-C03BE108C2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6" y="2860873"/>
              <a:ext cx="209457" cy="196411"/>
            </a:xfrm>
            <a:prstGeom prst="rect">
              <a:avLst/>
            </a:prstGeom>
          </p:spPr>
        </p:pic>
        <p:pic>
          <p:nvPicPr>
            <p:cNvPr id="2099" name="Graphic 2098" descr="Deciduous tree with solid fill">
              <a:extLst>
                <a:ext uri="{FF2B5EF4-FFF2-40B4-BE49-F238E27FC236}">
                  <a16:creationId xmlns:a16="http://schemas.microsoft.com/office/drawing/2014/main" id="{87037FBE-EF2C-9FBC-06AD-A60E205487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2100" name="Graphic 2099" descr="Deciduous tree with solid fill">
              <a:extLst>
                <a:ext uri="{FF2B5EF4-FFF2-40B4-BE49-F238E27FC236}">
                  <a16:creationId xmlns:a16="http://schemas.microsoft.com/office/drawing/2014/main" id="{DDAA7498-87A8-5A7C-2241-839FB5D836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101" name="Graphic 2100" descr="Deciduous tree with solid fill">
              <a:extLst>
                <a:ext uri="{FF2B5EF4-FFF2-40B4-BE49-F238E27FC236}">
                  <a16:creationId xmlns:a16="http://schemas.microsoft.com/office/drawing/2014/main" id="{5DC256F9-31DA-3E16-0E81-6579192484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102" name="Graphic 2101" descr="Deciduous tree with solid fill">
              <a:extLst>
                <a:ext uri="{FF2B5EF4-FFF2-40B4-BE49-F238E27FC236}">
                  <a16:creationId xmlns:a16="http://schemas.microsoft.com/office/drawing/2014/main" id="{5DC2744B-4AF4-0711-5A5A-928027DB4B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3" y="3354837"/>
              <a:ext cx="209457" cy="196411"/>
            </a:xfrm>
            <a:prstGeom prst="rect">
              <a:avLst/>
            </a:prstGeom>
          </p:spPr>
        </p:pic>
        <p:pic>
          <p:nvPicPr>
            <p:cNvPr id="2103" name="Graphic 2102" descr="Deciduous tree with solid fill">
              <a:extLst>
                <a:ext uri="{FF2B5EF4-FFF2-40B4-BE49-F238E27FC236}">
                  <a16:creationId xmlns:a16="http://schemas.microsoft.com/office/drawing/2014/main" id="{7E4F1EB0-E378-6C3A-3BCA-AECDD25177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8" y="3478328"/>
              <a:ext cx="209457" cy="196411"/>
            </a:xfrm>
            <a:prstGeom prst="rect">
              <a:avLst/>
            </a:prstGeom>
          </p:spPr>
        </p:pic>
        <p:pic>
          <p:nvPicPr>
            <p:cNvPr id="2104" name="Graphic 2103" descr="Deciduous tree with solid fill">
              <a:extLst>
                <a:ext uri="{FF2B5EF4-FFF2-40B4-BE49-F238E27FC236}">
                  <a16:creationId xmlns:a16="http://schemas.microsoft.com/office/drawing/2014/main" id="{0C999AF3-6C76-D032-C493-305F0C82CB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3" y="3601820"/>
              <a:ext cx="209457" cy="196411"/>
            </a:xfrm>
            <a:prstGeom prst="rect">
              <a:avLst/>
            </a:prstGeom>
          </p:spPr>
        </p:pic>
        <p:pic>
          <p:nvPicPr>
            <p:cNvPr id="2105" name="Graphic 2104" descr="Deciduous tree with solid fill">
              <a:extLst>
                <a:ext uri="{FF2B5EF4-FFF2-40B4-BE49-F238E27FC236}">
                  <a16:creationId xmlns:a16="http://schemas.microsoft.com/office/drawing/2014/main" id="{69F23D9C-4442-0AC9-EADD-D381B43060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8" y="3725311"/>
              <a:ext cx="209457" cy="196411"/>
            </a:xfrm>
            <a:prstGeom prst="rect">
              <a:avLst/>
            </a:prstGeom>
          </p:spPr>
        </p:pic>
        <p:pic>
          <p:nvPicPr>
            <p:cNvPr id="2106" name="Graphic 2105" descr="Deciduous tree with solid fill">
              <a:extLst>
                <a:ext uri="{FF2B5EF4-FFF2-40B4-BE49-F238E27FC236}">
                  <a16:creationId xmlns:a16="http://schemas.microsoft.com/office/drawing/2014/main" id="{E58299D7-4FD0-54B1-4B4D-C16317D5E5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3" y="3848803"/>
              <a:ext cx="209457" cy="196411"/>
            </a:xfrm>
            <a:prstGeom prst="rect">
              <a:avLst/>
            </a:prstGeom>
          </p:spPr>
        </p:pic>
        <p:pic>
          <p:nvPicPr>
            <p:cNvPr id="2107" name="Graphic 2106" descr="Deciduous tree with solid fill">
              <a:extLst>
                <a:ext uri="{FF2B5EF4-FFF2-40B4-BE49-F238E27FC236}">
                  <a16:creationId xmlns:a16="http://schemas.microsoft.com/office/drawing/2014/main" id="{611C09A1-8A80-CCDF-0348-BD50480913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2108" name="Graphic 2107" descr="Deciduous tree with solid fill">
              <a:extLst>
                <a:ext uri="{FF2B5EF4-FFF2-40B4-BE49-F238E27FC236}">
                  <a16:creationId xmlns:a16="http://schemas.microsoft.com/office/drawing/2014/main" id="{C900E684-2AF3-BA7A-9823-6AF5553C7A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2109" name="Graphic 2108" descr="Deciduous tree with solid fill">
              <a:extLst>
                <a:ext uri="{FF2B5EF4-FFF2-40B4-BE49-F238E27FC236}">
                  <a16:creationId xmlns:a16="http://schemas.microsoft.com/office/drawing/2014/main" id="{2D1AD2FB-B4BE-CEAB-E87C-E9F4C267D7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2110" name="Graphic 2109" descr="Deciduous tree with solid fill">
              <a:extLst>
                <a:ext uri="{FF2B5EF4-FFF2-40B4-BE49-F238E27FC236}">
                  <a16:creationId xmlns:a16="http://schemas.microsoft.com/office/drawing/2014/main" id="{06C80AC8-96EA-0474-C890-CCFEC9C7D2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2111" name="Graphic 2110" descr="Deciduous tree with solid fill">
              <a:extLst>
                <a:ext uri="{FF2B5EF4-FFF2-40B4-BE49-F238E27FC236}">
                  <a16:creationId xmlns:a16="http://schemas.microsoft.com/office/drawing/2014/main" id="{B31C4691-5917-06ED-C8FF-5EBE14C575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112" name="Graphic 2111" descr="Deciduous tree with solid fill">
              <a:extLst>
                <a:ext uri="{FF2B5EF4-FFF2-40B4-BE49-F238E27FC236}">
                  <a16:creationId xmlns:a16="http://schemas.microsoft.com/office/drawing/2014/main" id="{F5A20E00-D8E1-239F-9605-FC884B0985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2113" name="Graphic 2112" descr="Deciduous tree with solid fill">
              <a:extLst>
                <a:ext uri="{FF2B5EF4-FFF2-40B4-BE49-F238E27FC236}">
                  <a16:creationId xmlns:a16="http://schemas.microsoft.com/office/drawing/2014/main" id="{5A959675-0816-C613-5B6B-572968D6E2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114" name="Graphic 2113" descr="Deciduous tree with solid fill">
              <a:extLst>
                <a:ext uri="{FF2B5EF4-FFF2-40B4-BE49-F238E27FC236}">
                  <a16:creationId xmlns:a16="http://schemas.microsoft.com/office/drawing/2014/main" id="{61A12EB5-169C-78C1-A8EF-FC850927AF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115" name="Graphic 2114" descr="Deciduous tree with solid fill">
              <a:extLst>
                <a:ext uri="{FF2B5EF4-FFF2-40B4-BE49-F238E27FC236}">
                  <a16:creationId xmlns:a16="http://schemas.microsoft.com/office/drawing/2014/main" id="{B2EB75D3-3FD9-B2A6-1772-EC98AD3898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116" name="Graphic 2115" descr="Deciduous tree with solid fill">
              <a:extLst>
                <a:ext uri="{FF2B5EF4-FFF2-40B4-BE49-F238E27FC236}">
                  <a16:creationId xmlns:a16="http://schemas.microsoft.com/office/drawing/2014/main" id="{715452AD-44D9-BCF6-B2A3-565D78E567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117" name="Graphic 2116" descr="Deciduous tree with solid fill">
              <a:extLst>
                <a:ext uri="{FF2B5EF4-FFF2-40B4-BE49-F238E27FC236}">
                  <a16:creationId xmlns:a16="http://schemas.microsoft.com/office/drawing/2014/main" id="{3F6B0943-5C91-0A61-CED2-BF4C8EC09F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118" name="Graphic 2117" descr="Deciduous tree with solid fill">
              <a:extLst>
                <a:ext uri="{FF2B5EF4-FFF2-40B4-BE49-F238E27FC236}">
                  <a16:creationId xmlns:a16="http://schemas.microsoft.com/office/drawing/2014/main" id="{79100103-7845-29CD-E827-794EA3BEED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2119" name="Graphic 2118" descr="Deciduous tree with solid fill">
              <a:extLst>
                <a:ext uri="{FF2B5EF4-FFF2-40B4-BE49-F238E27FC236}">
                  <a16:creationId xmlns:a16="http://schemas.microsoft.com/office/drawing/2014/main" id="{073443F6-444C-814B-E52F-5A41CF5079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2120" name="Graphic 2119" descr="Deciduous tree with solid fill">
              <a:extLst>
                <a:ext uri="{FF2B5EF4-FFF2-40B4-BE49-F238E27FC236}">
                  <a16:creationId xmlns:a16="http://schemas.microsoft.com/office/drawing/2014/main" id="{BDA2B58E-AE56-E101-1249-42B7735EE6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121" name="Graphic 2120" descr="Deciduous tree with solid fill">
              <a:extLst>
                <a:ext uri="{FF2B5EF4-FFF2-40B4-BE49-F238E27FC236}">
                  <a16:creationId xmlns:a16="http://schemas.microsoft.com/office/drawing/2014/main" id="{E915CA68-EF1F-13BF-71FC-E7BA8CDD9F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122" name="Graphic 2121" descr="Deciduous tree with solid fill">
              <a:extLst>
                <a:ext uri="{FF2B5EF4-FFF2-40B4-BE49-F238E27FC236}">
                  <a16:creationId xmlns:a16="http://schemas.microsoft.com/office/drawing/2014/main" id="{2D9091D7-E03E-A5AE-2CFF-2D8FD8BAEE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123" name="Graphic 2122" descr="Deciduous tree with solid fill">
              <a:extLst>
                <a:ext uri="{FF2B5EF4-FFF2-40B4-BE49-F238E27FC236}">
                  <a16:creationId xmlns:a16="http://schemas.microsoft.com/office/drawing/2014/main" id="{36EAB690-0A1E-D185-8F5E-8183DD030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124" name="Graphic 2123" descr="Deciduous tree with solid fill">
              <a:extLst>
                <a:ext uri="{FF2B5EF4-FFF2-40B4-BE49-F238E27FC236}">
                  <a16:creationId xmlns:a16="http://schemas.microsoft.com/office/drawing/2014/main" id="{E9EDA3E3-5F9B-0B38-73A8-4707C4E318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125" name="Graphic 2124" descr="Deciduous tree with solid fill">
              <a:extLst>
                <a:ext uri="{FF2B5EF4-FFF2-40B4-BE49-F238E27FC236}">
                  <a16:creationId xmlns:a16="http://schemas.microsoft.com/office/drawing/2014/main" id="{FC42B214-1845-5A69-4181-7D6964AD03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126" name="Graphic 2125" descr="Deciduous tree with solid fill">
              <a:extLst>
                <a:ext uri="{FF2B5EF4-FFF2-40B4-BE49-F238E27FC236}">
                  <a16:creationId xmlns:a16="http://schemas.microsoft.com/office/drawing/2014/main" id="{9679D744-3826-2F9B-EF5A-9FF4A463C1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2127" name="Graphic 2126" descr="Deciduous tree with solid fill">
              <a:extLst>
                <a:ext uri="{FF2B5EF4-FFF2-40B4-BE49-F238E27FC236}">
                  <a16:creationId xmlns:a16="http://schemas.microsoft.com/office/drawing/2014/main" id="{C124D345-9AE9-A35B-8597-E9B8D964F8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128" name="Graphic 2127" descr="Deciduous tree with solid fill">
              <a:extLst>
                <a:ext uri="{FF2B5EF4-FFF2-40B4-BE49-F238E27FC236}">
                  <a16:creationId xmlns:a16="http://schemas.microsoft.com/office/drawing/2014/main" id="{6B002D69-D67E-AFEB-6D05-3484FEF0AB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129" name="Graphic 2128" descr="Deciduous tree with solid fill">
              <a:extLst>
                <a:ext uri="{FF2B5EF4-FFF2-40B4-BE49-F238E27FC236}">
                  <a16:creationId xmlns:a16="http://schemas.microsoft.com/office/drawing/2014/main" id="{E18DA4C6-51C8-3AC7-773B-25950548C6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2130" name="Graphic 2129" descr="Deciduous tree with solid fill">
              <a:extLst>
                <a:ext uri="{FF2B5EF4-FFF2-40B4-BE49-F238E27FC236}">
                  <a16:creationId xmlns:a16="http://schemas.microsoft.com/office/drawing/2014/main" id="{D9828706-262A-9576-2921-0B0FD62DC0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131" name="Graphic 2130" descr="Deciduous tree with solid fill">
              <a:extLst>
                <a:ext uri="{FF2B5EF4-FFF2-40B4-BE49-F238E27FC236}">
                  <a16:creationId xmlns:a16="http://schemas.microsoft.com/office/drawing/2014/main" id="{324D1E40-EA3E-28A6-7F0E-C15B2AC09B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132" name="Graphic 2131" descr="Deciduous tree with solid fill">
              <a:extLst>
                <a:ext uri="{FF2B5EF4-FFF2-40B4-BE49-F238E27FC236}">
                  <a16:creationId xmlns:a16="http://schemas.microsoft.com/office/drawing/2014/main" id="{7C552B24-BF99-EF48-9664-A648CE68DB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133" name="Graphic 2132" descr="Deciduous tree with solid fill">
              <a:extLst>
                <a:ext uri="{FF2B5EF4-FFF2-40B4-BE49-F238E27FC236}">
                  <a16:creationId xmlns:a16="http://schemas.microsoft.com/office/drawing/2014/main" id="{ACC42151-079F-66CB-0911-BF9041229A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134" name="Graphic 2133" descr="Deciduous tree with solid fill">
              <a:extLst>
                <a:ext uri="{FF2B5EF4-FFF2-40B4-BE49-F238E27FC236}">
                  <a16:creationId xmlns:a16="http://schemas.microsoft.com/office/drawing/2014/main" id="{4C53A648-4D76-11A3-9582-B2B06C8B56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2135" name="Graphic 2134" descr="Deciduous tree with solid fill">
              <a:extLst>
                <a:ext uri="{FF2B5EF4-FFF2-40B4-BE49-F238E27FC236}">
                  <a16:creationId xmlns:a16="http://schemas.microsoft.com/office/drawing/2014/main" id="{621E3AFA-8E89-0888-F0C7-F6C838C4D0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2136" name="Graphic 2135" descr="Deciduous tree with solid fill">
              <a:extLst>
                <a:ext uri="{FF2B5EF4-FFF2-40B4-BE49-F238E27FC236}">
                  <a16:creationId xmlns:a16="http://schemas.microsoft.com/office/drawing/2014/main" id="{BCA9CC35-4AAD-72B4-E05F-38E187CE79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2137" name="Graphic 2136" descr="Deciduous tree with solid fill">
              <a:extLst>
                <a:ext uri="{FF2B5EF4-FFF2-40B4-BE49-F238E27FC236}">
                  <a16:creationId xmlns:a16="http://schemas.microsoft.com/office/drawing/2014/main" id="{E2314359-ADB7-D451-397A-31B1852753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138" name="Graphic 2137" descr="Deciduous tree with solid fill">
              <a:extLst>
                <a:ext uri="{FF2B5EF4-FFF2-40B4-BE49-F238E27FC236}">
                  <a16:creationId xmlns:a16="http://schemas.microsoft.com/office/drawing/2014/main" id="{AA081F15-0C21-156E-7753-D97D08FA95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2139" name="Graphic 2138" descr="Deciduous tree with solid fill">
              <a:extLst>
                <a:ext uri="{FF2B5EF4-FFF2-40B4-BE49-F238E27FC236}">
                  <a16:creationId xmlns:a16="http://schemas.microsoft.com/office/drawing/2014/main" id="{94BF44C9-BD34-8B73-1E41-7A71F3CC1C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140" name="Graphic 2139" descr="Deciduous tree with solid fill">
              <a:extLst>
                <a:ext uri="{FF2B5EF4-FFF2-40B4-BE49-F238E27FC236}">
                  <a16:creationId xmlns:a16="http://schemas.microsoft.com/office/drawing/2014/main" id="{B9EF57F7-2E99-9A98-77C2-C435D68F41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141" name="Graphic 2140" descr="Deciduous tree with solid fill">
              <a:extLst>
                <a:ext uri="{FF2B5EF4-FFF2-40B4-BE49-F238E27FC236}">
                  <a16:creationId xmlns:a16="http://schemas.microsoft.com/office/drawing/2014/main" id="{6481CECD-797E-2B81-3B03-7C9649EE99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142" name="Graphic 2141" descr="Deciduous tree with solid fill">
              <a:extLst>
                <a:ext uri="{FF2B5EF4-FFF2-40B4-BE49-F238E27FC236}">
                  <a16:creationId xmlns:a16="http://schemas.microsoft.com/office/drawing/2014/main" id="{AA20DBEF-E9ED-E537-9FA2-427B03E7DF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143" name="Graphic 2142" descr="Deciduous tree with solid fill">
              <a:extLst>
                <a:ext uri="{FF2B5EF4-FFF2-40B4-BE49-F238E27FC236}">
                  <a16:creationId xmlns:a16="http://schemas.microsoft.com/office/drawing/2014/main" id="{05BDD4EF-CA3C-1F4B-07D6-002C60ED75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144" name="Graphic 2143" descr="Deciduous tree with solid fill">
              <a:extLst>
                <a:ext uri="{FF2B5EF4-FFF2-40B4-BE49-F238E27FC236}">
                  <a16:creationId xmlns:a16="http://schemas.microsoft.com/office/drawing/2014/main" id="{E69F839C-54AC-5F76-88EE-84292645EF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2145" name="Graphic 2144" descr="Deciduous tree with solid fill">
              <a:extLst>
                <a:ext uri="{FF2B5EF4-FFF2-40B4-BE49-F238E27FC236}">
                  <a16:creationId xmlns:a16="http://schemas.microsoft.com/office/drawing/2014/main" id="{25657665-2BD2-E1EF-6593-DF92F1C2C7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146" name="Graphic 2145" descr="Deciduous tree with solid fill">
              <a:extLst>
                <a:ext uri="{FF2B5EF4-FFF2-40B4-BE49-F238E27FC236}">
                  <a16:creationId xmlns:a16="http://schemas.microsoft.com/office/drawing/2014/main" id="{73AFF8A8-28A6-F972-240F-D8FA08ED84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147" name="Graphic 2146" descr="Deciduous tree with solid fill">
              <a:extLst>
                <a:ext uri="{FF2B5EF4-FFF2-40B4-BE49-F238E27FC236}">
                  <a16:creationId xmlns:a16="http://schemas.microsoft.com/office/drawing/2014/main" id="{D9981287-3097-921D-D652-3AD62F0A11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148" name="Graphic 2147" descr="Deciduous tree with solid fill">
              <a:extLst>
                <a:ext uri="{FF2B5EF4-FFF2-40B4-BE49-F238E27FC236}">
                  <a16:creationId xmlns:a16="http://schemas.microsoft.com/office/drawing/2014/main" id="{1395A3BB-9D36-806D-1C05-3079D357C1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149" name="Graphic 2148" descr="Deciduous tree with solid fill">
              <a:extLst>
                <a:ext uri="{FF2B5EF4-FFF2-40B4-BE49-F238E27FC236}">
                  <a16:creationId xmlns:a16="http://schemas.microsoft.com/office/drawing/2014/main" id="{32B626DD-177B-A02D-C411-4F661FC2CC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150" name="Graphic 2149" descr="Deciduous tree with solid fill">
              <a:extLst>
                <a:ext uri="{FF2B5EF4-FFF2-40B4-BE49-F238E27FC236}">
                  <a16:creationId xmlns:a16="http://schemas.microsoft.com/office/drawing/2014/main" id="{DCE354E4-EC1D-009A-5444-6163F42A0F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151" name="Graphic 2150" descr="Deciduous tree with solid fill">
              <a:extLst>
                <a:ext uri="{FF2B5EF4-FFF2-40B4-BE49-F238E27FC236}">
                  <a16:creationId xmlns:a16="http://schemas.microsoft.com/office/drawing/2014/main" id="{F99DD178-FA01-1E32-92FA-A44E5A0708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152" name="Graphic 2151" descr="Deciduous tree with solid fill">
              <a:extLst>
                <a:ext uri="{FF2B5EF4-FFF2-40B4-BE49-F238E27FC236}">
                  <a16:creationId xmlns:a16="http://schemas.microsoft.com/office/drawing/2014/main" id="{6B380405-F381-22CE-3023-8717E6C4BF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153" name="Graphic 2152" descr="Deciduous tree with solid fill">
              <a:extLst>
                <a:ext uri="{FF2B5EF4-FFF2-40B4-BE49-F238E27FC236}">
                  <a16:creationId xmlns:a16="http://schemas.microsoft.com/office/drawing/2014/main" id="{556DC84E-F779-E8CF-4D59-3A00DE1556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2154" name="Graphic 2153" descr="Deciduous tree with solid fill">
              <a:extLst>
                <a:ext uri="{FF2B5EF4-FFF2-40B4-BE49-F238E27FC236}">
                  <a16:creationId xmlns:a16="http://schemas.microsoft.com/office/drawing/2014/main" id="{3C0D31D3-D867-84A9-FADA-F34ACB5A8F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155" name="Graphic 2154" descr="Deciduous tree with solid fill">
              <a:extLst>
                <a:ext uri="{FF2B5EF4-FFF2-40B4-BE49-F238E27FC236}">
                  <a16:creationId xmlns:a16="http://schemas.microsoft.com/office/drawing/2014/main" id="{85A46325-9454-1BDF-E504-36DF679002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156" name="Graphic 2155" descr="Deciduous tree with solid fill">
              <a:extLst>
                <a:ext uri="{FF2B5EF4-FFF2-40B4-BE49-F238E27FC236}">
                  <a16:creationId xmlns:a16="http://schemas.microsoft.com/office/drawing/2014/main" id="{D64225D9-8142-BAF5-5ABE-8DA4E61A54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157" name="Graphic 2156" descr="Deciduous tree with solid fill">
              <a:extLst>
                <a:ext uri="{FF2B5EF4-FFF2-40B4-BE49-F238E27FC236}">
                  <a16:creationId xmlns:a16="http://schemas.microsoft.com/office/drawing/2014/main" id="{F44A44C4-ACD8-23CD-02C2-29B0A99E4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158" name="Graphic 2157" descr="Deciduous tree with solid fill">
              <a:extLst>
                <a:ext uri="{FF2B5EF4-FFF2-40B4-BE49-F238E27FC236}">
                  <a16:creationId xmlns:a16="http://schemas.microsoft.com/office/drawing/2014/main" id="{72825289-7860-B794-1E2F-AFAFCC7248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2159" name="Graphic 2158" descr="Deciduous tree with solid fill">
              <a:extLst>
                <a:ext uri="{FF2B5EF4-FFF2-40B4-BE49-F238E27FC236}">
                  <a16:creationId xmlns:a16="http://schemas.microsoft.com/office/drawing/2014/main" id="{D5BA872A-9F38-DD60-0379-52A9EADFFC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160" name="Graphic 2159" descr="Deciduous tree with solid fill">
              <a:extLst>
                <a:ext uri="{FF2B5EF4-FFF2-40B4-BE49-F238E27FC236}">
                  <a16:creationId xmlns:a16="http://schemas.microsoft.com/office/drawing/2014/main" id="{447CF626-72CC-B511-2BF5-5D8093F812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161" name="Graphic 2160" descr="Deciduous tree with solid fill">
              <a:extLst>
                <a:ext uri="{FF2B5EF4-FFF2-40B4-BE49-F238E27FC236}">
                  <a16:creationId xmlns:a16="http://schemas.microsoft.com/office/drawing/2014/main" id="{10943C78-15ED-33EA-B00F-B39C494E32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2162" name="Graphic 2161" descr="Deciduous tree with solid fill">
              <a:extLst>
                <a:ext uri="{FF2B5EF4-FFF2-40B4-BE49-F238E27FC236}">
                  <a16:creationId xmlns:a16="http://schemas.microsoft.com/office/drawing/2014/main" id="{BB7C86A3-B19F-BAFC-6AF2-27A4E0747F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163" name="Graphic 2162" descr="Deciduous tree with solid fill">
              <a:extLst>
                <a:ext uri="{FF2B5EF4-FFF2-40B4-BE49-F238E27FC236}">
                  <a16:creationId xmlns:a16="http://schemas.microsoft.com/office/drawing/2014/main" id="{1509FDD8-07B1-0325-2EBB-3DFADDADC0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164" name="Graphic 2163" descr="Deciduous tree with solid fill">
              <a:extLst>
                <a:ext uri="{FF2B5EF4-FFF2-40B4-BE49-F238E27FC236}">
                  <a16:creationId xmlns:a16="http://schemas.microsoft.com/office/drawing/2014/main" id="{210AECEE-0CE4-648D-A031-77A897667F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165" name="Graphic 2164" descr="Deciduous tree with solid fill">
              <a:extLst>
                <a:ext uri="{FF2B5EF4-FFF2-40B4-BE49-F238E27FC236}">
                  <a16:creationId xmlns:a16="http://schemas.microsoft.com/office/drawing/2014/main" id="{8C93868F-7E3D-600D-4C2D-3B9009FA9F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166" name="Graphic 2165" descr="Deciduous tree with solid fill">
              <a:extLst>
                <a:ext uri="{FF2B5EF4-FFF2-40B4-BE49-F238E27FC236}">
                  <a16:creationId xmlns:a16="http://schemas.microsoft.com/office/drawing/2014/main" id="{AE7EA664-C891-0CB8-E9A2-9E44BBE002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167" name="Graphic 2166" descr="Deciduous tree with solid fill">
              <a:extLst>
                <a:ext uri="{FF2B5EF4-FFF2-40B4-BE49-F238E27FC236}">
                  <a16:creationId xmlns:a16="http://schemas.microsoft.com/office/drawing/2014/main" id="{3FC6E9C6-EAA3-DE5C-D36A-560D928237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168" name="Graphic 2167" descr="Deciduous tree with solid fill">
              <a:extLst>
                <a:ext uri="{FF2B5EF4-FFF2-40B4-BE49-F238E27FC236}">
                  <a16:creationId xmlns:a16="http://schemas.microsoft.com/office/drawing/2014/main" id="{2B6E7E2F-762D-E283-0654-4A2D904E37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169" name="Graphic 2168" descr="Deciduous tree with solid fill">
              <a:extLst>
                <a:ext uri="{FF2B5EF4-FFF2-40B4-BE49-F238E27FC236}">
                  <a16:creationId xmlns:a16="http://schemas.microsoft.com/office/drawing/2014/main" id="{D2F7EB18-46D9-5088-2637-D8AEA954B5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170" name="Graphic 2169" descr="Deciduous tree with solid fill">
              <a:extLst>
                <a:ext uri="{FF2B5EF4-FFF2-40B4-BE49-F238E27FC236}">
                  <a16:creationId xmlns:a16="http://schemas.microsoft.com/office/drawing/2014/main" id="{5971BC06-D5F5-A64E-271E-632A170923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171" name="Graphic 2170" descr="Deciduous tree with solid fill">
              <a:extLst>
                <a:ext uri="{FF2B5EF4-FFF2-40B4-BE49-F238E27FC236}">
                  <a16:creationId xmlns:a16="http://schemas.microsoft.com/office/drawing/2014/main" id="{26B3D9DC-101B-8B1E-32BE-081D61762E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172" name="Graphic 2171" descr="Deciduous tree with solid fill">
              <a:extLst>
                <a:ext uri="{FF2B5EF4-FFF2-40B4-BE49-F238E27FC236}">
                  <a16:creationId xmlns:a16="http://schemas.microsoft.com/office/drawing/2014/main" id="{D9F9E678-A835-B46F-07C8-3B4E02E0F2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173" name="Graphic 2172" descr="Deciduous tree with solid fill">
              <a:extLst>
                <a:ext uri="{FF2B5EF4-FFF2-40B4-BE49-F238E27FC236}">
                  <a16:creationId xmlns:a16="http://schemas.microsoft.com/office/drawing/2014/main" id="{822552AF-3D22-5D13-54C7-A06F764034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174" name="Graphic 2173" descr="Deciduous tree with solid fill">
              <a:extLst>
                <a:ext uri="{FF2B5EF4-FFF2-40B4-BE49-F238E27FC236}">
                  <a16:creationId xmlns:a16="http://schemas.microsoft.com/office/drawing/2014/main" id="{02CDC2FD-89E4-15DF-ED89-D7B17901CF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2175" name="Graphic 2174" descr="Deciduous tree with solid fill">
              <a:extLst>
                <a:ext uri="{FF2B5EF4-FFF2-40B4-BE49-F238E27FC236}">
                  <a16:creationId xmlns:a16="http://schemas.microsoft.com/office/drawing/2014/main" id="{7E181474-3561-FAA7-E2AE-06408AE926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176" name="Graphic 2175" descr="Deciduous tree with solid fill">
              <a:extLst>
                <a:ext uri="{FF2B5EF4-FFF2-40B4-BE49-F238E27FC236}">
                  <a16:creationId xmlns:a16="http://schemas.microsoft.com/office/drawing/2014/main" id="{C9BA4E1F-99AF-5265-C69A-1BFB3906CE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177" name="Graphic 2176" descr="Deciduous tree with solid fill">
              <a:extLst>
                <a:ext uri="{FF2B5EF4-FFF2-40B4-BE49-F238E27FC236}">
                  <a16:creationId xmlns:a16="http://schemas.microsoft.com/office/drawing/2014/main" id="{A53A1ED4-466E-C3E8-F99E-8F5B205B8A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178" name="Graphic 2177" descr="Deciduous tree with solid fill">
              <a:extLst>
                <a:ext uri="{FF2B5EF4-FFF2-40B4-BE49-F238E27FC236}">
                  <a16:creationId xmlns:a16="http://schemas.microsoft.com/office/drawing/2014/main" id="{8273665B-7617-B97B-8AB8-F623744BC4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179" name="Graphic 2178" descr="Deciduous tree with solid fill">
              <a:extLst>
                <a:ext uri="{FF2B5EF4-FFF2-40B4-BE49-F238E27FC236}">
                  <a16:creationId xmlns:a16="http://schemas.microsoft.com/office/drawing/2014/main" id="{D1147995-CF52-93F8-89E9-50B40B998F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180" name="Graphic 2179" descr="Deciduous tree with solid fill">
              <a:extLst>
                <a:ext uri="{FF2B5EF4-FFF2-40B4-BE49-F238E27FC236}">
                  <a16:creationId xmlns:a16="http://schemas.microsoft.com/office/drawing/2014/main" id="{F4E4D763-CC65-EE2C-6068-767A022930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2181" name="Graphic 2180" descr="Deciduous tree with solid fill">
              <a:extLst>
                <a:ext uri="{FF2B5EF4-FFF2-40B4-BE49-F238E27FC236}">
                  <a16:creationId xmlns:a16="http://schemas.microsoft.com/office/drawing/2014/main" id="{DC83EDC5-A678-4E5D-2303-8A1EB7BDBC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182" name="Graphic 2181" descr="Deciduous tree with solid fill">
              <a:extLst>
                <a:ext uri="{FF2B5EF4-FFF2-40B4-BE49-F238E27FC236}">
                  <a16:creationId xmlns:a16="http://schemas.microsoft.com/office/drawing/2014/main" id="{7C469E22-48FD-AFE3-1B7D-F1F3A6477B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183" name="Graphic 2182" descr="Deciduous tree with solid fill">
              <a:extLst>
                <a:ext uri="{FF2B5EF4-FFF2-40B4-BE49-F238E27FC236}">
                  <a16:creationId xmlns:a16="http://schemas.microsoft.com/office/drawing/2014/main" id="{E25B0564-D531-46E4-D6D5-42423849F7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184" name="Graphic 2183" descr="Deciduous tree with solid fill">
              <a:extLst>
                <a:ext uri="{FF2B5EF4-FFF2-40B4-BE49-F238E27FC236}">
                  <a16:creationId xmlns:a16="http://schemas.microsoft.com/office/drawing/2014/main" id="{1E7DE413-5FA8-0E4E-E02C-781F2D1E04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185" name="Graphic 2184" descr="Deciduous tree with solid fill">
              <a:extLst>
                <a:ext uri="{FF2B5EF4-FFF2-40B4-BE49-F238E27FC236}">
                  <a16:creationId xmlns:a16="http://schemas.microsoft.com/office/drawing/2014/main" id="{D4F65B52-A08A-B3B4-AC35-0F329BB8BE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186" name="Graphic 2185" descr="Deciduous tree with solid fill">
              <a:extLst>
                <a:ext uri="{FF2B5EF4-FFF2-40B4-BE49-F238E27FC236}">
                  <a16:creationId xmlns:a16="http://schemas.microsoft.com/office/drawing/2014/main" id="{75981088-6920-EC42-AD67-22AB6C1111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187" name="Graphic 2186" descr="Deciduous tree with solid fill">
              <a:extLst>
                <a:ext uri="{FF2B5EF4-FFF2-40B4-BE49-F238E27FC236}">
                  <a16:creationId xmlns:a16="http://schemas.microsoft.com/office/drawing/2014/main" id="{AD5E2BB4-B07E-9CE8-2D31-6791F0C872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188" name="Graphic 2187" descr="Deciduous tree with solid fill">
              <a:extLst>
                <a:ext uri="{FF2B5EF4-FFF2-40B4-BE49-F238E27FC236}">
                  <a16:creationId xmlns:a16="http://schemas.microsoft.com/office/drawing/2014/main" id="{F7A2E945-8FDA-F31E-1133-A7F8EC0BDB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189" name="Graphic 2188" descr="Deciduous tree with solid fill">
              <a:extLst>
                <a:ext uri="{FF2B5EF4-FFF2-40B4-BE49-F238E27FC236}">
                  <a16:creationId xmlns:a16="http://schemas.microsoft.com/office/drawing/2014/main" id="{26017555-6A98-5BEB-FAA4-B91CF17DB5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190" name="Graphic 2189" descr="Deciduous tree with solid fill">
              <a:extLst>
                <a:ext uri="{FF2B5EF4-FFF2-40B4-BE49-F238E27FC236}">
                  <a16:creationId xmlns:a16="http://schemas.microsoft.com/office/drawing/2014/main" id="{8CBC08A9-6EE5-076E-9740-0165D306C7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191" name="Graphic 2190" descr="Deciduous tree with solid fill">
              <a:extLst>
                <a:ext uri="{FF2B5EF4-FFF2-40B4-BE49-F238E27FC236}">
                  <a16:creationId xmlns:a16="http://schemas.microsoft.com/office/drawing/2014/main" id="{3CF3D8DF-368D-0486-4C17-EDEF737C82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192" name="Graphic 2191" descr="Deciduous tree with solid fill">
              <a:extLst>
                <a:ext uri="{FF2B5EF4-FFF2-40B4-BE49-F238E27FC236}">
                  <a16:creationId xmlns:a16="http://schemas.microsoft.com/office/drawing/2014/main" id="{86DD4D8F-29A2-C967-F5F7-164BD0317A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2193" name="Graphic 2192" descr="Deciduous tree with solid fill">
              <a:extLst>
                <a:ext uri="{FF2B5EF4-FFF2-40B4-BE49-F238E27FC236}">
                  <a16:creationId xmlns:a16="http://schemas.microsoft.com/office/drawing/2014/main" id="{BB6E7678-BC31-AB98-A4B0-B4E54018BB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194" name="Graphic 2193" descr="Deciduous tree with solid fill">
              <a:extLst>
                <a:ext uri="{FF2B5EF4-FFF2-40B4-BE49-F238E27FC236}">
                  <a16:creationId xmlns:a16="http://schemas.microsoft.com/office/drawing/2014/main" id="{CB0FFA53-06FD-A0A2-F48B-FC9FDE49E2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195" name="Graphic 2194" descr="Deciduous tree with solid fill">
              <a:extLst>
                <a:ext uri="{FF2B5EF4-FFF2-40B4-BE49-F238E27FC236}">
                  <a16:creationId xmlns:a16="http://schemas.microsoft.com/office/drawing/2014/main" id="{9D87E4EF-6115-7462-6E97-614BFE2938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196" name="Graphic 2195" descr="Deciduous tree with solid fill">
              <a:extLst>
                <a:ext uri="{FF2B5EF4-FFF2-40B4-BE49-F238E27FC236}">
                  <a16:creationId xmlns:a16="http://schemas.microsoft.com/office/drawing/2014/main" id="{3E850ECE-BD55-0BCD-651D-C7BFA5BEF8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197" name="Graphic 2196" descr="Deciduous tree with solid fill">
              <a:extLst>
                <a:ext uri="{FF2B5EF4-FFF2-40B4-BE49-F238E27FC236}">
                  <a16:creationId xmlns:a16="http://schemas.microsoft.com/office/drawing/2014/main" id="{852735EA-46D6-7859-205A-2D397A6C25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198" name="Graphic 2197" descr="Deciduous tree with solid fill">
              <a:extLst>
                <a:ext uri="{FF2B5EF4-FFF2-40B4-BE49-F238E27FC236}">
                  <a16:creationId xmlns:a16="http://schemas.microsoft.com/office/drawing/2014/main" id="{02F08135-8C0B-628B-CA82-6932F9104C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199" name="Graphic 2198" descr="Deciduous tree with solid fill">
              <a:extLst>
                <a:ext uri="{FF2B5EF4-FFF2-40B4-BE49-F238E27FC236}">
                  <a16:creationId xmlns:a16="http://schemas.microsoft.com/office/drawing/2014/main" id="{2FA5EB83-80A4-F7A7-A0B2-287A0F8034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2200" name="Graphic 2199" descr="Deciduous tree with solid fill">
              <a:extLst>
                <a:ext uri="{FF2B5EF4-FFF2-40B4-BE49-F238E27FC236}">
                  <a16:creationId xmlns:a16="http://schemas.microsoft.com/office/drawing/2014/main" id="{CB79FDBD-385C-4C0F-63AB-1F335C5450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201" name="Graphic 2200" descr="Deciduous tree with solid fill">
              <a:extLst>
                <a:ext uri="{FF2B5EF4-FFF2-40B4-BE49-F238E27FC236}">
                  <a16:creationId xmlns:a16="http://schemas.microsoft.com/office/drawing/2014/main" id="{31A2395C-9EFE-B0B7-32E2-4E36C591BF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202" name="Graphic 2201" descr="Deciduous tree with solid fill">
              <a:extLst>
                <a:ext uri="{FF2B5EF4-FFF2-40B4-BE49-F238E27FC236}">
                  <a16:creationId xmlns:a16="http://schemas.microsoft.com/office/drawing/2014/main" id="{C0B65AE1-6350-2614-E3B7-D6C0E833CB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203" name="Graphic 2202" descr="Deciduous tree with solid fill">
              <a:extLst>
                <a:ext uri="{FF2B5EF4-FFF2-40B4-BE49-F238E27FC236}">
                  <a16:creationId xmlns:a16="http://schemas.microsoft.com/office/drawing/2014/main" id="{035579D7-F867-BCA1-0383-2E358135A1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204" name="Graphic 2203" descr="Deciduous tree with solid fill">
              <a:extLst>
                <a:ext uri="{FF2B5EF4-FFF2-40B4-BE49-F238E27FC236}">
                  <a16:creationId xmlns:a16="http://schemas.microsoft.com/office/drawing/2014/main" id="{92EA1CA6-A4C2-D118-4E35-ADED4EE970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205" name="Graphic 2204" descr="Deciduous tree with solid fill">
              <a:extLst>
                <a:ext uri="{FF2B5EF4-FFF2-40B4-BE49-F238E27FC236}">
                  <a16:creationId xmlns:a16="http://schemas.microsoft.com/office/drawing/2014/main" id="{454B3350-3B52-3CE4-FD9D-1E51BD12EA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206" name="Graphic 2205" descr="Deciduous tree with solid fill">
              <a:extLst>
                <a:ext uri="{FF2B5EF4-FFF2-40B4-BE49-F238E27FC236}">
                  <a16:creationId xmlns:a16="http://schemas.microsoft.com/office/drawing/2014/main" id="{39B8CB20-47B9-B3D8-A015-5AF4375B45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207" name="Graphic 2206" descr="Deciduous tree with solid fill">
              <a:extLst>
                <a:ext uri="{FF2B5EF4-FFF2-40B4-BE49-F238E27FC236}">
                  <a16:creationId xmlns:a16="http://schemas.microsoft.com/office/drawing/2014/main" id="{A199A6AD-4A32-11B1-FD5A-9ECBDEB1E7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208" name="Graphic 2207" descr="Deciduous tree with solid fill">
              <a:extLst>
                <a:ext uri="{FF2B5EF4-FFF2-40B4-BE49-F238E27FC236}">
                  <a16:creationId xmlns:a16="http://schemas.microsoft.com/office/drawing/2014/main" id="{4C601249-2357-4BC6-C25E-237B74D60E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209" name="Graphic 2208" descr="Deciduous tree with solid fill">
              <a:extLst>
                <a:ext uri="{FF2B5EF4-FFF2-40B4-BE49-F238E27FC236}">
                  <a16:creationId xmlns:a16="http://schemas.microsoft.com/office/drawing/2014/main" id="{ABA375BC-9065-CAAE-EFC0-06B71E830F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210" name="Graphic 2209" descr="Deciduous tree with solid fill">
              <a:extLst>
                <a:ext uri="{FF2B5EF4-FFF2-40B4-BE49-F238E27FC236}">
                  <a16:creationId xmlns:a16="http://schemas.microsoft.com/office/drawing/2014/main" id="{DD50B2BA-2B96-B925-FAA7-C947872C10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211" name="Graphic 2210" descr="Deciduous tree with solid fill">
              <a:extLst>
                <a:ext uri="{FF2B5EF4-FFF2-40B4-BE49-F238E27FC236}">
                  <a16:creationId xmlns:a16="http://schemas.microsoft.com/office/drawing/2014/main" id="{39AC16C0-A8F4-6142-97B6-5E2C0FC51B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212" name="Graphic 2211" descr="Deciduous tree with solid fill">
              <a:extLst>
                <a:ext uri="{FF2B5EF4-FFF2-40B4-BE49-F238E27FC236}">
                  <a16:creationId xmlns:a16="http://schemas.microsoft.com/office/drawing/2014/main" id="{CBB9161C-77BC-9433-29BB-1DB8A2F1F1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2213" name="Graphic 2212" descr="Deciduous tree with solid fill">
              <a:extLst>
                <a:ext uri="{FF2B5EF4-FFF2-40B4-BE49-F238E27FC236}">
                  <a16:creationId xmlns:a16="http://schemas.microsoft.com/office/drawing/2014/main" id="{540B5C3A-035A-D18F-84D4-8DC35F3706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214" name="Graphic 2213" descr="Deciduous tree with solid fill">
              <a:extLst>
                <a:ext uri="{FF2B5EF4-FFF2-40B4-BE49-F238E27FC236}">
                  <a16:creationId xmlns:a16="http://schemas.microsoft.com/office/drawing/2014/main" id="{5D49FAA5-B472-1A3C-4DAA-AF848EC871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215" name="Graphic 2214" descr="Deciduous tree with solid fill">
              <a:extLst>
                <a:ext uri="{FF2B5EF4-FFF2-40B4-BE49-F238E27FC236}">
                  <a16:creationId xmlns:a16="http://schemas.microsoft.com/office/drawing/2014/main" id="{0EBCB22E-D36F-B6F8-70C1-7A798D2AE4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216" name="Graphic 2215" descr="Deciduous tree with solid fill">
              <a:extLst>
                <a:ext uri="{FF2B5EF4-FFF2-40B4-BE49-F238E27FC236}">
                  <a16:creationId xmlns:a16="http://schemas.microsoft.com/office/drawing/2014/main" id="{680CBD75-CF0C-D27D-B3E0-CC1441858A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217" name="Graphic 2216" descr="Deciduous tree with solid fill">
              <a:extLst>
                <a:ext uri="{FF2B5EF4-FFF2-40B4-BE49-F238E27FC236}">
                  <a16:creationId xmlns:a16="http://schemas.microsoft.com/office/drawing/2014/main" id="{5BEE0FBE-8364-1596-A339-CACFD837FB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218" name="Graphic 2217" descr="Deciduous tree with solid fill">
              <a:extLst>
                <a:ext uri="{FF2B5EF4-FFF2-40B4-BE49-F238E27FC236}">
                  <a16:creationId xmlns:a16="http://schemas.microsoft.com/office/drawing/2014/main" id="{6B6A7586-C674-BCA5-9792-0804DDE063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219" name="Graphic 2218" descr="Deciduous tree with solid fill">
              <a:extLst>
                <a:ext uri="{FF2B5EF4-FFF2-40B4-BE49-F238E27FC236}">
                  <a16:creationId xmlns:a16="http://schemas.microsoft.com/office/drawing/2014/main" id="{8E79A2D9-67F3-689E-1C35-5873AD1BF1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220" name="Graphic 2219" descr="Deciduous tree with solid fill">
              <a:extLst>
                <a:ext uri="{FF2B5EF4-FFF2-40B4-BE49-F238E27FC236}">
                  <a16:creationId xmlns:a16="http://schemas.microsoft.com/office/drawing/2014/main" id="{512E34DD-127A-5108-AC85-4E783C3580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221" name="Graphic 2220" descr="Deciduous tree with solid fill">
              <a:extLst>
                <a:ext uri="{FF2B5EF4-FFF2-40B4-BE49-F238E27FC236}">
                  <a16:creationId xmlns:a16="http://schemas.microsoft.com/office/drawing/2014/main" id="{2A3EBB37-DC05-79E9-7B1F-64DAAB3F29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222" name="Graphic 2221" descr="Deciduous tree with solid fill">
              <a:extLst>
                <a:ext uri="{FF2B5EF4-FFF2-40B4-BE49-F238E27FC236}">
                  <a16:creationId xmlns:a16="http://schemas.microsoft.com/office/drawing/2014/main" id="{13BF7228-EC8F-2835-EE34-C343C2A2AB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223" name="Graphic 2222" descr="Deciduous tree with solid fill">
              <a:extLst>
                <a:ext uri="{FF2B5EF4-FFF2-40B4-BE49-F238E27FC236}">
                  <a16:creationId xmlns:a16="http://schemas.microsoft.com/office/drawing/2014/main" id="{BA8849D3-1075-14E9-3307-1AF34D283B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224" name="Graphic 2223" descr="Deciduous tree with solid fill">
              <a:extLst>
                <a:ext uri="{FF2B5EF4-FFF2-40B4-BE49-F238E27FC236}">
                  <a16:creationId xmlns:a16="http://schemas.microsoft.com/office/drawing/2014/main" id="{EA6C760D-6025-4929-B04B-D1CFB5ED63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225" name="Graphic 2224" descr="Deciduous tree with solid fill">
              <a:extLst>
                <a:ext uri="{FF2B5EF4-FFF2-40B4-BE49-F238E27FC236}">
                  <a16:creationId xmlns:a16="http://schemas.microsoft.com/office/drawing/2014/main" id="{9CDB615A-5A74-D6A4-8176-D9773D7630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226" name="Graphic 2225" descr="Deciduous tree with solid fill">
              <a:extLst>
                <a:ext uri="{FF2B5EF4-FFF2-40B4-BE49-F238E27FC236}">
                  <a16:creationId xmlns:a16="http://schemas.microsoft.com/office/drawing/2014/main" id="{41CDC052-AE3D-05E0-C6A6-47C1396208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227" name="Graphic 2226" descr="Deciduous tree with solid fill">
              <a:extLst>
                <a:ext uri="{FF2B5EF4-FFF2-40B4-BE49-F238E27FC236}">
                  <a16:creationId xmlns:a16="http://schemas.microsoft.com/office/drawing/2014/main" id="{6BEEA010-2D68-4B1E-E8B2-E12F5D1979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228" name="Graphic 2227" descr="Deciduous tree with solid fill">
              <a:extLst>
                <a:ext uri="{FF2B5EF4-FFF2-40B4-BE49-F238E27FC236}">
                  <a16:creationId xmlns:a16="http://schemas.microsoft.com/office/drawing/2014/main" id="{C9E3CD96-B225-8355-282E-5091CDA803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229" name="Graphic 2228" descr="Deciduous tree with solid fill">
              <a:extLst>
                <a:ext uri="{FF2B5EF4-FFF2-40B4-BE49-F238E27FC236}">
                  <a16:creationId xmlns:a16="http://schemas.microsoft.com/office/drawing/2014/main" id="{09525844-F372-A717-4DF8-CEF8F33755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230" name="Graphic 2229" descr="Deciduous tree with solid fill">
              <a:extLst>
                <a:ext uri="{FF2B5EF4-FFF2-40B4-BE49-F238E27FC236}">
                  <a16:creationId xmlns:a16="http://schemas.microsoft.com/office/drawing/2014/main" id="{70545C0B-E1BD-2C42-F201-B853A609DC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231" name="Graphic 2230" descr="Deciduous tree with solid fill">
              <a:extLst>
                <a:ext uri="{FF2B5EF4-FFF2-40B4-BE49-F238E27FC236}">
                  <a16:creationId xmlns:a16="http://schemas.microsoft.com/office/drawing/2014/main" id="{E02D7F72-2DD6-7D43-5E8E-BB66550D45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232" name="Graphic 2231" descr="Deciduous tree with solid fill">
              <a:extLst>
                <a:ext uri="{FF2B5EF4-FFF2-40B4-BE49-F238E27FC236}">
                  <a16:creationId xmlns:a16="http://schemas.microsoft.com/office/drawing/2014/main" id="{FD884326-2618-5000-0E2C-B2009BA39B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233" name="Graphic 2232" descr="Deciduous tree with solid fill">
              <a:extLst>
                <a:ext uri="{FF2B5EF4-FFF2-40B4-BE49-F238E27FC236}">
                  <a16:creationId xmlns:a16="http://schemas.microsoft.com/office/drawing/2014/main" id="{9E42D2B1-C923-44EF-A924-AA0637E7E4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234" name="Graphic 2233" descr="Deciduous tree with solid fill">
              <a:extLst>
                <a:ext uri="{FF2B5EF4-FFF2-40B4-BE49-F238E27FC236}">
                  <a16:creationId xmlns:a16="http://schemas.microsoft.com/office/drawing/2014/main" id="{FE343F18-FCA1-0366-B8E7-4F67400353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235" name="Graphic 2234" descr="Deciduous tree with solid fill">
              <a:extLst>
                <a:ext uri="{FF2B5EF4-FFF2-40B4-BE49-F238E27FC236}">
                  <a16:creationId xmlns:a16="http://schemas.microsoft.com/office/drawing/2014/main" id="{7B420DC9-F41C-DC56-0D3E-E8B979BA62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236" name="Graphic 2235" descr="Deciduous tree with solid fill">
              <a:extLst>
                <a:ext uri="{FF2B5EF4-FFF2-40B4-BE49-F238E27FC236}">
                  <a16:creationId xmlns:a16="http://schemas.microsoft.com/office/drawing/2014/main" id="{93F7FA66-F301-D1A1-7222-39FF4B9B71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237" name="Graphic 2236" descr="Deciduous tree with solid fill">
              <a:extLst>
                <a:ext uri="{FF2B5EF4-FFF2-40B4-BE49-F238E27FC236}">
                  <a16:creationId xmlns:a16="http://schemas.microsoft.com/office/drawing/2014/main" id="{9E8DE111-BF3A-DEEC-D405-F174F5AD61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238" name="Graphic 2237" descr="Deciduous tree with solid fill">
              <a:extLst>
                <a:ext uri="{FF2B5EF4-FFF2-40B4-BE49-F238E27FC236}">
                  <a16:creationId xmlns:a16="http://schemas.microsoft.com/office/drawing/2014/main" id="{A9C3E319-9C38-BDC5-F235-22AA046C56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239" name="Graphic 2238" descr="Deciduous tree with solid fill">
              <a:extLst>
                <a:ext uri="{FF2B5EF4-FFF2-40B4-BE49-F238E27FC236}">
                  <a16:creationId xmlns:a16="http://schemas.microsoft.com/office/drawing/2014/main" id="{460AD0B0-4AB2-6EFA-5551-7DCEAD87C5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240" name="Graphic 2239" descr="Deciduous tree with solid fill">
              <a:extLst>
                <a:ext uri="{FF2B5EF4-FFF2-40B4-BE49-F238E27FC236}">
                  <a16:creationId xmlns:a16="http://schemas.microsoft.com/office/drawing/2014/main" id="{181CB5D1-AB0C-3F93-E28E-9DD35C6819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241" name="Graphic 2240" descr="Deciduous tree with solid fill">
              <a:extLst>
                <a:ext uri="{FF2B5EF4-FFF2-40B4-BE49-F238E27FC236}">
                  <a16:creationId xmlns:a16="http://schemas.microsoft.com/office/drawing/2014/main" id="{AEC6A824-86C3-B443-978A-CC204BE706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2242" name="Graphic 2241" descr="Deciduous tree with solid fill">
              <a:extLst>
                <a:ext uri="{FF2B5EF4-FFF2-40B4-BE49-F238E27FC236}">
                  <a16:creationId xmlns:a16="http://schemas.microsoft.com/office/drawing/2014/main" id="{207CB2A1-D96C-60A5-91F4-2AE46FA1C5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2819" y="2160331"/>
              <a:ext cx="209457" cy="196411"/>
            </a:xfrm>
            <a:prstGeom prst="rect">
              <a:avLst/>
            </a:prstGeom>
          </p:spPr>
        </p:pic>
        <p:pic>
          <p:nvPicPr>
            <p:cNvPr id="2243" name="Graphic 2242" descr="Deciduous tree with solid fill">
              <a:extLst>
                <a:ext uri="{FF2B5EF4-FFF2-40B4-BE49-F238E27FC236}">
                  <a16:creationId xmlns:a16="http://schemas.microsoft.com/office/drawing/2014/main" id="{2952C1F2-823B-DD84-7B59-EB2C4D7822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7192" y="2256190"/>
              <a:ext cx="209457" cy="196411"/>
            </a:xfrm>
            <a:prstGeom prst="rect">
              <a:avLst/>
            </a:prstGeom>
          </p:spPr>
        </p:pic>
        <p:pic>
          <p:nvPicPr>
            <p:cNvPr id="2244" name="Graphic 2243" descr="Deciduous tree with solid fill">
              <a:extLst>
                <a:ext uri="{FF2B5EF4-FFF2-40B4-BE49-F238E27FC236}">
                  <a16:creationId xmlns:a16="http://schemas.microsoft.com/office/drawing/2014/main" id="{58E8194D-89C6-8782-F67C-371E654E02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3396" y="2072292"/>
              <a:ext cx="209457" cy="196411"/>
            </a:xfrm>
            <a:prstGeom prst="rect">
              <a:avLst/>
            </a:prstGeom>
          </p:spPr>
        </p:pic>
        <p:pic>
          <p:nvPicPr>
            <p:cNvPr id="2245" name="Graphic 2244" descr="Deciduous tree with solid fill">
              <a:extLst>
                <a:ext uri="{FF2B5EF4-FFF2-40B4-BE49-F238E27FC236}">
                  <a16:creationId xmlns:a16="http://schemas.microsoft.com/office/drawing/2014/main" id="{840D2B75-4745-797E-80A7-143691F830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54920" y="4168704"/>
              <a:ext cx="209457" cy="196411"/>
            </a:xfrm>
            <a:prstGeom prst="rect">
              <a:avLst/>
            </a:prstGeom>
          </p:spPr>
        </p:pic>
        <p:pic>
          <p:nvPicPr>
            <p:cNvPr id="2246" name="Graphic 2245" descr="Deciduous tree with solid fill">
              <a:extLst>
                <a:ext uri="{FF2B5EF4-FFF2-40B4-BE49-F238E27FC236}">
                  <a16:creationId xmlns:a16="http://schemas.microsoft.com/office/drawing/2014/main" id="{31B7997C-DBBA-47B0-777D-E07052216C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8886" y="2379681"/>
              <a:ext cx="209457" cy="196411"/>
            </a:xfrm>
            <a:prstGeom prst="rect">
              <a:avLst/>
            </a:prstGeom>
          </p:spPr>
        </p:pic>
        <p:pic>
          <p:nvPicPr>
            <p:cNvPr id="2247" name="Graphic 2246" descr="Deciduous tree with solid fill">
              <a:extLst>
                <a:ext uri="{FF2B5EF4-FFF2-40B4-BE49-F238E27FC236}">
                  <a16:creationId xmlns:a16="http://schemas.microsoft.com/office/drawing/2014/main" id="{C5B28BAE-FEEC-E29E-EA6E-DC0BB4663C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0581" y="2503173"/>
              <a:ext cx="209457" cy="196411"/>
            </a:xfrm>
            <a:prstGeom prst="rect">
              <a:avLst/>
            </a:prstGeom>
          </p:spPr>
        </p:pic>
        <p:pic>
          <p:nvPicPr>
            <p:cNvPr id="2248" name="Graphic 2247" descr="Deciduous tree with solid fill">
              <a:extLst>
                <a:ext uri="{FF2B5EF4-FFF2-40B4-BE49-F238E27FC236}">
                  <a16:creationId xmlns:a16="http://schemas.microsoft.com/office/drawing/2014/main" id="{DAB20FB4-5240-0983-6186-A834FF5F3B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8" y="2626664"/>
              <a:ext cx="209457" cy="196411"/>
            </a:xfrm>
            <a:prstGeom prst="rect">
              <a:avLst/>
            </a:prstGeom>
          </p:spPr>
        </p:pic>
        <p:pic>
          <p:nvPicPr>
            <p:cNvPr id="2249" name="Graphic 2248" descr="Deciduous tree with solid fill">
              <a:extLst>
                <a:ext uri="{FF2B5EF4-FFF2-40B4-BE49-F238E27FC236}">
                  <a16:creationId xmlns:a16="http://schemas.microsoft.com/office/drawing/2014/main" id="{FB6F4EBD-BF6F-7B53-7633-14BB49D238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3971" y="2750155"/>
              <a:ext cx="209457" cy="196411"/>
            </a:xfrm>
            <a:prstGeom prst="rect">
              <a:avLst/>
            </a:prstGeom>
          </p:spPr>
        </p:pic>
        <p:pic>
          <p:nvPicPr>
            <p:cNvPr id="2250" name="Graphic 2249" descr="Deciduous tree with solid fill">
              <a:extLst>
                <a:ext uri="{FF2B5EF4-FFF2-40B4-BE49-F238E27FC236}">
                  <a16:creationId xmlns:a16="http://schemas.microsoft.com/office/drawing/2014/main" id="{B985111A-3DE5-837F-FA84-572EB9287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666" y="2873647"/>
              <a:ext cx="209457" cy="196411"/>
            </a:xfrm>
            <a:prstGeom prst="rect">
              <a:avLst/>
            </a:prstGeom>
          </p:spPr>
        </p:pic>
        <p:pic>
          <p:nvPicPr>
            <p:cNvPr id="2251" name="Graphic 2250" descr="Deciduous tree with solid fill">
              <a:extLst>
                <a:ext uri="{FF2B5EF4-FFF2-40B4-BE49-F238E27FC236}">
                  <a16:creationId xmlns:a16="http://schemas.microsoft.com/office/drawing/2014/main" id="{F2FFE787-25C8-BE4A-B090-15B9239EE7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361" y="2997137"/>
              <a:ext cx="209457" cy="196411"/>
            </a:xfrm>
            <a:prstGeom prst="rect">
              <a:avLst/>
            </a:prstGeom>
          </p:spPr>
        </p:pic>
        <p:pic>
          <p:nvPicPr>
            <p:cNvPr id="2252" name="Graphic 2251" descr="Deciduous tree with solid fill">
              <a:extLst>
                <a:ext uri="{FF2B5EF4-FFF2-40B4-BE49-F238E27FC236}">
                  <a16:creationId xmlns:a16="http://schemas.microsoft.com/office/drawing/2014/main" id="{F07E1CD0-E362-7786-2D20-A7DC36EFF3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055" y="3120629"/>
              <a:ext cx="209457" cy="196411"/>
            </a:xfrm>
            <a:prstGeom prst="rect">
              <a:avLst/>
            </a:prstGeom>
          </p:spPr>
        </p:pic>
        <p:pic>
          <p:nvPicPr>
            <p:cNvPr id="2253" name="Graphic 2252" descr="Deciduous tree with solid fill">
              <a:extLst>
                <a:ext uri="{FF2B5EF4-FFF2-40B4-BE49-F238E27FC236}">
                  <a16:creationId xmlns:a16="http://schemas.microsoft.com/office/drawing/2014/main" id="{17FB79EC-7CBB-E8B2-166A-A4754F2A94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0751" y="3244121"/>
              <a:ext cx="209457" cy="196411"/>
            </a:xfrm>
            <a:prstGeom prst="rect">
              <a:avLst/>
            </a:prstGeom>
          </p:spPr>
        </p:pic>
        <p:pic>
          <p:nvPicPr>
            <p:cNvPr id="2254" name="Graphic 2253" descr="Deciduous tree with solid fill">
              <a:extLst>
                <a:ext uri="{FF2B5EF4-FFF2-40B4-BE49-F238E27FC236}">
                  <a16:creationId xmlns:a16="http://schemas.microsoft.com/office/drawing/2014/main" id="{6E43AD30-F6E2-3635-C9B1-BEE507F2E6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446" y="3367612"/>
              <a:ext cx="209457" cy="196411"/>
            </a:xfrm>
            <a:prstGeom prst="rect">
              <a:avLst/>
            </a:prstGeom>
          </p:spPr>
        </p:pic>
        <p:pic>
          <p:nvPicPr>
            <p:cNvPr id="2255" name="Graphic 2254" descr="Deciduous tree with solid fill">
              <a:extLst>
                <a:ext uri="{FF2B5EF4-FFF2-40B4-BE49-F238E27FC236}">
                  <a16:creationId xmlns:a16="http://schemas.microsoft.com/office/drawing/2014/main" id="{3562CC59-295A-B72A-BFDF-D5619D99BA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140" y="3491103"/>
              <a:ext cx="209457" cy="196411"/>
            </a:xfrm>
            <a:prstGeom prst="rect">
              <a:avLst/>
            </a:prstGeom>
          </p:spPr>
        </p:pic>
        <p:pic>
          <p:nvPicPr>
            <p:cNvPr id="2256" name="Graphic 2255" descr="Deciduous tree with solid fill">
              <a:extLst>
                <a:ext uri="{FF2B5EF4-FFF2-40B4-BE49-F238E27FC236}">
                  <a16:creationId xmlns:a16="http://schemas.microsoft.com/office/drawing/2014/main" id="{61C54ECB-3BD5-457F-2091-952D82931E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5834" y="3614593"/>
              <a:ext cx="209457" cy="196411"/>
            </a:xfrm>
            <a:prstGeom prst="rect">
              <a:avLst/>
            </a:prstGeom>
          </p:spPr>
        </p:pic>
        <p:pic>
          <p:nvPicPr>
            <p:cNvPr id="2257" name="Graphic 2256" descr="Deciduous tree with solid fill">
              <a:extLst>
                <a:ext uri="{FF2B5EF4-FFF2-40B4-BE49-F238E27FC236}">
                  <a16:creationId xmlns:a16="http://schemas.microsoft.com/office/drawing/2014/main" id="{3E9B0B00-8F42-F211-C713-7FF9DF05DF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529" y="3738084"/>
              <a:ext cx="209457" cy="196411"/>
            </a:xfrm>
            <a:prstGeom prst="rect">
              <a:avLst/>
            </a:prstGeom>
          </p:spPr>
        </p:pic>
        <p:pic>
          <p:nvPicPr>
            <p:cNvPr id="2258" name="Graphic 2257" descr="Deciduous tree with solid fill">
              <a:extLst>
                <a:ext uri="{FF2B5EF4-FFF2-40B4-BE49-F238E27FC236}">
                  <a16:creationId xmlns:a16="http://schemas.microsoft.com/office/drawing/2014/main" id="{45F13DA4-B2BF-02EF-A20A-4A5918126E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223" y="3861576"/>
              <a:ext cx="209457" cy="196411"/>
            </a:xfrm>
            <a:prstGeom prst="rect">
              <a:avLst/>
            </a:prstGeom>
          </p:spPr>
        </p:pic>
        <p:pic>
          <p:nvPicPr>
            <p:cNvPr id="2259" name="Graphic 2258" descr="Deciduous tree with solid fill">
              <a:extLst>
                <a:ext uri="{FF2B5EF4-FFF2-40B4-BE49-F238E27FC236}">
                  <a16:creationId xmlns:a16="http://schemas.microsoft.com/office/drawing/2014/main" id="{A30A2290-FEB7-9300-7880-B84A0E94BC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94513" y="2283821"/>
              <a:ext cx="209457" cy="196411"/>
            </a:xfrm>
            <a:prstGeom prst="rect">
              <a:avLst/>
            </a:prstGeom>
          </p:spPr>
        </p:pic>
        <p:pic>
          <p:nvPicPr>
            <p:cNvPr id="2260" name="Graphic 2259" descr="Deciduous tree with solid fill">
              <a:extLst>
                <a:ext uri="{FF2B5EF4-FFF2-40B4-BE49-F238E27FC236}">
                  <a16:creationId xmlns:a16="http://schemas.microsoft.com/office/drawing/2014/main" id="{2A7BEB74-8345-637A-F207-928E2A51C9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6208" y="2407313"/>
              <a:ext cx="209457" cy="196411"/>
            </a:xfrm>
            <a:prstGeom prst="rect">
              <a:avLst/>
            </a:prstGeom>
          </p:spPr>
        </p:pic>
        <p:pic>
          <p:nvPicPr>
            <p:cNvPr id="2261" name="Graphic 2260" descr="Deciduous tree with solid fill">
              <a:extLst>
                <a:ext uri="{FF2B5EF4-FFF2-40B4-BE49-F238E27FC236}">
                  <a16:creationId xmlns:a16="http://schemas.microsoft.com/office/drawing/2014/main" id="{315C7AC2-A202-F46A-031F-CF4800F64C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57904" y="2530805"/>
              <a:ext cx="209457" cy="196411"/>
            </a:xfrm>
            <a:prstGeom prst="rect">
              <a:avLst/>
            </a:prstGeom>
          </p:spPr>
        </p:pic>
        <p:pic>
          <p:nvPicPr>
            <p:cNvPr id="2262" name="Graphic 2261" descr="Deciduous tree with solid fill">
              <a:extLst>
                <a:ext uri="{FF2B5EF4-FFF2-40B4-BE49-F238E27FC236}">
                  <a16:creationId xmlns:a16="http://schemas.microsoft.com/office/drawing/2014/main" id="{B03AAF7B-EB8E-FE19-B5C4-C2F6CBDA50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89598" y="2654296"/>
              <a:ext cx="209457" cy="196411"/>
            </a:xfrm>
            <a:prstGeom prst="rect">
              <a:avLst/>
            </a:prstGeom>
          </p:spPr>
        </p:pic>
        <p:pic>
          <p:nvPicPr>
            <p:cNvPr id="2263" name="Graphic 2262" descr="Deciduous tree with solid fill">
              <a:extLst>
                <a:ext uri="{FF2B5EF4-FFF2-40B4-BE49-F238E27FC236}">
                  <a16:creationId xmlns:a16="http://schemas.microsoft.com/office/drawing/2014/main" id="{860AD5EF-638D-6C99-617C-BB8C4D3278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292" y="2777787"/>
              <a:ext cx="209457" cy="196411"/>
            </a:xfrm>
            <a:prstGeom prst="rect">
              <a:avLst/>
            </a:prstGeom>
          </p:spPr>
        </p:pic>
        <p:pic>
          <p:nvPicPr>
            <p:cNvPr id="2264" name="Graphic 2263" descr="Deciduous tree with solid fill">
              <a:extLst>
                <a:ext uri="{FF2B5EF4-FFF2-40B4-BE49-F238E27FC236}">
                  <a16:creationId xmlns:a16="http://schemas.microsoft.com/office/drawing/2014/main" id="{FFF85344-2F59-60F2-5BBC-10E98AB9F7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2988" y="2901278"/>
              <a:ext cx="209457" cy="196411"/>
            </a:xfrm>
            <a:prstGeom prst="rect">
              <a:avLst/>
            </a:prstGeom>
          </p:spPr>
        </p:pic>
        <p:pic>
          <p:nvPicPr>
            <p:cNvPr id="2265" name="Graphic 2264" descr="Deciduous tree with solid fill">
              <a:extLst>
                <a:ext uri="{FF2B5EF4-FFF2-40B4-BE49-F238E27FC236}">
                  <a16:creationId xmlns:a16="http://schemas.microsoft.com/office/drawing/2014/main" id="{E12F8046-5C39-CC31-A488-51E0F57164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683" y="3024768"/>
              <a:ext cx="209457" cy="196411"/>
            </a:xfrm>
            <a:prstGeom prst="rect">
              <a:avLst/>
            </a:prstGeom>
          </p:spPr>
        </p:pic>
        <p:pic>
          <p:nvPicPr>
            <p:cNvPr id="2266" name="Graphic 2265" descr="Deciduous tree with solid fill">
              <a:extLst>
                <a:ext uri="{FF2B5EF4-FFF2-40B4-BE49-F238E27FC236}">
                  <a16:creationId xmlns:a16="http://schemas.microsoft.com/office/drawing/2014/main" id="{0E97468B-B4C0-85BC-7F72-5213A0ED65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376" y="3148261"/>
              <a:ext cx="209457" cy="196411"/>
            </a:xfrm>
            <a:prstGeom prst="rect">
              <a:avLst/>
            </a:prstGeom>
          </p:spPr>
        </p:pic>
        <p:pic>
          <p:nvPicPr>
            <p:cNvPr id="2267" name="Graphic 2266" descr="Deciduous tree with solid fill">
              <a:extLst>
                <a:ext uri="{FF2B5EF4-FFF2-40B4-BE49-F238E27FC236}">
                  <a16:creationId xmlns:a16="http://schemas.microsoft.com/office/drawing/2014/main" id="{63F03799-FF85-BC84-E40D-2261FAEA99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073" y="3271751"/>
              <a:ext cx="209457" cy="196411"/>
            </a:xfrm>
            <a:prstGeom prst="rect">
              <a:avLst/>
            </a:prstGeom>
          </p:spPr>
        </p:pic>
        <p:pic>
          <p:nvPicPr>
            <p:cNvPr id="2268" name="Graphic 2267" descr="Deciduous tree with solid fill">
              <a:extLst>
                <a:ext uri="{FF2B5EF4-FFF2-40B4-BE49-F238E27FC236}">
                  <a16:creationId xmlns:a16="http://schemas.microsoft.com/office/drawing/2014/main" id="{A435EA28-F39E-B88F-8876-BB6AF62BFE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9766" y="3395242"/>
              <a:ext cx="209457" cy="196411"/>
            </a:xfrm>
            <a:prstGeom prst="rect">
              <a:avLst/>
            </a:prstGeom>
          </p:spPr>
        </p:pic>
        <p:pic>
          <p:nvPicPr>
            <p:cNvPr id="2269" name="Graphic 2268" descr="Deciduous tree with solid fill">
              <a:extLst>
                <a:ext uri="{FF2B5EF4-FFF2-40B4-BE49-F238E27FC236}">
                  <a16:creationId xmlns:a16="http://schemas.microsoft.com/office/drawing/2014/main" id="{C5A2E6A7-45BF-06F5-03D0-57406659B4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460" y="3518734"/>
              <a:ext cx="209457" cy="196411"/>
            </a:xfrm>
            <a:prstGeom prst="rect">
              <a:avLst/>
            </a:prstGeom>
          </p:spPr>
        </p:pic>
        <p:pic>
          <p:nvPicPr>
            <p:cNvPr id="2270" name="Graphic 2269" descr="Deciduous tree with solid fill">
              <a:extLst>
                <a:ext uri="{FF2B5EF4-FFF2-40B4-BE49-F238E27FC236}">
                  <a16:creationId xmlns:a16="http://schemas.microsoft.com/office/drawing/2014/main" id="{69FBB0C0-F634-A78B-BE41-B2DB3387F0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156" y="3642225"/>
              <a:ext cx="209457" cy="196411"/>
            </a:xfrm>
            <a:prstGeom prst="rect">
              <a:avLst/>
            </a:prstGeom>
          </p:spPr>
        </p:pic>
        <p:pic>
          <p:nvPicPr>
            <p:cNvPr id="2271" name="Graphic 2270" descr="Deciduous tree with solid fill">
              <a:extLst>
                <a:ext uri="{FF2B5EF4-FFF2-40B4-BE49-F238E27FC236}">
                  <a16:creationId xmlns:a16="http://schemas.microsoft.com/office/drawing/2014/main" id="{C6BEEA82-2094-498A-A542-EE8490F62C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4851" y="3765716"/>
              <a:ext cx="209457" cy="196411"/>
            </a:xfrm>
            <a:prstGeom prst="rect">
              <a:avLst/>
            </a:prstGeom>
          </p:spPr>
        </p:pic>
        <p:pic>
          <p:nvPicPr>
            <p:cNvPr id="2272" name="Graphic 2271" descr="Deciduous tree with solid fill">
              <a:extLst>
                <a:ext uri="{FF2B5EF4-FFF2-40B4-BE49-F238E27FC236}">
                  <a16:creationId xmlns:a16="http://schemas.microsoft.com/office/drawing/2014/main" id="{AFEF3E4D-C8AE-C263-AAF9-238C293B1D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65091" y="2195783"/>
              <a:ext cx="209457" cy="196411"/>
            </a:xfrm>
            <a:prstGeom prst="rect">
              <a:avLst/>
            </a:prstGeom>
          </p:spPr>
        </p:pic>
        <p:pic>
          <p:nvPicPr>
            <p:cNvPr id="2273" name="Graphic 2272" descr="Deciduous tree with solid fill">
              <a:extLst>
                <a:ext uri="{FF2B5EF4-FFF2-40B4-BE49-F238E27FC236}">
                  <a16:creationId xmlns:a16="http://schemas.microsoft.com/office/drawing/2014/main" id="{F0A7884F-0B76-9F2A-B189-E879EE56AD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6784" y="2319274"/>
              <a:ext cx="209457" cy="196411"/>
            </a:xfrm>
            <a:prstGeom prst="rect">
              <a:avLst/>
            </a:prstGeom>
          </p:spPr>
        </p:pic>
        <p:pic>
          <p:nvPicPr>
            <p:cNvPr id="2274" name="Graphic 2273" descr="Deciduous tree with solid fill">
              <a:extLst>
                <a:ext uri="{FF2B5EF4-FFF2-40B4-BE49-F238E27FC236}">
                  <a16:creationId xmlns:a16="http://schemas.microsoft.com/office/drawing/2014/main" id="{A0588B39-1812-0697-4FD9-E9583C30B0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8479" y="2442766"/>
              <a:ext cx="209457" cy="196411"/>
            </a:xfrm>
            <a:prstGeom prst="rect">
              <a:avLst/>
            </a:prstGeom>
          </p:spPr>
        </p:pic>
        <p:pic>
          <p:nvPicPr>
            <p:cNvPr id="2275" name="Graphic 2274" descr="Deciduous tree with solid fill">
              <a:extLst>
                <a:ext uri="{FF2B5EF4-FFF2-40B4-BE49-F238E27FC236}">
                  <a16:creationId xmlns:a16="http://schemas.microsoft.com/office/drawing/2014/main" id="{2B111E30-BB8E-80AD-F602-C6D79F3E54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0176" y="2566257"/>
              <a:ext cx="209457" cy="196411"/>
            </a:xfrm>
            <a:prstGeom prst="rect">
              <a:avLst/>
            </a:prstGeom>
          </p:spPr>
        </p:pic>
        <p:pic>
          <p:nvPicPr>
            <p:cNvPr id="2276" name="Graphic 2275" descr="Deciduous tree with solid fill">
              <a:extLst>
                <a:ext uri="{FF2B5EF4-FFF2-40B4-BE49-F238E27FC236}">
                  <a16:creationId xmlns:a16="http://schemas.microsoft.com/office/drawing/2014/main" id="{46046DDB-394D-06CE-F928-830A62DFF0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1869" y="2689748"/>
              <a:ext cx="209457" cy="196411"/>
            </a:xfrm>
            <a:prstGeom prst="rect">
              <a:avLst/>
            </a:prstGeom>
          </p:spPr>
        </p:pic>
        <p:pic>
          <p:nvPicPr>
            <p:cNvPr id="2277" name="Graphic 2276" descr="Deciduous tree with solid fill">
              <a:extLst>
                <a:ext uri="{FF2B5EF4-FFF2-40B4-BE49-F238E27FC236}">
                  <a16:creationId xmlns:a16="http://schemas.microsoft.com/office/drawing/2014/main" id="{8829589F-33EC-1FCD-DED4-5545692AB9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563" y="2813240"/>
              <a:ext cx="209457" cy="196411"/>
            </a:xfrm>
            <a:prstGeom prst="rect">
              <a:avLst/>
            </a:prstGeom>
          </p:spPr>
        </p:pic>
        <p:pic>
          <p:nvPicPr>
            <p:cNvPr id="2278" name="Graphic 2277" descr="Deciduous tree with solid fill">
              <a:extLst>
                <a:ext uri="{FF2B5EF4-FFF2-40B4-BE49-F238E27FC236}">
                  <a16:creationId xmlns:a16="http://schemas.microsoft.com/office/drawing/2014/main" id="{94C5C621-55D9-B69B-4B91-AE6D93BD5D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259" y="2936731"/>
              <a:ext cx="209457" cy="196411"/>
            </a:xfrm>
            <a:prstGeom prst="rect">
              <a:avLst/>
            </a:prstGeom>
          </p:spPr>
        </p:pic>
        <p:pic>
          <p:nvPicPr>
            <p:cNvPr id="2279" name="Graphic 2278" descr="Deciduous tree with solid fill">
              <a:extLst>
                <a:ext uri="{FF2B5EF4-FFF2-40B4-BE49-F238E27FC236}">
                  <a16:creationId xmlns:a16="http://schemas.microsoft.com/office/drawing/2014/main" id="{D225E0CB-9D6E-3287-01EA-A3C4951234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6953" y="3060221"/>
              <a:ext cx="209457" cy="196411"/>
            </a:xfrm>
            <a:prstGeom prst="rect">
              <a:avLst/>
            </a:prstGeom>
          </p:spPr>
        </p:pic>
        <p:pic>
          <p:nvPicPr>
            <p:cNvPr id="2280" name="Graphic 2279" descr="Deciduous tree with solid fill">
              <a:extLst>
                <a:ext uri="{FF2B5EF4-FFF2-40B4-BE49-F238E27FC236}">
                  <a16:creationId xmlns:a16="http://schemas.microsoft.com/office/drawing/2014/main" id="{1D2CCEE0-C8C9-B131-DA7B-9B7F624702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648" y="3183714"/>
              <a:ext cx="209457" cy="196411"/>
            </a:xfrm>
            <a:prstGeom prst="rect">
              <a:avLst/>
            </a:prstGeom>
          </p:spPr>
        </p:pic>
        <p:pic>
          <p:nvPicPr>
            <p:cNvPr id="2281" name="Graphic 2280" descr="Deciduous tree with solid fill">
              <a:extLst>
                <a:ext uri="{FF2B5EF4-FFF2-40B4-BE49-F238E27FC236}">
                  <a16:creationId xmlns:a16="http://schemas.microsoft.com/office/drawing/2014/main" id="{78D7E7B0-EAB2-087F-E1D5-59BBB9F4A1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343" y="3307203"/>
              <a:ext cx="209457" cy="196411"/>
            </a:xfrm>
            <a:prstGeom prst="rect">
              <a:avLst/>
            </a:prstGeom>
          </p:spPr>
        </p:pic>
        <p:pic>
          <p:nvPicPr>
            <p:cNvPr id="2282" name="Graphic 2281" descr="Deciduous tree with solid fill">
              <a:extLst>
                <a:ext uri="{FF2B5EF4-FFF2-40B4-BE49-F238E27FC236}">
                  <a16:creationId xmlns:a16="http://schemas.microsoft.com/office/drawing/2014/main" id="{6ED47AFB-3B10-840E-343B-7762CAA961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038" y="3430695"/>
              <a:ext cx="209457" cy="196411"/>
            </a:xfrm>
            <a:prstGeom prst="rect">
              <a:avLst/>
            </a:prstGeom>
          </p:spPr>
        </p:pic>
        <p:pic>
          <p:nvPicPr>
            <p:cNvPr id="2283" name="Graphic 2282" descr="Deciduous tree with solid fill">
              <a:extLst>
                <a:ext uri="{FF2B5EF4-FFF2-40B4-BE49-F238E27FC236}">
                  <a16:creationId xmlns:a16="http://schemas.microsoft.com/office/drawing/2014/main" id="{3C085E99-B1D8-E965-DDD8-13868FE6FE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3733" y="3554186"/>
              <a:ext cx="209457" cy="196411"/>
            </a:xfrm>
            <a:prstGeom prst="rect">
              <a:avLst/>
            </a:prstGeom>
          </p:spPr>
        </p:pic>
        <p:pic>
          <p:nvPicPr>
            <p:cNvPr id="2284" name="Graphic 2283" descr="Deciduous tree with solid fill">
              <a:extLst>
                <a:ext uri="{FF2B5EF4-FFF2-40B4-BE49-F238E27FC236}">
                  <a16:creationId xmlns:a16="http://schemas.microsoft.com/office/drawing/2014/main" id="{01EB407D-CA06-EDF8-863F-9C4E3C1BB6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7" y="3677678"/>
              <a:ext cx="209457" cy="196411"/>
            </a:xfrm>
            <a:prstGeom prst="rect">
              <a:avLst/>
            </a:prstGeom>
          </p:spPr>
        </p:pic>
        <p:pic>
          <p:nvPicPr>
            <p:cNvPr id="2285" name="Graphic 2284" descr="Deciduous tree with solid fill">
              <a:extLst>
                <a:ext uri="{FF2B5EF4-FFF2-40B4-BE49-F238E27FC236}">
                  <a16:creationId xmlns:a16="http://schemas.microsoft.com/office/drawing/2014/main" id="{024C8183-D479-20D7-2838-8F03AE4803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33021" y="4082977"/>
              <a:ext cx="209457" cy="196411"/>
            </a:xfrm>
            <a:prstGeom prst="rect">
              <a:avLst/>
            </a:prstGeom>
          </p:spPr>
        </p:pic>
        <p:pic>
          <p:nvPicPr>
            <p:cNvPr id="2286" name="Graphic 2285" descr="Deciduous tree with solid fill">
              <a:extLst>
                <a:ext uri="{FF2B5EF4-FFF2-40B4-BE49-F238E27FC236}">
                  <a16:creationId xmlns:a16="http://schemas.microsoft.com/office/drawing/2014/main" id="{AE3B8893-9AAE-ED18-DA1D-F9E501FE4F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89906" y="1867442"/>
              <a:ext cx="209457" cy="196411"/>
            </a:xfrm>
            <a:prstGeom prst="rect">
              <a:avLst/>
            </a:prstGeom>
          </p:spPr>
        </p:pic>
        <p:pic>
          <p:nvPicPr>
            <p:cNvPr id="2287" name="Graphic 2286" descr="Deciduous tree with solid fill">
              <a:extLst>
                <a:ext uri="{FF2B5EF4-FFF2-40B4-BE49-F238E27FC236}">
                  <a16:creationId xmlns:a16="http://schemas.microsoft.com/office/drawing/2014/main" id="{44978208-0035-CF93-BF7F-EF150681FD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4278" y="1963301"/>
              <a:ext cx="209457" cy="196411"/>
            </a:xfrm>
            <a:prstGeom prst="rect">
              <a:avLst/>
            </a:prstGeom>
          </p:spPr>
        </p:pic>
        <p:pic>
          <p:nvPicPr>
            <p:cNvPr id="2288" name="Graphic 2287" descr="Deciduous tree with solid fill">
              <a:extLst>
                <a:ext uri="{FF2B5EF4-FFF2-40B4-BE49-F238E27FC236}">
                  <a16:creationId xmlns:a16="http://schemas.microsoft.com/office/drawing/2014/main" id="{46758815-7CFD-7B08-E631-A86482A126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0482" y="1779403"/>
              <a:ext cx="209457" cy="196411"/>
            </a:xfrm>
            <a:prstGeom prst="rect">
              <a:avLst/>
            </a:prstGeom>
          </p:spPr>
        </p:pic>
        <p:pic>
          <p:nvPicPr>
            <p:cNvPr id="2289" name="Graphic 2288" descr="Deciduous tree with solid fill">
              <a:extLst>
                <a:ext uri="{FF2B5EF4-FFF2-40B4-BE49-F238E27FC236}">
                  <a16:creationId xmlns:a16="http://schemas.microsoft.com/office/drawing/2014/main" id="{6F4D5F00-0F7D-A179-43CF-75083B855D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974" y="2086792"/>
              <a:ext cx="209457" cy="196411"/>
            </a:xfrm>
            <a:prstGeom prst="rect">
              <a:avLst/>
            </a:prstGeom>
          </p:spPr>
        </p:pic>
        <p:pic>
          <p:nvPicPr>
            <p:cNvPr id="2290" name="Graphic 2289" descr="Deciduous tree with solid fill">
              <a:extLst>
                <a:ext uri="{FF2B5EF4-FFF2-40B4-BE49-F238E27FC236}">
                  <a16:creationId xmlns:a16="http://schemas.microsoft.com/office/drawing/2014/main" id="{6B994AB6-51ED-F0CC-859D-21330F2D42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9" y="2210283"/>
              <a:ext cx="209457" cy="196411"/>
            </a:xfrm>
            <a:prstGeom prst="rect">
              <a:avLst/>
            </a:prstGeom>
          </p:spPr>
        </p:pic>
        <p:pic>
          <p:nvPicPr>
            <p:cNvPr id="2291" name="Graphic 2290" descr="Deciduous tree with solid fill">
              <a:extLst>
                <a:ext uri="{FF2B5EF4-FFF2-40B4-BE49-F238E27FC236}">
                  <a16:creationId xmlns:a16="http://schemas.microsoft.com/office/drawing/2014/main" id="{D6CA451C-73A0-3D8E-7784-2B3CDE2B8B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3" y="2333774"/>
              <a:ext cx="209457" cy="196411"/>
            </a:xfrm>
            <a:prstGeom prst="rect">
              <a:avLst/>
            </a:prstGeom>
          </p:spPr>
        </p:pic>
        <p:pic>
          <p:nvPicPr>
            <p:cNvPr id="2292" name="Graphic 2291" descr="Deciduous tree with solid fill">
              <a:extLst>
                <a:ext uri="{FF2B5EF4-FFF2-40B4-BE49-F238E27FC236}">
                  <a16:creationId xmlns:a16="http://schemas.microsoft.com/office/drawing/2014/main" id="{C6A20D12-6F25-CA05-D542-858A7F9A23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8" y="2457266"/>
              <a:ext cx="209457" cy="196411"/>
            </a:xfrm>
            <a:prstGeom prst="rect">
              <a:avLst/>
            </a:prstGeom>
          </p:spPr>
        </p:pic>
        <p:pic>
          <p:nvPicPr>
            <p:cNvPr id="2293" name="Graphic 2292" descr="Deciduous tree with solid fill">
              <a:extLst>
                <a:ext uri="{FF2B5EF4-FFF2-40B4-BE49-F238E27FC236}">
                  <a16:creationId xmlns:a16="http://schemas.microsoft.com/office/drawing/2014/main" id="{DC5992FE-641A-9EFA-66BC-22B4D674BE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3" y="2580758"/>
              <a:ext cx="209457" cy="196411"/>
            </a:xfrm>
            <a:prstGeom prst="rect">
              <a:avLst/>
            </a:prstGeom>
          </p:spPr>
        </p:pic>
        <p:pic>
          <p:nvPicPr>
            <p:cNvPr id="2294" name="Graphic 2293" descr="Deciduous tree with solid fill">
              <a:extLst>
                <a:ext uri="{FF2B5EF4-FFF2-40B4-BE49-F238E27FC236}">
                  <a16:creationId xmlns:a16="http://schemas.microsoft.com/office/drawing/2014/main" id="{D9FCFC7E-266E-377A-703C-827BDB900F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2295" name="Graphic 2294" descr="Deciduous tree with solid fill">
              <a:extLst>
                <a:ext uri="{FF2B5EF4-FFF2-40B4-BE49-F238E27FC236}">
                  <a16:creationId xmlns:a16="http://schemas.microsoft.com/office/drawing/2014/main" id="{193D45AE-AF78-C164-AC9F-C29B719677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2296" name="Graphic 2295" descr="Deciduous tree with solid fill">
              <a:extLst>
                <a:ext uri="{FF2B5EF4-FFF2-40B4-BE49-F238E27FC236}">
                  <a16:creationId xmlns:a16="http://schemas.microsoft.com/office/drawing/2014/main" id="{37BDCFC2-6855-F0C1-D0CF-4BB8233E15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297" name="Graphic 2296" descr="Deciduous tree with solid fill">
              <a:extLst>
                <a:ext uri="{FF2B5EF4-FFF2-40B4-BE49-F238E27FC236}">
                  <a16:creationId xmlns:a16="http://schemas.microsoft.com/office/drawing/2014/main" id="{F2F693E1-0A2F-848A-25F5-3EAFC130FE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1" y="3074722"/>
              <a:ext cx="209457" cy="196411"/>
            </a:xfrm>
            <a:prstGeom prst="rect">
              <a:avLst/>
            </a:prstGeom>
          </p:spPr>
        </p:pic>
        <p:pic>
          <p:nvPicPr>
            <p:cNvPr id="2298" name="Graphic 2297" descr="Deciduous tree with solid fill">
              <a:extLst>
                <a:ext uri="{FF2B5EF4-FFF2-40B4-BE49-F238E27FC236}">
                  <a16:creationId xmlns:a16="http://schemas.microsoft.com/office/drawing/2014/main" id="{64C1D95B-3339-ED14-986C-3F1D63F538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6" y="3198214"/>
              <a:ext cx="209457" cy="196411"/>
            </a:xfrm>
            <a:prstGeom prst="rect">
              <a:avLst/>
            </a:prstGeom>
          </p:spPr>
        </p:pic>
        <p:pic>
          <p:nvPicPr>
            <p:cNvPr id="2299" name="Graphic 2298" descr="Deciduous tree with solid fill">
              <a:extLst>
                <a:ext uri="{FF2B5EF4-FFF2-40B4-BE49-F238E27FC236}">
                  <a16:creationId xmlns:a16="http://schemas.microsoft.com/office/drawing/2014/main" id="{FE15E34C-A85A-DDFC-32E5-380FA2086D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1" y="3321705"/>
              <a:ext cx="209457" cy="196411"/>
            </a:xfrm>
            <a:prstGeom prst="rect">
              <a:avLst/>
            </a:prstGeom>
          </p:spPr>
        </p:pic>
        <p:pic>
          <p:nvPicPr>
            <p:cNvPr id="2300" name="Graphic 2299" descr="Deciduous tree with solid fill">
              <a:extLst>
                <a:ext uri="{FF2B5EF4-FFF2-40B4-BE49-F238E27FC236}">
                  <a16:creationId xmlns:a16="http://schemas.microsoft.com/office/drawing/2014/main" id="{6FBB8AD0-562E-76CC-5EDC-1E784C9E0B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6" y="3445196"/>
              <a:ext cx="209457" cy="196411"/>
            </a:xfrm>
            <a:prstGeom prst="rect">
              <a:avLst/>
            </a:prstGeom>
          </p:spPr>
        </p:pic>
        <p:pic>
          <p:nvPicPr>
            <p:cNvPr id="2301" name="Graphic 2300" descr="Deciduous tree with solid fill">
              <a:extLst>
                <a:ext uri="{FF2B5EF4-FFF2-40B4-BE49-F238E27FC236}">
                  <a16:creationId xmlns:a16="http://schemas.microsoft.com/office/drawing/2014/main" id="{FD0920E2-112D-4CBD-0857-B19A9E1407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601" y="1990933"/>
              <a:ext cx="209457" cy="196411"/>
            </a:xfrm>
            <a:prstGeom prst="rect">
              <a:avLst/>
            </a:prstGeom>
          </p:spPr>
        </p:pic>
        <p:pic>
          <p:nvPicPr>
            <p:cNvPr id="2302" name="Graphic 2301" descr="Deciduous tree with solid fill">
              <a:extLst>
                <a:ext uri="{FF2B5EF4-FFF2-40B4-BE49-F238E27FC236}">
                  <a16:creationId xmlns:a16="http://schemas.microsoft.com/office/drawing/2014/main" id="{AC33AC33-2C72-3610-9D36-CE1E3798F3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4" y="2114424"/>
              <a:ext cx="209457" cy="196411"/>
            </a:xfrm>
            <a:prstGeom prst="rect">
              <a:avLst/>
            </a:prstGeom>
          </p:spPr>
        </p:pic>
        <p:pic>
          <p:nvPicPr>
            <p:cNvPr id="2303" name="Graphic 2302" descr="Deciduous tree with solid fill">
              <a:extLst>
                <a:ext uri="{FF2B5EF4-FFF2-40B4-BE49-F238E27FC236}">
                  <a16:creationId xmlns:a16="http://schemas.microsoft.com/office/drawing/2014/main" id="{AB2A7FA3-26D4-3B71-0F68-8AFB1D6B40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2304" name="Graphic 2303" descr="Deciduous tree with solid fill">
              <a:extLst>
                <a:ext uri="{FF2B5EF4-FFF2-40B4-BE49-F238E27FC236}">
                  <a16:creationId xmlns:a16="http://schemas.microsoft.com/office/drawing/2014/main" id="{18BB3792-FBBC-77C9-0739-8012411D5B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2305" name="Graphic 2304" descr="Deciduous tree with solid fill">
              <a:extLst>
                <a:ext uri="{FF2B5EF4-FFF2-40B4-BE49-F238E27FC236}">
                  <a16:creationId xmlns:a16="http://schemas.microsoft.com/office/drawing/2014/main" id="{C3045152-0E96-A0A0-8603-BE7BA8888F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2306" name="Graphic 2305" descr="Deciduous tree with solid fill">
              <a:extLst>
                <a:ext uri="{FF2B5EF4-FFF2-40B4-BE49-F238E27FC236}">
                  <a16:creationId xmlns:a16="http://schemas.microsoft.com/office/drawing/2014/main" id="{BB186C8A-5B66-4B34-DFB0-0C9E6B473B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4" y="2608389"/>
              <a:ext cx="209457" cy="196411"/>
            </a:xfrm>
            <a:prstGeom prst="rect">
              <a:avLst/>
            </a:prstGeom>
          </p:spPr>
        </p:pic>
        <p:pic>
          <p:nvPicPr>
            <p:cNvPr id="2307" name="Graphic 2306" descr="Deciduous tree with solid fill">
              <a:extLst>
                <a:ext uri="{FF2B5EF4-FFF2-40B4-BE49-F238E27FC236}">
                  <a16:creationId xmlns:a16="http://schemas.microsoft.com/office/drawing/2014/main" id="{D81DB4F3-250C-6016-C150-1DE1154762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9" y="2731881"/>
              <a:ext cx="209457" cy="196411"/>
            </a:xfrm>
            <a:prstGeom prst="rect">
              <a:avLst/>
            </a:prstGeom>
          </p:spPr>
        </p:pic>
        <p:pic>
          <p:nvPicPr>
            <p:cNvPr id="2308" name="Graphic 2307" descr="Deciduous tree with solid fill">
              <a:extLst>
                <a:ext uri="{FF2B5EF4-FFF2-40B4-BE49-F238E27FC236}">
                  <a16:creationId xmlns:a16="http://schemas.microsoft.com/office/drawing/2014/main" id="{A2EDC9C8-70C6-25A2-2D5E-17648734A9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3" y="2855372"/>
              <a:ext cx="209457" cy="196411"/>
            </a:xfrm>
            <a:prstGeom prst="rect">
              <a:avLst/>
            </a:prstGeom>
          </p:spPr>
        </p:pic>
        <p:pic>
          <p:nvPicPr>
            <p:cNvPr id="2309" name="Graphic 2308" descr="Deciduous tree with solid fill">
              <a:extLst>
                <a:ext uri="{FF2B5EF4-FFF2-40B4-BE49-F238E27FC236}">
                  <a16:creationId xmlns:a16="http://schemas.microsoft.com/office/drawing/2014/main" id="{552B18F2-76DC-904F-14D0-6F50017005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8" y="2978863"/>
              <a:ext cx="209457" cy="196411"/>
            </a:xfrm>
            <a:prstGeom prst="rect">
              <a:avLst/>
            </a:prstGeom>
          </p:spPr>
        </p:pic>
        <p:pic>
          <p:nvPicPr>
            <p:cNvPr id="2310" name="Graphic 2309" descr="Deciduous tree with solid fill">
              <a:extLst>
                <a:ext uri="{FF2B5EF4-FFF2-40B4-BE49-F238E27FC236}">
                  <a16:creationId xmlns:a16="http://schemas.microsoft.com/office/drawing/2014/main" id="{548ABB16-E691-97D6-A42E-C302C33733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3" y="3102355"/>
              <a:ext cx="209457" cy="196411"/>
            </a:xfrm>
            <a:prstGeom prst="rect">
              <a:avLst/>
            </a:prstGeom>
          </p:spPr>
        </p:pic>
        <p:pic>
          <p:nvPicPr>
            <p:cNvPr id="2311" name="Graphic 2310" descr="Deciduous tree with solid fill">
              <a:extLst>
                <a:ext uri="{FF2B5EF4-FFF2-40B4-BE49-F238E27FC236}">
                  <a16:creationId xmlns:a16="http://schemas.microsoft.com/office/drawing/2014/main" id="{3F1688A8-89E7-B4A5-2FF1-BB853B19ED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8" y="3225846"/>
              <a:ext cx="209457" cy="196411"/>
            </a:xfrm>
            <a:prstGeom prst="rect">
              <a:avLst/>
            </a:prstGeom>
          </p:spPr>
        </p:pic>
        <p:pic>
          <p:nvPicPr>
            <p:cNvPr id="2312" name="Graphic 2311" descr="Deciduous tree with solid fill">
              <a:extLst>
                <a:ext uri="{FF2B5EF4-FFF2-40B4-BE49-F238E27FC236}">
                  <a16:creationId xmlns:a16="http://schemas.microsoft.com/office/drawing/2014/main" id="{618BA0CA-8961-7AE6-4D32-1B923D023E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3" y="3349337"/>
              <a:ext cx="209457" cy="196411"/>
            </a:xfrm>
            <a:prstGeom prst="rect">
              <a:avLst/>
            </a:prstGeom>
          </p:spPr>
        </p:pic>
        <p:pic>
          <p:nvPicPr>
            <p:cNvPr id="2313" name="Graphic 2312" descr="Deciduous tree with solid fill">
              <a:extLst>
                <a:ext uri="{FF2B5EF4-FFF2-40B4-BE49-F238E27FC236}">
                  <a16:creationId xmlns:a16="http://schemas.microsoft.com/office/drawing/2014/main" id="{3B0A2515-CFE5-1AA9-330E-C5ADCB0B0F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2176" y="1902894"/>
              <a:ext cx="209457" cy="196411"/>
            </a:xfrm>
            <a:prstGeom prst="rect">
              <a:avLst/>
            </a:prstGeom>
          </p:spPr>
        </p:pic>
        <p:pic>
          <p:nvPicPr>
            <p:cNvPr id="2314" name="Graphic 2313" descr="Deciduous tree with solid fill">
              <a:extLst>
                <a:ext uri="{FF2B5EF4-FFF2-40B4-BE49-F238E27FC236}">
                  <a16:creationId xmlns:a16="http://schemas.microsoft.com/office/drawing/2014/main" id="{04CD53D6-1C14-AA0A-0FF6-0F7A39894F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1" y="2026385"/>
              <a:ext cx="209457" cy="196411"/>
            </a:xfrm>
            <a:prstGeom prst="rect">
              <a:avLst/>
            </a:prstGeom>
          </p:spPr>
        </p:pic>
        <p:pic>
          <p:nvPicPr>
            <p:cNvPr id="2315" name="Graphic 2314" descr="Deciduous tree with solid fill">
              <a:extLst>
                <a:ext uri="{FF2B5EF4-FFF2-40B4-BE49-F238E27FC236}">
                  <a16:creationId xmlns:a16="http://schemas.microsoft.com/office/drawing/2014/main" id="{04E0C03B-45FA-40F2-8EC0-1BD960F3C1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6" y="2149877"/>
              <a:ext cx="209457" cy="196411"/>
            </a:xfrm>
            <a:prstGeom prst="rect">
              <a:avLst/>
            </a:prstGeom>
          </p:spPr>
        </p:pic>
        <p:pic>
          <p:nvPicPr>
            <p:cNvPr id="2316" name="Graphic 2315" descr="Deciduous tree with solid fill">
              <a:extLst>
                <a:ext uri="{FF2B5EF4-FFF2-40B4-BE49-F238E27FC236}">
                  <a16:creationId xmlns:a16="http://schemas.microsoft.com/office/drawing/2014/main" id="{2E04B831-4DF6-AC53-7E28-7D591C5A26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1" y="2273368"/>
              <a:ext cx="209457" cy="196411"/>
            </a:xfrm>
            <a:prstGeom prst="rect">
              <a:avLst/>
            </a:prstGeom>
          </p:spPr>
        </p:pic>
        <p:pic>
          <p:nvPicPr>
            <p:cNvPr id="2317" name="Graphic 2316" descr="Deciduous tree with solid fill">
              <a:extLst>
                <a:ext uri="{FF2B5EF4-FFF2-40B4-BE49-F238E27FC236}">
                  <a16:creationId xmlns:a16="http://schemas.microsoft.com/office/drawing/2014/main" id="{4438E62C-8ECE-91D7-3369-2E895FDA11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6" y="2396860"/>
              <a:ext cx="209457" cy="196411"/>
            </a:xfrm>
            <a:prstGeom prst="rect">
              <a:avLst/>
            </a:prstGeom>
          </p:spPr>
        </p:pic>
        <p:pic>
          <p:nvPicPr>
            <p:cNvPr id="2318" name="Graphic 2317" descr="Deciduous tree with solid fill">
              <a:extLst>
                <a:ext uri="{FF2B5EF4-FFF2-40B4-BE49-F238E27FC236}">
                  <a16:creationId xmlns:a16="http://schemas.microsoft.com/office/drawing/2014/main" id="{F968663F-4278-0B90-32A9-78DC5C451A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1" y="2520351"/>
              <a:ext cx="209457" cy="196411"/>
            </a:xfrm>
            <a:prstGeom prst="rect">
              <a:avLst/>
            </a:prstGeom>
          </p:spPr>
        </p:pic>
        <p:pic>
          <p:nvPicPr>
            <p:cNvPr id="2319" name="Graphic 2318" descr="Deciduous tree with solid fill">
              <a:extLst>
                <a:ext uri="{FF2B5EF4-FFF2-40B4-BE49-F238E27FC236}">
                  <a16:creationId xmlns:a16="http://schemas.microsoft.com/office/drawing/2014/main" id="{A097A5A7-7EE7-25E2-5512-C189B7FB03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6" y="2643841"/>
              <a:ext cx="209457" cy="196411"/>
            </a:xfrm>
            <a:prstGeom prst="rect">
              <a:avLst/>
            </a:prstGeom>
          </p:spPr>
        </p:pic>
        <p:pic>
          <p:nvPicPr>
            <p:cNvPr id="2320" name="Graphic 2319" descr="Deciduous tree with solid fill">
              <a:extLst>
                <a:ext uri="{FF2B5EF4-FFF2-40B4-BE49-F238E27FC236}">
                  <a16:creationId xmlns:a16="http://schemas.microsoft.com/office/drawing/2014/main" id="{E9F78892-3007-DF89-4916-7B1B0CCE2A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1" y="2767333"/>
              <a:ext cx="209457" cy="196411"/>
            </a:xfrm>
            <a:prstGeom prst="rect">
              <a:avLst/>
            </a:prstGeom>
          </p:spPr>
        </p:pic>
        <p:pic>
          <p:nvPicPr>
            <p:cNvPr id="2321" name="Graphic 2320" descr="Deciduous tree with solid fill">
              <a:extLst>
                <a:ext uri="{FF2B5EF4-FFF2-40B4-BE49-F238E27FC236}">
                  <a16:creationId xmlns:a16="http://schemas.microsoft.com/office/drawing/2014/main" id="{CE6D6920-E3B8-927A-E7B1-BD34406ED5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4" y="2890825"/>
              <a:ext cx="209457" cy="196411"/>
            </a:xfrm>
            <a:prstGeom prst="rect">
              <a:avLst/>
            </a:prstGeom>
          </p:spPr>
        </p:pic>
        <p:pic>
          <p:nvPicPr>
            <p:cNvPr id="2322" name="Graphic 2321" descr="Deciduous tree with solid fill">
              <a:extLst>
                <a:ext uri="{FF2B5EF4-FFF2-40B4-BE49-F238E27FC236}">
                  <a16:creationId xmlns:a16="http://schemas.microsoft.com/office/drawing/2014/main" id="{2F374C4C-F635-8787-96ED-987CD3AE96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9" y="3014316"/>
              <a:ext cx="209457" cy="196411"/>
            </a:xfrm>
            <a:prstGeom prst="rect">
              <a:avLst/>
            </a:prstGeom>
          </p:spPr>
        </p:pic>
        <p:pic>
          <p:nvPicPr>
            <p:cNvPr id="2323" name="Graphic 2322" descr="Deciduous tree with solid fill">
              <a:extLst>
                <a:ext uri="{FF2B5EF4-FFF2-40B4-BE49-F238E27FC236}">
                  <a16:creationId xmlns:a16="http://schemas.microsoft.com/office/drawing/2014/main" id="{9EEC74CC-EEE5-A5BC-B3DE-E28255208C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4" y="3137808"/>
              <a:ext cx="209457" cy="196411"/>
            </a:xfrm>
            <a:prstGeom prst="rect">
              <a:avLst/>
            </a:prstGeom>
          </p:spPr>
        </p:pic>
        <p:pic>
          <p:nvPicPr>
            <p:cNvPr id="2324" name="Graphic 2323" descr="Deciduous tree with solid fill">
              <a:extLst>
                <a:ext uri="{FF2B5EF4-FFF2-40B4-BE49-F238E27FC236}">
                  <a16:creationId xmlns:a16="http://schemas.microsoft.com/office/drawing/2014/main" id="{54FDD052-578C-4E5F-E83D-319A9E64B2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8" y="3261298"/>
              <a:ext cx="209457" cy="196411"/>
            </a:xfrm>
            <a:prstGeom prst="rect">
              <a:avLst/>
            </a:prstGeom>
          </p:spPr>
        </p:pic>
        <p:pic>
          <p:nvPicPr>
            <p:cNvPr id="2325" name="Graphic 2324" descr="Deciduous tree with solid fill">
              <a:extLst>
                <a:ext uri="{FF2B5EF4-FFF2-40B4-BE49-F238E27FC236}">
                  <a16:creationId xmlns:a16="http://schemas.microsoft.com/office/drawing/2014/main" id="{73096451-5450-0ADB-EDA1-7DA75A6F3E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601" y="1990933"/>
              <a:ext cx="209457" cy="196411"/>
            </a:xfrm>
            <a:prstGeom prst="rect">
              <a:avLst/>
            </a:prstGeom>
          </p:spPr>
        </p:pic>
        <p:pic>
          <p:nvPicPr>
            <p:cNvPr id="2326" name="Graphic 2325" descr="Deciduous tree with solid fill">
              <a:extLst>
                <a:ext uri="{FF2B5EF4-FFF2-40B4-BE49-F238E27FC236}">
                  <a16:creationId xmlns:a16="http://schemas.microsoft.com/office/drawing/2014/main" id="{A7A199BE-188D-0693-DF59-98FE6D6B92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74" y="2086792"/>
              <a:ext cx="209457" cy="196411"/>
            </a:xfrm>
            <a:prstGeom prst="rect">
              <a:avLst/>
            </a:prstGeom>
          </p:spPr>
        </p:pic>
        <p:pic>
          <p:nvPicPr>
            <p:cNvPr id="2327" name="Graphic 2326" descr="Deciduous tree with solid fill">
              <a:extLst>
                <a:ext uri="{FF2B5EF4-FFF2-40B4-BE49-F238E27FC236}">
                  <a16:creationId xmlns:a16="http://schemas.microsoft.com/office/drawing/2014/main" id="{E4653E83-800D-4B5F-1CCE-6CAB063BCF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2176" y="1902894"/>
              <a:ext cx="209457" cy="196411"/>
            </a:xfrm>
            <a:prstGeom prst="rect">
              <a:avLst/>
            </a:prstGeom>
          </p:spPr>
        </p:pic>
        <p:pic>
          <p:nvPicPr>
            <p:cNvPr id="2328" name="Graphic 2327" descr="Deciduous tree with solid fill">
              <a:extLst>
                <a:ext uri="{FF2B5EF4-FFF2-40B4-BE49-F238E27FC236}">
                  <a16:creationId xmlns:a16="http://schemas.microsoft.com/office/drawing/2014/main" id="{AD6E3646-152E-4F84-E745-8ED93343D7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9" y="2210283"/>
              <a:ext cx="209457" cy="196411"/>
            </a:xfrm>
            <a:prstGeom prst="rect">
              <a:avLst/>
            </a:prstGeom>
          </p:spPr>
        </p:pic>
        <p:pic>
          <p:nvPicPr>
            <p:cNvPr id="2329" name="Graphic 2328" descr="Deciduous tree with solid fill">
              <a:extLst>
                <a:ext uri="{FF2B5EF4-FFF2-40B4-BE49-F238E27FC236}">
                  <a16:creationId xmlns:a16="http://schemas.microsoft.com/office/drawing/2014/main" id="{CFCEA52B-35B3-A4AE-7E5A-E4FB9FA62E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3" y="2333774"/>
              <a:ext cx="209457" cy="196411"/>
            </a:xfrm>
            <a:prstGeom prst="rect">
              <a:avLst/>
            </a:prstGeom>
          </p:spPr>
        </p:pic>
        <p:pic>
          <p:nvPicPr>
            <p:cNvPr id="2330" name="Graphic 2329" descr="Deciduous tree with solid fill">
              <a:extLst>
                <a:ext uri="{FF2B5EF4-FFF2-40B4-BE49-F238E27FC236}">
                  <a16:creationId xmlns:a16="http://schemas.microsoft.com/office/drawing/2014/main" id="{6F948310-123A-09C0-0966-E530ED9D4C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8" y="2457266"/>
              <a:ext cx="209457" cy="196411"/>
            </a:xfrm>
            <a:prstGeom prst="rect">
              <a:avLst/>
            </a:prstGeom>
          </p:spPr>
        </p:pic>
        <p:pic>
          <p:nvPicPr>
            <p:cNvPr id="2331" name="Graphic 2330" descr="Deciduous tree with solid fill">
              <a:extLst>
                <a:ext uri="{FF2B5EF4-FFF2-40B4-BE49-F238E27FC236}">
                  <a16:creationId xmlns:a16="http://schemas.microsoft.com/office/drawing/2014/main" id="{9354AA35-602B-CBE1-A638-9B67529FE4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3" y="2580758"/>
              <a:ext cx="209457" cy="196411"/>
            </a:xfrm>
            <a:prstGeom prst="rect">
              <a:avLst/>
            </a:prstGeom>
          </p:spPr>
        </p:pic>
        <p:pic>
          <p:nvPicPr>
            <p:cNvPr id="2332" name="Graphic 2331" descr="Deciduous tree with solid fill">
              <a:extLst>
                <a:ext uri="{FF2B5EF4-FFF2-40B4-BE49-F238E27FC236}">
                  <a16:creationId xmlns:a16="http://schemas.microsoft.com/office/drawing/2014/main" id="{CEAAE490-7502-73DE-60D6-70DE838A2F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2333" name="Graphic 2332" descr="Deciduous tree with solid fill">
              <a:extLst>
                <a:ext uri="{FF2B5EF4-FFF2-40B4-BE49-F238E27FC236}">
                  <a16:creationId xmlns:a16="http://schemas.microsoft.com/office/drawing/2014/main" id="{A0F0A957-2272-E974-878A-2A025DAD38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3" y="2827740"/>
              <a:ext cx="209457" cy="196411"/>
            </a:xfrm>
            <a:prstGeom prst="rect">
              <a:avLst/>
            </a:prstGeom>
          </p:spPr>
        </p:pic>
        <p:pic>
          <p:nvPicPr>
            <p:cNvPr id="2334" name="Graphic 2333" descr="Deciduous tree with solid fill">
              <a:extLst>
                <a:ext uri="{FF2B5EF4-FFF2-40B4-BE49-F238E27FC236}">
                  <a16:creationId xmlns:a16="http://schemas.microsoft.com/office/drawing/2014/main" id="{65FCCCDC-EBFF-EE96-2F3B-76E00B795F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8" y="2951231"/>
              <a:ext cx="209457" cy="196411"/>
            </a:xfrm>
            <a:prstGeom prst="rect">
              <a:avLst/>
            </a:prstGeom>
          </p:spPr>
        </p:pic>
        <p:pic>
          <p:nvPicPr>
            <p:cNvPr id="2335" name="Graphic 2334" descr="Deciduous tree with solid fill">
              <a:extLst>
                <a:ext uri="{FF2B5EF4-FFF2-40B4-BE49-F238E27FC236}">
                  <a16:creationId xmlns:a16="http://schemas.microsoft.com/office/drawing/2014/main" id="{49DBDAEE-119D-7EB5-5DFC-2F231F8C7F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1" y="3074722"/>
              <a:ext cx="209457" cy="196411"/>
            </a:xfrm>
            <a:prstGeom prst="rect">
              <a:avLst/>
            </a:prstGeom>
          </p:spPr>
        </p:pic>
        <p:pic>
          <p:nvPicPr>
            <p:cNvPr id="2336" name="Graphic 2335" descr="Deciduous tree with solid fill">
              <a:extLst>
                <a:ext uri="{FF2B5EF4-FFF2-40B4-BE49-F238E27FC236}">
                  <a16:creationId xmlns:a16="http://schemas.microsoft.com/office/drawing/2014/main" id="{7B8958F1-D6B6-6B36-4E85-80ABE567E3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6" y="3198214"/>
              <a:ext cx="209457" cy="196411"/>
            </a:xfrm>
            <a:prstGeom prst="rect">
              <a:avLst/>
            </a:prstGeom>
          </p:spPr>
        </p:pic>
        <p:pic>
          <p:nvPicPr>
            <p:cNvPr id="2337" name="Graphic 2336" descr="Deciduous tree with solid fill">
              <a:extLst>
                <a:ext uri="{FF2B5EF4-FFF2-40B4-BE49-F238E27FC236}">
                  <a16:creationId xmlns:a16="http://schemas.microsoft.com/office/drawing/2014/main" id="{0A2A0E93-EF60-B0D8-FB2A-03ADEC6C3E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1" y="3321705"/>
              <a:ext cx="209457" cy="196411"/>
            </a:xfrm>
            <a:prstGeom prst="rect">
              <a:avLst/>
            </a:prstGeom>
          </p:spPr>
        </p:pic>
        <p:pic>
          <p:nvPicPr>
            <p:cNvPr id="2338" name="Graphic 2337" descr="Deciduous tree with solid fill">
              <a:extLst>
                <a:ext uri="{FF2B5EF4-FFF2-40B4-BE49-F238E27FC236}">
                  <a16:creationId xmlns:a16="http://schemas.microsoft.com/office/drawing/2014/main" id="{EC7847DC-DF91-16E3-647A-DA910C7668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6" y="3445196"/>
              <a:ext cx="209457" cy="196411"/>
            </a:xfrm>
            <a:prstGeom prst="rect">
              <a:avLst/>
            </a:prstGeom>
          </p:spPr>
        </p:pic>
        <p:pic>
          <p:nvPicPr>
            <p:cNvPr id="2339" name="Graphic 2338" descr="Deciduous tree with solid fill">
              <a:extLst>
                <a:ext uri="{FF2B5EF4-FFF2-40B4-BE49-F238E27FC236}">
                  <a16:creationId xmlns:a16="http://schemas.microsoft.com/office/drawing/2014/main" id="{D41DC036-BEE9-55BF-ABEB-0B7FE169E6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5" y="2114424"/>
              <a:ext cx="209457" cy="196411"/>
            </a:xfrm>
            <a:prstGeom prst="rect">
              <a:avLst/>
            </a:prstGeom>
          </p:spPr>
        </p:pic>
        <p:pic>
          <p:nvPicPr>
            <p:cNvPr id="2340" name="Graphic 2339" descr="Deciduous tree with solid fill">
              <a:extLst>
                <a:ext uri="{FF2B5EF4-FFF2-40B4-BE49-F238E27FC236}">
                  <a16:creationId xmlns:a16="http://schemas.microsoft.com/office/drawing/2014/main" id="{D5B134ED-996F-A607-983B-E018487A38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90" y="2237915"/>
              <a:ext cx="209457" cy="196411"/>
            </a:xfrm>
            <a:prstGeom prst="rect">
              <a:avLst/>
            </a:prstGeom>
          </p:spPr>
        </p:pic>
        <p:pic>
          <p:nvPicPr>
            <p:cNvPr id="2341" name="Graphic 2340" descr="Deciduous tree with solid fill">
              <a:extLst>
                <a:ext uri="{FF2B5EF4-FFF2-40B4-BE49-F238E27FC236}">
                  <a16:creationId xmlns:a16="http://schemas.microsoft.com/office/drawing/2014/main" id="{4E8A4431-8FEC-AEA8-A38D-B2AB5FF8BA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5" y="2361406"/>
              <a:ext cx="209457" cy="196411"/>
            </a:xfrm>
            <a:prstGeom prst="rect">
              <a:avLst/>
            </a:prstGeom>
          </p:spPr>
        </p:pic>
        <p:pic>
          <p:nvPicPr>
            <p:cNvPr id="2342" name="Graphic 2341" descr="Deciduous tree with solid fill">
              <a:extLst>
                <a:ext uri="{FF2B5EF4-FFF2-40B4-BE49-F238E27FC236}">
                  <a16:creationId xmlns:a16="http://schemas.microsoft.com/office/drawing/2014/main" id="{31BC8FCA-88D1-65B6-A6EC-2015EEC053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2343" name="Graphic 2342" descr="Deciduous tree with solid fill">
              <a:extLst>
                <a:ext uri="{FF2B5EF4-FFF2-40B4-BE49-F238E27FC236}">
                  <a16:creationId xmlns:a16="http://schemas.microsoft.com/office/drawing/2014/main" id="{61049E13-CCD3-3C74-4D8D-A97661DEAB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4" y="2608389"/>
              <a:ext cx="209457" cy="196411"/>
            </a:xfrm>
            <a:prstGeom prst="rect">
              <a:avLst/>
            </a:prstGeom>
          </p:spPr>
        </p:pic>
        <p:pic>
          <p:nvPicPr>
            <p:cNvPr id="2344" name="Graphic 2343" descr="Deciduous tree with solid fill">
              <a:extLst>
                <a:ext uri="{FF2B5EF4-FFF2-40B4-BE49-F238E27FC236}">
                  <a16:creationId xmlns:a16="http://schemas.microsoft.com/office/drawing/2014/main" id="{93317B65-211A-CCCA-828A-4C3F952CB4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9" y="2731881"/>
              <a:ext cx="209457" cy="196411"/>
            </a:xfrm>
            <a:prstGeom prst="rect">
              <a:avLst/>
            </a:prstGeom>
          </p:spPr>
        </p:pic>
        <p:pic>
          <p:nvPicPr>
            <p:cNvPr id="2345" name="Graphic 2344" descr="Deciduous tree with solid fill">
              <a:extLst>
                <a:ext uri="{FF2B5EF4-FFF2-40B4-BE49-F238E27FC236}">
                  <a16:creationId xmlns:a16="http://schemas.microsoft.com/office/drawing/2014/main" id="{5596A6F5-8681-BA6B-6771-4E5287D259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3" y="2855372"/>
              <a:ext cx="209457" cy="196411"/>
            </a:xfrm>
            <a:prstGeom prst="rect">
              <a:avLst/>
            </a:prstGeom>
          </p:spPr>
        </p:pic>
        <p:pic>
          <p:nvPicPr>
            <p:cNvPr id="2346" name="Graphic 2345" descr="Deciduous tree with solid fill">
              <a:extLst>
                <a:ext uri="{FF2B5EF4-FFF2-40B4-BE49-F238E27FC236}">
                  <a16:creationId xmlns:a16="http://schemas.microsoft.com/office/drawing/2014/main" id="{E61CA4B5-FD7D-F43E-C439-1CFBEF3586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8" y="2978863"/>
              <a:ext cx="209457" cy="196411"/>
            </a:xfrm>
            <a:prstGeom prst="rect">
              <a:avLst/>
            </a:prstGeom>
          </p:spPr>
        </p:pic>
        <p:pic>
          <p:nvPicPr>
            <p:cNvPr id="2347" name="Graphic 2346" descr="Deciduous tree with solid fill">
              <a:extLst>
                <a:ext uri="{FF2B5EF4-FFF2-40B4-BE49-F238E27FC236}">
                  <a16:creationId xmlns:a16="http://schemas.microsoft.com/office/drawing/2014/main" id="{440D86A4-86E0-00D8-D6CA-A54112F0C3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3" y="3102355"/>
              <a:ext cx="209457" cy="196411"/>
            </a:xfrm>
            <a:prstGeom prst="rect">
              <a:avLst/>
            </a:prstGeom>
          </p:spPr>
        </p:pic>
        <p:pic>
          <p:nvPicPr>
            <p:cNvPr id="2348" name="Graphic 2347" descr="Deciduous tree with solid fill">
              <a:extLst>
                <a:ext uri="{FF2B5EF4-FFF2-40B4-BE49-F238E27FC236}">
                  <a16:creationId xmlns:a16="http://schemas.microsoft.com/office/drawing/2014/main" id="{BDA379AE-51AD-511F-6194-B250574A02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8" y="3225846"/>
              <a:ext cx="209457" cy="196411"/>
            </a:xfrm>
            <a:prstGeom prst="rect">
              <a:avLst/>
            </a:prstGeom>
          </p:spPr>
        </p:pic>
        <p:pic>
          <p:nvPicPr>
            <p:cNvPr id="2349" name="Graphic 2348" descr="Deciduous tree with solid fill">
              <a:extLst>
                <a:ext uri="{FF2B5EF4-FFF2-40B4-BE49-F238E27FC236}">
                  <a16:creationId xmlns:a16="http://schemas.microsoft.com/office/drawing/2014/main" id="{5C3287CF-D9C1-FAA7-6E4F-8DEB883926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3" y="3349337"/>
              <a:ext cx="209457" cy="196411"/>
            </a:xfrm>
            <a:prstGeom prst="rect">
              <a:avLst/>
            </a:prstGeom>
          </p:spPr>
        </p:pic>
        <p:pic>
          <p:nvPicPr>
            <p:cNvPr id="2350" name="Graphic 2349" descr="Deciduous tree with solid fill">
              <a:extLst>
                <a:ext uri="{FF2B5EF4-FFF2-40B4-BE49-F238E27FC236}">
                  <a16:creationId xmlns:a16="http://schemas.microsoft.com/office/drawing/2014/main" id="{92B87888-E0D5-2858-080E-1DF6109F71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1" y="2026385"/>
              <a:ext cx="209457" cy="196411"/>
            </a:xfrm>
            <a:prstGeom prst="rect">
              <a:avLst/>
            </a:prstGeom>
          </p:spPr>
        </p:pic>
        <p:pic>
          <p:nvPicPr>
            <p:cNvPr id="2351" name="Graphic 2350" descr="Deciduous tree with solid fill">
              <a:extLst>
                <a:ext uri="{FF2B5EF4-FFF2-40B4-BE49-F238E27FC236}">
                  <a16:creationId xmlns:a16="http://schemas.microsoft.com/office/drawing/2014/main" id="{D56F45AF-9483-109F-394B-5DCF6A422B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6" y="2149877"/>
              <a:ext cx="209457" cy="196411"/>
            </a:xfrm>
            <a:prstGeom prst="rect">
              <a:avLst/>
            </a:prstGeom>
          </p:spPr>
        </p:pic>
        <p:pic>
          <p:nvPicPr>
            <p:cNvPr id="2352" name="Graphic 2351" descr="Deciduous tree with solid fill">
              <a:extLst>
                <a:ext uri="{FF2B5EF4-FFF2-40B4-BE49-F238E27FC236}">
                  <a16:creationId xmlns:a16="http://schemas.microsoft.com/office/drawing/2014/main" id="{538AAB9A-B743-4282-4989-A0E3A1AEB9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1" y="2273368"/>
              <a:ext cx="209457" cy="196411"/>
            </a:xfrm>
            <a:prstGeom prst="rect">
              <a:avLst/>
            </a:prstGeom>
          </p:spPr>
        </p:pic>
        <p:pic>
          <p:nvPicPr>
            <p:cNvPr id="2353" name="Graphic 2352" descr="Deciduous tree with solid fill">
              <a:extLst>
                <a:ext uri="{FF2B5EF4-FFF2-40B4-BE49-F238E27FC236}">
                  <a16:creationId xmlns:a16="http://schemas.microsoft.com/office/drawing/2014/main" id="{C084A377-1BAE-2D7C-2DFF-6F33952230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6" y="2396860"/>
              <a:ext cx="209457" cy="196411"/>
            </a:xfrm>
            <a:prstGeom prst="rect">
              <a:avLst/>
            </a:prstGeom>
          </p:spPr>
        </p:pic>
        <p:pic>
          <p:nvPicPr>
            <p:cNvPr id="2354" name="Graphic 2353" descr="Deciduous tree with solid fill">
              <a:extLst>
                <a:ext uri="{FF2B5EF4-FFF2-40B4-BE49-F238E27FC236}">
                  <a16:creationId xmlns:a16="http://schemas.microsoft.com/office/drawing/2014/main" id="{C61B4F03-DE18-5312-EC30-A4D81EF7F9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1" y="2520351"/>
              <a:ext cx="209457" cy="196411"/>
            </a:xfrm>
            <a:prstGeom prst="rect">
              <a:avLst/>
            </a:prstGeom>
          </p:spPr>
        </p:pic>
        <p:pic>
          <p:nvPicPr>
            <p:cNvPr id="2355" name="Graphic 2354" descr="Deciduous tree with solid fill">
              <a:extLst>
                <a:ext uri="{FF2B5EF4-FFF2-40B4-BE49-F238E27FC236}">
                  <a16:creationId xmlns:a16="http://schemas.microsoft.com/office/drawing/2014/main" id="{5EA258A4-84CB-D09A-E06D-AFEC6F904D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6" y="2643841"/>
              <a:ext cx="209457" cy="196411"/>
            </a:xfrm>
            <a:prstGeom prst="rect">
              <a:avLst/>
            </a:prstGeom>
          </p:spPr>
        </p:pic>
        <p:pic>
          <p:nvPicPr>
            <p:cNvPr id="2356" name="Graphic 2355" descr="Deciduous tree with solid fill">
              <a:extLst>
                <a:ext uri="{FF2B5EF4-FFF2-40B4-BE49-F238E27FC236}">
                  <a16:creationId xmlns:a16="http://schemas.microsoft.com/office/drawing/2014/main" id="{645162C3-9588-6A13-88F6-4E7C527116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1" y="2767333"/>
              <a:ext cx="209457" cy="196411"/>
            </a:xfrm>
            <a:prstGeom prst="rect">
              <a:avLst/>
            </a:prstGeom>
          </p:spPr>
        </p:pic>
        <p:pic>
          <p:nvPicPr>
            <p:cNvPr id="2357" name="Graphic 2356" descr="Deciduous tree with solid fill">
              <a:extLst>
                <a:ext uri="{FF2B5EF4-FFF2-40B4-BE49-F238E27FC236}">
                  <a16:creationId xmlns:a16="http://schemas.microsoft.com/office/drawing/2014/main" id="{94B51163-DB14-F18B-C356-D99968E98B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5" y="2890825"/>
              <a:ext cx="209457" cy="196411"/>
            </a:xfrm>
            <a:prstGeom prst="rect">
              <a:avLst/>
            </a:prstGeom>
          </p:spPr>
        </p:pic>
        <p:pic>
          <p:nvPicPr>
            <p:cNvPr id="2358" name="Graphic 2357" descr="Deciduous tree with solid fill">
              <a:extLst>
                <a:ext uri="{FF2B5EF4-FFF2-40B4-BE49-F238E27FC236}">
                  <a16:creationId xmlns:a16="http://schemas.microsoft.com/office/drawing/2014/main" id="{E3F2E07E-31A3-6153-16F3-EFF9328157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9" y="3014316"/>
              <a:ext cx="209457" cy="196411"/>
            </a:xfrm>
            <a:prstGeom prst="rect">
              <a:avLst/>
            </a:prstGeom>
          </p:spPr>
        </p:pic>
        <p:pic>
          <p:nvPicPr>
            <p:cNvPr id="2359" name="Graphic 2358" descr="Deciduous tree with solid fill">
              <a:extLst>
                <a:ext uri="{FF2B5EF4-FFF2-40B4-BE49-F238E27FC236}">
                  <a16:creationId xmlns:a16="http://schemas.microsoft.com/office/drawing/2014/main" id="{F9ED6F40-12C8-B218-737D-5BE422C698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4" y="3137808"/>
              <a:ext cx="209457" cy="196411"/>
            </a:xfrm>
            <a:prstGeom prst="rect">
              <a:avLst/>
            </a:prstGeom>
          </p:spPr>
        </p:pic>
        <p:pic>
          <p:nvPicPr>
            <p:cNvPr id="2360" name="Graphic 2359" descr="Deciduous tree with solid fill">
              <a:extLst>
                <a:ext uri="{FF2B5EF4-FFF2-40B4-BE49-F238E27FC236}">
                  <a16:creationId xmlns:a16="http://schemas.microsoft.com/office/drawing/2014/main" id="{4D8EC0B0-0644-F6F4-91BB-A0D3E85F6B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8" y="3261298"/>
              <a:ext cx="209457" cy="196411"/>
            </a:xfrm>
            <a:prstGeom prst="rect">
              <a:avLst/>
            </a:prstGeom>
          </p:spPr>
        </p:pic>
        <p:pic>
          <p:nvPicPr>
            <p:cNvPr id="2361" name="Graphic 2360" descr="Deciduous tree with solid fill">
              <a:extLst>
                <a:ext uri="{FF2B5EF4-FFF2-40B4-BE49-F238E27FC236}">
                  <a16:creationId xmlns:a16="http://schemas.microsoft.com/office/drawing/2014/main" id="{28FD014E-E293-29B7-F2EE-A9E06BE6E6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5" y="2114424"/>
              <a:ext cx="209457" cy="196411"/>
            </a:xfrm>
            <a:prstGeom prst="rect">
              <a:avLst/>
            </a:prstGeom>
          </p:spPr>
        </p:pic>
        <p:pic>
          <p:nvPicPr>
            <p:cNvPr id="2362" name="Graphic 2361" descr="Deciduous tree with solid fill">
              <a:extLst>
                <a:ext uri="{FF2B5EF4-FFF2-40B4-BE49-F238E27FC236}">
                  <a16:creationId xmlns:a16="http://schemas.microsoft.com/office/drawing/2014/main" id="{D51F2721-7B90-F736-0465-A352E6B3B1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8" y="2210283"/>
              <a:ext cx="209457" cy="196411"/>
            </a:xfrm>
            <a:prstGeom prst="rect">
              <a:avLst/>
            </a:prstGeom>
          </p:spPr>
        </p:pic>
        <p:pic>
          <p:nvPicPr>
            <p:cNvPr id="2363" name="Graphic 2362" descr="Deciduous tree with solid fill">
              <a:extLst>
                <a:ext uri="{FF2B5EF4-FFF2-40B4-BE49-F238E27FC236}">
                  <a16:creationId xmlns:a16="http://schemas.microsoft.com/office/drawing/2014/main" id="{F781514B-369C-CABF-D7DB-32C72F5282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0" y="2026385"/>
              <a:ext cx="209457" cy="196411"/>
            </a:xfrm>
            <a:prstGeom prst="rect">
              <a:avLst/>
            </a:prstGeom>
          </p:spPr>
        </p:pic>
        <p:pic>
          <p:nvPicPr>
            <p:cNvPr id="2364" name="Graphic 2363" descr="Deciduous tree with solid fill">
              <a:extLst>
                <a:ext uri="{FF2B5EF4-FFF2-40B4-BE49-F238E27FC236}">
                  <a16:creationId xmlns:a16="http://schemas.microsoft.com/office/drawing/2014/main" id="{8E086281-9FBB-914D-1744-6FA5DF5C80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2" y="2333774"/>
              <a:ext cx="209457" cy="196411"/>
            </a:xfrm>
            <a:prstGeom prst="rect">
              <a:avLst/>
            </a:prstGeom>
          </p:spPr>
        </p:pic>
        <p:pic>
          <p:nvPicPr>
            <p:cNvPr id="2365" name="Graphic 2364" descr="Deciduous tree with solid fill">
              <a:extLst>
                <a:ext uri="{FF2B5EF4-FFF2-40B4-BE49-F238E27FC236}">
                  <a16:creationId xmlns:a16="http://schemas.microsoft.com/office/drawing/2014/main" id="{53FEFCED-5EDB-B6E9-6D7F-4AD3574E5B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2366" name="Graphic 2365" descr="Deciduous tree with solid fill">
              <a:extLst>
                <a:ext uri="{FF2B5EF4-FFF2-40B4-BE49-F238E27FC236}">
                  <a16:creationId xmlns:a16="http://schemas.microsoft.com/office/drawing/2014/main" id="{D46D3662-9C77-C219-CD6E-2B29C8B534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2367" name="Graphic 2366" descr="Deciduous tree with solid fill">
              <a:extLst>
                <a:ext uri="{FF2B5EF4-FFF2-40B4-BE49-F238E27FC236}">
                  <a16:creationId xmlns:a16="http://schemas.microsoft.com/office/drawing/2014/main" id="{6BB830A7-E043-6CFF-258A-120EEF0E0A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2368" name="Graphic 2367" descr="Deciduous tree with solid fill">
              <a:extLst>
                <a:ext uri="{FF2B5EF4-FFF2-40B4-BE49-F238E27FC236}">
                  <a16:creationId xmlns:a16="http://schemas.microsoft.com/office/drawing/2014/main" id="{788BFCA7-A76F-88BC-2314-A66047EF98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2369" name="Graphic 2368" descr="Deciduous tree with solid fill">
              <a:extLst>
                <a:ext uri="{FF2B5EF4-FFF2-40B4-BE49-F238E27FC236}">
                  <a16:creationId xmlns:a16="http://schemas.microsoft.com/office/drawing/2014/main" id="{BA0C1368-C41E-0665-E2DE-919D8D7A06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370" name="Graphic 2369" descr="Deciduous tree with solid fill">
              <a:extLst>
                <a:ext uri="{FF2B5EF4-FFF2-40B4-BE49-F238E27FC236}">
                  <a16:creationId xmlns:a16="http://schemas.microsoft.com/office/drawing/2014/main" id="{569ABAF9-C972-132B-21F6-A3034D02D0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371" name="Graphic 2370" descr="Deciduous tree with solid fill">
              <a:extLst>
                <a:ext uri="{FF2B5EF4-FFF2-40B4-BE49-F238E27FC236}">
                  <a16:creationId xmlns:a16="http://schemas.microsoft.com/office/drawing/2014/main" id="{63215EB0-698A-59FB-DCB7-416A8235B8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372" name="Graphic 2371" descr="Deciduous tree with solid fill">
              <a:extLst>
                <a:ext uri="{FF2B5EF4-FFF2-40B4-BE49-F238E27FC236}">
                  <a16:creationId xmlns:a16="http://schemas.microsoft.com/office/drawing/2014/main" id="{457258E4-2248-FBD0-26AD-C74134F094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373" name="Graphic 2372" descr="Deciduous tree with solid fill">
              <a:extLst>
                <a:ext uri="{FF2B5EF4-FFF2-40B4-BE49-F238E27FC236}">
                  <a16:creationId xmlns:a16="http://schemas.microsoft.com/office/drawing/2014/main" id="{1F110C25-AE3B-8D59-DF73-E688C41AE8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374" name="Graphic 2373" descr="Deciduous tree with solid fill">
              <a:extLst>
                <a:ext uri="{FF2B5EF4-FFF2-40B4-BE49-F238E27FC236}">
                  <a16:creationId xmlns:a16="http://schemas.microsoft.com/office/drawing/2014/main" id="{B6FCC186-61F3-EB4F-2C4A-386F539BB3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2375" name="Graphic 2374" descr="Deciduous tree with solid fill">
              <a:extLst>
                <a:ext uri="{FF2B5EF4-FFF2-40B4-BE49-F238E27FC236}">
                  <a16:creationId xmlns:a16="http://schemas.microsoft.com/office/drawing/2014/main" id="{401CD2AD-B9DA-51EA-6D19-A7A2DAA575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2376" name="Graphic 2375" descr="Deciduous tree with solid fill">
              <a:extLst>
                <a:ext uri="{FF2B5EF4-FFF2-40B4-BE49-F238E27FC236}">
                  <a16:creationId xmlns:a16="http://schemas.microsoft.com/office/drawing/2014/main" id="{F3E42A10-9EF2-8254-82AD-506E6E6460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2377" name="Graphic 2376" descr="Deciduous tree with solid fill">
              <a:extLst>
                <a:ext uri="{FF2B5EF4-FFF2-40B4-BE49-F238E27FC236}">
                  <a16:creationId xmlns:a16="http://schemas.microsoft.com/office/drawing/2014/main" id="{571CC2D1-CA7C-808D-7D36-FC8CA022B9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2378" name="Graphic 2377" descr="Deciduous tree with solid fill">
              <a:extLst>
                <a:ext uri="{FF2B5EF4-FFF2-40B4-BE49-F238E27FC236}">
                  <a16:creationId xmlns:a16="http://schemas.microsoft.com/office/drawing/2014/main" id="{F9501C88-1352-7062-50C4-2A00D56634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2379" name="Graphic 2378" descr="Deciduous tree with solid fill">
              <a:extLst>
                <a:ext uri="{FF2B5EF4-FFF2-40B4-BE49-F238E27FC236}">
                  <a16:creationId xmlns:a16="http://schemas.microsoft.com/office/drawing/2014/main" id="{78C8448C-3EBE-A94F-9665-B1CB168848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2380" name="Graphic 2379" descr="Deciduous tree with solid fill">
              <a:extLst>
                <a:ext uri="{FF2B5EF4-FFF2-40B4-BE49-F238E27FC236}">
                  <a16:creationId xmlns:a16="http://schemas.microsoft.com/office/drawing/2014/main" id="{647825D2-0E10-6BB1-6F6D-297D3AFBAD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381" name="Graphic 2380" descr="Deciduous tree with solid fill">
              <a:extLst>
                <a:ext uri="{FF2B5EF4-FFF2-40B4-BE49-F238E27FC236}">
                  <a16:creationId xmlns:a16="http://schemas.microsoft.com/office/drawing/2014/main" id="{A833CCBE-E653-7F1A-0FA3-3504F5A137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382" name="Graphic 2381" descr="Deciduous tree with solid fill">
              <a:extLst>
                <a:ext uri="{FF2B5EF4-FFF2-40B4-BE49-F238E27FC236}">
                  <a16:creationId xmlns:a16="http://schemas.microsoft.com/office/drawing/2014/main" id="{24C1955D-ADEA-0AC5-DE3D-0672E5A520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383" name="Graphic 2382" descr="Deciduous tree with solid fill">
              <a:extLst>
                <a:ext uri="{FF2B5EF4-FFF2-40B4-BE49-F238E27FC236}">
                  <a16:creationId xmlns:a16="http://schemas.microsoft.com/office/drawing/2014/main" id="{32A495C4-1C9D-5207-9D4C-F66F01E01E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384" name="Graphic 2383" descr="Deciduous tree with solid fill">
              <a:extLst>
                <a:ext uri="{FF2B5EF4-FFF2-40B4-BE49-F238E27FC236}">
                  <a16:creationId xmlns:a16="http://schemas.microsoft.com/office/drawing/2014/main" id="{69CF6BF6-2635-F4DF-C810-7E27E14727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5" y="2149877"/>
              <a:ext cx="209457" cy="196411"/>
            </a:xfrm>
            <a:prstGeom prst="rect">
              <a:avLst/>
            </a:prstGeom>
          </p:spPr>
        </p:pic>
        <p:pic>
          <p:nvPicPr>
            <p:cNvPr id="2385" name="Graphic 2384" descr="Deciduous tree with solid fill">
              <a:extLst>
                <a:ext uri="{FF2B5EF4-FFF2-40B4-BE49-F238E27FC236}">
                  <a16:creationId xmlns:a16="http://schemas.microsoft.com/office/drawing/2014/main" id="{7268CC63-82E3-649C-F7E6-81CEB4F515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2386" name="Graphic 2385" descr="Deciduous tree with solid fill">
              <a:extLst>
                <a:ext uri="{FF2B5EF4-FFF2-40B4-BE49-F238E27FC236}">
                  <a16:creationId xmlns:a16="http://schemas.microsoft.com/office/drawing/2014/main" id="{0ABC5B38-3653-14A4-EDC3-EF6F82F74A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2387" name="Graphic 2386" descr="Deciduous tree with solid fill">
              <a:extLst>
                <a:ext uri="{FF2B5EF4-FFF2-40B4-BE49-F238E27FC236}">
                  <a16:creationId xmlns:a16="http://schemas.microsoft.com/office/drawing/2014/main" id="{AEEF5DD6-01D2-7F47-B37F-CA0D7AF1CA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2388" name="Graphic 2387" descr="Deciduous tree with solid fill">
              <a:extLst>
                <a:ext uri="{FF2B5EF4-FFF2-40B4-BE49-F238E27FC236}">
                  <a16:creationId xmlns:a16="http://schemas.microsoft.com/office/drawing/2014/main" id="{BD8241C9-C4B3-96EC-331A-84B6CA74D7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2389" name="Graphic 2388" descr="Deciduous tree with solid fill">
              <a:extLst>
                <a:ext uri="{FF2B5EF4-FFF2-40B4-BE49-F238E27FC236}">
                  <a16:creationId xmlns:a16="http://schemas.microsoft.com/office/drawing/2014/main" id="{A8B2A319-86A6-9E0C-0AE5-A485029CA9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390" name="Graphic 2389" descr="Deciduous tree with solid fill">
              <a:extLst>
                <a:ext uri="{FF2B5EF4-FFF2-40B4-BE49-F238E27FC236}">
                  <a16:creationId xmlns:a16="http://schemas.microsoft.com/office/drawing/2014/main" id="{7B4908E8-700C-9165-9346-8F188765A1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391" name="Graphic 2390" descr="Deciduous tree with solid fill">
              <a:extLst>
                <a:ext uri="{FF2B5EF4-FFF2-40B4-BE49-F238E27FC236}">
                  <a16:creationId xmlns:a16="http://schemas.microsoft.com/office/drawing/2014/main" id="{A07CCBBF-0C6F-2C9E-EC0A-747A63E5FA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392" name="Graphic 2391" descr="Deciduous tree with solid fill">
              <a:extLst>
                <a:ext uri="{FF2B5EF4-FFF2-40B4-BE49-F238E27FC236}">
                  <a16:creationId xmlns:a16="http://schemas.microsoft.com/office/drawing/2014/main" id="{E31E8A65-57B8-F9DA-F3FC-C854696AF2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393" name="Graphic 2392" descr="Deciduous tree with solid fill">
              <a:extLst>
                <a:ext uri="{FF2B5EF4-FFF2-40B4-BE49-F238E27FC236}">
                  <a16:creationId xmlns:a16="http://schemas.microsoft.com/office/drawing/2014/main" id="{F72D99A6-9B8E-4806-9426-2CAC1D3C65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394" name="Graphic 2393" descr="Deciduous tree with solid fill">
              <a:extLst>
                <a:ext uri="{FF2B5EF4-FFF2-40B4-BE49-F238E27FC236}">
                  <a16:creationId xmlns:a16="http://schemas.microsoft.com/office/drawing/2014/main" id="{CB63056F-00F6-0E4B-9DBC-F311345A69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2395" name="Graphic 2394" descr="Deciduous tree with solid fill">
              <a:extLst>
                <a:ext uri="{FF2B5EF4-FFF2-40B4-BE49-F238E27FC236}">
                  <a16:creationId xmlns:a16="http://schemas.microsoft.com/office/drawing/2014/main" id="{309DA8FB-D327-4B2C-C38E-2A645BC4DD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2" y="2333774"/>
              <a:ext cx="209457" cy="196411"/>
            </a:xfrm>
            <a:prstGeom prst="rect">
              <a:avLst/>
            </a:prstGeom>
          </p:spPr>
        </p:pic>
        <p:pic>
          <p:nvPicPr>
            <p:cNvPr id="2396" name="Graphic 2395" descr="Deciduous tree with solid fill">
              <a:extLst>
                <a:ext uri="{FF2B5EF4-FFF2-40B4-BE49-F238E27FC236}">
                  <a16:creationId xmlns:a16="http://schemas.microsoft.com/office/drawing/2014/main" id="{5CAD84FF-3D73-FFCC-A238-CAB7E22D0C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5" y="2149877"/>
              <a:ext cx="209457" cy="196411"/>
            </a:xfrm>
            <a:prstGeom prst="rect">
              <a:avLst/>
            </a:prstGeom>
          </p:spPr>
        </p:pic>
        <p:pic>
          <p:nvPicPr>
            <p:cNvPr id="2397" name="Graphic 2396" descr="Deciduous tree with solid fill">
              <a:extLst>
                <a:ext uri="{FF2B5EF4-FFF2-40B4-BE49-F238E27FC236}">
                  <a16:creationId xmlns:a16="http://schemas.microsoft.com/office/drawing/2014/main" id="{2DB941BA-FB2E-588F-3DCE-F92E21CA51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2398" name="Graphic 2397" descr="Deciduous tree with solid fill">
              <a:extLst>
                <a:ext uri="{FF2B5EF4-FFF2-40B4-BE49-F238E27FC236}">
                  <a16:creationId xmlns:a16="http://schemas.microsoft.com/office/drawing/2014/main" id="{D45E61D2-ABE3-C5D4-B1FD-33A26F9E2C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2399" name="Graphic 2398" descr="Deciduous tree with solid fill">
              <a:extLst>
                <a:ext uri="{FF2B5EF4-FFF2-40B4-BE49-F238E27FC236}">
                  <a16:creationId xmlns:a16="http://schemas.microsoft.com/office/drawing/2014/main" id="{FC19B192-388B-D5E5-1235-8D81123C29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2400" name="Graphic 2399" descr="Deciduous tree with solid fill">
              <a:extLst>
                <a:ext uri="{FF2B5EF4-FFF2-40B4-BE49-F238E27FC236}">
                  <a16:creationId xmlns:a16="http://schemas.microsoft.com/office/drawing/2014/main" id="{5C5652B5-6E0B-7DA9-9C6D-A91A6BF4E2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2401" name="Graphic 2400" descr="Deciduous tree with solid fill">
              <a:extLst>
                <a:ext uri="{FF2B5EF4-FFF2-40B4-BE49-F238E27FC236}">
                  <a16:creationId xmlns:a16="http://schemas.microsoft.com/office/drawing/2014/main" id="{1258ED41-0B2F-4D99-E33E-A87B49B66F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402" name="Graphic 2401" descr="Deciduous tree with solid fill">
              <a:extLst>
                <a:ext uri="{FF2B5EF4-FFF2-40B4-BE49-F238E27FC236}">
                  <a16:creationId xmlns:a16="http://schemas.microsoft.com/office/drawing/2014/main" id="{E315ACCA-CA22-8B1B-48FE-BA1AC3AB32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403" name="Graphic 2402" descr="Deciduous tree with solid fill">
              <a:extLst>
                <a:ext uri="{FF2B5EF4-FFF2-40B4-BE49-F238E27FC236}">
                  <a16:creationId xmlns:a16="http://schemas.microsoft.com/office/drawing/2014/main" id="{756F32F8-5288-6D59-1A2B-8C493BFDB5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404" name="Graphic 2403" descr="Deciduous tree with solid fill">
              <a:extLst>
                <a:ext uri="{FF2B5EF4-FFF2-40B4-BE49-F238E27FC236}">
                  <a16:creationId xmlns:a16="http://schemas.microsoft.com/office/drawing/2014/main" id="{07CC88E1-4332-859E-BE81-959751DFFC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405" name="Graphic 2404" descr="Deciduous tree with solid fill">
              <a:extLst>
                <a:ext uri="{FF2B5EF4-FFF2-40B4-BE49-F238E27FC236}">
                  <a16:creationId xmlns:a16="http://schemas.microsoft.com/office/drawing/2014/main" id="{001E9720-9CC4-4781-7575-5F90612343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406" name="Graphic 2405" descr="Deciduous tree with solid fill">
              <a:extLst>
                <a:ext uri="{FF2B5EF4-FFF2-40B4-BE49-F238E27FC236}">
                  <a16:creationId xmlns:a16="http://schemas.microsoft.com/office/drawing/2014/main" id="{AD4CE6F8-16E4-57C6-975F-5EAD56316F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2407" name="Graphic 2406" descr="Deciduous tree with solid fill">
              <a:extLst>
                <a:ext uri="{FF2B5EF4-FFF2-40B4-BE49-F238E27FC236}">
                  <a16:creationId xmlns:a16="http://schemas.microsoft.com/office/drawing/2014/main" id="{4582F70D-2272-88D9-3ED7-14A98961CA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2408" name="Graphic 2407" descr="Deciduous tree with solid fill">
              <a:extLst>
                <a:ext uri="{FF2B5EF4-FFF2-40B4-BE49-F238E27FC236}">
                  <a16:creationId xmlns:a16="http://schemas.microsoft.com/office/drawing/2014/main" id="{25C876B5-44C4-9E5A-B21D-7206623E5F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2409" name="Graphic 2408" descr="Deciduous tree with solid fill">
              <a:extLst>
                <a:ext uri="{FF2B5EF4-FFF2-40B4-BE49-F238E27FC236}">
                  <a16:creationId xmlns:a16="http://schemas.microsoft.com/office/drawing/2014/main" id="{821B031F-D206-899A-D5D6-159934DCCF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2410" name="Graphic 2409" descr="Deciduous tree with solid fill">
              <a:extLst>
                <a:ext uri="{FF2B5EF4-FFF2-40B4-BE49-F238E27FC236}">
                  <a16:creationId xmlns:a16="http://schemas.microsoft.com/office/drawing/2014/main" id="{656F398A-A02B-5CD8-C539-870BD678F1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2411" name="Graphic 2410" descr="Deciduous tree with solid fill">
              <a:extLst>
                <a:ext uri="{FF2B5EF4-FFF2-40B4-BE49-F238E27FC236}">
                  <a16:creationId xmlns:a16="http://schemas.microsoft.com/office/drawing/2014/main" id="{738E83DE-2BEA-C6DF-B3FB-5B59B159B2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412" name="Graphic 2411" descr="Deciduous tree with solid fill">
              <a:extLst>
                <a:ext uri="{FF2B5EF4-FFF2-40B4-BE49-F238E27FC236}">
                  <a16:creationId xmlns:a16="http://schemas.microsoft.com/office/drawing/2014/main" id="{80698226-E728-C780-862B-1F95399B62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413" name="Graphic 2412" descr="Deciduous tree with solid fill">
              <a:extLst>
                <a:ext uri="{FF2B5EF4-FFF2-40B4-BE49-F238E27FC236}">
                  <a16:creationId xmlns:a16="http://schemas.microsoft.com/office/drawing/2014/main" id="{087C2A98-FDEA-7F40-C424-5CF5A3FC90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414" name="Graphic 2413" descr="Deciduous tree with solid fill">
              <a:extLst>
                <a:ext uri="{FF2B5EF4-FFF2-40B4-BE49-F238E27FC236}">
                  <a16:creationId xmlns:a16="http://schemas.microsoft.com/office/drawing/2014/main" id="{8B6EA947-C292-9C2E-789C-296D5CA483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415" name="Graphic 2414" descr="Deciduous tree with solid fill">
              <a:extLst>
                <a:ext uri="{FF2B5EF4-FFF2-40B4-BE49-F238E27FC236}">
                  <a16:creationId xmlns:a16="http://schemas.microsoft.com/office/drawing/2014/main" id="{06739C79-41A0-94C6-7526-FE3B860091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2416" name="Graphic 2415" descr="Deciduous tree with solid fill">
              <a:extLst>
                <a:ext uri="{FF2B5EF4-FFF2-40B4-BE49-F238E27FC236}">
                  <a16:creationId xmlns:a16="http://schemas.microsoft.com/office/drawing/2014/main" id="{3A475A9A-E3F8-5126-7713-BB31475E02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2417" name="Graphic 2416" descr="Deciduous tree with solid fill">
              <a:extLst>
                <a:ext uri="{FF2B5EF4-FFF2-40B4-BE49-F238E27FC236}">
                  <a16:creationId xmlns:a16="http://schemas.microsoft.com/office/drawing/2014/main" id="{8E91B365-98B7-615D-7ADD-5707129956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2418" name="Graphic 2417" descr="Deciduous tree with solid fill">
              <a:extLst>
                <a:ext uri="{FF2B5EF4-FFF2-40B4-BE49-F238E27FC236}">
                  <a16:creationId xmlns:a16="http://schemas.microsoft.com/office/drawing/2014/main" id="{C9A2EE7B-8373-9D12-8146-83A8A71149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2419" name="Graphic 2418" descr="Deciduous tree with solid fill">
              <a:extLst>
                <a:ext uri="{FF2B5EF4-FFF2-40B4-BE49-F238E27FC236}">
                  <a16:creationId xmlns:a16="http://schemas.microsoft.com/office/drawing/2014/main" id="{BAB3438E-B99A-96A4-962B-D7E6B2AD47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420" name="Graphic 2419" descr="Deciduous tree with solid fill">
              <a:extLst>
                <a:ext uri="{FF2B5EF4-FFF2-40B4-BE49-F238E27FC236}">
                  <a16:creationId xmlns:a16="http://schemas.microsoft.com/office/drawing/2014/main" id="{759833DE-31FE-5E7D-4F9D-353FC789EF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421" name="Graphic 2420" descr="Deciduous tree with solid fill">
              <a:extLst>
                <a:ext uri="{FF2B5EF4-FFF2-40B4-BE49-F238E27FC236}">
                  <a16:creationId xmlns:a16="http://schemas.microsoft.com/office/drawing/2014/main" id="{712590B6-C0C2-067B-9FB9-692671970E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422" name="Graphic 2421" descr="Deciduous tree with solid fill">
              <a:extLst>
                <a:ext uri="{FF2B5EF4-FFF2-40B4-BE49-F238E27FC236}">
                  <a16:creationId xmlns:a16="http://schemas.microsoft.com/office/drawing/2014/main" id="{A8767261-8412-9E41-9CFA-B36288EAAE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423" name="Graphic 2422" descr="Deciduous tree with solid fill">
              <a:extLst>
                <a:ext uri="{FF2B5EF4-FFF2-40B4-BE49-F238E27FC236}">
                  <a16:creationId xmlns:a16="http://schemas.microsoft.com/office/drawing/2014/main" id="{3A9BD353-84B2-1EB1-AEA4-0043CF9FC7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424" name="Graphic 2423" descr="Deciduous tree with solid fill">
              <a:extLst>
                <a:ext uri="{FF2B5EF4-FFF2-40B4-BE49-F238E27FC236}">
                  <a16:creationId xmlns:a16="http://schemas.microsoft.com/office/drawing/2014/main" id="{43EA4BAA-E087-BC52-8B97-EC49975773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2425" name="Graphic 2424" descr="Deciduous tree with solid fill">
              <a:extLst>
                <a:ext uri="{FF2B5EF4-FFF2-40B4-BE49-F238E27FC236}">
                  <a16:creationId xmlns:a16="http://schemas.microsoft.com/office/drawing/2014/main" id="{71A35347-0039-AB2D-906F-491DD86196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2426" name="Graphic 2425" descr="Deciduous tree with solid fill">
              <a:extLst>
                <a:ext uri="{FF2B5EF4-FFF2-40B4-BE49-F238E27FC236}">
                  <a16:creationId xmlns:a16="http://schemas.microsoft.com/office/drawing/2014/main" id="{EE397A60-F719-4C58-E00B-DA5C28DD4A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2427" name="Graphic 2426" descr="Deciduous tree with solid fill">
              <a:extLst>
                <a:ext uri="{FF2B5EF4-FFF2-40B4-BE49-F238E27FC236}">
                  <a16:creationId xmlns:a16="http://schemas.microsoft.com/office/drawing/2014/main" id="{A4823F70-D732-6834-4676-C1BCD3F53F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2428" name="Graphic 2427" descr="Deciduous tree with solid fill">
              <a:extLst>
                <a:ext uri="{FF2B5EF4-FFF2-40B4-BE49-F238E27FC236}">
                  <a16:creationId xmlns:a16="http://schemas.microsoft.com/office/drawing/2014/main" id="{1CA71C6B-1258-9C1A-45C2-07B1B3ADAE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2429" name="Graphic 2428" descr="Deciduous tree with solid fill">
              <a:extLst>
                <a:ext uri="{FF2B5EF4-FFF2-40B4-BE49-F238E27FC236}">
                  <a16:creationId xmlns:a16="http://schemas.microsoft.com/office/drawing/2014/main" id="{FB89E2C8-1E49-AF17-4D74-35B3EB9D54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2430" name="Graphic 2429" descr="Deciduous tree with solid fill">
              <a:extLst>
                <a:ext uri="{FF2B5EF4-FFF2-40B4-BE49-F238E27FC236}">
                  <a16:creationId xmlns:a16="http://schemas.microsoft.com/office/drawing/2014/main" id="{3A63AA0C-9900-798D-3962-42198C3992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431" name="Graphic 2430" descr="Deciduous tree with solid fill">
              <a:extLst>
                <a:ext uri="{FF2B5EF4-FFF2-40B4-BE49-F238E27FC236}">
                  <a16:creationId xmlns:a16="http://schemas.microsoft.com/office/drawing/2014/main" id="{C70D3166-0DE3-8F6A-7F02-6BD70CE527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432" name="Graphic 2431" descr="Deciduous tree with solid fill">
              <a:extLst>
                <a:ext uri="{FF2B5EF4-FFF2-40B4-BE49-F238E27FC236}">
                  <a16:creationId xmlns:a16="http://schemas.microsoft.com/office/drawing/2014/main" id="{1C13D7AB-AAFE-46DF-E31A-8542F0B493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433" name="Graphic 2432" descr="Deciduous tree with solid fill">
              <a:extLst>
                <a:ext uri="{FF2B5EF4-FFF2-40B4-BE49-F238E27FC236}">
                  <a16:creationId xmlns:a16="http://schemas.microsoft.com/office/drawing/2014/main" id="{31AB9FFC-5759-9D6B-2360-4DF448DB4F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434" name="Graphic 2433" descr="Deciduous tree with solid fill">
              <a:extLst>
                <a:ext uri="{FF2B5EF4-FFF2-40B4-BE49-F238E27FC236}">
                  <a16:creationId xmlns:a16="http://schemas.microsoft.com/office/drawing/2014/main" id="{11F23A4E-4126-3D1D-339C-5FDAFCD300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435" name="Graphic 2434" descr="Deciduous tree with solid fill">
              <a:extLst>
                <a:ext uri="{FF2B5EF4-FFF2-40B4-BE49-F238E27FC236}">
                  <a16:creationId xmlns:a16="http://schemas.microsoft.com/office/drawing/2014/main" id="{6740745A-14A0-D565-BF9F-62BF6878AF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2436" name="Graphic 2435" descr="Deciduous tree with solid fill">
              <a:extLst>
                <a:ext uri="{FF2B5EF4-FFF2-40B4-BE49-F238E27FC236}">
                  <a16:creationId xmlns:a16="http://schemas.microsoft.com/office/drawing/2014/main" id="{EC6BD1FA-1D61-18F5-146D-0320560C7A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2437" name="Graphic 2436" descr="Deciduous tree with solid fill">
              <a:extLst>
                <a:ext uri="{FF2B5EF4-FFF2-40B4-BE49-F238E27FC236}">
                  <a16:creationId xmlns:a16="http://schemas.microsoft.com/office/drawing/2014/main" id="{5FE9EAE9-5E3C-8D7A-73C7-32E0DC71B0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2438" name="Graphic 2437" descr="Deciduous tree with solid fill">
              <a:extLst>
                <a:ext uri="{FF2B5EF4-FFF2-40B4-BE49-F238E27FC236}">
                  <a16:creationId xmlns:a16="http://schemas.microsoft.com/office/drawing/2014/main" id="{E63E619A-48EE-BFBF-CAC8-2C19E412E0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2439" name="Graphic 2438" descr="Deciduous tree with solid fill">
              <a:extLst>
                <a:ext uri="{FF2B5EF4-FFF2-40B4-BE49-F238E27FC236}">
                  <a16:creationId xmlns:a16="http://schemas.microsoft.com/office/drawing/2014/main" id="{F43F1BFF-6B50-81E5-9DEF-4814B8CC6A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440" name="Graphic 2439" descr="Deciduous tree with solid fill">
              <a:extLst>
                <a:ext uri="{FF2B5EF4-FFF2-40B4-BE49-F238E27FC236}">
                  <a16:creationId xmlns:a16="http://schemas.microsoft.com/office/drawing/2014/main" id="{4952FED8-0A0F-9778-0AE1-C88F0CACAB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441" name="Graphic 2440" descr="Deciduous tree with solid fill">
              <a:extLst>
                <a:ext uri="{FF2B5EF4-FFF2-40B4-BE49-F238E27FC236}">
                  <a16:creationId xmlns:a16="http://schemas.microsoft.com/office/drawing/2014/main" id="{FBAA8039-E093-F41A-A810-E34CE205DA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442" name="Graphic 2441" descr="Deciduous tree with solid fill">
              <a:extLst>
                <a:ext uri="{FF2B5EF4-FFF2-40B4-BE49-F238E27FC236}">
                  <a16:creationId xmlns:a16="http://schemas.microsoft.com/office/drawing/2014/main" id="{92F2A348-8D70-3457-A2CE-B71B0559A5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443" name="Graphic 2442" descr="Deciduous tree with solid fill">
              <a:extLst>
                <a:ext uri="{FF2B5EF4-FFF2-40B4-BE49-F238E27FC236}">
                  <a16:creationId xmlns:a16="http://schemas.microsoft.com/office/drawing/2014/main" id="{DEA2BEF5-B5BF-0AF0-38A8-E11329789F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2444" name="Graphic 2443" descr="Deciduous tree with solid fill">
              <a:extLst>
                <a:ext uri="{FF2B5EF4-FFF2-40B4-BE49-F238E27FC236}">
                  <a16:creationId xmlns:a16="http://schemas.microsoft.com/office/drawing/2014/main" id="{CA354E01-F481-B08F-7A2F-C4EB2D5BBC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2445" name="Graphic 2444" descr="Deciduous tree with solid fill">
              <a:extLst>
                <a:ext uri="{FF2B5EF4-FFF2-40B4-BE49-F238E27FC236}">
                  <a16:creationId xmlns:a16="http://schemas.microsoft.com/office/drawing/2014/main" id="{EB78BEC7-E14F-D632-0CCD-581D072863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2446" name="Graphic 2445" descr="Deciduous tree with solid fill">
              <a:extLst>
                <a:ext uri="{FF2B5EF4-FFF2-40B4-BE49-F238E27FC236}">
                  <a16:creationId xmlns:a16="http://schemas.microsoft.com/office/drawing/2014/main" id="{B08E069B-7416-DAEF-EA09-98939EAC3F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447" name="Graphic 2446" descr="Deciduous tree with solid fill">
              <a:extLst>
                <a:ext uri="{FF2B5EF4-FFF2-40B4-BE49-F238E27FC236}">
                  <a16:creationId xmlns:a16="http://schemas.microsoft.com/office/drawing/2014/main" id="{C34B7B92-0B65-E8A6-688A-E193A9826F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448" name="Graphic 2447" descr="Deciduous tree with solid fill">
              <a:extLst>
                <a:ext uri="{FF2B5EF4-FFF2-40B4-BE49-F238E27FC236}">
                  <a16:creationId xmlns:a16="http://schemas.microsoft.com/office/drawing/2014/main" id="{ADB37A77-895B-BE6B-C19A-CBD1876CDA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449" name="Graphic 2448" descr="Deciduous tree with solid fill">
              <a:extLst>
                <a:ext uri="{FF2B5EF4-FFF2-40B4-BE49-F238E27FC236}">
                  <a16:creationId xmlns:a16="http://schemas.microsoft.com/office/drawing/2014/main" id="{FE96D31C-E37B-64DF-5CB7-177FDF5FD6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450" name="Graphic 2449" descr="Deciduous tree with solid fill">
              <a:extLst>
                <a:ext uri="{FF2B5EF4-FFF2-40B4-BE49-F238E27FC236}">
                  <a16:creationId xmlns:a16="http://schemas.microsoft.com/office/drawing/2014/main" id="{64B60446-FBB4-52A9-82EA-8B2ABAA85E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451" name="Graphic 2450" descr="Deciduous tree with solid fill">
              <a:extLst>
                <a:ext uri="{FF2B5EF4-FFF2-40B4-BE49-F238E27FC236}">
                  <a16:creationId xmlns:a16="http://schemas.microsoft.com/office/drawing/2014/main" id="{EC8F2A31-656C-F269-4644-0349FFB9A0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2452" name="Graphic 2451" descr="Deciduous tree with solid fill">
              <a:extLst>
                <a:ext uri="{FF2B5EF4-FFF2-40B4-BE49-F238E27FC236}">
                  <a16:creationId xmlns:a16="http://schemas.microsoft.com/office/drawing/2014/main" id="{9954904E-4C65-195F-F682-8C206BC8F0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2453" name="Graphic 2452" descr="Deciduous tree with solid fill">
              <a:extLst>
                <a:ext uri="{FF2B5EF4-FFF2-40B4-BE49-F238E27FC236}">
                  <a16:creationId xmlns:a16="http://schemas.microsoft.com/office/drawing/2014/main" id="{3FA36E82-FE97-1EE2-3B47-833D4B2173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2454" name="Graphic 2453" descr="Deciduous tree with solid fill">
              <a:extLst>
                <a:ext uri="{FF2B5EF4-FFF2-40B4-BE49-F238E27FC236}">
                  <a16:creationId xmlns:a16="http://schemas.microsoft.com/office/drawing/2014/main" id="{1E370707-FD91-312E-E139-0091F5CC23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2455" name="Graphic 2454" descr="Deciduous tree with solid fill">
              <a:extLst>
                <a:ext uri="{FF2B5EF4-FFF2-40B4-BE49-F238E27FC236}">
                  <a16:creationId xmlns:a16="http://schemas.microsoft.com/office/drawing/2014/main" id="{C12B9B4F-7EBD-C4AF-76DA-A2301EEB3F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2456" name="Graphic 2455" descr="Deciduous tree with solid fill">
              <a:extLst>
                <a:ext uri="{FF2B5EF4-FFF2-40B4-BE49-F238E27FC236}">
                  <a16:creationId xmlns:a16="http://schemas.microsoft.com/office/drawing/2014/main" id="{1AECCE44-C717-1569-94D4-1E53DDC95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457" name="Graphic 2456" descr="Deciduous tree with solid fill">
              <a:extLst>
                <a:ext uri="{FF2B5EF4-FFF2-40B4-BE49-F238E27FC236}">
                  <a16:creationId xmlns:a16="http://schemas.microsoft.com/office/drawing/2014/main" id="{5B435BD5-4ED6-FCBA-9597-AF3D95A0F7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458" name="Graphic 2457" descr="Deciduous tree with solid fill">
              <a:extLst>
                <a:ext uri="{FF2B5EF4-FFF2-40B4-BE49-F238E27FC236}">
                  <a16:creationId xmlns:a16="http://schemas.microsoft.com/office/drawing/2014/main" id="{A66C3AAC-695F-C6A9-AE57-8EDAC79368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459" name="Graphic 2458" descr="Deciduous tree with solid fill">
              <a:extLst>
                <a:ext uri="{FF2B5EF4-FFF2-40B4-BE49-F238E27FC236}">
                  <a16:creationId xmlns:a16="http://schemas.microsoft.com/office/drawing/2014/main" id="{D7585FA5-C0ED-177C-8618-876E452313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460" name="Graphic 2459" descr="Deciduous tree with solid fill">
              <a:extLst>
                <a:ext uri="{FF2B5EF4-FFF2-40B4-BE49-F238E27FC236}">
                  <a16:creationId xmlns:a16="http://schemas.microsoft.com/office/drawing/2014/main" id="{AA5A6BCE-2936-92F7-F857-7C512A97C7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461" name="Graphic 2460" descr="Deciduous tree with solid fill">
              <a:extLst>
                <a:ext uri="{FF2B5EF4-FFF2-40B4-BE49-F238E27FC236}">
                  <a16:creationId xmlns:a16="http://schemas.microsoft.com/office/drawing/2014/main" id="{731C97BF-A7A5-553F-E124-F7C284C3B3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2462" name="Graphic 2461" descr="Deciduous tree with solid fill">
              <a:extLst>
                <a:ext uri="{FF2B5EF4-FFF2-40B4-BE49-F238E27FC236}">
                  <a16:creationId xmlns:a16="http://schemas.microsoft.com/office/drawing/2014/main" id="{AEBEE3EA-DE9E-B5E6-DD14-EC9F31FDC8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2463" name="Graphic 2462" descr="Deciduous tree with solid fill">
              <a:extLst>
                <a:ext uri="{FF2B5EF4-FFF2-40B4-BE49-F238E27FC236}">
                  <a16:creationId xmlns:a16="http://schemas.microsoft.com/office/drawing/2014/main" id="{9BB1A410-DB02-A169-5C1F-0B0FD69B24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2464" name="Graphic 2463" descr="Deciduous tree with solid fill">
              <a:extLst>
                <a:ext uri="{FF2B5EF4-FFF2-40B4-BE49-F238E27FC236}">
                  <a16:creationId xmlns:a16="http://schemas.microsoft.com/office/drawing/2014/main" id="{5D45F782-8256-0B2D-A199-CF4120263D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465" name="Graphic 2464" descr="Deciduous tree with solid fill">
              <a:extLst>
                <a:ext uri="{FF2B5EF4-FFF2-40B4-BE49-F238E27FC236}">
                  <a16:creationId xmlns:a16="http://schemas.microsoft.com/office/drawing/2014/main" id="{3DABEF74-6EB4-3B28-65C3-2184E60696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466" name="Graphic 2465" descr="Deciduous tree with solid fill">
              <a:extLst>
                <a:ext uri="{FF2B5EF4-FFF2-40B4-BE49-F238E27FC236}">
                  <a16:creationId xmlns:a16="http://schemas.microsoft.com/office/drawing/2014/main" id="{B8168111-B1E8-A3EB-7278-C82F97670F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467" name="Graphic 2466" descr="Deciduous tree with solid fill">
              <a:extLst>
                <a:ext uri="{FF2B5EF4-FFF2-40B4-BE49-F238E27FC236}">
                  <a16:creationId xmlns:a16="http://schemas.microsoft.com/office/drawing/2014/main" id="{DE6A7638-B5E8-70DC-09AB-8565B37AE6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468" name="Graphic 2467" descr="Deciduous tree with solid fill">
              <a:extLst>
                <a:ext uri="{FF2B5EF4-FFF2-40B4-BE49-F238E27FC236}">
                  <a16:creationId xmlns:a16="http://schemas.microsoft.com/office/drawing/2014/main" id="{DDCF7239-9C27-6A0F-F096-0E02274068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2469" name="Graphic 2468" descr="Deciduous tree with solid fill">
              <a:extLst>
                <a:ext uri="{FF2B5EF4-FFF2-40B4-BE49-F238E27FC236}">
                  <a16:creationId xmlns:a16="http://schemas.microsoft.com/office/drawing/2014/main" id="{7850E868-0941-4114-30B4-459F3447CC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2470" name="Graphic 2469" descr="Deciduous tree with solid fill">
              <a:extLst>
                <a:ext uri="{FF2B5EF4-FFF2-40B4-BE49-F238E27FC236}">
                  <a16:creationId xmlns:a16="http://schemas.microsoft.com/office/drawing/2014/main" id="{2CDCC1E1-1861-4D6F-9D27-784BB9860E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471" name="Graphic 2470" descr="Deciduous tree with solid fill">
              <a:extLst>
                <a:ext uri="{FF2B5EF4-FFF2-40B4-BE49-F238E27FC236}">
                  <a16:creationId xmlns:a16="http://schemas.microsoft.com/office/drawing/2014/main" id="{CDB3A572-B842-8433-49B0-15F71488B9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472" name="Graphic 2471" descr="Deciduous tree with solid fill">
              <a:extLst>
                <a:ext uri="{FF2B5EF4-FFF2-40B4-BE49-F238E27FC236}">
                  <a16:creationId xmlns:a16="http://schemas.microsoft.com/office/drawing/2014/main" id="{1819F3DB-1C12-79BB-C189-836761D527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473" name="Graphic 2472" descr="Deciduous tree with solid fill">
              <a:extLst>
                <a:ext uri="{FF2B5EF4-FFF2-40B4-BE49-F238E27FC236}">
                  <a16:creationId xmlns:a16="http://schemas.microsoft.com/office/drawing/2014/main" id="{8B019645-9EA7-EEB7-22E2-CC660AF472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474" name="Graphic 2473" descr="Deciduous tree with solid fill">
              <a:extLst>
                <a:ext uri="{FF2B5EF4-FFF2-40B4-BE49-F238E27FC236}">
                  <a16:creationId xmlns:a16="http://schemas.microsoft.com/office/drawing/2014/main" id="{258DA1F9-237D-8DF2-FA14-3FF135394F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475" name="Graphic 2474" descr="Deciduous tree with solid fill">
              <a:extLst>
                <a:ext uri="{FF2B5EF4-FFF2-40B4-BE49-F238E27FC236}">
                  <a16:creationId xmlns:a16="http://schemas.microsoft.com/office/drawing/2014/main" id="{70E28E3B-EAE4-F95C-E2D2-5AC70C3F7F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2476" name="Graphic 2475" descr="Deciduous tree with solid fill">
              <a:extLst>
                <a:ext uri="{FF2B5EF4-FFF2-40B4-BE49-F238E27FC236}">
                  <a16:creationId xmlns:a16="http://schemas.microsoft.com/office/drawing/2014/main" id="{7DEE8038-AD88-A7AD-AEAA-F2B06749E3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2477" name="Graphic 2476" descr="Deciduous tree with solid fill">
              <a:extLst>
                <a:ext uri="{FF2B5EF4-FFF2-40B4-BE49-F238E27FC236}">
                  <a16:creationId xmlns:a16="http://schemas.microsoft.com/office/drawing/2014/main" id="{44CE19E8-40C7-A204-718F-D727B39D5A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2478" name="Graphic 2477" descr="Deciduous tree with solid fill">
              <a:extLst>
                <a:ext uri="{FF2B5EF4-FFF2-40B4-BE49-F238E27FC236}">
                  <a16:creationId xmlns:a16="http://schemas.microsoft.com/office/drawing/2014/main" id="{A0D9C8B1-D0B1-AA7E-5D1E-6C5743CC48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2479" name="Graphic 2478" descr="Deciduous tree with solid fill">
              <a:extLst>
                <a:ext uri="{FF2B5EF4-FFF2-40B4-BE49-F238E27FC236}">
                  <a16:creationId xmlns:a16="http://schemas.microsoft.com/office/drawing/2014/main" id="{A29DBD21-9D4E-3EAD-4866-1D8D9D1738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480" name="Graphic 2479" descr="Deciduous tree with solid fill">
              <a:extLst>
                <a:ext uri="{FF2B5EF4-FFF2-40B4-BE49-F238E27FC236}">
                  <a16:creationId xmlns:a16="http://schemas.microsoft.com/office/drawing/2014/main" id="{20CA7949-832A-9CE6-657E-F26844EB5E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481" name="Graphic 2480" descr="Deciduous tree with solid fill">
              <a:extLst>
                <a:ext uri="{FF2B5EF4-FFF2-40B4-BE49-F238E27FC236}">
                  <a16:creationId xmlns:a16="http://schemas.microsoft.com/office/drawing/2014/main" id="{8156318A-0160-1740-5FC0-F1F053C265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482" name="Graphic 2481" descr="Deciduous tree with solid fill">
              <a:extLst>
                <a:ext uri="{FF2B5EF4-FFF2-40B4-BE49-F238E27FC236}">
                  <a16:creationId xmlns:a16="http://schemas.microsoft.com/office/drawing/2014/main" id="{DA8DE02B-FA3A-0262-98EE-D4DE1364F3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483" name="Graphic 2482" descr="Deciduous tree with solid fill">
              <a:extLst>
                <a:ext uri="{FF2B5EF4-FFF2-40B4-BE49-F238E27FC236}">
                  <a16:creationId xmlns:a16="http://schemas.microsoft.com/office/drawing/2014/main" id="{2D9ACDB6-0524-3638-7164-35DA940636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484" name="Graphic 2483" descr="Deciduous tree with solid fill">
              <a:extLst>
                <a:ext uri="{FF2B5EF4-FFF2-40B4-BE49-F238E27FC236}">
                  <a16:creationId xmlns:a16="http://schemas.microsoft.com/office/drawing/2014/main" id="{B19C29BA-207A-9A96-DBF8-2378D3BB30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2485" name="Graphic 2484" descr="Deciduous tree with solid fill">
              <a:extLst>
                <a:ext uri="{FF2B5EF4-FFF2-40B4-BE49-F238E27FC236}">
                  <a16:creationId xmlns:a16="http://schemas.microsoft.com/office/drawing/2014/main" id="{33FC58BF-B9EC-6465-6CB3-ED97934C73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2486" name="Graphic 2485" descr="Deciduous tree with solid fill">
              <a:extLst>
                <a:ext uri="{FF2B5EF4-FFF2-40B4-BE49-F238E27FC236}">
                  <a16:creationId xmlns:a16="http://schemas.microsoft.com/office/drawing/2014/main" id="{ABDD1307-4C10-6D19-8970-48C7356D84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487" name="Graphic 2486" descr="Deciduous tree with solid fill">
              <a:extLst>
                <a:ext uri="{FF2B5EF4-FFF2-40B4-BE49-F238E27FC236}">
                  <a16:creationId xmlns:a16="http://schemas.microsoft.com/office/drawing/2014/main" id="{08DC2B88-CF46-CF7B-0EC0-4706EC1BEA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488" name="Graphic 2487" descr="Deciduous tree with solid fill">
              <a:extLst>
                <a:ext uri="{FF2B5EF4-FFF2-40B4-BE49-F238E27FC236}">
                  <a16:creationId xmlns:a16="http://schemas.microsoft.com/office/drawing/2014/main" id="{04A4FA1F-7DF0-B46A-AE66-3486C11D25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489" name="Graphic 2488" descr="Deciduous tree with solid fill">
              <a:extLst>
                <a:ext uri="{FF2B5EF4-FFF2-40B4-BE49-F238E27FC236}">
                  <a16:creationId xmlns:a16="http://schemas.microsoft.com/office/drawing/2014/main" id="{ACF909FB-B4FD-A0E8-5FC3-08D75A9EE1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490" name="Graphic 2489" descr="Deciduous tree with solid fill">
              <a:extLst>
                <a:ext uri="{FF2B5EF4-FFF2-40B4-BE49-F238E27FC236}">
                  <a16:creationId xmlns:a16="http://schemas.microsoft.com/office/drawing/2014/main" id="{9EEF185F-61F8-3E29-AC01-FB995449C6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2491" name="Graphic 2490" descr="Deciduous tree with solid fill">
              <a:extLst>
                <a:ext uri="{FF2B5EF4-FFF2-40B4-BE49-F238E27FC236}">
                  <a16:creationId xmlns:a16="http://schemas.microsoft.com/office/drawing/2014/main" id="{D142285E-4AEA-223A-663E-8C3977D346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492" name="Graphic 2491" descr="Deciduous tree with solid fill">
              <a:extLst>
                <a:ext uri="{FF2B5EF4-FFF2-40B4-BE49-F238E27FC236}">
                  <a16:creationId xmlns:a16="http://schemas.microsoft.com/office/drawing/2014/main" id="{F068216D-EF60-CBBE-13A2-3BDAE8E8B0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493" name="Graphic 2492" descr="Deciduous tree with solid fill">
              <a:extLst>
                <a:ext uri="{FF2B5EF4-FFF2-40B4-BE49-F238E27FC236}">
                  <a16:creationId xmlns:a16="http://schemas.microsoft.com/office/drawing/2014/main" id="{1B8663B4-7E64-90F3-C481-1DB1454948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494" name="Graphic 2493" descr="Deciduous tree with solid fill">
              <a:extLst>
                <a:ext uri="{FF2B5EF4-FFF2-40B4-BE49-F238E27FC236}">
                  <a16:creationId xmlns:a16="http://schemas.microsoft.com/office/drawing/2014/main" id="{D29579DA-1BA7-E901-E2FB-A52F9060AB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495" name="Graphic 2494" descr="Deciduous tree with solid fill">
              <a:extLst>
                <a:ext uri="{FF2B5EF4-FFF2-40B4-BE49-F238E27FC236}">
                  <a16:creationId xmlns:a16="http://schemas.microsoft.com/office/drawing/2014/main" id="{B9053AFF-AD05-B623-409F-C250A50960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496" name="Graphic 2495" descr="Deciduous tree with solid fill">
              <a:extLst>
                <a:ext uri="{FF2B5EF4-FFF2-40B4-BE49-F238E27FC236}">
                  <a16:creationId xmlns:a16="http://schemas.microsoft.com/office/drawing/2014/main" id="{3EC0FDF6-9E01-B108-EAD0-4557B51EA7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2497" name="Graphic 2496" descr="Deciduous tree with solid fill">
              <a:extLst>
                <a:ext uri="{FF2B5EF4-FFF2-40B4-BE49-F238E27FC236}">
                  <a16:creationId xmlns:a16="http://schemas.microsoft.com/office/drawing/2014/main" id="{37DFA328-70C4-31DE-9F1C-EC52ABD72A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2498" name="Graphic 2497" descr="Deciduous tree with solid fill">
              <a:extLst>
                <a:ext uri="{FF2B5EF4-FFF2-40B4-BE49-F238E27FC236}">
                  <a16:creationId xmlns:a16="http://schemas.microsoft.com/office/drawing/2014/main" id="{45E555A0-5A67-3191-DFC7-063ACB1741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2499" name="Graphic 2498" descr="Deciduous tree with solid fill">
              <a:extLst>
                <a:ext uri="{FF2B5EF4-FFF2-40B4-BE49-F238E27FC236}">
                  <a16:creationId xmlns:a16="http://schemas.microsoft.com/office/drawing/2014/main" id="{77E9EF50-7B5F-2F77-85A8-31474D7ABB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500" name="Graphic 2499" descr="Deciduous tree with solid fill">
              <a:extLst>
                <a:ext uri="{FF2B5EF4-FFF2-40B4-BE49-F238E27FC236}">
                  <a16:creationId xmlns:a16="http://schemas.microsoft.com/office/drawing/2014/main" id="{F915F9FC-4F5A-579E-5548-41DA17C7BA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501" name="Graphic 2500" descr="Deciduous tree with solid fill">
              <a:extLst>
                <a:ext uri="{FF2B5EF4-FFF2-40B4-BE49-F238E27FC236}">
                  <a16:creationId xmlns:a16="http://schemas.microsoft.com/office/drawing/2014/main" id="{4EBB67CB-BBB5-D48D-7BD2-97058B275C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502" name="Graphic 2501" descr="Deciduous tree with solid fill">
              <a:extLst>
                <a:ext uri="{FF2B5EF4-FFF2-40B4-BE49-F238E27FC236}">
                  <a16:creationId xmlns:a16="http://schemas.microsoft.com/office/drawing/2014/main" id="{833F527A-DB57-4C02-6E9C-3E4FB8A27B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503" name="Graphic 2502" descr="Deciduous tree with solid fill">
              <a:extLst>
                <a:ext uri="{FF2B5EF4-FFF2-40B4-BE49-F238E27FC236}">
                  <a16:creationId xmlns:a16="http://schemas.microsoft.com/office/drawing/2014/main" id="{CB9254A6-A80F-A6C6-DD65-FB75454B5B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504" name="Graphic 2503" descr="Deciduous tree with solid fill">
              <a:extLst>
                <a:ext uri="{FF2B5EF4-FFF2-40B4-BE49-F238E27FC236}">
                  <a16:creationId xmlns:a16="http://schemas.microsoft.com/office/drawing/2014/main" id="{9D4A853C-B097-8EB9-BB8D-A414D29E07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2505" name="Graphic 2504" descr="Deciduous tree with solid fill">
              <a:extLst>
                <a:ext uri="{FF2B5EF4-FFF2-40B4-BE49-F238E27FC236}">
                  <a16:creationId xmlns:a16="http://schemas.microsoft.com/office/drawing/2014/main" id="{6A5699FA-E2B4-6339-69C1-DBA3B3A372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506" name="Graphic 2505" descr="Deciduous tree with solid fill">
              <a:extLst>
                <a:ext uri="{FF2B5EF4-FFF2-40B4-BE49-F238E27FC236}">
                  <a16:creationId xmlns:a16="http://schemas.microsoft.com/office/drawing/2014/main" id="{38229040-C25D-A912-9246-38F0082A24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507" name="Graphic 2506" descr="Deciduous tree with solid fill">
              <a:extLst>
                <a:ext uri="{FF2B5EF4-FFF2-40B4-BE49-F238E27FC236}">
                  <a16:creationId xmlns:a16="http://schemas.microsoft.com/office/drawing/2014/main" id="{AE7100F1-D072-522A-BFF2-558B5DA068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508" name="Graphic 2507" descr="Deciduous tree with solid fill">
              <a:extLst>
                <a:ext uri="{FF2B5EF4-FFF2-40B4-BE49-F238E27FC236}">
                  <a16:creationId xmlns:a16="http://schemas.microsoft.com/office/drawing/2014/main" id="{5B24A629-8E2D-8FDF-D8D5-58567D4B4C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509" name="Graphic 2508" descr="Deciduous tree with solid fill">
              <a:extLst>
                <a:ext uri="{FF2B5EF4-FFF2-40B4-BE49-F238E27FC236}">
                  <a16:creationId xmlns:a16="http://schemas.microsoft.com/office/drawing/2014/main" id="{4B613CC9-A0B5-0D7A-8ECC-C7EA35D76C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510" name="Graphic 2509" descr="Deciduous tree with solid fill">
              <a:extLst>
                <a:ext uri="{FF2B5EF4-FFF2-40B4-BE49-F238E27FC236}">
                  <a16:creationId xmlns:a16="http://schemas.microsoft.com/office/drawing/2014/main" id="{147061F6-816F-021B-DA4C-F1C4A882CF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511" name="Graphic 2510" descr="Deciduous tree with solid fill">
              <a:extLst>
                <a:ext uri="{FF2B5EF4-FFF2-40B4-BE49-F238E27FC236}">
                  <a16:creationId xmlns:a16="http://schemas.microsoft.com/office/drawing/2014/main" id="{ECDBA964-E85E-0734-EE6C-A3B6B54C8A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512" name="Graphic 2511" descr="Deciduous tree with solid fill">
              <a:extLst>
                <a:ext uri="{FF2B5EF4-FFF2-40B4-BE49-F238E27FC236}">
                  <a16:creationId xmlns:a16="http://schemas.microsoft.com/office/drawing/2014/main" id="{C30E2A8D-A53C-8DB1-F91D-7D7AE66D3C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513" name="Graphic 2512" descr="Deciduous tree with solid fill">
              <a:extLst>
                <a:ext uri="{FF2B5EF4-FFF2-40B4-BE49-F238E27FC236}">
                  <a16:creationId xmlns:a16="http://schemas.microsoft.com/office/drawing/2014/main" id="{BCAE468D-DD7C-AD43-9D09-909C6326B7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514" name="Graphic 2513" descr="Deciduous tree with solid fill">
              <a:extLst>
                <a:ext uri="{FF2B5EF4-FFF2-40B4-BE49-F238E27FC236}">
                  <a16:creationId xmlns:a16="http://schemas.microsoft.com/office/drawing/2014/main" id="{08BD2A42-A1D0-668E-98B4-651C28A7C4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2515" name="Graphic 2514" descr="Deciduous tree with solid fill">
              <a:extLst>
                <a:ext uri="{FF2B5EF4-FFF2-40B4-BE49-F238E27FC236}">
                  <a16:creationId xmlns:a16="http://schemas.microsoft.com/office/drawing/2014/main" id="{B726FFF7-E13D-0716-E415-600B6C9A36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516" name="Graphic 2515" descr="Deciduous tree with solid fill">
              <a:extLst>
                <a:ext uri="{FF2B5EF4-FFF2-40B4-BE49-F238E27FC236}">
                  <a16:creationId xmlns:a16="http://schemas.microsoft.com/office/drawing/2014/main" id="{1467D569-C3D1-1335-B871-D9623CFDF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517" name="Graphic 2516" descr="Deciduous tree with solid fill">
              <a:extLst>
                <a:ext uri="{FF2B5EF4-FFF2-40B4-BE49-F238E27FC236}">
                  <a16:creationId xmlns:a16="http://schemas.microsoft.com/office/drawing/2014/main" id="{A28D0935-0AC6-B243-B860-6CE251296D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518" name="Graphic 2517" descr="Deciduous tree with solid fill">
              <a:extLst>
                <a:ext uri="{FF2B5EF4-FFF2-40B4-BE49-F238E27FC236}">
                  <a16:creationId xmlns:a16="http://schemas.microsoft.com/office/drawing/2014/main" id="{E853C1CD-1339-B3B9-762D-F57E874DD1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519" name="Graphic 2518" descr="Deciduous tree with solid fill">
              <a:extLst>
                <a:ext uri="{FF2B5EF4-FFF2-40B4-BE49-F238E27FC236}">
                  <a16:creationId xmlns:a16="http://schemas.microsoft.com/office/drawing/2014/main" id="{C30B0B1F-5477-1A79-62C7-70F854CF4E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520" name="Graphic 2519" descr="Deciduous tree with solid fill">
              <a:extLst>
                <a:ext uri="{FF2B5EF4-FFF2-40B4-BE49-F238E27FC236}">
                  <a16:creationId xmlns:a16="http://schemas.microsoft.com/office/drawing/2014/main" id="{DD052A52-4002-DDE1-4D71-636B1FE30E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521" name="Graphic 2520" descr="Deciduous tree with solid fill">
              <a:extLst>
                <a:ext uri="{FF2B5EF4-FFF2-40B4-BE49-F238E27FC236}">
                  <a16:creationId xmlns:a16="http://schemas.microsoft.com/office/drawing/2014/main" id="{67C234DF-F63E-F20A-51AB-69AD0E4CA2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522" name="Graphic 2521" descr="Deciduous tree with solid fill">
              <a:extLst>
                <a:ext uri="{FF2B5EF4-FFF2-40B4-BE49-F238E27FC236}">
                  <a16:creationId xmlns:a16="http://schemas.microsoft.com/office/drawing/2014/main" id="{31E52EAE-AFB5-869B-ADCE-58A1226712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523" name="Graphic 2522" descr="Deciduous tree with solid fill">
              <a:extLst>
                <a:ext uri="{FF2B5EF4-FFF2-40B4-BE49-F238E27FC236}">
                  <a16:creationId xmlns:a16="http://schemas.microsoft.com/office/drawing/2014/main" id="{1EF6FC53-45E6-8989-14F3-65E5C16C91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524" name="Graphic 2523" descr="Deciduous tree with solid fill">
              <a:extLst>
                <a:ext uri="{FF2B5EF4-FFF2-40B4-BE49-F238E27FC236}">
                  <a16:creationId xmlns:a16="http://schemas.microsoft.com/office/drawing/2014/main" id="{653D559D-09EA-4430-EC47-9DA5FBFE6A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525" name="Graphic 2524" descr="Deciduous tree with solid fill">
              <a:extLst>
                <a:ext uri="{FF2B5EF4-FFF2-40B4-BE49-F238E27FC236}">
                  <a16:creationId xmlns:a16="http://schemas.microsoft.com/office/drawing/2014/main" id="{8E236AFE-D0D6-A70A-518F-4E964657C7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526" name="Graphic 2525" descr="Deciduous tree with solid fill">
              <a:extLst>
                <a:ext uri="{FF2B5EF4-FFF2-40B4-BE49-F238E27FC236}">
                  <a16:creationId xmlns:a16="http://schemas.microsoft.com/office/drawing/2014/main" id="{3A046921-6E85-2096-FA72-9B8CCF6D20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527" name="Graphic 2526" descr="Deciduous tree with solid fill">
              <a:extLst>
                <a:ext uri="{FF2B5EF4-FFF2-40B4-BE49-F238E27FC236}">
                  <a16:creationId xmlns:a16="http://schemas.microsoft.com/office/drawing/2014/main" id="{A08C9DC8-F9D6-8ED9-81FD-0106358727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528" name="Graphic 2527" descr="Deciduous tree with solid fill">
              <a:extLst>
                <a:ext uri="{FF2B5EF4-FFF2-40B4-BE49-F238E27FC236}">
                  <a16:creationId xmlns:a16="http://schemas.microsoft.com/office/drawing/2014/main" id="{5ADF9D45-959B-20B1-6CF4-021FA02BDE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529" name="Graphic 2528" descr="Deciduous tree with solid fill">
              <a:extLst>
                <a:ext uri="{FF2B5EF4-FFF2-40B4-BE49-F238E27FC236}">
                  <a16:creationId xmlns:a16="http://schemas.microsoft.com/office/drawing/2014/main" id="{F18061CD-5E38-6B5B-DBB4-0445371397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530" name="Graphic 2529" descr="Deciduous tree with solid fill">
              <a:extLst>
                <a:ext uri="{FF2B5EF4-FFF2-40B4-BE49-F238E27FC236}">
                  <a16:creationId xmlns:a16="http://schemas.microsoft.com/office/drawing/2014/main" id="{BEBA1DAC-656C-5332-DF47-0B1986BA48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531" name="Graphic 2530" descr="Deciduous tree with solid fill">
              <a:extLst>
                <a:ext uri="{FF2B5EF4-FFF2-40B4-BE49-F238E27FC236}">
                  <a16:creationId xmlns:a16="http://schemas.microsoft.com/office/drawing/2014/main" id="{54F6E00C-4E5B-2C23-9545-33265240AF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532" name="Graphic 2531" descr="Deciduous tree with solid fill">
              <a:extLst>
                <a:ext uri="{FF2B5EF4-FFF2-40B4-BE49-F238E27FC236}">
                  <a16:creationId xmlns:a16="http://schemas.microsoft.com/office/drawing/2014/main" id="{0D522F19-A973-0989-C403-10DF3166BD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533" name="Graphic 2532" descr="Deciduous tree with solid fill">
              <a:extLst>
                <a:ext uri="{FF2B5EF4-FFF2-40B4-BE49-F238E27FC236}">
                  <a16:creationId xmlns:a16="http://schemas.microsoft.com/office/drawing/2014/main" id="{C695BEFA-DB54-680F-CD15-092C008C45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534" name="Graphic 2533" descr="Deciduous tree with solid fill">
              <a:extLst>
                <a:ext uri="{FF2B5EF4-FFF2-40B4-BE49-F238E27FC236}">
                  <a16:creationId xmlns:a16="http://schemas.microsoft.com/office/drawing/2014/main" id="{6EB8ABAB-A5A5-A6F3-3A6A-2E0A66BA39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535" name="Graphic 2534" descr="Deciduous tree with solid fill">
              <a:extLst>
                <a:ext uri="{FF2B5EF4-FFF2-40B4-BE49-F238E27FC236}">
                  <a16:creationId xmlns:a16="http://schemas.microsoft.com/office/drawing/2014/main" id="{E66FC831-D2FB-A55B-C3C2-FC414C75D5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536" name="Graphic 2535" descr="Deciduous tree with solid fill">
              <a:extLst>
                <a:ext uri="{FF2B5EF4-FFF2-40B4-BE49-F238E27FC236}">
                  <a16:creationId xmlns:a16="http://schemas.microsoft.com/office/drawing/2014/main" id="{50CDB9AF-5327-E82B-51C3-F6196EFE38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537" name="Graphic 2536" descr="Deciduous tree with solid fill">
              <a:extLst>
                <a:ext uri="{FF2B5EF4-FFF2-40B4-BE49-F238E27FC236}">
                  <a16:creationId xmlns:a16="http://schemas.microsoft.com/office/drawing/2014/main" id="{339925C9-6391-E7DA-4F0F-509B4539F8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538" name="Graphic 2537" descr="Deciduous tree with solid fill">
              <a:extLst>
                <a:ext uri="{FF2B5EF4-FFF2-40B4-BE49-F238E27FC236}">
                  <a16:creationId xmlns:a16="http://schemas.microsoft.com/office/drawing/2014/main" id="{6585C914-3D21-0878-A59E-C62F7D55FC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539" name="Graphic 2538" descr="Deciduous tree with solid fill">
              <a:extLst>
                <a:ext uri="{FF2B5EF4-FFF2-40B4-BE49-F238E27FC236}">
                  <a16:creationId xmlns:a16="http://schemas.microsoft.com/office/drawing/2014/main" id="{416A0186-2D15-E4E9-6387-1CFBE93216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540" name="Graphic 2539" descr="Deciduous tree with solid fill">
              <a:extLst>
                <a:ext uri="{FF2B5EF4-FFF2-40B4-BE49-F238E27FC236}">
                  <a16:creationId xmlns:a16="http://schemas.microsoft.com/office/drawing/2014/main" id="{C82AC3E3-BA34-9396-186F-E390D51B2A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541" name="Graphic 2540" descr="Deciduous tree with solid fill">
              <a:extLst>
                <a:ext uri="{FF2B5EF4-FFF2-40B4-BE49-F238E27FC236}">
                  <a16:creationId xmlns:a16="http://schemas.microsoft.com/office/drawing/2014/main" id="{EEC7BD1D-876D-964A-D783-DFEBC5E88B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542" name="Graphic 2541" descr="Deciduous tree with solid fill">
              <a:extLst>
                <a:ext uri="{FF2B5EF4-FFF2-40B4-BE49-F238E27FC236}">
                  <a16:creationId xmlns:a16="http://schemas.microsoft.com/office/drawing/2014/main" id="{8458A713-0530-8043-6667-0562793A9C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543" name="Graphic 2542" descr="Deciduous tree with solid fill">
              <a:extLst>
                <a:ext uri="{FF2B5EF4-FFF2-40B4-BE49-F238E27FC236}">
                  <a16:creationId xmlns:a16="http://schemas.microsoft.com/office/drawing/2014/main" id="{BAE61CAB-9C6F-ED89-69FD-C59536CA3E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544" name="Graphic 2543" descr="Deciduous tree with solid fill">
              <a:extLst>
                <a:ext uri="{FF2B5EF4-FFF2-40B4-BE49-F238E27FC236}">
                  <a16:creationId xmlns:a16="http://schemas.microsoft.com/office/drawing/2014/main" id="{32AEC22C-C11C-F474-CAFC-271E424469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545" name="Graphic 2544" descr="Deciduous tree with solid fill">
              <a:extLst>
                <a:ext uri="{FF2B5EF4-FFF2-40B4-BE49-F238E27FC236}">
                  <a16:creationId xmlns:a16="http://schemas.microsoft.com/office/drawing/2014/main" id="{723CA30D-07FF-EF78-34C8-7AFAA91221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546" name="Graphic 2545" descr="Deciduous tree with solid fill">
              <a:extLst>
                <a:ext uri="{FF2B5EF4-FFF2-40B4-BE49-F238E27FC236}">
                  <a16:creationId xmlns:a16="http://schemas.microsoft.com/office/drawing/2014/main" id="{4B06A0D0-A6CD-5CA1-7911-033F9489C9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547" name="Graphic 2546" descr="Deciduous tree with solid fill">
              <a:extLst>
                <a:ext uri="{FF2B5EF4-FFF2-40B4-BE49-F238E27FC236}">
                  <a16:creationId xmlns:a16="http://schemas.microsoft.com/office/drawing/2014/main" id="{1ECD7F61-F6AF-81E5-436E-3FFF51BDB4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548" name="Graphic 2547" descr="Deciduous tree with solid fill">
              <a:extLst>
                <a:ext uri="{FF2B5EF4-FFF2-40B4-BE49-F238E27FC236}">
                  <a16:creationId xmlns:a16="http://schemas.microsoft.com/office/drawing/2014/main" id="{1427FF5E-ABD2-2F52-5CD1-AD8A3A4B00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549" name="Graphic 2548" descr="Deciduous tree with solid fill">
              <a:extLst>
                <a:ext uri="{FF2B5EF4-FFF2-40B4-BE49-F238E27FC236}">
                  <a16:creationId xmlns:a16="http://schemas.microsoft.com/office/drawing/2014/main" id="{DCCFB6A1-DDD2-2B3B-C488-790CE2B6D7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550" name="Graphic 2549" descr="Deciduous tree with solid fill">
              <a:extLst>
                <a:ext uri="{FF2B5EF4-FFF2-40B4-BE49-F238E27FC236}">
                  <a16:creationId xmlns:a16="http://schemas.microsoft.com/office/drawing/2014/main" id="{A274817B-CD6A-CDE0-4F5F-E7AEB269CD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551" name="Graphic 2550" descr="Deciduous tree with solid fill">
              <a:extLst>
                <a:ext uri="{FF2B5EF4-FFF2-40B4-BE49-F238E27FC236}">
                  <a16:creationId xmlns:a16="http://schemas.microsoft.com/office/drawing/2014/main" id="{705D2AAB-1503-07BE-3987-0198BCAFFA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2552" name="Graphic 2551" descr="Deciduous tree with solid fill">
              <a:extLst>
                <a:ext uri="{FF2B5EF4-FFF2-40B4-BE49-F238E27FC236}">
                  <a16:creationId xmlns:a16="http://schemas.microsoft.com/office/drawing/2014/main" id="{19B64EC7-8CD8-4ED9-931B-C0F767498A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2553" name="Graphic 2552" descr="Deciduous tree with solid fill">
              <a:extLst>
                <a:ext uri="{FF2B5EF4-FFF2-40B4-BE49-F238E27FC236}">
                  <a16:creationId xmlns:a16="http://schemas.microsoft.com/office/drawing/2014/main" id="{D8D84B0E-B881-C361-8BDB-1ADBEDDC0B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554" name="Graphic 2553" descr="Deciduous tree with solid fill">
              <a:extLst>
                <a:ext uri="{FF2B5EF4-FFF2-40B4-BE49-F238E27FC236}">
                  <a16:creationId xmlns:a16="http://schemas.microsoft.com/office/drawing/2014/main" id="{E9CDD160-0B02-7326-EA49-99C0D2B41B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555" name="Graphic 2554" descr="Deciduous tree with solid fill">
              <a:extLst>
                <a:ext uri="{FF2B5EF4-FFF2-40B4-BE49-F238E27FC236}">
                  <a16:creationId xmlns:a16="http://schemas.microsoft.com/office/drawing/2014/main" id="{1B9381CF-8F5B-602A-4F53-9D3DEE5147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556" name="Graphic 2555" descr="Deciduous tree with solid fill">
              <a:extLst>
                <a:ext uri="{FF2B5EF4-FFF2-40B4-BE49-F238E27FC236}">
                  <a16:creationId xmlns:a16="http://schemas.microsoft.com/office/drawing/2014/main" id="{73CD1223-97DA-ED4A-0C5D-368E1EA817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557" name="Graphic 2556" descr="Deciduous tree with solid fill">
              <a:extLst>
                <a:ext uri="{FF2B5EF4-FFF2-40B4-BE49-F238E27FC236}">
                  <a16:creationId xmlns:a16="http://schemas.microsoft.com/office/drawing/2014/main" id="{D243D6D4-BC70-7B4B-8124-78C195A262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558" name="Graphic 2557" descr="Deciduous tree with solid fill">
              <a:extLst>
                <a:ext uri="{FF2B5EF4-FFF2-40B4-BE49-F238E27FC236}">
                  <a16:creationId xmlns:a16="http://schemas.microsoft.com/office/drawing/2014/main" id="{28307302-0E8A-E86B-863F-0D713641B6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559" name="Graphic 2558" descr="Deciduous tree with solid fill">
              <a:extLst>
                <a:ext uri="{FF2B5EF4-FFF2-40B4-BE49-F238E27FC236}">
                  <a16:creationId xmlns:a16="http://schemas.microsoft.com/office/drawing/2014/main" id="{FAA8E726-0B2E-55D8-DB89-4A2DF1A863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31734" y="1572825"/>
              <a:ext cx="209457" cy="196411"/>
            </a:xfrm>
            <a:prstGeom prst="rect">
              <a:avLst/>
            </a:prstGeom>
          </p:spPr>
        </p:pic>
        <p:pic>
          <p:nvPicPr>
            <p:cNvPr id="2560" name="Graphic 2559" descr="Deciduous tree with solid fill">
              <a:extLst>
                <a:ext uri="{FF2B5EF4-FFF2-40B4-BE49-F238E27FC236}">
                  <a16:creationId xmlns:a16="http://schemas.microsoft.com/office/drawing/2014/main" id="{193E8B55-5028-0652-C0F6-C22090FD4B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46107" y="1668685"/>
              <a:ext cx="209457" cy="196411"/>
            </a:xfrm>
            <a:prstGeom prst="rect">
              <a:avLst/>
            </a:prstGeom>
          </p:spPr>
        </p:pic>
        <p:pic>
          <p:nvPicPr>
            <p:cNvPr id="2561" name="Graphic 2560" descr="Deciduous tree with solid fill">
              <a:extLst>
                <a:ext uri="{FF2B5EF4-FFF2-40B4-BE49-F238E27FC236}">
                  <a16:creationId xmlns:a16="http://schemas.microsoft.com/office/drawing/2014/main" id="{23F6FF94-15C1-EEC9-6BB1-24CFAF7DF5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2311" y="1484787"/>
              <a:ext cx="209457" cy="196411"/>
            </a:xfrm>
            <a:prstGeom prst="rect">
              <a:avLst/>
            </a:prstGeom>
          </p:spPr>
        </p:pic>
        <p:pic>
          <p:nvPicPr>
            <p:cNvPr id="2562" name="Graphic 2561" descr="Deciduous tree with solid fill">
              <a:extLst>
                <a:ext uri="{FF2B5EF4-FFF2-40B4-BE49-F238E27FC236}">
                  <a16:creationId xmlns:a16="http://schemas.microsoft.com/office/drawing/2014/main" id="{E9006246-AA94-1A44-3723-97DE74C898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23834" y="3581200"/>
              <a:ext cx="209457" cy="196411"/>
            </a:xfrm>
            <a:prstGeom prst="rect">
              <a:avLst/>
            </a:prstGeom>
          </p:spPr>
        </p:pic>
        <p:pic>
          <p:nvPicPr>
            <p:cNvPr id="2563" name="Graphic 2562" descr="Deciduous tree with solid fill">
              <a:extLst>
                <a:ext uri="{FF2B5EF4-FFF2-40B4-BE49-F238E27FC236}">
                  <a16:creationId xmlns:a16="http://schemas.microsoft.com/office/drawing/2014/main" id="{19782749-1484-DEB8-8D25-18813681EC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7803" y="1792177"/>
              <a:ext cx="209457" cy="196411"/>
            </a:xfrm>
            <a:prstGeom prst="rect">
              <a:avLst/>
            </a:prstGeom>
          </p:spPr>
        </p:pic>
        <p:pic>
          <p:nvPicPr>
            <p:cNvPr id="2564" name="Graphic 2563" descr="Deciduous tree with solid fill">
              <a:extLst>
                <a:ext uri="{FF2B5EF4-FFF2-40B4-BE49-F238E27FC236}">
                  <a16:creationId xmlns:a16="http://schemas.microsoft.com/office/drawing/2014/main" id="{A9D3027C-A4D2-806F-3F41-61CDFE23C6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9" y="1915668"/>
              <a:ext cx="209457" cy="196411"/>
            </a:xfrm>
            <a:prstGeom prst="rect">
              <a:avLst/>
            </a:prstGeom>
          </p:spPr>
        </p:pic>
        <p:pic>
          <p:nvPicPr>
            <p:cNvPr id="2565" name="Graphic 2564" descr="Deciduous tree with solid fill">
              <a:extLst>
                <a:ext uri="{FF2B5EF4-FFF2-40B4-BE49-F238E27FC236}">
                  <a16:creationId xmlns:a16="http://schemas.microsoft.com/office/drawing/2014/main" id="{046BF7C6-6F1C-CF0A-9FBD-2571BEEE20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41192" y="2039159"/>
              <a:ext cx="209457" cy="196411"/>
            </a:xfrm>
            <a:prstGeom prst="rect">
              <a:avLst/>
            </a:prstGeom>
          </p:spPr>
        </p:pic>
        <p:pic>
          <p:nvPicPr>
            <p:cNvPr id="2566" name="Graphic 2565" descr="Deciduous tree with solid fill">
              <a:extLst>
                <a:ext uri="{FF2B5EF4-FFF2-40B4-BE49-F238E27FC236}">
                  <a16:creationId xmlns:a16="http://schemas.microsoft.com/office/drawing/2014/main" id="{C184C792-F04C-445F-A829-83F21A3E83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72887" y="2162650"/>
              <a:ext cx="209457" cy="196411"/>
            </a:xfrm>
            <a:prstGeom prst="rect">
              <a:avLst/>
            </a:prstGeom>
          </p:spPr>
        </p:pic>
        <p:pic>
          <p:nvPicPr>
            <p:cNvPr id="2567" name="Graphic 2566" descr="Deciduous tree with solid fill">
              <a:extLst>
                <a:ext uri="{FF2B5EF4-FFF2-40B4-BE49-F238E27FC236}">
                  <a16:creationId xmlns:a16="http://schemas.microsoft.com/office/drawing/2014/main" id="{8E43481E-129B-E80B-C4AF-AC017C5B18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04582" y="2286141"/>
              <a:ext cx="209457" cy="196411"/>
            </a:xfrm>
            <a:prstGeom prst="rect">
              <a:avLst/>
            </a:prstGeom>
          </p:spPr>
        </p:pic>
        <p:pic>
          <p:nvPicPr>
            <p:cNvPr id="2568" name="Graphic 2567" descr="Deciduous tree with solid fill">
              <a:extLst>
                <a:ext uri="{FF2B5EF4-FFF2-40B4-BE49-F238E27FC236}">
                  <a16:creationId xmlns:a16="http://schemas.microsoft.com/office/drawing/2014/main" id="{150190C9-1D3C-17D8-9F3F-CB6193BC9E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36276" y="2409633"/>
              <a:ext cx="209457" cy="196411"/>
            </a:xfrm>
            <a:prstGeom prst="rect">
              <a:avLst/>
            </a:prstGeom>
          </p:spPr>
        </p:pic>
        <p:pic>
          <p:nvPicPr>
            <p:cNvPr id="2569" name="Graphic 2568" descr="Deciduous tree with solid fill">
              <a:extLst>
                <a:ext uri="{FF2B5EF4-FFF2-40B4-BE49-F238E27FC236}">
                  <a16:creationId xmlns:a16="http://schemas.microsoft.com/office/drawing/2014/main" id="{2A2175BA-5B7D-03E9-9764-7013A5F4C5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67971" y="2533124"/>
              <a:ext cx="209457" cy="196411"/>
            </a:xfrm>
            <a:prstGeom prst="rect">
              <a:avLst/>
            </a:prstGeom>
          </p:spPr>
        </p:pic>
        <p:pic>
          <p:nvPicPr>
            <p:cNvPr id="2570" name="Graphic 2569" descr="Deciduous tree with solid fill">
              <a:extLst>
                <a:ext uri="{FF2B5EF4-FFF2-40B4-BE49-F238E27FC236}">
                  <a16:creationId xmlns:a16="http://schemas.microsoft.com/office/drawing/2014/main" id="{F0215552-C271-8388-6D65-7671EEAA7B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99667" y="2656616"/>
              <a:ext cx="209457" cy="196411"/>
            </a:xfrm>
            <a:prstGeom prst="rect">
              <a:avLst/>
            </a:prstGeom>
          </p:spPr>
        </p:pic>
        <p:pic>
          <p:nvPicPr>
            <p:cNvPr id="2571" name="Graphic 2570" descr="Deciduous tree with solid fill">
              <a:extLst>
                <a:ext uri="{FF2B5EF4-FFF2-40B4-BE49-F238E27FC236}">
                  <a16:creationId xmlns:a16="http://schemas.microsoft.com/office/drawing/2014/main" id="{A797AB3B-B9C8-D8E9-2F8E-E722F0C90F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61" y="2780107"/>
              <a:ext cx="209457" cy="196411"/>
            </a:xfrm>
            <a:prstGeom prst="rect">
              <a:avLst/>
            </a:prstGeom>
          </p:spPr>
        </p:pic>
        <p:pic>
          <p:nvPicPr>
            <p:cNvPr id="2572" name="Graphic 2571" descr="Deciduous tree with solid fill">
              <a:extLst>
                <a:ext uri="{FF2B5EF4-FFF2-40B4-BE49-F238E27FC236}">
                  <a16:creationId xmlns:a16="http://schemas.microsoft.com/office/drawing/2014/main" id="{F8AC7521-C4C3-AB03-CC89-12F015281A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3056" y="2903598"/>
              <a:ext cx="209457" cy="196411"/>
            </a:xfrm>
            <a:prstGeom prst="rect">
              <a:avLst/>
            </a:prstGeom>
          </p:spPr>
        </p:pic>
        <p:pic>
          <p:nvPicPr>
            <p:cNvPr id="2573" name="Graphic 2572" descr="Deciduous tree with solid fill">
              <a:extLst>
                <a:ext uri="{FF2B5EF4-FFF2-40B4-BE49-F238E27FC236}">
                  <a16:creationId xmlns:a16="http://schemas.microsoft.com/office/drawing/2014/main" id="{F0CB0826-F32D-5356-035A-BF7F2DCF77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4751" y="3027089"/>
              <a:ext cx="209457" cy="196411"/>
            </a:xfrm>
            <a:prstGeom prst="rect">
              <a:avLst/>
            </a:prstGeom>
          </p:spPr>
        </p:pic>
        <p:pic>
          <p:nvPicPr>
            <p:cNvPr id="2574" name="Graphic 2573" descr="Deciduous tree with solid fill">
              <a:extLst>
                <a:ext uri="{FF2B5EF4-FFF2-40B4-BE49-F238E27FC236}">
                  <a16:creationId xmlns:a16="http://schemas.microsoft.com/office/drawing/2014/main" id="{B61F2FFE-7DC0-67FF-CC28-4C1867E21F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26446" y="3150581"/>
              <a:ext cx="209457" cy="196411"/>
            </a:xfrm>
            <a:prstGeom prst="rect">
              <a:avLst/>
            </a:prstGeom>
          </p:spPr>
        </p:pic>
        <p:pic>
          <p:nvPicPr>
            <p:cNvPr id="2575" name="Graphic 2574" descr="Deciduous tree with solid fill">
              <a:extLst>
                <a:ext uri="{FF2B5EF4-FFF2-40B4-BE49-F238E27FC236}">
                  <a16:creationId xmlns:a16="http://schemas.microsoft.com/office/drawing/2014/main" id="{7EC0EE4C-A308-6A5A-4682-0F396C6E59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8139" y="3274072"/>
              <a:ext cx="209457" cy="196411"/>
            </a:xfrm>
            <a:prstGeom prst="rect">
              <a:avLst/>
            </a:prstGeom>
          </p:spPr>
        </p:pic>
        <p:pic>
          <p:nvPicPr>
            <p:cNvPr id="2576" name="Graphic 2575" descr="Deciduous tree with solid fill">
              <a:extLst>
                <a:ext uri="{FF2B5EF4-FFF2-40B4-BE49-F238E27FC236}">
                  <a16:creationId xmlns:a16="http://schemas.microsoft.com/office/drawing/2014/main" id="{9927A20E-B493-AF76-21EA-2990185AE3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63429" y="1696317"/>
              <a:ext cx="209457" cy="196411"/>
            </a:xfrm>
            <a:prstGeom prst="rect">
              <a:avLst/>
            </a:prstGeom>
          </p:spPr>
        </p:pic>
        <p:pic>
          <p:nvPicPr>
            <p:cNvPr id="2577" name="Graphic 2576" descr="Deciduous tree with solid fill">
              <a:extLst>
                <a:ext uri="{FF2B5EF4-FFF2-40B4-BE49-F238E27FC236}">
                  <a16:creationId xmlns:a16="http://schemas.microsoft.com/office/drawing/2014/main" id="{9B59836E-65D2-A065-703C-91BDE04820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95124" y="1819808"/>
              <a:ext cx="209457" cy="196411"/>
            </a:xfrm>
            <a:prstGeom prst="rect">
              <a:avLst/>
            </a:prstGeom>
          </p:spPr>
        </p:pic>
        <p:pic>
          <p:nvPicPr>
            <p:cNvPr id="2578" name="Graphic 2577" descr="Deciduous tree with solid fill">
              <a:extLst>
                <a:ext uri="{FF2B5EF4-FFF2-40B4-BE49-F238E27FC236}">
                  <a16:creationId xmlns:a16="http://schemas.microsoft.com/office/drawing/2014/main" id="{60E10150-B461-90F6-6D6E-349453CD65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6819" y="1943299"/>
              <a:ext cx="209457" cy="196411"/>
            </a:xfrm>
            <a:prstGeom prst="rect">
              <a:avLst/>
            </a:prstGeom>
          </p:spPr>
        </p:pic>
        <p:pic>
          <p:nvPicPr>
            <p:cNvPr id="2579" name="Graphic 2578" descr="Deciduous tree with solid fill">
              <a:extLst>
                <a:ext uri="{FF2B5EF4-FFF2-40B4-BE49-F238E27FC236}">
                  <a16:creationId xmlns:a16="http://schemas.microsoft.com/office/drawing/2014/main" id="{B29940E2-9AC8-6E87-575E-55C4B28A81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58513" y="2066791"/>
              <a:ext cx="209457" cy="196411"/>
            </a:xfrm>
            <a:prstGeom prst="rect">
              <a:avLst/>
            </a:prstGeom>
          </p:spPr>
        </p:pic>
        <p:pic>
          <p:nvPicPr>
            <p:cNvPr id="2580" name="Graphic 2579" descr="Deciduous tree with solid fill">
              <a:extLst>
                <a:ext uri="{FF2B5EF4-FFF2-40B4-BE49-F238E27FC236}">
                  <a16:creationId xmlns:a16="http://schemas.microsoft.com/office/drawing/2014/main" id="{C76BCBBF-3F4B-4633-C957-4F66422E11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90209" y="2190282"/>
              <a:ext cx="209457" cy="196411"/>
            </a:xfrm>
            <a:prstGeom prst="rect">
              <a:avLst/>
            </a:prstGeom>
          </p:spPr>
        </p:pic>
        <p:pic>
          <p:nvPicPr>
            <p:cNvPr id="2581" name="Graphic 2580" descr="Deciduous tree with solid fill">
              <a:extLst>
                <a:ext uri="{FF2B5EF4-FFF2-40B4-BE49-F238E27FC236}">
                  <a16:creationId xmlns:a16="http://schemas.microsoft.com/office/drawing/2014/main" id="{0D2D6357-4DFD-271E-2743-B38CA57159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1904" y="2313773"/>
              <a:ext cx="209457" cy="196411"/>
            </a:xfrm>
            <a:prstGeom prst="rect">
              <a:avLst/>
            </a:prstGeom>
          </p:spPr>
        </p:pic>
        <p:pic>
          <p:nvPicPr>
            <p:cNvPr id="2582" name="Graphic 2581" descr="Deciduous tree with solid fill">
              <a:extLst>
                <a:ext uri="{FF2B5EF4-FFF2-40B4-BE49-F238E27FC236}">
                  <a16:creationId xmlns:a16="http://schemas.microsoft.com/office/drawing/2014/main" id="{30D342A3-CD14-F42C-5466-09F0C107EF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53598" y="2437265"/>
              <a:ext cx="209457" cy="196411"/>
            </a:xfrm>
            <a:prstGeom prst="rect">
              <a:avLst/>
            </a:prstGeom>
          </p:spPr>
        </p:pic>
        <p:pic>
          <p:nvPicPr>
            <p:cNvPr id="2583" name="Graphic 2582" descr="Deciduous tree with solid fill">
              <a:extLst>
                <a:ext uri="{FF2B5EF4-FFF2-40B4-BE49-F238E27FC236}">
                  <a16:creationId xmlns:a16="http://schemas.microsoft.com/office/drawing/2014/main" id="{0F8493CA-F6F7-FB85-A38B-F053EBD9D8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85293" y="2560756"/>
              <a:ext cx="209457" cy="196411"/>
            </a:xfrm>
            <a:prstGeom prst="rect">
              <a:avLst/>
            </a:prstGeom>
          </p:spPr>
        </p:pic>
        <p:pic>
          <p:nvPicPr>
            <p:cNvPr id="2584" name="Graphic 2583" descr="Deciduous tree with solid fill">
              <a:extLst>
                <a:ext uri="{FF2B5EF4-FFF2-40B4-BE49-F238E27FC236}">
                  <a16:creationId xmlns:a16="http://schemas.microsoft.com/office/drawing/2014/main" id="{29689C06-2E8C-D364-719F-C5E10A5D00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16988" y="2684247"/>
              <a:ext cx="209457" cy="196411"/>
            </a:xfrm>
            <a:prstGeom prst="rect">
              <a:avLst/>
            </a:prstGeom>
          </p:spPr>
        </p:pic>
        <p:pic>
          <p:nvPicPr>
            <p:cNvPr id="2585" name="Graphic 2584" descr="Deciduous tree with solid fill">
              <a:extLst>
                <a:ext uri="{FF2B5EF4-FFF2-40B4-BE49-F238E27FC236}">
                  <a16:creationId xmlns:a16="http://schemas.microsoft.com/office/drawing/2014/main" id="{768E40F1-82E6-D571-33C5-A1ACCCF200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48681" y="2807739"/>
              <a:ext cx="209457" cy="196411"/>
            </a:xfrm>
            <a:prstGeom prst="rect">
              <a:avLst/>
            </a:prstGeom>
          </p:spPr>
        </p:pic>
        <p:pic>
          <p:nvPicPr>
            <p:cNvPr id="2586" name="Graphic 2585" descr="Deciduous tree with solid fill">
              <a:extLst>
                <a:ext uri="{FF2B5EF4-FFF2-40B4-BE49-F238E27FC236}">
                  <a16:creationId xmlns:a16="http://schemas.microsoft.com/office/drawing/2014/main" id="{8587066E-CC0C-B408-A0C2-72575175CC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80378" y="2931229"/>
              <a:ext cx="209457" cy="196411"/>
            </a:xfrm>
            <a:prstGeom prst="rect">
              <a:avLst/>
            </a:prstGeom>
          </p:spPr>
        </p:pic>
        <p:pic>
          <p:nvPicPr>
            <p:cNvPr id="2587" name="Graphic 2586" descr="Deciduous tree with solid fill">
              <a:extLst>
                <a:ext uri="{FF2B5EF4-FFF2-40B4-BE49-F238E27FC236}">
                  <a16:creationId xmlns:a16="http://schemas.microsoft.com/office/drawing/2014/main" id="{6FB3A3A7-0FE4-2851-3AD5-E7390F06DB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2072" y="3054721"/>
              <a:ext cx="209457" cy="196411"/>
            </a:xfrm>
            <a:prstGeom prst="rect">
              <a:avLst/>
            </a:prstGeom>
          </p:spPr>
        </p:pic>
        <p:pic>
          <p:nvPicPr>
            <p:cNvPr id="2588" name="Graphic 2587" descr="Deciduous tree with solid fill">
              <a:extLst>
                <a:ext uri="{FF2B5EF4-FFF2-40B4-BE49-F238E27FC236}">
                  <a16:creationId xmlns:a16="http://schemas.microsoft.com/office/drawing/2014/main" id="{1C764770-62AE-3133-9963-C3729298D1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43766" y="3178213"/>
              <a:ext cx="209457" cy="196411"/>
            </a:xfrm>
            <a:prstGeom prst="rect">
              <a:avLst/>
            </a:prstGeom>
          </p:spPr>
        </p:pic>
        <p:pic>
          <p:nvPicPr>
            <p:cNvPr id="2589" name="Graphic 2588" descr="Deciduous tree with solid fill">
              <a:extLst>
                <a:ext uri="{FF2B5EF4-FFF2-40B4-BE49-F238E27FC236}">
                  <a16:creationId xmlns:a16="http://schemas.microsoft.com/office/drawing/2014/main" id="{3CFE950D-5B5F-5964-8E59-E203DB96B5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4006" y="1608278"/>
              <a:ext cx="209457" cy="196411"/>
            </a:xfrm>
            <a:prstGeom prst="rect">
              <a:avLst/>
            </a:prstGeom>
          </p:spPr>
        </p:pic>
        <p:pic>
          <p:nvPicPr>
            <p:cNvPr id="2590" name="Graphic 2589" descr="Deciduous tree with solid fill">
              <a:extLst>
                <a:ext uri="{FF2B5EF4-FFF2-40B4-BE49-F238E27FC236}">
                  <a16:creationId xmlns:a16="http://schemas.microsoft.com/office/drawing/2014/main" id="{2FCC7F64-4C44-9F4C-99BE-A8BAEA3B76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65701" y="1731770"/>
              <a:ext cx="209457" cy="196411"/>
            </a:xfrm>
            <a:prstGeom prst="rect">
              <a:avLst/>
            </a:prstGeom>
          </p:spPr>
        </p:pic>
        <p:pic>
          <p:nvPicPr>
            <p:cNvPr id="2591" name="Graphic 2590" descr="Deciduous tree with solid fill">
              <a:extLst>
                <a:ext uri="{FF2B5EF4-FFF2-40B4-BE49-F238E27FC236}">
                  <a16:creationId xmlns:a16="http://schemas.microsoft.com/office/drawing/2014/main" id="{CE213FAA-45B6-3284-07CF-D990214A4B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97396" y="1855261"/>
              <a:ext cx="209457" cy="196411"/>
            </a:xfrm>
            <a:prstGeom prst="rect">
              <a:avLst/>
            </a:prstGeom>
          </p:spPr>
        </p:pic>
        <p:pic>
          <p:nvPicPr>
            <p:cNvPr id="2592" name="Graphic 2591" descr="Deciduous tree with solid fill">
              <a:extLst>
                <a:ext uri="{FF2B5EF4-FFF2-40B4-BE49-F238E27FC236}">
                  <a16:creationId xmlns:a16="http://schemas.microsoft.com/office/drawing/2014/main" id="{341E189F-FB94-DFD2-0482-0218FDAAE0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29091" y="1978752"/>
              <a:ext cx="209457" cy="196411"/>
            </a:xfrm>
            <a:prstGeom prst="rect">
              <a:avLst/>
            </a:prstGeom>
          </p:spPr>
        </p:pic>
        <p:pic>
          <p:nvPicPr>
            <p:cNvPr id="2593" name="Graphic 2592" descr="Deciduous tree with solid fill">
              <a:extLst>
                <a:ext uri="{FF2B5EF4-FFF2-40B4-BE49-F238E27FC236}">
                  <a16:creationId xmlns:a16="http://schemas.microsoft.com/office/drawing/2014/main" id="{A3C6730F-5F94-C53E-75CA-E4828E540B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60784" y="2102244"/>
              <a:ext cx="209457" cy="196411"/>
            </a:xfrm>
            <a:prstGeom prst="rect">
              <a:avLst/>
            </a:prstGeom>
          </p:spPr>
        </p:pic>
        <p:pic>
          <p:nvPicPr>
            <p:cNvPr id="2594" name="Graphic 2593" descr="Deciduous tree with solid fill">
              <a:extLst>
                <a:ext uri="{FF2B5EF4-FFF2-40B4-BE49-F238E27FC236}">
                  <a16:creationId xmlns:a16="http://schemas.microsoft.com/office/drawing/2014/main" id="{F84E03EF-4340-DADD-4AAE-A9CFBE9814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81" y="2225735"/>
              <a:ext cx="209457" cy="196411"/>
            </a:xfrm>
            <a:prstGeom prst="rect">
              <a:avLst/>
            </a:prstGeom>
          </p:spPr>
        </p:pic>
        <p:pic>
          <p:nvPicPr>
            <p:cNvPr id="2595" name="Graphic 2594" descr="Deciduous tree with solid fill">
              <a:extLst>
                <a:ext uri="{FF2B5EF4-FFF2-40B4-BE49-F238E27FC236}">
                  <a16:creationId xmlns:a16="http://schemas.microsoft.com/office/drawing/2014/main" id="{ABA21605-FC9A-177C-BF6D-ECD1A88B84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4174" y="2349226"/>
              <a:ext cx="209457" cy="196411"/>
            </a:xfrm>
            <a:prstGeom prst="rect">
              <a:avLst/>
            </a:prstGeom>
          </p:spPr>
        </p:pic>
        <p:pic>
          <p:nvPicPr>
            <p:cNvPr id="2596" name="Graphic 2595" descr="Deciduous tree with solid fill">
              <a:extLst>
                <a:ext uri="{FF2B5EF4-FFF2-40B4-BE49-F238E27FC236}">
                  <a16:creationId xmlns:a16="http://schemas.microsoft.com/office/drawing/2014/main" id="{BA990651-94D2-7FD9-99A3-40D8347B67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55869" y="2472717"/>
              <a:ext cx="209457" cy="196411"/>
            </a:xfrm>
            <a:prstGeom prst="rect">
              <a:avLst/>
            </a:prstGeom>
          </p:spPr>
        </p:pic>
        <p:pic>
          <p:nvPicPr>
            <p:cNvPr id="2597" name="Graphic 2596" descr="Deciduous tree with solid fill">
              <a:extLst>
                <a:ext uri="{FF2B5EF4-FFF2-40B4-BE49-F238E27FC236}">
                  <a16:creationId xmlns:a16="http://schemas.microsoft.com/office/drawing/2014/main" id="{CF24C7DF-0D0F-5DDD-3407-9A70BF250B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87564" y="2596207"/>
              <a:ext cx="209457" cy="196411"/>
            </a:xfrm>
            <a:prstGeom prst="rect">
              <a:avLst/>
            </a:prstGeom>
          </p:spPr>
        </p:pic>
        <p:pic>
          <p:nvPicPr>
            <p:cNvPr id="2598" name="Graphic 2597" descr="Deciduous tree with solid fill">
              <a:extLst>
                <a:ext uri="{FF2B5EF4-FFF2-40B4-BE49-F238E27FC236}">
                  <a16:creationId xmlns:a16="http://schemas.microsoft.com/office/drawing/2014/main" id="{50B07E68-E494-AA6C-25DD-6E3006254D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19259" y="2719699"/>
              <a:ext cx="209457" cy="196411"/>
            </a:xfrm>
            <a:prstGeom prst="rect">
              <a:avLst/>
            </a:prstGeom>
          </p:spPr>
        </p:pic>
        <p:pic>
          <p:nvPicPr>
            <p:cNvPr id="2599" name="Graphic 2598" descr="Deciduous tree with solid fill">
              <a:extLst>
                <a:ext uri="{FF2B5EF4-FFF2-40B4-BE49-F238E27FC236}">
                  <a16:creationId xmlns:a16="http://schemas.microsoft.com/office/drawing/2014/main" id="{5BDFEF50-63A6-1E6A-D23F-6636904E54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50953" y="2843190"/>
              <a:ext cx="209457" cy="196411"/>
            </a:xfrm>
            <a:prstGeom prst="rect">
              <a:avLst/>
            </a:prstGeom>
          </p:spPr>
        </p:pic>
        <p:pic>
          <p:nvPicPr>
            <p:cNvPr id="2600" name="Graphic 2599" descr="Deciduous tree with solid fill">
              <a:extLst>
                <a:ext uri="{FF2B5EF4-FFF2-40B4-BE49-F238E27FC236}">
                  <a16:creationId xmlns:a16="http://schemas.microsoft.com/office/drawing/2014/main" id="{D7C25707-FE67-07BC-64F6-EC0D671F83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82648" y="2966682"/>
              <a:ext cx="209457" cy="196411"/>
            </a:xfrm>
            <a:prstGeom prst="rect">
              <a:avLst/>
            </a:prstGeom>
          </p:spPr>
        </p:pic>
        <p:pic>
          <p:nvPicPr>
            <p:cNvPr id="2601" name="Graphic 2600" descr="Deciduous tree with solid fill">
              <a:extLst>
                <a:ext uri="{FF2B5EF4-FFF2-40B4-BE49-F238E27FC236}">
                  <a16:creationId xmlns:a16="http://schemas.microsoft.com/office/drawing/2014/main" id="{D21F1C8B-1F51-B948-38C0-3D1F40AE43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14344" y="3090175"/>
              <a:ext cx="209457" cy="196411"/>
            </a:xfrm>
            <a:prstGeom prst="rect">
              <a:avLst/>
            </a:prstGeom>
          </p:spPr>
        </p:pic>
        <p:pic>
          <p:nvPicPr>
            <p:cNvPr id="2602" name="Graphic 2601" descr="Deciduous tree with solid fill">
              <a:extLst>
                <a:ext uri="{FF2B5EF4-FFF2-40B4-BE49-F238E27FC236}">
                  <a16:creationId xmlns:a16="http://schemas.microsoft.com/office/drawing/2014/main" id="{7789E14A-5CB1-3EE5-F8CC-642743258A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01938" y="3495472"/>
              <a:ext cx="209457" cy="196411"/>
            </a:xfrm>
            <a:prstGeom prst="rect">
              <a:avLst/>
            </a:prstGeom>
          </p:spPr>
        </p:pic>
        <p:pic>
          <p:nvPicPr>
            <p:cNvPr id="2603" name="Graphic 2602" descr="Deciduous tree with solid fill">
              <a:extLst>
                <a:ext uri="{FF2B5EF4-FFF2-40B4-BE49-F238E27FC236}">
                  <a16:creationId xmlns:a16="http://schemas.microsoft.com/office/drawing/2014/main" id="{AA8D6F68-DCDA-4C73-C236-10D060D7C2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219" y="3413697"/>
              <a:ext cx="209457" cy="196411"/>
            </a:xfrm>
            <a:prstGeom prst="rect">
              <a:avLst/>
            </a:prstGeom>
          </p:spPr>
        </p:pic>
        <p:pic>
          <p:nvPicPr>
            <p:cNvPr id="2604" name="Graphic 2603" descr="Deciduous tree with solid fill">
              <a:extLst>
                <a:ext uri="{FF2B5EF4-FFF2-40B4-BE49-F238E27FC236}">
                  <a16:creationId xmlns:a16="http://schemas.microsoft.com/office/drawing/2014/main" id="{6F2AEA87-9877-A847-62E1-7067BCE705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24298" y="4001195"/>
              <a:ext cx="209457" cy="196411"/>
            </a:xfrm>
            <a:prstGeom prst="rect">
              <a:avLst/>
            </a:prstGeom>
          </p:spPr>
        </p:pic>
      </p:grpSp>
      <p:sp>
        <p:nvSpPr>
          <p:cNvPr id="2606" name="TextBox 2605">
            <a:extLst>
              <a:ext uri="{FF2B5EF4-FFF2-40B4-BE49-F238E27FC236}">
                <a16:creationId xmlns:a16="http://schemas.microsoft.com/office/drawing/2014/main" id="{0062FCF2-B67C-4500-6BF2-7BE1D7B286C6}"/>
              </a:ext>
            </a:extLst>
          </p:cNvPr>
          <p:cNvSpPr txBox="1"/>
          <p:nvPr/>
        </p:nvSpPr>
        <p:spPr>
          <a:xfrm>
            <a:off x="5555940" y="457880"/>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a:t>
            </a:r>
            <a:r>
              <a:rPr lang="en-US" sz="2800" b="1" dirty="0">
                <a:latin typeface="Aptos" panose="020B0004020202020204" pitchFamily="34" charset="0"/>
              </a:rPr>
              <a:t>x</a:t>
            </a:r>
            <a:endParaRPr lang="en-US" sz="2800" b="1" noProof="0" dirty="0">
              <a:latin typeface="Aptos" panose="020B0004020202020204" pitchFamily="34" charset="0"/>
            </a:endParaRPr>
          </a:p>
        </p:txBody>
      </p:sp>
      <p:sp>
        <p:nvSpPr>
          <p:cNvPr id="2608" name="TextBox 2607">
            <a:extLst>
              <a:ext uri="{FF2B5EF4-FFF2-40B4-BE49-F238E27FC236}">
                <a16:creationId xmlns:a16="http://schemas.microsoft.com/office/drawing/2014/main" id="{8A727A7E-610F-5AF9-4466-71434BEA71D2}"/>
              </a:ext>
            </a:extLst>
          </p:cNvPr>
          <p:cNvSpPr txBox="1"/>
          <p:nvPr/>
        </p:nvSpPr>
        <p:spPr>
          <a:xfrm>
            <a:off x="6606668" y="397089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err="1"/>
              <a:t>Px</a:t>
            </a:r>
            <a:endParaRPr lang="en-CH" sz="3200" b="1" dirty="0"/>
          </a:p>
        </p:txBody>
      </p:sp>
    </p:spTree>
    <p:extLst>
      <p:ext uri="{BB962C8B-B14F-4D97-AF65-F5344CB8AC3E}">
        <p14:creationId xmlns:p14="http://schemas.microsoft.com/office/powerpoint/2010/main" val="28773684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5ED1-F7BA-D1DC-BF4E-CB6E6C1276B9}"/>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108299CA-2D16-6B7C-1B83-3B52FFF2452D}"/>
              </a:ext>
            </a:extLst>
          </p:cNvPr>
          <p:cNvSpPr/>
          <p:nvPr/>
        </p:nvSpPr>
        <p:spPr>
          <a:xfrm>
            <a:off x="6440865" y="3798883"/>
            <a:ext cx="2823485" cy="2526202"/>
          </a:xfrm>
          <a:prstGeom prst="roundRect">
            <a:avLst/>
          </a:prstGeom>
          <a:gradFill>
            <a:gsLst>
              <a:gs pos="0">
                <a:srgbClr val="E0908A"/>
              </a:gs>
              <a:gs pos="100000">
                <a:srgbClr val="B2182B"/>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Rounded Corners 17">
            <a:extLst>
              <a:ext uri="{FF2B5EF4-FFF2-40B4-BE49-F238E27FC236}">
                <a16:creationId xmlns:a16="http://schemas.microsoft.com/office/drawing/2014/main" id="{888F7D51-5F88-36F6-B6FE-826E314CFBCC}"/>
              </a:ext>
            </a:extLst>
          </p:cNvPr>
          <p:cNvSpPr/>
          <p:nvPr/>
        </p:nvSpPr>
        <p:spPr>
          <a:xfrm>
            <a:off x="2927172" y="3791774"/>
            <a:ext cx="2823485" cy="2526202"/>
          </a:xfrm>
          <a:prstGeom prst="roundRect">
            <a:avLst/>
          </a:prstGeom>
          <a:gradFill flip="none" rotWithShape="1">
            <a:gsLst>
              <a:gs pos="0">
                <a:srgbClr val="F7F7F7"/>
              </a:gs>
              <a:gs pos="100000">
                <a:srgbClr val="E0908A"/>
              </a:gs>
            </a:gsLst>
            <a:lin ang="5400000" scaled="1"/>
            <a:tileRect/>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ectangle: Rounded Corners 19">
            <a:extLst>
              <a:ext uri="{FF2B5EF4-FFF2-40B4-BE49-F238E27FC236}">
                <a16:creationId xmlns:a16="http://schemas.microsoft.com/office/drawing/2014/main" id="{74772D1E-8752-80ED-26B5-3BD09E09297E}"/>
              </a:ext>
            </a:extLst>
          </p:cNvPr>
          <p:cNvSpPr/>
          <p:nvPr/>
        </p:nvSpPr>
        <p:spPr>
          <a:xfrm>
            <a:off x="6440865" y="947399"/>
            <a:ext cx="2823485" cy="2526202"/>
          </a:xfrm>
          <a:prstGeom prst="roundRect">
            <a:avLst/>
          </a:prstGeom>
          <a:gradFill>
            <a:gsLst>
              <a:gs pos="0">
                <a:srgbClr val="98ABD2"/>
              </a:gs>
              <a:gs pos="100000">
                <a:srgbClr val="F7F7F7"/>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Rounded Corners 21">
            <a:extLst>
              <a:ext uri="{FF2B5EF4-FFF2-40B4-BE49-F238E27FC236}">
                <a16:creationId xmlns:a16="http://schemas.microsoft.com/office/drawing/2014/main" id="{A0D816CE-8FED-A286-EF72-01EB9EAD1C0B}"/>
              </a:ext>
            </a:extLst>
          </p:cNvPr>
          <p:cNvSpPr/>
          <p:nvPr/>
        </p:nvSpPr>
        <p:spPr>
          <a:xfrm>
            <a:off x="2929636" y="950339"/>
            <a:ext cx="2823485" cy="2526202"/>
          </a:xfrm>
          <a:prstGeom prst="roundRect">
            <a:avLst/>
          </a:prstGeom>
          <a:gradFill>
            <a:gsLst>
              <a:gs pos="0">
                <a:srgbClr val="2166AC"/>
              </a:gs>
              <a:gs pos="100000">
                <a:srgbClr val="98ABD2"/>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86717BE8-7E4F-51CC-A8A2-8D8D75357FFE}"/>
              </a:ext>
            </a:extLst>
          </p:cNvPr>
          <p:cNvSpPr>
            <a:spLocks noGrp="1"/>
          </p:cNvSpPr>
          <p:nvPr>
            <p:ph type="title"/>
          </p:nvPr>
        </p:nvSpPr>
        <p:spPr/>
        <p:txBody>
          <a:bodyPr/>
          <a:lstStyle/>
          <a:p>
            <a:r>
              <a:rPr lang="en-US" dirty="0"/>
              <a:t>Method</a:t>
            </a:r>
            <a:endParaRPr lang="en-CH" dirty="0"/>
          </a:p>
        </p:txBody>
      </p:sp>
      <p:sp>
        <p:nvSpPr>
          <p:cNvPr id="3" name="Date Placeholder 2">
            <a:extLst>
              <a:ext uri="{FF2B5EF4-FFF2-40B4-BE49-F238E27FC236}">
                <a16:creationId xmlns:a16="http://schemas.microsoft.com/office/drawing/2014/main" id="{EE1D9C13-CA24-DCCB-51DB-C6391D136CA6}"/>
              </a:ext>
            </a:extLst>
          </p:cNvPr>
          <p:cNvSpPr>
            <a:spLocks noGrp="1"/>
          </p:cNvSpPr>
          <p:nvPr>
            <p:ph type="dt" sz="half" idx="10"/>
          </p:nvPr>
        </p:nvSpPr>
        <p:spPr/>
        <p:txBody>
          <a:bodyPr/>
          <a:lstStyle/>
          <a:p>
            <a:fld id="{1086537B-F5F5-443D-87E4-307265F76B4D}"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E6095F59-1472-F63F-2BB2-D614EE4DA152}"/>
              </a:ext>
            </a:extLst>
          </p:cNvPr>
          <p:cNvSpPr>
            <a:spLocks noGrp="1"/>
          </p:cNvSpPr>
          <p:nvPr>
            <p:ph type="sldNum" sz="quarter" idx="12"/>
          </p:nvPr>
        </p:nvSpPr>
        <p:spPr/>
        <p:txBody>
          <a:bodyPr/>
          <a:lstStyle/>
          <a:p>
            <a:fld id="{442AD375-037F-43D0-B059-5172DA06796A}" type="slidenum">
              <a:rPr lang="en-GB" noProof="0" smtClean="0"/>
              <a:pPr/>
              <a:t>68</a:t>
            </a:fld>
            <a:endParaRPr lang="en-GB" noProof="0" dirty="0"/>
          </a:p>
        </p:txBody>
      </p:sp>
      <p:grpSp>
        <p:nvGrpSpPr>
          <p:cNvPr id="6" name="Group 5">
            <a:extLst>
              <a:ext uri="{FF2B5EF4-FFF2-40B4-BE49-F238E27FC236}">
                <a16:creationId xmlns:a16="http://schemas.microsoft.com/office/drawing/2014/main" id="{32CC6749-4E32-CA21-70C1-A56CCA6DED2F}"/>
              </a:ext>
            </a:extLst>
          </p:cNvPr>
          <p:cNvGrpSpPr/>
          <p:nvPr/>
        </p:nvGrpSpPr>
        <p:grpSpPr>
          <a:xfrm>
            <a:off x="3065679" y="1048321"/>
            <a:ext cx="5212335" cy="4482697"/>
            <a:chOff x="2697861" y="1004542"/>
            <a:chExt cx="5212335" cy="4482697"/>
          </a:xfrm>
        </p:grpSpPr>
        <p:grpSp>
          <p:nvGrpSpPr>
            <p:cNvPr id="7" name="Group 6">
              <a:extLst>
                <a:ext uri="{FF2B5EF4-FFF2-40B4-BE49-F238E27FC236}">
                  <a16:creationId xmlns:a16="http://schemas.microsoft.com/office/drawing/2014/main" id="{59DE8A7E-1820-553E-CB4E-3597847DC26B}"/>
                </a:ext>
              </a:extLst>
            </p:cNvPr>
            <p:cNvGrpSpPr/>
            <p:nvPr/>
          </p:nvGrpSpPr>
          <p:grpSpPr>
            <a:xfrm>
              <a:off x="2697861" y="1004542"/>
              <a:ext cx="5212335" cy="3419087"/>
              <a:chOff x="2697861" y="1004542"/>
              <a:chExt cx="5212335" cy="3419087"/>
            </a:xfrm>
          </p:grpSpPr>
          <p:grpSp>
            <p:nvGrpSpPr>
              <p:cNvPr id="10" name="Group 9">
                <a:extLst>
                  <a:ext uri="{FF2B5EF4-FFF2-40B4-BE49-F238E27FC236}">
                    <a16:creationId xmlns:a16="http://schemas.microsoft.com/office/drawing/2014/main" id="{FE7C2F69-2C8F-9BCC-BC4E-3CA7FC65F64D}"/>
                  </a:ext>
                </a:extLst>
              </p:cNvPr>
              <p:cNvGrpSpPr/>
              <p:nvPr/>
            </p:nvGrpSpPr>
            <p:grpSpPr>
              <a:xfrm>
                <a:off x="6238850" y="1004542"/>
                <a:ext cx="1671346" cy="3089673"/>
                <a:chOff x="7032105" y="1004542"/>
                <a:chExt cx="1671346" cy="3089673"/>
              </a:xfrm>
            </p:grpSpPr>
            <p:sp>
              <p:nvSpPr>
                <p:cNvPr id="35" name="TextBox 34">
                  <a:extLst>
                    <a:ext uri="{FF2B5EF4-FFF2-40B4-BE49-F238E27FC236}">
                      <a16:creationId xmlns:a16="http://schemas.microsoft.com/office/drawing/2014/main" id="{F0542D2D-4334-A6EE-DC92-8BAAAA7062E9}"/>
                    </a:ext>
                  </a:extLst>
                </p:cNvPr>
                <p:cNvSpPr txBox="1"/>
                <p:nvPr/>
              </p:nvSpPr>
              <p:spPr>
                <a:xfrm>
                  <a:off x="7032105"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pic>
              <p:nvPicPr>
                <p:cNvPr id="37" name="Graphic 36" descr="Sort with solid fill">
                  <a:extLst>
                    <a:ext uri="{FF2B5EF4-FFF2-40B4-BE49-F238E27FC236}">
                      <a16:creationId xmlns:a16="http://schemas.microsoft.com/office/drawing/2014/main" id="{B49CAB89-A589-EF15-907A-0A35A236DBD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89051" y="3179815"/>
                  <a:ext cx="914400" cy="914400"/>
                </a:xfrm>
                <a:prstGeom prst="rect">
                  <a:avLst/>
                </a:prstGeom>
                <a:effectLst>
                  <a:outerShdw blurRad="50800" dist="38100" dir="2700000" algn="tl" rotWithShape="0">
                    <a:prstClr val="black">
                      <a:alpha val="40000"/>
                    </a:prstClr>
                  </a:outerShdw>
                </a:effectLst>
              </p:spPr>
            </p:pic>
          </p:grpSp>
          <p:grpSp>
            <p:nvGrpSpPr>
              <p:cNvPr id="11" name="Group 10">
                <a:extLst>
                  <a:ext uri="{FF2B5EF4-FFF2-40B4-BE49-F238E27FC236}">
                    <a16:creationId xmlns:a16="http://schemas.microsoft.com/office/drawing/2014/main" id="{3CFDC7D5-1CF9-68F2-C848-11DEB0BE7483}"/>
                  </a:ext>
                </a:extLst>
              </p:cNvPr>
              <p:cNvGrpSpPr/>
              <p:nvPr/>
            </p:nvGrpSpPr>
            <p:grpSpPr>
              <a:xfrm>
                <a:off x="2697861" y="1052191"/>
                <a:ext cx="1643736" cy="3371438"/>
                <a:chOff x="1988908" y="1038243"/>
                <a:chExt cx="1643736" cy="3371438"/>
              </a:xfrm>
            </p:grpSpPr>
            <p:sp>
              <p:nvSpPr>
                <p:cNvPr id="14" name="TextBox 13">
                  <a:extLst>
                    <a:ext uri="{FF2B5EF4-FFF2-40B4-BE49-F238E27FC236}">
                      <a16:creationId xmlns:a16="http://schemas.microsoft.com/office/drawing/2014/main" id="{CA76C5C3-6235-519B-B42E-73D90568177D}"/>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15" name="TextBox 14">
                  <a:extLst>
                    <a:ext uri="{FF2B5EF4-FFF2-40B4-BE49-F238E27FC236}">
                      <a16:creationId xmlns:a16="http://schemas.microsoft.com/office/drawing/2014/main" id="{28BC0F26-A9EE-CD08-49D0-8529E941A828}"/>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pic>
              <p:nvPicPr>
                <p:cNvPr id="16" name="Graphic 15" descr="Sort with solid fill">
                  <a:extLst>
                    <a:ext uri="{FF2B5EF4-FFF2-40B4-BE49-F238E27FC236}">
                      <a16:creationId xmlns:a16="http://schemas.microsoft.com/office/drawing/2014/main" id="{53083901-A311-C78E-93F5-1973208A0AB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18244" y="3175189"/>
                  <a:ext cx="914400" cy="914400"/>
                </a:xfrm>
                <a:prstGeom prst="rect">
                  <a:avLst/>
                </a:prstGeom>
                <a:effectLst>
                  <a:outerShdw blurRad="50800" dist="38100" dir="2700000" algn="tl" rotWithShape="0">
                    <a:prstClr val="black">
                      <a:alpha val="40000"/>
                    </a:prstClr>
                  </a:outerShdw>
                </a:effectLst>
              </p:spPr>
            </p:pic>
          </p:grpSp>
        </p:grpSp>
        <p:pic>
          <p:nvPicPr>
            <p:cNvPr id="8" name="Graphic 7" descr="Sort with solid fill">
              <a:extLst>
                <a:ext uri="{FF2B5EF4-FFF2-40B4-BE49-F238E27FC236}">
                  <a16:creationId xmlns:a16="http://schemas.microsoft.com/office/drawing/2014/main" id="{9EAC2041-B3D0-B789-D893-1EC9A72AB3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9" name="Graphic 8" descr="Sort with solid fill">
              <a:extLst>
                <a:ext uri="{FF2B5EF4-FFF2-40B4-BE49-F238E27FC236}">
                  <a16:creationId xmlns:a16="http://schemas.microsoft.com/office/drawing/2014/main" id="{4223A878-17BC-C384-CC36-7F3056247BD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grpSp>
        <p:nvGrpSpPr>
          <p:cNvPr id="54" name="Group 53">
            <a:extLst>
              <a:ext uri="{FF2B5EF4-FFF2-40B4-BE49-F238E27FC236}">
                <a16:creationId xmlns:a16="http://schemas.microsoft.com/office/drawing/2014/main" id="{CE7E0F5C-FD15-9569-9727-1CB269F7E995}"/>
              </a:ext>
            </a:extLst>
          </p:cNvPr>
          <p:cNvGrpSpPr/>
          <p:nvPr/>
        </p:nvGrpSpPr>
        <p:grpSpPr>
          <a:xfrm>
            <a:off x="3040902" y="4308507"/>
            <a:ext cx="2582514" cy="1862816"/>
            <a:chOff x="335362" y="1484787"/>
            <a:chExt cx="3888439" cy="2880328"/>
          </a:xfrm>
          <a:effectLst>
            <a:outerShdw blurRad="50800" dist="38100" dir="2700000" algn="tl" rotWithShape="0">
              <a:prstClr val="black">
                <a:alpha val="40000"/>
              </a:prstClr>
            </a:outerShdw>
          </a:effectLst>
        </p:grpSpPr>
        <p:pic>
          <p:nvPicPr>
            <p:cNvPr id="55" name="Graphic 54" descr="Deciduous tree with solid fill">
              <a:extLst>
                <a:ext uri="{FF2B5EF4-FFF2-40B4-BE49-F238E27FC236}">
                  <a16:creationId xmlns:a16="http://schemas.microsoft.com/office/drawing/2014/main" id="{DA1B693F-94D4-4E87-3540-CF62524B50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0989" y="2454946"/>
              <a:ext cx="209457" cy="196411"/>
            </a:xfrm>
            <a:prstGeom prst="rect">
              <a:avLst/>
            </a:prstGeom>
          </p:spPr>
        </p:pic>
        <p:pic>
          <p:nvPicPr>
            <p:cNvPr id="56" name="Graphic 55" descr="Deciduous tree with solid fill">
              <a:extLst>
                <a:ext uri="{FF2B5EF4-FFF2-40B4-BE49-F238E27FC236}">
                  <a16:creationId xmlns:a16="http://schemas.microsoft.com/office/drawing/2014/main" id="{B4CBDED8-23C4-C7DD-10FF-14E2D552FF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5362" y="2550806"/>
              <a:ext cx="209457" cy="196411"/>
            </a:xfrm>
            <a:prstGeom prst="rect">
              <a:avLst/>
            </a:prstGeom>
          </p:spPr>
        </p:pic>
        <p:pic>
          <p:nvPicPr>
            <p:cNvPr id="57" name="Graphic 56" descr="Deciduous tree with solid fill">
              <a:extLst>
                <a:ext uri="{FF2B5EF4-FFF2-40B4-BE49-F238E27FC236}">
                  <a16:creationId xmlns:a16="http://schemas.microsoft.com/office/drawing/2014/main" id="{3D129276-C43D-1BD7-D1F4-1188A6F62E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1566" y="2366908"/>
              <a:ext cx="209457" cy="196411"/>
            </a:xfrm>
            <a:prstGeom prst="rect">
              <a:avLst/>
            </a:prstGeom>
          </p:spPr>
        </p:pic>
        <p:pic>
          <p:nvPicPr>
            <p:cNvPr id="58" name="Graphic 57" descr="Deciduous tree with solid fill">
              <a:extLst>
                <a:ext uri="{FF2B5EF4-FFF2-40B4-BE49-F238E27FC236}">
                  <a16:creationId xmlns:a16="http://schemas.microsoft.com/office/drawing/2014/main" id="{B335C18C-040D-5848-85AD-1CB1C1300E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6" y="2674297"/>
              <a:ext cx="209457" cy="196411"/>
            </a:xfrm>
            <a:prstGeom prst="rect">
              <a:avLst/>
            </a:prstGeom>
          </p:spPr>
        </p:pic>
        <p:pic>
          <p:nvPicPr>
            <p:cNvPr id="59" name="Graphic 58" descr="Deciduous tree with solid fill">
              <a:extLst>
                <a:ext uri="{FF2B5EF4-FFF2-40B4-BE49-F238E27FC236}">
                  <a16:creationId xmlns:a16="http://schemas.microsoft.com/office/drawing/2014/main" id="{3CBB5129-BD71-3DD2-50A8-7C718D41A7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52" y="2797788"/>
              <a:ext cx="209457" cy="196411"/>
            </a:xfrm>
            <a:prstGeom prst="rect">
              <a:avLst/>
            </a:prstGeom>
          </p:spPr>
        </p:pic>
        <p:pic>
          <p:nvPicPr>
            <p:cNvPr id="60" name="Graphic 59" descr="Deciduous tree with solid fill">
              <a:extLst>
                <a:ext uri="{FF2B5EF4-FFF2-40B4-BE49-F238E27FC236}">
                  <a16:creationId xmlns:a16="http://schemas.microsoft.com/office/drawing/2014/main" id="{928BFB4E-C0C1-83D7-867B-8A65AFF90F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61" name="Graphic 60" descr="Deciduous tree with solid fill">
              <a:extLst>
                <a:ext uri="{FF2B5EF4-FFF2-40B4-BE49-F238E27FC236}">
                  <a16:creationId xmlns:a16="http://schemas.microsoft.com/office/drawing/2014/main" id="{6E803447-3562-52DA-8ACF-667C3B4B74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62" name="Graphic 61" descr="Deciduous tree with solid fill">
              <a:extLst>
                <a:ext uri="{FF2B5EF4-FFF2-40B4-BE49-F238E27FC236}">
                  <a16:creationId xmlns:a16="http://schemas.microsoft.com/office/drawing/2014/main" id="{99FCAE0A-EF27-A5A5-7035-F6CE36C35F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63" name="Graphic 62" descr="Deciduous tree with solid fill">
              <a:extLst>
                <a:ext uri="{FF2B5EF4-FFF2-40B4-BE49-F238E27FC236}">
                  <a16:creationId xmlns:a16="http://schemas.microsoft.com/office/drawing/2014/main" id="{E163D3AB-31ED-F285-3322-CD0DCF72DA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64" name="Graphic 63" descr="Deciduous tree with solid fill">
              <a:extLst>
                <a:ext uri="{FF2B5EF4-FFF2-40B4-BE49-F238E27FC236}">
                  <a16:creationId xmlns:a16="http://schemas.microsoft.com/office/drawing/2014/main" id="{B89FC471-6F24-DD60-EAC8-10142CF844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65" name="Graphic 64" descr="Deciduous tree with solid fill">
              <a:extLst>
                <a:ext uri="{FF2B5EF4-FFF2-40B4-BE49-F238E27FC236}">
                  <a16:creationId xmlns:a16="http://schemas.microsoft.com/office/drawing/2014/main" id="{38EBB4EC-64FE-F77D-9D56-A3276730B3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66" name="Graphic 65" descr="Deciduous tree with solid fill">
              <a:extLst>
                <a:ext uri="{FF2B5EF4-FFF2-40B4-BE49-F238E27FC236}">
                  <a16:creationId xmlns:a16="http://schemas.microsoft.com/office/drawing/2014/main" id="{BC4E5981-2D2C-83BC-DE7C-A7273E2D36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6" y="3662226"/>
              <a:ext cx="209457" cy="196411"/>
            </a:xfrm>
            <a:prstGeom prst="rect">
              <a:avLst/>
            </a:prstGeom>
          </p:spPr>
        </p:pic>
        <p:pic>
          <p:nvPicPr>
            <p:cNvPr id="67" name="Graphic 66" descr="Deciduous tree with solid fill">
              <a:extLst>
                <a:ext uri="{FF2B5EF4-FFF2-40B4-BE49-F238E27FC236}">
                  <a16:creationId xmlns:a16="http://schemas.microsoft.com/office/drawing/2014/main" id="{9FACD807-CA21-13BE-7408-528995CEFC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68" name="Graphic 67" descr="Deciduous tree with solid fill">
              <a:extLst>
                <a:ext uri="{FF2B5EF4-FFF2-40B4-BE49-F238E27FC236}">
                  <a16:creationId xmlns:a16="http://schemas.microsoft.com/office/drawing/2014/main" id="{F6FA61CA-8B1D-6401-5282-3682AE186C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69" name="Graphic 68" descr="Deciduous tree with solid fill">
              <a:extLst>
                <a:ext uri="{FF2B5EF4-FFF2-40B4-BE49-F238E27FC236}">
                  <a16:creationId xmlns:a16="http://schemas.microsoft.com/office/drawing/2014/main" id="{BAE7BF4E-72CD-F2F9-9A9C-728DFC8D60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70" name="Graphic 69" descr="Deciduous tree with solid fill">
              <a:extLst>
                <a:ext uri="{FF2B5EF4-FFF2-40B4-BE49-F238E27FC236}">
                  <a16:creationId xmlns:a16="http://schemas.microsoft.com/office/drawing/2014/main" id="{8C29AC16-0594-CFC5-D507-7E6779EA86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3" y="2578438"/>
              <a:ext cx="209457" cy="196411"/>
            </a:xfrm>
            <a:prstGeom prst="rect">
              <a:avLst/>
            </a:prstGeom>
          </p:spPr>
        </p:pic>
        <p:pic>
          <p:nvPicPr>
            <p:cNvPr id="71" name="Graphic 70" descr="Deciduous tree with solid fill">
              <a:extLst>
                <a:ext uri="{FF2B5EF4-FFF2-40B4-BE49-F238E27FC236}">
                  <a16:creationId xmlns:a16="http://schemas.microsoft.com/office/drawing/2014/main" id="{C37E13DC-008B-AFD2-4346-7DA91CB039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8" y="2701929"/>
              <a:ext cx="209457" cy="196411"/>
            </a:xfrm>
            <a:prstGeom prst="rect">
              <a:avLst/>
            </a:prstGeom>
          </p:spPr>
        </p:pic>
        <p:pic>
          <p:nvPicPr>
            <p:cNvPr id="72" name="Graphic 71" descr="Deciduous tree with solid fill">
              <a:extLst>
                <a:ext uri="{FF2B5EF4-FFF2-40B4-BE49-F238E27FC236}">
                  <a16:creationId xmlns:a16="http://schemas.microsoft.com/office/drawing/2014/main" id="{498CB70F-5396-0F91-6631-7F227E8DD6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73" name="Graphic 72" descr="Deciduous tree with solid fill">
              <a:extLst>
                <a:ext uri="{FF2B5EF4-FFF2-40B4-BE49-F238E27FC236}">
                  <a16:creationId xmlns:a16="http://schemas.microsoft.com/office/drawing/2014/main" id="{BC86990A-7A99-AF61-6F5A-E0CCC9EDD5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8" y="2948910"/>
              <a:ext cx="209457" cy="196411"/>
            </a:xfrm>
            <a:prstGeom prst="rect">
              <a:avLst/>
            </a:prstGeom>
          </p:spPr>
        </p:pic>
        <p:pic>
          <p:nvPicPr>
            <p:cNvPr id="74" name="Graphic 73" descr="Deciduous tree with solid fill">
              <a:extLst>
                <a:ext uri="{FF2B5EF4-FFF2-40B4-BE49-F238E27FC236}">
                  <a16:creationId xmlns:a16="http://schemas.microsoft.com/office/drawing/2014/main" id="{C06B2CA0-04B7-710E-C256-4E926FE117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3" y="3072401"/>
              <a:ext cx="209457" cy="196411"/>
            </a:xfrm>
            <a:prstGeom prst="rect">
              <a:avLst/>
            </a:prstGeom>
          </p:spPr>
        </p:pic>
        <p:pic>
          <p:nvPicPr>
            <p:cNvPr id="75" name="Graphic 74" descr="Deciduous tree with solid fill">
              <a:extLst>
                <a:ext uri="{FF2B5EF4-FFF2-40B4-BE49-F238E27FC236}">
                  <a16:creationId xmlns:a16="http://schemas.microsoft.com/office/drawing/2014/main" id="{4A4A0725-7D26-CDC6-F328-87B4330BF8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76" name="Graphic 75" descr="Deciduous tree with solid fill">
              <a:extLst>
                <a:ext uri="{FF2B5EF4-FFF2-40B4-BE49-F238E27FC236}">
                  <a16:creationId xmlns:a16="http://schemas.microsoft.com/office/drawing/2014/main" id="{07E6C833-41D6-66E1-051E-B462FC999D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77" name="Graphic 76" descr="Deciduous tree with solid fill">
              <a:extLst>
                <a:ext uri="{FF2B5EF4-FFF2-40B4-BE49-F238E27FC236}">
                  <a16:creationId xmlns:a16="http://schemas.microsoft.com/office/drawing/2014/main" id="{0E6B4C13-DD65-C25C-F355-F7609F98E7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78" name="Graphic 77" descr="Deciduous tree with solid fill">
              <a:extLst>
                <a:ext uri="{FF2B5EF4-FFF2-40B4-BE49-F238E27FC236}">
                  <a16:creationId xmlns:a16="http://schemas.microsoft.com/office/drawing/2014/main" id="{2DF22E32-C101-78A5-8850-D48F4147B6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79" name="Graphic 78" descr="Deciduous tree with solid fill">
              <a:extLst>
                <a:ext uri="{FF2B5EF4-FFF2-40B4-BE49-F238E27FC236}">
                  <a16:creationId xmlns:a16="http://schemas.microsoft.com/office/drawing/2014/main" id="{A532BECC-95CA-D555-AECB-FB1A99A7BE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80" name="Graphic 79" descr="Deciduous tree with solid fill">
              <a:extLst>
                <a:ext uri="{FF2B5EF4-FFF2-40B4-BE49-F238E27FC236}">
                  <a16:creationId xmlns:a16="http://schemas.microsoft.com/office/drawing/2014/main" id="{79F10CD2-67E4-D0A0-0F65-DEBE765B82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81" name="Graphic 80" descr="Deciduous tree with solid fill">
              <a:extLst>
                <a:ext uri="{FF2B5EF4-FFF2-40B4-BE49-F238E27FC236}">
                  <a16:creationId xmlns:a16="http://schemas.microsoft.com/office/drawing/2014/main" id="{E463F450-4074-FBC6-862B-A20401F635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82" name="Graphic 81" descr="Deciduous tree with solid fill">
              <a:extLst>
                <a:ext uri="{FF2B5EF4-FFF2-40B4-BE49-F238E27FC236}">
                  <a16:creationId xmlns:a16="http://schemas.microsoft.com/office/drawing/2014/main" id="{5E001B1D-FFBE-5999-99D7-F2E3A0A398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61" y="2490399"/>
              <a:ext cx="209457" cy="196411"/>
            </a:xfrm>
            <a:prstGeom prst="rect">
              <a:avLst/>
            </a:prstGeom>
          </p:spPr>
        </p:pic>
        <p:pic>
          <p:nvPicPr>
            <p:cNvPr id="83" name="Graphic 82" descr="Deciduous tree with solid fill">
              <a:extLst>
                <a:ext uri="{FF2B5EF4-FFF2-40B4-BE49-F238E27FC236}">
                  <a16:creationId xmlns:a16="http://schemas.microsoft.com/office/drawing/2014/main" id="{9B850DE0-E9E7-BDEB-A5CC-F30BE27C0A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84" name="Graphic 83" descr="Deciduous tree with solid fill">
              <a:extLst>
                <a:ext uri="{FF2B5EF4-FFF2-40B4-BE49-F238E27FC236}">
                  <a16:creationId xmlns:a16="http://schemas.microsoft.com/office/drawing/2014/main" id="{6BF27906-2037-4CD6-F0CD-6DD8F6E2EF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85" name="Graphic 84" descr="Deciduous tree with solid fill">
              <a:extLst>
                <a:ext uri="{FF2B5EF4-FFF2-40B4-BE49-F238E27FC236}">
                  <a16:creationId xmlns:a16="http://schemas.microsoft.com/office/drawing/2014/main" id="{21DF1FCB-959B-FC14-7273-8CF2ADD67E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86" name="Graphic 85" descr="Deciduous tree with solid fill">
              <a:extLst>
                <a:ext uri="{FF2B5EF4-FFF2-40B4-BE49-F238E27FC236}">
                  <a16:creationId xmlns:a16="http://schemas.microsoft.com/office/drawing/2014/main" id="{956A53B6-B7D4-3684-1962-3BB9160520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87" name="Graphic 86" descr="Deciduous tree with solid fill">
              <a:extLst>
                <a:ext uri="{FF2B5EF4-FFF2-40B4-BE49-F238E27FC236}">
                  <a16:creationId xmlns:a16="http://schemas.microsoft.com/office/drawing/2014/main" id="{C74AC5AC-976D-A6A0-B4A8-A4FF12B0DD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88" name="Graphic 87" descr="Deciduous tree with solid fill">
              <a:extLst>
                <a:ext uri="{FF2B5EF4-FFF2-40B4-BE49-F238E27FC236}">
                  <a16:creationId xmlns:a16="http://schemas.microsoft.com/office/drawing/2014/main" id="{D0E2EF9C-1084-1189-AF03-E41D11B1B0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89" name="Graphic 88" descr="Deciduous tree with solid fill">
              <a:extLst>
                <a:ext uri="{FF2B5EF4-FFF2-40B4-BE49-F238E27FC236}">
                  <a16:creationId xmlns:a16="http://schemas.microsoft.com/office/drawing/2014/main" id="{CC9357E0-CDCF-3DC8-4683-6FA58B11A8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3" y="3354837"/>
              <a:ext cx="209457" cy="196411"/>
            </a:xfrm>
            <a:prstGeom prst="rect">
              <a:avLst/>
            </a:prstGeom>
          </p:spPr>
        </p:pic>
        <p:pic>
          <p:nvPicPr>
            <p:cNvPr id="90" name="Graphic 89" descr="Deciduous tree with solid fill">
              <a:extLst>
                <a:ext uri="{FF2B5EF4-FFF2-40B4-BE49-F238E27FC236}">
                  <a16:creationId xmlns:a16="http://schemas.microsoft.com/office/drawing/2014/main" id="{2017F970-EF09-3EF8-388E-6E63723113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8" y="3478328"/>
              <a:ext cx="209457" cy="196411"/>
            </a:xfrm>
            <a:prstGeom prst="rect">
              <a:avLst/>
            </a:prstGeom>
          </p:spPr>
        </p:pic>
        <p:pic>
          <p:nvPicPr>
            <p:cNvPr id="91" name="Graphic 90" descr="Deciduous tree with solid fill">
              <a:extLst>
                <a:ext uri="{FF2B5EF4-FFF2-40B4-BE49-F238E27FC236}">
                  <a16:creationId xmlns:a16="http://schemas.microsoft.com/office/drawing/2014/main" id="{738E1775-C211-3724-1C4A-29A8D7EF0F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3" y="3601820"/>
              <a:ext cx="209457" cy="196411"/>
            </a:xfrm>
            <a:prstGeom prst="rect">
              <a:avLst/>
            </a:prstGeom>
          </p:spPr>
        </p:pic>
        <p:pic>
          <p:nvPicPr>
            <p:cNvPr id="92" name="Graphic 91" descr="Deciduous tree with solid fill">
              <a:extLst>
                <a:ext uri="{FF2B5EF4-FFF2-40B4-BE49-F238E27FC236}">
                  <a16:creationId xmlns:a16="http://schemas.microsoft.com/office/drawing/2014/main" id="{684FE10A-0DA5-CBDD-04E8-0E7666F0DD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8" y="3725311"/>
              <a:ext cx="209457" cy="196411"/>
            </a:xfrm>
            <a:prstGeom prst="rect">
              <a:avLst/>
            </a:prstGeom>
          </p:spPr>
        </p:pic>
        <p:pic>
          <p:nvPicPr>
            <p:cNvPr id="93" name="Graphic 92" descr="Deciduous tree with solid fill">
              <a:extLst>
                <a:ext uri="{FF2B5EF4-FFF2-40B4-BE49-F238E27FC236}">
                  <a16:creationId xmlns:a16="http://schemas.microsoft.com/office/drawing/2014/main" id="{31ED51FF-A74E-A215-9DC4-34E8E6F32D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3" y="3848803"/>
              <a:ext cx="209457" cy="196411"/>
            </a:xfrm>
            <a:prstGeom prst="rect">
              <a:avLst/>
            </a:prstGeom>
          </p:spPr>
        </p:pic>
        <p:pic>
          <p:nvPicPr>
            <p:cNvPr id="94" name="Graphic 93" descr="Deciduous tree with solid fill">
              <a:extLst>
                <a:ext uri="{FF2B5EF4-FFF2-40B4-BE49-F238E27FC236}">
                  <a16:creationId xmlns:a16="http://schemas.microsoft.com/office/drawing/2014/main" id="{4510AC8D-1722-D484-C4B1-394B4445D9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683" y="2578438"/>
              <a:ext cx="209457" cy="196411"/>
            </a:xfrm>
            <a:prstGeom prst="rect">
              <a:avLst/>
            </a:prstGeom>
          </p:spPr>
        </p:pic>
        <p:pic>
          <p:nvPicPr>
            <p:cNvPr id="95" name="Graphic 94" descr="Deciduous tree with solid fill">
              <a:extLst>
                <a:ext uri="{FF2B5EF4-FFF2-40B4-BE49-F238E27FC236}">
                  <a16:creationId xmlns:a16="http://schemas.microsoft.com/office/drawing/2014/main" id="{236E1D58-CCB6-0CB2-B9D5-E083EADCD5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6" y="2674297"/>
              <a:ext cx="209457" cy="196411"/>
            </a:xfrm>
            <a:prstGeom prst="rect">
              <a:avLst/>
            </a:prstGeom>
          </p:spPr>
        </p:pic>
        <p:pic>
          <p:nvPicPr>
            <p:cNvPr id="96" name="Graphic 95" descr="Deciduous tree with solid fill">
              <a:extLst>
                <a:ext uri="{FF2B5EF4-FFF2-40B4-BE49-F238E27FC236}">
                  <a16:creationId xmlns:a16="http://schemas.microsoft.com/office/drawing/2014/main" id="{3EAB5984-16F6-7329-89AD-0EFE94CC24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60" y="2490399"/>
              <a:ext cx="209457" cy="196411"/>
            </a:xfrm>
            <a:prstGeom prst="rect">
              <a:avLst/>
            </a:prstGeom>
          </p:spPr>
        </p:pic>
        <p:pic>
          <p:nvPicPr>
            <p:cNvPr id="97" name="Graphic 96" descr="Deciduous tree with solid fill">
              <a:extLst>
                <a:ext uri="{FF2B5EF4-FFF2-40B4-BE49-F238E27FC236}">
                  <a16:creationId xmlns:a16="http://schemas.microsoft.com/office/drawing/2014/main" id="{564A8877-54AA-4524-8758-210E0AF527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52" y="2797788"/>
              <a:ext cx="209457" cy="196411"/>
            </a:xfrm>
            <a:prstGeom prst="rect">
              <a:avLst/>
            </a:prstGeom>
          </p:spPr>
        </p:pic>
        <p:pic>
          <p:nvPicPr>
            <p:cNvPr id="98" name="Graphic 97" descr="Deciduous tree with solid fill">
              <a:extLst>
                <a:ext uri="{FF2B5EF4-FFF2-40B4-BE49-F238E27FC236}">
                  <a16:creationId xmlns:a16="http://schemas.microsoft.com/office/drawing/2014/main" id="{5A71CD86-1B6B-1196-2ABE-DDBDC8FE86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99" name="Graphic 98" descr="Deciduous tree with solid fill">
              <a:extLst>
                <a:ext uri="{FF2B5EF4-FFF2-40B4-BE49-F238E27FC236}">
                  <a16:creationId xmlns:a16="http://schemas.microsoft.com/office/drawing/2014/main" id="{C7E3E8A5-6CCC-A19D-2B4F-2C9BE464C0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00" name="Graphic 99" descr="Deciduous tree with solid fill">
              <a:extLst>
                <a:ext uri="{FF2B5EF4-FFF2-40B4-BE49-F238E27FC236}">
                  <a16:creationId xmlns:a16="http://schemas.microsoft.com/office/drawing/2014/main" id="{D22B65E6-FF1E-361D-3850-BC470D9DD3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01" name="Graphic 100" descr="Deciduous tree with solid fill">
              <a:extLst>
                <a:ext uri="{FF2B5EF4-FFF2-40B4-BE49-F238E27FC236}">
                  <a16:creationId xmlns:a16="http://schemas.microsoft.com/office/drawing/2014/main" id="{B91C88C1-7218-29CB-49E1-9AA13E5480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02" name="Graphic 101" descr="Deciduous tree with solid fill">
              <a:extLst>
                <a:ext uri="{FF2B5EF4-FFF2-40B4-BE49-F238E27FC236}">
                  <a16:creationId xmlns:a16="http://schemas.microsoft.com/office/drawing/2014/main" id="{F2D21EC6-9742-BB69-6B69-F3C6597C49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03" name="Graphic 102" descr="Deciduous tree with solid fill">
              <a:extLst>
                <a:ext uri="{FF2B5EF4-FFF2-40B4-BE49-F238E27FC236}">
                  <a16:creationId xmlns:a16="http://schemas.microsoft.com/office/drawing/2014/main" id="{C9E4116A-0515-6259-6F7E-95E53B719D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04" name="Graphic 103" descr="Deciduous tree with solid fill">
              <a:extLst>
                <a:ext uri="{FF2B5EF4-FFF2-40B4-BE49-F238E27FC236}">
                  <a16:creationId xmlns:a16="http://schemas.microsoft.com/office/drawing/2014/main" id="{99C94489-E9C1-94E0-2D14-73855005AF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05" name="Graphic 104" descr="Deciduous tree with solid fill">
              <a:extLst>
                <a:ext uri="{FF2B5EF4-FFF2-40B4-BE49-F238E27FC236}">
                  <a16:creationId xmlns:a16="http://schemas.microsoft.com/office/drawing/2014/main" id="{BECB148C-47E0-C93A-FAA2-79ED60BD04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06" name="Graphic 105" descr="Deciduous tree with solid fill">
              <a:extLst>
                <a:ext uri="{FF2B5EF4-FFF2-40B4-BE49-F238E27FC236}">
                  <a16:creationId xmlns:a16="http://schemas.microsoft.com/office/drawing/2014/main" id="{66A5C252-743B-AE20-78B8-002D19A77D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07" name="Graphic 106" descr="Deciduous tree with solid fill">
              <a:extLst>
                <a:ext uri="{FF2B5EF4-FFF2-40B4-BE49-F238E27FC236}">
                  <a16:creationId xmlns:a16="http://schemas.microsoft.com/office/drawing/2014/main" id="{D9B16AC0-3DEB-5D6B-7967-A04BA59350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08" name="Graphic 107" descr="Deciduous tree with solid fill">
              <a:extLst>
                <a:ext uri="{FF2B5EF4-FFF2-40B4-BE49-F238E27FC236}">
                  <a16:creationId xmlns:a16="http://schemas.microsoft.com/office/drawing/2014/main" id="{583C63D9-7493-EC3D-ACFA-005B675B96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7" y="2701929"/>
              <a:ext cx="209457" cy="196411"/>
            </a:xfrm>
            <a:prstGeom prst="rect">
              <a:avLst/>
            </a:prstGeom>
          </p:spPr>
        </p:pic>
        <p:pic>
          <p:nvPicPr>
            <p:cNvPr id="109" name="Graphic 108" descr="Deciduous tree with solid fill">
              <a:extLst>
                <a:ext uri="{FF2B5EF4-FFF2-40B4-BE49-F238E27FC236}">
                  <a16:creationId xmlns:a16="http://schemas.microsoft.com/office/drawing/2014/main" id="{BB3C8150-4597-F311-FE38-62D5F36E85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110" name="Graphic 109" descr="Deciduous tree with solid fill">
              <a:extLst>
                <a:ext uri="{FF2B5EF4-FFF2-40B4-BE49-F238E27FC236}">
                  <a16:creationId xmlns:a16="http://schemas.microsoft.com/office/drawing/2014/main" id="{09916BE2-7610-AD02-BD63-74617BCCA5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7" y="2948910"/>
              <a:ext cx="209457" cy="196411"/>
            </a:xfrm>
            <a:prstGeom prst="rect">
              <a:avLst/>
            </a:prstGeom>
          </p:spPr>
        </p:pic>
        <p:pic>
          <p:nvPicPr>
            <p:cNvPr id="111" name="Graphic 110" descr="Deciduous tree with solid fill">
              <a:extLst>
                <a:ext uri="{FF2B5EF4-FFF2-40B4-BE49-F238E27FC236}">
                  <a16:creationId xmlns:a16="http://schemas.microsoft.com/office/drawing/2014/main" id="{8C34097D-30B4-41E5-3960-CABA9D613B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112" name="Graphic 111" descr="Deciduous tree with solid fill">
              <a:extLst>
                <a:ext uri="{FF2B5EF4-FFF2-40B4-BE49-F238E27FC236}">
                  <a16:creationId xmlns:a16="http://schemas.microsoft.com/office/drawing/2014/main" id="{3FA08271-615C-16A3-47D1-B9D0F729CC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13" name="Graphic 112" descr="Deciduous tree with solid fill">
              <a:extLst>
                <a:ext uri="{FF2B5EF4-FFF2-40B4-BE49-F238E27FC236}">
                  <a16:creationId xmlns:a16="http://schemas.microsoft.com/office/drawing/2014/main" id="{5CA48C30-82E9-A061-CAF8-5DBFD51600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14" name="Graphic 113" descr="Deciduous tree with solid fill">
              <a:extLst>
                <a:ext uri="{FF2B5EF4-FFF2-40B4-BE49-F238E27FC236}">
                  <a16:creationId xmlns:a16="http://schemas.microsoft.com/office/drawing/2014/main" id="{23A04311-7F18-366B-C5EA-8131DCFB70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15" name="Graphic 114" descr="Deciduous tree with solid fill">
              <a:extLst>
                <a:ext uri="{FF2B5EF4-FFF2-40B4-BE49-F238E27FC236}">
                  <a16:creationId xmlns:a16="http://schemas.microsoft.com/office/drawing/2014/main" id="{2583F7E8-33AB-2C1C-11CB-8C6B4AFFAA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16" name="Graphic 115" descr="Deciduous tree with solid fill">
              <a:extLst>
                <a:ext uri="{FF2B5EF4-FFF2-40B4-BE49-F238E27FC236}">
                  <a16:creationId xmlns:a16="http://schemas.microsoft.com/office/drawing/2014/main" id="{56077C04-CF1B-F3C7-DF51-2A72A67AB5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17" name="Graphic 116" descr="Deciduous tree with solid fill">
              <a:extLst>
                <a:ext uri="{FF2B5EF4-FFF2-40B4-BE49-F238E27FC236}">
                  <a16:creationId xmlns:a16="http://schemas.microsoft.com/office/drawing/2014/main" id="{D8DC02F6-E9BA-E7C0-5EC4-C2678CF9E0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18" name="Graphic 117" descr="Deciduous tree with solid fill">
              <a:extLst>
                <a:ext uri="{FF2B5EF4-FFF2-40B4-BE49-F238E27FC236}">
                  <a16:creationId xmlns:a16="http://schemas.microsoft.com/office/drawing/2014/main" id="{82361E5E-EDCD-1F0E-921A-D9DDE34A64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19" name="Graphic 118" descr="Deciduous tree with solid fill">
              <a:extLst>
                <a:ext uri="{FF2B5EF4-FFF2-40B4-BE49-F238E27FC236}">
                  <a16:creationId xmlns:a16="http://schemas.microsoft.com/office/drawing/2014/main" id="{080FC2D2-ACF0-937A-2E68-8654456C1F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120" name="Graphic 119" descr="Deciduous tree with solid fill">
              <a:extLst>
                <a:ext uri="{FF2B5EF4-FFF2-40B4-BE49-F238E27FC236}">
                  <a16:creationId xmlns:a16="http://schemas.microsoft.com/office/drawing/2014/main" id="{15491B93-8646-2694-DCE8-9C23B509E7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121" name="Graphic 120" descr="Deciduous tree with solid fill">
              <a:extLst>
                <a:ext uri="{FF2B5EF4-FFF2-40B4-BE49-F238E27FC236}">
                  <a16:creationId xmlns:a16="http://schemas.microsoft.com/office/drawing/2014/main" id="{13D7658A-300E-8A24-D107-E53F79973B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122" name="Graphic 121" descr="Deciduous tree with solid fill">
              <a:extLst>
                <a:ext uri="{FF2B5EF4-FFF2-40B4-BE49-F238E27FC236}">
                  <a16:creationId xmlns:a16="http://schemas.microsoft.com/office/drawing/2014/main" id="{A304180C-165B-B173-A28F-989796DECD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23" name="Graphic 122" descr="Deciduous tree with solid fill">
              <a:extLst>
                <a:ext uri="{FF2B5EF4-FFF2-40B4-BE49-F238E27FC236}">
                  <a16:creationId xmlns:a16="http://schemas.microsoft.com/office/drawing/2014/main" id="{212B4384-81D3-A7E7-8FE6-6DF120778E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24" name="Graphic 123" descr="Deciduous tree with solid fill">
              <a:extLst>
                <a:ext uri="{FF2B5EF4-FFF2-40B4-BE49-F238E27FC236}">
                  <a16:creationId xmlns:a16="http://schemas.microsoft.com/office/drawing/2014/main" id="{B4AA38F1-5580-2F4F-99B5-5C6413A534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25" name="Graphic 124" descr="Deciduous tree with solid fill">
              <a:extLst>
                <a:ext uri="{FF2B5EF4-FFF2-40B4-BE49-F238E27FC236}">
                  <a16:creationId xmlns:a16="http://schemas.microsoft.com/office/drawing/2014/main" id="{D5B45381-FD43-4598-1277-109F68A8F8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26" name="Graphic 125" descr="Deciduous tree with solid fill">
              <a:extLst>
                <a:ext uri="{FF2B5EF4-FFF2-40B4-BE49-F238E27FC236}">
                  <a16:creationId xmlns:a16="http://schemas.microsoft.com/office/drawing/2014/main" id="{937869A4-ACD8-F3AF-661B-9F6E9E8179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27" name="Graphic 126" descr="Deciduous tree with solid fill">
              <a:extLst>
                <a:ext uri="{FF2B5EF4-FFF2-40B4-BE49-F238E27FC236}">
                  <a16:creationId xmlns:a16="http://schemas.microsoft.com/office/drawing/2014/main" id="{D95C3ADB-F3D6-632A-41C2-DB3D42C7F8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28" name="Graphic 127" descr="Deciduous tree with solid fill">
              <a:extLst>
                <a:ext uri="{FF2B5EF4-FFF2-40B4-BE49-F238E27FC236}">
                  <a16:creationId xmlns:a16="http://schemas.microsoft.com/office/drawing/2014/main" id="{EB886317-09C1-1612-1B12-8361F4EF0E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29" name="Graphic 128" descr="Deciduous tree with solid fill">
              <a:extLst>
                <a:ext uri="{FF2B5EF4-FFF2-40B4-BE49-F238E27FC236}">
                  <a16:creationId xmlns:a16="http://schemas.microsoft.com/office/drawing/2014/main" id="{4582FD31-8BC8-305C-E7ED-8AF815D748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30" name="Graphic 129" descr="Deciduous tree with solid fill">
              <a:extLst>
                <a:ext uri="{FF2B5EF4-FFF2-40B4-BE49-F238E27FC236}">
                  <a16:creationId xmlns:a16="http://schemas.microsoft.com/office/drawing/2014/main" id="{AD602E4C-84F3-FE5F-6709-69EDDA3B10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7" y="2701929"/>
              <a:ext cx="209457" cy="196411"/>
            </a:xfrm>
            <a:prstGeom prst="rect">
              <a:avLst/>
            </a:prstGeom>
          </p:spPr>
        </p:pic>
        <p:pic>
          <p:nvPicPr>
            <p:cNvPr id="131" name="Graphic 130" descr="Deciduous tree with solid fill">
              <a:extLst>
                <a:ext uri="{FF2B5EF4-FFF2-40B4-BE49-F238E27FC236}">
                  <a16:creationId xmlns:a16="http://schemas.microsoft.com/office/drawing/2014/main" id="{011DC72A-4D6A-D3D8-B0E2-5C49879D2C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132" name="Graphic 131" descr="Deciduous tree with solid fill">
              <a:extLst>
                <a:ext uri="{FF2B5EF4-FFF2-40B4-BE49-F238E27FC236}">
                  <a16:creationId xmlns:a16="http://schemas.microsoft.com/office/drawing/2014/main" id="{45CFD6C7-DCD7-D68E-60FA-870CE3A201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133" name="Graphic 132" descr="Deciduous tree with solid fill">
              <a:extLst>
                <a:ext uri="{FF2B5EF4-FFF2-40B4-BE49-F238E27FC236}">
                  <a16:creationId xmlns:a16="http://schemas.microsoft.com/office/drawing/2014/main" id="{1BD502AE-6935-F0A9-5712-7362CEEC92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134" name="Graphic 133" descr="Deciduous tree with solid fill">
              <a:extLst>
                <a:ext uri="{FF2B5EF4-FFF2-40B4-BE49-F238E27FC236}">
                  <a16:creationId xmlns:a16="http://schemas.microsoft.com/office/drawing/2014/main" id="{39704121-637C-3DB6-7B83-61404549A2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35" name="Graphic 134" descr="Deciduous tree with solid fill">
              <a:extLst>
                <a:ext uri="{FF2B5EF4-FFF2-40B4-BE49-F238E27FC236}">
                  <a16:creationId xmlns:a16="http://schemas.microsoft.com/office/drawing/2014/main" id="{D1DE8ACE-E9BB-9DD1-7C4C-86C92B2DD1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36" name="Graphic 135" descr="Deciduous tree with solid fill">
              <a:extLst>
                <a:ext uri="{FF2B5EF4-FFF2-40B4-BE49-F238E27FC236}">
                  <a16:creationId xmlns:a16="http://schemas.microsoft.com/office/drawing/2014/main" id="{21E6D1E6-E4E0-3D98-255C-916B565F22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37" name="Graphic 136" descr="Deciduous tree with solid fill">
              <a:extLst>
                <a:ext uri="{FF2B5EF4-FFF2-40B4-BE49-F238E27FC236}">
                  <a16:creationId xmlns:a16="http://schemas.microsoft.com/office/drawing/2014/main" id="{5755D0D6-4DDE-470E-9157-E5B4789F3B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38" name="Graphic 137" descr="Deciduous tree with solid fill">
              <a:extLst>
                <a:ext uri="{FF2B5EF4-FFF2-40B4-BE49-F238E27FC236}">
                  <a16:creationId xmlns:a16="http://schemas.microsoft.com/office/drawing/2014/main" id="{1906C0A0-C46C-31D3-0A0F-FA6008FFC6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39" name="Graphic 138" descr="Deciduous tree with solid fill">
              <a:extLst>
                <a:ext uri="{FF2B5EF4-FFF2-40B4-BE49-F238E27FC236}">
                  <a16:creationId xmlns:a16="http://schemas.microsoft.com/office/drawing/2014/main" id="{0D81BB0D-7DA4-203B-5137-19A0F3F21D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6" y="3662226"/>
              <a:ext cx="209457" cy="196411"/>
            </a:xfrm>
            <a:prstGeom prst="rect">
              <a:avLst/>
            </a:prstGeom>
          </p:spPr>
        </p:pic>
        <p:pic>
          <p:nvPicPr>
            <p:cNvPr id="140" name="Graphic 139" descr="Deciduous tree with solid fill">
              <a:extLst>
                <a:ext uri="{FF2B5EF4-FFF2-40B4-BE49-F238E27FC236}">
                  <a16:creationId xmlns:a16="http://schemas.microsoft.com/office/drawing/2014/main" id="{297A36FC-BA93-1190-E25C-C723BE200B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41" name="Graphic 140" descr="Deciduous tree with solid fill">
              <a:extLst>
                <a:ext uri="{FF2B5EF4-FFF2-40B4-BE49-F238E27FC236}">
                  <a16:creationId xmlns:a16="http://schemas.microsoft.com/office/drawing/2014/main" id="{1C8389A8-7FFA-0A9B-6658-8BF5B568F9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42" name="Graphic 141" descr="Deciduous tree with solid fill">
              <a:extLst>
                <a:ext uri="{FF2B5EF4-FFF2-40B4-BE49-F238E27FC236}">
                  <a16:creationId xmlns:a16="http://schemas.microsoft.com/office/drawing/2014/main" id="{0551B49C-4EF1-F1EB-B808-B1BE43F52C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43" name="Graphic 142" descr="Deciduous tree with solid fill">
              <a:extLst>
                <a:ext uri="{FF2B5EF4-FFF2-40B4-BE49-F238E27FC236}">
                  <a16:creationId xmlns:a16="http://schemas.microsoft.com/office/drawing/2014/main" id="{413A28D1-EA8C-C380-9D1F-80046EC480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144" name="Graphic 143" descr="Deciduous tree with solid fill">
              <a:extLst>
                <a:ext uri="{FF2B5EF4-FFF2-40B4-BE49-F238E27FC236}">
                  <a16:creationId xmlns:a16="http://schemas.microsoft.com/office/drawing/2014/main" id="{862206B9-F165-528C-5029-9AED6C2B46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7" y="2948910"/>
              <a:ext cx="209457" cy="196411"/>
            </a:xfrm>
            <a:prstGeom prst="rect">
              <a:avLst/>
            </a:prstGeom>
          </p:spPr>
        </p:pic>
        <p:pic>
          <p:nvPicPr>
            <p:cNvPr id="145" name="Graphic 144" descr="Deciduous tree with solid fill">
              <a:extLst>
                <a:ext uri="{FF2B5EF4-FFF2-40B4-BE49-F238E27FC236}">
                  <a16:creationId xmlns:a16="http://schemas.microsoft.com/office/drawing/2014/main" id="{07731F4F-D2FF-FCB0-1247-321B975619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146" name="Graphic 145" descr="Deciduous tree with solid fill">
              <a:extLst>
                <a:ext uri="{FF2B5EF4-FFF2-40B4-BE49-F238E27FC236}">
                  <a16:creationId xmlns:a16="http://schemas.microsoft.com/office/drawing/2014/main" id="{45A41F7E-47EB-D34C-F0BB-F4B87AC49F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47" name="Graphic 146" descr="Deciduous tree with solid fill">
              <a:extLst>
                <a:ext uri="{FF2B5EF4-FFF2-40B4-BE49-F238E27FC236}">
                  <a16:creationId xmlns:a16="http://schemas.microsoft.com/office/drawing/2014/main" id="{9A340C30-1126-9C2B-336B-160792033A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48" name="Graphic 147" descr="Deciduous tree with solid fill">
              <a:extLst>
                <a:ext uri="{FF2B5EF4-FFF2-40B4-BE49-F238E27FC236}">
                  <a16:creationId xmlns:a16="http://schemas.microsoft.com/office/drawing/2014/main" id="{A6863724-A6F7-5A54-CA1E-FBD60AB3AC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49" name="Graphic 148" descr="Deciduous tree with solid fill">
              <a:extLst>
                <a:ext uri="{FF2B5EF4-FFF2-40B4-BE49-F238E27FC236}">
                  <a16:creationId xmlns:a16="http://schemas.microsoft.com/office/drawing/2014/main" id="{1D04A801-1D82-6FEF-1164-DE3F17E919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50" name="Graphic 149" descr="Deciduous tree with solid fill">
              <a:extLst>
                <a:ext uri="{FF2B5EF4-FFF2-40B4-BE49-F238E27FC236}">
                  <a16:creationId xmlns:a16="http://schemas.microsoft.com/office/drawing/2014/main" id="{612E194E-9A08-74F0-1BA6-E783805786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51" name="Graphic 150" descr="Deciduous tree with solid fill">
              <a:extLst>
                <a:ext uri="{FF2B5EF4-FFF2-40B4-BE49-F238E27FC236}">
                  <a16:creationId xmlns:a16="http://schemas.microsoft.com/office/drawing/2014/main" id="{58FA5F21-90C3-14C7-0F67-B06DE711A9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2" name="Graphic 151" descr="Deciduous tree with solid fill">
              <a:extLst>
                <a:ext uri="{FF2B5EF4-FFF2-40B4-BE49-F238E27FC236}">
                  <a16:creationId xmlns:a16="http://schemas.microsoft.com/office/drawing/2014/main" id="{95BC8157-80C1-FE02-8540-B1AFA8DEF6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3" name="Graphic 152" descr="Deciduous tree with solid fill">
              <a:extLst>
                <a:ext uri="{FF2B5EF4-FFF2-40B4-BE49-F238E27FC236}">
                  <a16:creationId xmlns:a16="http://schemas.microsoft.com/office/drawing/2014/main" id="{4AEEA1F5-2040-CCD3-8508-292F4762B8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154" name="Graphic 153" descr="Deciduous tree with solid fill">
              <a:extLst>
                <a:ext uri="{FF2B5EF4-FFF2-40B4-BE49-F238E27FC236}">
                  <a16:creationId xmlns:a16="http://schemas.microsoft.com/office/drawing/2014/main" id="{619C51E4-55E8-2EE2-9F87-0699C76FE8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155" name="Graphic 154" descr="Deciduous tree with solid fill">
              <a:extLst>
                <a:ext uri="{FF2B5EF4-FFF2-40B4-BE49-F238E27FC236}">
                  <a16:creationId xmlns:a16="http://schemas.microsoft.com/office/drawing/2014/main" id="{34B4DC1F-BEAE-A2A7-E03B-A5CF86AC1B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56" name="Graphic 155" descr="Deciduous tree with solid fill">
              <a:extLst>
                <a:ext uri="{FF2B5EF4-FFF2-40B4-BE49-F238E27FC236}">
                  <a16:creationId xmlns:a16="http://schemas.microsoft.com/office/drawing/2014/main" id="{4DEE1E29-7FE0-4E82-53FC-3B8599B198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57" name="Graphic 156" descr="Deciduous tree with solid fill">
              <a:extLst>
                <a:ext uri="{FF2B5EF4-FFF2-40B4-BE49-F238E27FC236}">
                  <a16:creationId xmlns:a16="http://schemas.microsoft.com/office/drawing/2014/main" id="{3C5EBA1B-E93F-BA3C-38D7-DBD8AC3EEE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58" name="Graphic 157" descr="Deciduous tree with solid fill">
              <a:extLst>
                <a:ext uri="{FF2B5EF4-FFF2-40B4-BE49-F238E27FC236}">
                  <a16:creationId xmlns:a16="http://schemas.microsoft.com/office/drawing/2014/main" id="{53C5E96B-7639-E89A-2FC2-2E6F480DC3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59" name="Graphic 158" descr="Deciduous tree with solid fill">
              <a:extLst>
                <a:ext uri="{FF2B5EF4-FFF2-40B4-BE49-F238E27FC236}">
                  <a16:creationId xmlns:a16="http://schemas.microsoft.com/office/drawing/2014/main" id="{DB2D5467-AB7D-E196-68F5-5D4B93F819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60" name="Graphic 159" descr="Deciduous tree with solid fill">
              <a:extLst>
                <a:ext uri="{FF2B5EF4-FFF2-40B4-BE49-F238E27FC236}">
                  <a16:creationId xmlns:a16="http://schemas.microsoft.com/office/drawing/2014/main" id="{38F2DFA6-B4CF-BD23-5A36-420B25C795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61" name="Graphic 160" descr="Deciduous tree with solid fill">
              <a:extLst>
                <a:ext uri="{FF2B5EF4-FFF2-40B4-BE49-F238E27FC236}">
                  <a16:creationId xmlns:a16="http://schemas.microsoft.com/office/drawing/2014/main" id="{A983384E-020B-A7C7-6E72-92F847E871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62" name="Graphic 161" descr="Deciduous tree with solid fill">
              <a:extLst>
                <a:ext uri="{FF2B5EF4-FFF2-40B4-BE49-F238E27FC236}">
                  <a16:creationId xmlns:a16="http://schemas.microsoft.com/office/drawing/2014/main" id="{E67618DC-07C2-F381-E2BA-AE3E835427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63" name="Graphic 162" descr="Deciduous tree with solid fill">
              <a:extLst>
                <a:ext uri="{FF2B5EF4-FFF2-40B4-BE49-F238E27FC236}">
                  <a16:creationId xmlns:a16="http://schemas.microsoft.com/office/drawing/2014/main" id="{BAF1CFED-2A1B-921C-FFCE-D8D209A2B9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164" name="Graphic 163" descr="Deciduous tree with solid fill">
              <a:extLst>
                <a:ext uri="{FF2B5EF4-FFF2-40B4-BE49-F238E27FC236}">
                  <a16:creationId xmlns:a16="http://schemas.microsoft.com/office/drawing/2014/main" id="{BE9EF81B-C7BF-A12C-B19D-13277F49D2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165" name="Graphic 164" descr="Deciduous tree with solid fill">
              <a:extLst>
                <a:ext uri="{FF2B5EF4-FFF2-40B4-BE49-F238E27FC236}">
                  <a16:creationId xmlns:a16="http://schemas.microsoft.com/office/drawing/2014/main" id="{C3D6F3D5-FBB7-8730-5542-B2E9563677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166" name="Graphic 165" descr="Deciduous tree with solid fill">
              <a:extLst>
                <a:ext uri="{FF2B5EF4-FFF2-40B4-BE49-F238E27FC236}">
                  <a16:creationId xmlns:a16="http://schemas.microsoft.com/office/drawing/2014/main" id="{5A036A3B-8FA6-7BF1-204A-50C5BA2884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67" name="Graphic 166" descr="Deciduous tree with solid fill">
              <a:extLst>
                <a:ext uri="{FF2B5EF4-FFF2-40B4-BE49-F238E27FC236}">
                  <a16:creationId xmlns:a16="http://schemas.microsoft.com/office/drawing/2014/main" id="{298D81CC-D244-09E2-D15B-5F401B99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68" name="Graphic 167" descr="Deciduous tree with solid fill">
              <a:extLst>
                <a:ext uri="{FF2B5EF4-FFF2-40B4-BE49-F238E27FC236}">
                  <a16:creationId xmlns:a16="http://schemas.microsoft.com/office/drawing/2014/main" id="{243D6520-247A-29C6-EF17-F41BDA4B56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69" name="Graphic 168" descr="Deciduous tree with solid fill">
              <a:extLst>
                <a:ext uri="{FF2B5EF4-FFF2-40B4-BE49-F238E27FC236}">
                  <a16:creationId xmlns:a16="http://schemas.microsoft.com/office/drawing/2014/main" id="{4A212048-C9DC-4DB1-24E2-9F8399E921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5" y="3415245"/>
              <a:ext cx="209457" cy="196411"/>
            </a:xfrm>
            <a:prstGeom prst="rect">
              <a:avLst/>
            </a:prstGeom>
          </p:spPr>
        </p:pic>
        <p:pic>
          <p:nvPicPr>
            <p:cNvPr id="170" name="Graphic 169" descr="Deciduous tree with solid fill">
              <a:extLst>
                <a:ext uri="{FF2B5EF4-FFF2-40B4-BE49-F238E27FC236}">
                  <a16:creationId xmlns:a16="http://schemas.microsoft.com/office/drawing/2014/main" id="{D72A9DF2-B8E9-7897-E9DC-8BEE106780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71" name="Graphic 170" descr="Deciduous tree with solid fill">
              <a:extLst>
                <a:ext uri="{FF2B5EF4-FFF2-40B4-BE49-F238E27FC236}">
                  <a16:creationId xmlns:a16="http://schemas.microsoft.com/office/drawing/2014/main" id="{B1B3EAAA-C416-BD26-92A4-C62F46C05D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6" y="3662226"/>
              <a:ext cx="209457" cy="196411"/>
            </a:xfrm>
            <a:prstGeom prst="rect">
              <a:avLst/>
            </a:prstGeom>
          </p:spPr>
        </p:pic>
        <p:pic>
          <p:nvPicPr>
            <p:cNvPr id="172" name="Graphic 171" descr="Deciduous tree with solid fill">
              <a:extLst>
                <a:ext uri="{FF2B5EF4-FFF2-40B4-BE49-F238E27FC236}">
                  <a16:creationId xmlns:a16="http://schemas.microsoft.com/office/drawing/2014/main" id="{F5768AE4-1A77-27D2-7B33-3025E83E8F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73" name="Graphic 172" descr="Deciduous tree with solid fill">
              <a:extLst>
                <a:ext uri="{FF2B5EF4-FFF2-40B4-BE49-F238E27FC236}">
                  <a16:creationId xmlns:a16="http://schemas.microsoft.com/office/drawing/2014/main" id="{E299EA45-9E3A-F45B-F44C-453D275731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74" name="Graphic 173" descr="Deciduous tree with solid fill">
              <a:extLst>
                <a:ext uri="{FF2B5EF4-FFF2-40B4-BE49-F238E27FC236}">
                  <a16:creationId xmlns:a16="http://schemas.microsoft.com/office/drawing/2014/main" id="{054BD505-7B85-88BB-3877-69CB0F67B1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75" name="Graphic 174" descr="Deciduous tree with solid fill">
              <a:extLst>
                <a:ext uri="{FF2B5EF4-FFF2-40B4-BE49-F238E27FC236}">
                  <a16:creationId xmlns:a16="http://schemas.microsoft.com/office/drawing/2014/main" id="{A25B7F28-586C-DC83-ECE8-D1EE3DF927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8" y="2948910"/>
              <a:ext cx="209457" cy="196411"/>
            </a:xfrm>
            <a:prstGeom prst="rect">
              <a:avLst/>
            </a:prstGeom>
          </p:spPr>
        </p:pic>
        <p:pic>
          <p:nvPicPr>
            <p:cNvPr id="176" name="Graphic 175" descr="Deciduous tree with solid fill">
              <a:extLst>
                <a:ext uri="{FF2B5EF4-FFF2-40B4-BE49-F238E27FC236}">
                  <a16:creationId xmlns:a16="http://schemas.microsoft.com/office/drawing/2014/main" id="{A9877C9F-5E84-17BE-495B-DEC0FC11D5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3" y="3072401"/>
              <a:ext cx="209457" cy="196411"/>
            </a:xfrm>
            <a:prstGeom prst="rect">
              <a:avLst/>
            </a:prstGeom>
          </p:spPr>
        </p:pic>
        <p:pic>
          <p:nvPicPr>
            <p:cNvPr id="177" name="Graphic 176" descr="Deciduous tree with solid fill">
              <a:extLst>
                <a:ext uri="{FF2B5EF4-FFF2-40B4-BE49-F238E27FC236}">
                  <a16:creationId xmlns:a16="http://schemas.microsoft.com/office/drawing/2014/main" id="{59ED6FD5-5AAA-40BD-910B-2073199A8E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8" y="3195893"/>
              <a:ext cx="209457" cy="196411"/>
            </a:xfrm>
            <a:prstGeom prst="rect">
              <a:avLst/>
            </a:prstGeom>
          </p:spPr>
        </p:pic>
        <p:pic>
          <p:nvPicPr>
            <p:cNvPr id="178" name="Graphic 177" descr="Deciduous tree with solid fill">
              <a:extLst>
                <a:ext uri="{FF2B5EF4-FFF2-40B4-BE49-F238E27FC236}">
                  <a16:creationId xmlns:a16="http://schemas.microsoft.com/office/drawing/2014/main" id="{CD9D0425-C97B-727B-B4B3-242E73941D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3" y="3319384"/>
              <a:ext cx="209457" cy="196411"/>
            </a:xfrm>
            <a:prstGeom prst="rect">
              <a:avLst/>
            </a:prstGeom>
          </p:spPr>
        </p:pic>
        <p:pic>
          <p:nvPicPr>
            <p:cNvPr id="179" name="Graphic 178" descr="Deciduous tree with solid fill">
              <a:extLst>
                <a:ext uri="{FF2B5EF4-FFF2-40B4-BE49-F238E27FC236}">
                  <a16:creationId xmlns:a16="http://schemas.microsoft.com/office/drawing/2014/main" id="{0D7A8F9F-184B-C864-A433-F257EFE9CC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80" name="Graphic 179" descr="Deciduous tree with solid fill">
              <a:extLst>
                <a:ext uri="{FF2B5EF4-FFF2-40B4-BE49-F238E27FC236}">
                  <a16:creationId xmlns:a16="http://schemas.microsoft.com/office/drawing/2014/main" id="{B388266F-B3D1-08C2-77BF-92D2115D50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81" name="Graphic 180" descr="Deciduous tree with solid fill">
              <a:extLst>
                <a:ext uri="{FF2B5EF4-FFF2-40B4-BE49-F238E27FC236}">
                  <a16:creationId xmlns:a16="http://schemas.microsoft.com/office/drawing/2014/main" id="{63DDE076-D8FF-1D99-A654-F54BFC5FBE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82" name="Graphic 181" descr="Deciduous tree with solid fill">
              <a:extLst>
                <a:ext uri="{FF2B5EF4-FFF2-40B4-BE49-F238E27FC236}">
                  <a16:creationId xmlns:a16="http://schemas.microsoft.com/office/drawing/2014/main" id="{562C5663-CE8B-4447-EEF5-9C330CEDD9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83" name="Graphic 182" descr="Deciduous tree with solid fill">
              <a:extLst>
                <a:ext uri="{FF2B5EF4-FFF2-40B4-BE49-F238E27FC236}">
                  <a16:creationId xmlns:a16="http://schemas.microsoft.com/office/drawing/2014/main" id="{AAB219E8-F783-0ABF-6BB0-3877ABE7F9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84" name="Graphic 183" descr="Deciduous tree with solid fill">
              <a:extLst>
                <a:ext uri="{FF2B5EF4-FFF2-40B4-BE49-F238E27FC236}">
                  <a16:creationId xmlns:a16="http://schemas.microsoft.com/office/drawing/2014/main" id="{8DB79026-4FCD-E49F-C4BF-265FFB3979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6" y="2860873"/>
              <a:ext cx="209457" cy="196411"/>
            </a:xfrm>
            <a:prstGeom prst="rect">
              <a:avLst/>
            </a:prstGeom>
          </p:spPr>
        </p:pic>
        <p:pic>
          <p:nvPicPr>
            <p:cNvPr id="185" name="Graphic 184" descr="Deciduous tree with solid fill">
              <a:extLst>
                <a:ext uri="{FF2B5EF4-FFF2-40B4-BE49-F238E27FC236}">
                  <a16:creationId xmlns:a16="http://schemas.microsoft.com/office/drawing/2014/main" id="{7DFF2A01-0F2D-681B-CE9D-B31E087D4B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86" name="Graphic 185" descr="Deciduous tree with solid fill">
              <a:extLst>
                <a:ext uri="{FF2B5EF4-FFF2-40B4-BE49-F238E27FC236}">
                  <a16:creationId xmlns:a16="http://schemas.microsoft.com/office/drawing/2014/main" id="{B3E2E9E4-60C7-4432-180F-3C943C083D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87" name="Graphic 186" descr="Deciduous tree with solid fill">
              <a:extLst>
                <a:ext uri="{FF2B5EF4-FFF2-40B4-BE49-F238E27FC236}">
                  <a16:creationId xmlns:a16="http://schemas.microsoft.com/office/drawing/2014/main" id="{974E4829-44D1-5CFA-5A3E-CB4937ABD1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88" name="Graphic 187" descr="Deciduous tree with solid fill">
              <a:extLst>
                <a:ext uri="{FF2B5EF4-FFF2-40B4-BE49-F238E27FC236}">
                  <a16:creationId xmlns:a16="http://schemas.microsoft.com/office/drawing/2014/main" id="{9913624E-6C1C-29C0-7080-EF2342ED35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3" y="3354837"/>
              <a:ext cx="209457" cy="196411"/>
            </a:xfrm>
            <a:prstGeom prst="rect">
              <a:avLst/>
            </a:prstGeom>
          </p:spPr>
        </p:pic>
        <p:pic>
          <p:nvPicPr>
            <p:cNvPr id="189" name="Graphic 188" descr="Deciduous tree with solid fill">
              <a:extLst>
                <a:ext uri="{FF2B5EF4-FFF2-40B4-BE49-F238E27FC236}">
                  <a16:creationId xmlns:a16="http://schemas.microsoft.com/office/drawing/2014/main" id="{523A34BA-3392-25DF-E3CF-3EC6C45CBC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8" y="3478328"/>
              <a:ext cx="209457" cy="196411"/>
            </a:xfrm>
            <a:prstGeom prst="rect">
              <a:avLst/>
            </a:prstGeom>
          </p:spPr>
        </p:pic>
        <p:pic>
          <p:nvPicPr>
            <p:cNvPr id="190" name="Graphic 189" descr="Deciduous tree with solid fill">
              <a:extLst>
                <a:ext uri="{FF2B5EF4-FFF2-40B4-BE49-F238E27FC236}">
                  <a16:creationId xmlns:a16="http://schemas.microsoft.com/office/drawing/2014/main" id="{6FA5B4F7-ABCE-8462-CCF7-D30261D44F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3" y="3601820"/>
              <a:ext cx="209457" cy="196411"/>
            </a:xfrm>
            <a:prstGeom prst="rect">
              <a:avLst/>
            </a:prstGeom>
          </p:spPr>
        </p:pic>
        <p:pic>
          <p:nvPicPr>
            <p:cNvPr id="191" name="Graphic 190" descr="Deciduous tree with solid fill">
              <a:extLst>
                <a:ext uri="{FF2B5EF4-FFF2-40B4-BE49-F238E27FC236}">
                  <a16:creationId xmlns:a16="http://schemas.microsoft.com/office/drawing/2014/main" id="{35D9BA62-6666-0DBE-16B4-3F58BE56A2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8" y="3725311"/>
              <a:ext cx="209457" cy="196411"/>
            </a:xfrm>
            <a:prstGeom prst="rect">
              <a:avLst/>
            </a:prstGeom>
          </p:spPr>
        </p:pic>
        <p:pic>
          <p:nvPicPr>
            <p:cNvPr id="192" name="Graphic 191" descr="Deciduous tree with solid fill">
              <a:extLst>
                <a:ext uri="{FF2B5EF4-FFF2-40B4-BE49-F238E27FC236}">
                  <a16:creationId xmlns:a16="http://schemas.microsoft.com/office/drawing/2014/main" id="{0114C809-7241-61F2-5392-27E3BA64F2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3" y="3848803"/>
              <a:ext cx="209457" cy="196411"/>
            </a:xfrm>
            <a:prstGeom prst="rect">
              <a:avLst/>
            </a:prstGeom>
          </p:spPr>
        </p:pic>
        <p:pic>
          <p:nvPicPr>
            <p:cNvPr id="193" name="Graphic 192" descr="Deciduous tree with solid fill">
              <a:extLst>
                <a:ext uri="{FF2B5EF4-FFF2-40B4-BE49-F238E27FC236}">
                  <a16:creationId xmlns:a16="http://schemas.microsoft.com/office/drawing/2014/main" id="{482E1C7F-73D4-A588-C935-AE5E0B41C0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8" y="2948910"/>
              <a:ext cx="209457" cy="196411"/>
            </a:xfrm>
            <a:prstGeom prst="rect">
              <a:avLst/>
            </a:prstGeom>
          </p:spPr>
        </p:pic>
        <p:pic>
          <p:nvPicPr>
            <p:cNvPr id="194" name="Graphic 193" descr="Deciduous tree with solid fill">
              <a:extLst>
                <a:ext uri="{FF2B5EF4-FFF2-40B4-BE49-F238E27FC236}">
                  <a16:creationId xmlns:a16="http://schemas.microsoft.com/office/drawing/2014/main" id="{B49D5AF6-73C0-7264-599D-F617F0D3F1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195" name="Graphic 194" descr="Deciduous tree with solid fill">
              <a:extLst>
                <a:ext uri="{FF2B5EF4-FFF2-40B4-BE49-F238E27FC236}">
                  <a16:creationId xmlns:a16="http://schemas.microsoft.com/office/drawing/2014/main" id="{86676A8F-E4F3-FCC8-7299-3AF061BD2E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196" name="Graphic 195" descr="Deciduous tree with solid fill">
              <a:extLst>
                <a:ext uri="{FF2B5EF4-FFF2-40B4-BE49-F238E27FC236}">
                  <a16:creationId xmlns:a16="http://schemas.microsoft.com/office/drawing/2014/main" id="{8718F0FA-DBDA-9920-3C5A-26F33AE0B2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97" name="Graphic 196" descr="Deciduous tree with solid fill">
              <a:extLst>
                <a:ext uri="{FF2B5EF4-FFF2-40B4-BE49-F238E27FC236}">
                  <a16:creationId xmlns:a16="http://schemas.microsoft.com/office/drawing/2014/main" id="{E40E0574-CB08-EAF1-318A-ABB3B47352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98" name="Graphic 197" descr="Deciduous tree with solid fill">
              <a:extLst>
                <a:ext uri="{FF2B5EF4-FFF2-40B4-BE49-F238E27FC236}">
                  <a16:creationId xmlns:a16="http://schemas.microsoft.com/office/drawing/2014/main" id="{F662FEA1-DAB6-D005-0871-A144649120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99" name="Graphic 198" descr="Deciduous tree with solid fill">
              <a:extLst>
                <a:ext uri="{FF2B5EF4-FFF2-40B4-BE49-F238E27FC236}">
                  <a16:creationId xmlns:a16="http://schemas.microsoft.com/office/drawing/2014/main" id="{9F39D873-C124-980C-9ABC-0FF52AEF94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200" name="Graphic 199" descr="Deciduous tree with solid fill">
              <a:extLst>
                <a:ext uri="{FF2B5EF4-FFF2-40B4-BE49-F238E27FC236}">
                  <a16:creationId xmlns:a16="http://schemas.microsoft.com/office/drawing/2014/main" id="{59EBA73B-A461-6F85-E845-7DD4D618D4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201" name="Graphic 200" descr="Deciduous tree with solid fill">
              <a:extLst>
                <a:ext uri="{FF2B5EF4-FFF2-40B4-BE49-F238E27FC236}">
                  <a16:creationId xmlns:a16="http://schemas.microsoft.com/office/drawing/2014/main" id="{C3EDE5D2-045C-306C-753E-1698A17758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202" name="Graphic 201" descr="Deciduous tree with solid fill">
              <a:extLst>
                <a:ext uri="{FF2B5EF4-FFF2-40B4-BE49-F238E27FC236}">
                  <a16:creationId xmlns:a16="http://schemas.microsoft.com/office/drawing/2014/main" id="{A35D8FF6-C6DC-2B23-13ED-DC4C2EB7D8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203" name="Graphic 202" descr="Deciduous tree with solid fill">
              <a:extLst>
                <a:ext uri="{FF2B5EF4-FFF2-40B4-BE49-F238E27FC236}">
                  <a16:creationId xmlns:a16="http://schemas.microsoft.com/office/drawing/2014/main" id="{10067742-FB78-B9E4-093A-94E28416F3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204" name="Graphic 203" descr="Deciduous tree with solid fill">
              <a:extLst>
                <a:ext uri="{FF2B5EF4-FFF2-40B4-BE49-F238E27FC236}">
                  <a16:creationId xmlns:a16="http://schemas.microsoft.com/office/drawing/2014/main" id="{AAF2BADC-68ED-505F-A552-F86240DAD9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205" name="Graphic 204" descr="Deciduous tree with solid fill">
              <a:extLst>
                <a:ext uri="{FF2B5EF4-FFF2-40B4-BE49-F238E27FC236}">
                  <a16:creationId xmlns:a16="http://schemas.microsoft.com/office/drawing/2014/main" id="{A7DE5576-64B4-7F48-2352-E8B15B8105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206" name="Graphic 205" descr="Deciduous tree with solid fill">
              <a:extLst>
                <a:ext uri="{FF2B5EF4-FFF2-40B4-BE49-F238E27FC236}">
                  <a16:creationId xmlns:a16="http://schemas.microsoft.com/office/drawing/2014/main" id="{D3F8DE67-9B1C-96B2-CC69-3C53FEE5E2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207" name="Graphic 206" descr="Deciduous tree with solid fill">
              <a:extLst>
                <a:ext uri="{FF2B5EF4-FFF2-40B4-BE49-F238E27FC236}">
                  <a16:creationId xmlns:a16="http://schemas.microsoft.com/office/drawing/2014/main" id="{7064EA79-9DD1-1EBD-A359-65A1C6D045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208" name="Graphic 207" descr="Deciduous tree with solid fill">
              <a:extLst>
                <a:ext uri="{FF2B5EF4-FFF2-40B4-BE49-F238E27FC236}">
                  <a16:creationId xmlns:a16="http://schemas.microsoft.com/office/drawing/2014/main" id="{B7C0CE43-117A-97AD-8248-FC8FB343B5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209" name="Graphic 208" descr="Deciduous tree with solid fill">
              <a:extLst>
                <a:ext uri="{FF2B5EF4-FFF2-40B4-BE49-F238E27FC236}">
                  <a16:creationId xmlns:a16="http://schemas.microsoft.com/office/drawing/2014/main" id="{399F284F-A79B-1945-5531-6605617906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210" name="Graphic 209" descr="Deciduous tree with solid fill">
              <a:extLst>
                <a:ext uri="{FF2B5EF4-FFF2-40B4-BE49-F238E27FC236}">
                  <a16:creationId xmlns:a16="http://schemas.microsoft.com/office/drawing/2014/main" id="{C2531250-70EB-783D-5B1C-A514610B27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211" name="Graphic 210" descr="Deciduous tree with solid fill">
              <a:extLst>
                <a:ext uri="{FF2B5EF4-FFF2-40B4-BE49-F238E27FC236}">
                  <a16:creationId xmlns:a16="http://schemas.microsoft.com/office/drawing/2014/main" id="{498655F5-D71F-2A9D-E1F5-1014DA619D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212" name="Graphic 211" descr="Deciduous tree with solid fill">
              <a:extLst>
                <a:ext uri="{FF2B5EF4-FFF2-40B4-BE49-F238E27FC236}">
                  <a16:creationId xmlns:a16="http://schemas.microsoft.com/office/drawing/2014/main" id="{2688E974-085D-AD61-EC52-192996A7C6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213" name="Graphic 212" descr="Deciduous tree with solid fill">
              <a:extLst>
                <a:ext uri="{FF2B5EF4-FFF2-40B4-BE49-F238E27FC236}">
                  <a16:creationId xmlns:a16="http://schemas.microsoft.com/office/drawing/2014/main" id="{1C770545-4568-0A71-2D55-A4C21D1F38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214" name="Graphic 213" descr="Deciduous tree with solid fill">
              <a:extLst>
                <a:ext uri="{FF2B5EF4-FFF2-40B4-BE49-F238E27FC236}">
                  <a16:creationId xmlns:a16="http://schemas.microsoft.com/office/drawing/2014/main" id="{82C65971-10EE-D4C2-7032-A1342D29FC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215" name="Graphic 214" descr="Deciduous tree with solid fill">
              <a:extLst>
                <a:ext uri="{FF2B5EF4-FFF2-40B4-BE49-F238E27FC236}">
                  <a16:creationId xmlns:a16="http://schemas.microsoft.com/office/drawing/2014/main" id="{FF3CB4CC-1E46-D075-A13B-9889A9BD6F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216" name="Graphic 215" descr="Deciduous tree with solid fill">
              <a:extLst>
                <a:ext uri="{FF2B5EF4-FFF2-40B4-BE49-F238E27FC236}">
                  <a16:creationId xmlns:a16="http://schemas.microsoft.com/office/drawing/2014/main" id="{3CEB2A9D-A467-009C-111E-8941F61A73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217" name="Graphic 216" descr="Deciduous tree with solid fill">
              <a:extLst>
                <a:ext uri="{FF2B5EF4-FFF2-40B4-BE49-F238E27FC236}">
                  <a16:creationId xmlns:a16="http://schemas.microsoft.com/office/drawing/2014/main" id="{4C26194A-493F-BBDA-D06A-F17FA13FE2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218" name="Graphic 217" descr="Deciduous tree with solid fill">
              <a:extLst>
                <a:ext uri="{FF2B5EF4-FFF2-40B4-BE49-F238E27FC236}">
                  <a16:creationId xmlns:a16="http://schemas.microsoft.com/office/drawing/2014/main" id="{D4B211E7-D310-3640-E022-197264745C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219" name="Graphic 218" descr="Deciduous tree with solid fill">
              <a:extLst>
                <a:ext uri="{FF2B5EF4-FFF2-40B4-BE49-F238E27FC236}">
                  <a16:creationId xmlns:a16="http://schemas.microsoft.com/office/drawing/2014/main" id="{C3AEB3AC-79CA-6DAE-457F-424A4B80C8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220" name="Graphic 219" descr="Deciduous tree with solid fill">
              <a:extLst>
                <a:ext uri="{FF2B5EF4-FFF2-40B4-BE49-F238E27FC236}">
                  <a16:creationId xmlns:a16="http://schemas.microsoft.com/office/drawing/2014/main" id="{7D8E3A91-1527-BC6F-5CF4-11FAA38BCD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221" name="Graphic 220" descr="Deciduous tree with solid fill">
              <a:extLst>
                <a:ext uri="{FF2B5EF4-FFF2-40B4-BE49-F238E27FC236}">
                  <a16:creationId xmlns:a16="http://schemas.microsoft.com/office/drawing/2014/main" id="{2176B905-CBC8-4517-119B-14CE1A089B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222" name="Graphic 221" descr="Deciduous tree with solid fill">
              <a:extLst>
                <a:ext uri="{FF2B5EF4-FFF2-40B4-BE49-F238E27FC236}">
                  <a16:creationId xmlns:a16="http://schemas.microsoft.com/office/drawing/2014/main" id="{9F708458-7AEB-9D60-FCA6-947F6B3C27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223" name="Graphic 222" descr="Deciduous tree with solid fill">
              <a:extLst>
                <a:ext uri="{FF2B5EF4-FFF2-40B4-BE49-F238E27FC236}">
                  <a16:creationId xmlns:a16="http://schemas.microsoft.com/office/drawing/2014/main" id="{8E40F3DF-9A27-2FFA-D20E-685B26B6AF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224" name="Graphic 223" descr="Deciduous tree with solid fill">
              <a:extLst>
                <a:ext uri="{FF2B5EF4-FFF2-40B4-BE49-F238E27FC236}">
                  <a16:creationId xmlns:a16="http://schemas.microsoft.com/office/drawing/2014/main" id="{8F3154D9-024B-21F1-32DB-D3A4E0E78B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225" name="Graphic 224" descr="Deciduous tree with solid fill">
              <a:extLst>
                <a:ext uri="{FF2B5EF4-FFF2-40B4-BE49-F238E27FC236}">
                  <a16:creationId xmlns:a16="http://schemas.microsoft.com/office/drawing/2014/main" id="{2259E10F-1126-98F9-3EA8-77F6F0CD78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226" name="Graphic 225" descr="Deciduous tree with solid fill">
              <a:extLst>
                <a:ext uri="{FF2B5EF4-FFF2-40B4-BE49-F238E27FC236}">
                  <a16:creationId xmlns:a16="http://schemas.microsoft.com/office/drawing/2014/main" id="{11FDCFE2-9656-CA20-0845-4BA3A249BF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227" name="Graphic 226" descr="Deciduous tree with solid fill">
              <a:extLst>
                <a:ext uri="{FF2B5EF4-FFF2-40B4-BE49-F238E27FC236}">
                  <a16:creationId xmlns:a16="http://schemas.microsoft.com/office/drawing/2014/main" id="{9EF48A17-607E-93C8-2BBC-C38E33A331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228" name="Graphic 227" descr="Deciduous tree with solid fill">
              <a:extLst>
                <a:ext uri="{FF2B5EF4-FFF2-40B4-BE49-F238E27FC236}">
                  <a16:creationId xmlns:a16="http://schemas.microsoft.com/office/drawing/2014/main" id="{D7F510A8-C261-C37C-32CB-892BB722EC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229" name="Graphic 228" descr="Deciduous tree with solid fill">
              <a:extLst>
                <a:ext uri="{FF2B5EF4-FFF2-40B4-BE49-F238E27FC236}">
                  <a16:creationId xmlns:a16="http://schemas.microsoft.com/office/drawing/2014/main" id="{0763CF1F-0A84-EF61-2199-14A1D6CCE6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230" name="Graphic 229" descr="Deciduous tree with solid fill">
              <a:extLst>
                <a:ext uri="{FF2B5EF4-FFF2-40B4-BE49-F238E27FC236}">
                  <a16:creationId xmlns:a16="http://schemas.microsoft.com/office/drawing/2014/main" id="{08079984-B11F-E6A5-08C3-FE1A8EDEB8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231" name="Graphic 230" descr="Deciduous tree with solid fill">
              <a:extLst>
                <a:ext uri="{FF2B5EF4-FFF2-40B4-BE49-F238E27FC236}">
                  <a16:creationId xmlns:a16="http://schemas.microsoft.com/office/drawing/2014/main" id="{E1EC74F4-7A2E-F032-F3AD-FA6D32077C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232" name="Graphic 231" descr="Deciduous tree with solid fill">
              <a:extLst>
                <a:ext uri="{FF2B5EF4-FFF2-40B4-BE49-F238E27FC236}">
                  <a16:creationId xmlns:a16="http://schemas.microsoft.com/office/drawing/2014/main" id="{2A50982B-EA1B-F9BE-4868-EE4E942270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233" name="Graphic 232" descr="Deciduous tree with solid fill">
              <a:extLst>
                <a:ext uri="{FF2B5EF4-FFF2-40B4-BE49-F238E27FC236}">
                  <a16:creationId xmlns:a16="http://schemas.microsoft.com/office/drawing/2014/main" id="{94F4A871-B55C-F4F7-D6D4-D5B0C1779D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234" name="Graphic 233" descr="Deciduous tree with solid fill">
              <a:extLst>
                <a:ext uri="{FF2B5EF4-FFF2-40B4-BE49-F238E27FC236}">
                  <a16:creationId xmlns:a16="http://schemas.microsoft.com/office/drawing/2014/main" id="{13A7D6BA-95DA-4E02-2D60-AC076A76AE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235" name="Graphic 234" descr="Deciduous tree with solid fill">
              <a:extLst>
                <a:ext uri="{FF2B5EF4-FFF2-40B4-BE49-F238E27FC236}">
                  <a16:creationId xmlns:a16="http://schemas.microsoft.com/office/drawing/2014/main" id="{F07EC62B-C7F6-810A-4A68-2CF5FCD198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236" name="Graphic 235" descr="Deciduous tree with solid fill">
              <a:extLst>
                <a:ext uri="{FF2B5EF4-FFF2-40B4-BE49-F238E27FC236}">
                  <a16:creationId xmlns:a16="http://schemas.microsoft.com/office/drawing/2014/main" id="{045DA1CE-EE81-670F-7372-02C0399051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237" name="Graphic 236" descr="Deciduous tree with solid fill">
              <a:extLst>
                <a:ext uri="{FF2B5EF4-FFF2-40B4-BE49-F238E27FC236}">
                  <a16:creationId xmlns:a16="http://schemas.microsoft.com/office/drawing/2014/main" id="{A7219C4D-C7A0-517D-9A79-B54AFB2E12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238" name="Graphic 237" descr="Deciduous tree with solid fill">
              <a:extLst>
                <a:ext uri="{FF2B5EF4-FFF2-40B4-BE49-F238E27FC236}">
                  <a16:creationId xmlns:a16="http://schemas.microsoft.com/office/drawing/2014/main" id="{CF0E0DD9-E6A1-D0B6-E9C4-98CB5BADF4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239" name="Graphic 238" descr="Deciduous tree with solid fill">
              <a:extLst>
                <a:ext uri="{FF2B5EF4-FFF2-40B4-BE49-F238E27FC236}">
                  <a16:creationId xmlns:a16="http://schemas.microsoft.com/office/drawing/2014/main" id="{F08DE2A8-10EF-42E1-BBC3-FC43183504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240" name="Graphic 239" descr="Deciduous tree with solid fill">
              <a:extLst>
                <a:ext uri="{FF2B5EF4-FFF2-40B4-BE49-F238E27FC236}">
                  <a16:creationId xmlns:a16="http://schemas.microsoft.com/office/drawing/2014/main" id="{30E69863-3508-2BAC-781A-CCBE058569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241" name="Graphic 240" descr="Deciduous tree with solid fill">
              <a:extLst>
                <a:ext uri="{FF2B5EF4-FFF2-40B4-BE49-F238E27FC236}">
                  <a16:creationId xmlns:a16="http://schemas.microsoft.com/office/drawing/2014/main" id="{2160B90A-E4D1-715D-C58F-C204469ACE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242" name="Graphic 241" descr="Deciduous tree with solid fill">
              <a:extLst>
                <a:ext uri="{FF2B5EF4-FFF2-40B4-BE49-F238E27FC236}">
                  <a16:creationId xmlns:a16="http://schemas.microsoft.com/office/drawing/2014/main" id="{08624608-DCB4-8E7D-D5F5-524826A31C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243" name="Graphic 242" descr="Deciduous tree with solid fill">
              <a:extLst>
                <a:ext uri="{FF2B5EF4-FFF2-40B4-BE49-F238E27FC236}">
                  <a16:creationId xmlns:a16="http://schemas.microsoft.com/office/drawing/2014/main" id="{EFC22701-3DAC-ACEE-D90C-A8D1E65DB8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244" name="Graphic 243" descr="Deciduous tree with solid fill">
              <a:extLst>
                <a:ext uri="{FF2B5EF4-FFF2-40B4-BE49-F238E27FC236}">
                  <a16:creationId xmlns:a16="http://schemas.microsoft.com/office/drawing/2014/main" id="{7D6AA0A4-F1D1-CE12-FC3D-D17113ECDF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245" name="Graphic 244" descr="Deciduous tree with solid fill">
              <a:extLst>
                <a:ext uri="{FF2B5EF4-FFF2-40B4-BE49-F238E27FC236}">
                  <a16:creationId xmlns:a16="http://schemas.microsoft.com/office/drawing/2014/main" id="{B47540EA-BFFE-F2D1-A19F-F9B200FAD7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46" name="Graphic 245" descr="Deciduous tree with solid fill">
              <a:extLst>
                <a:ext uri="{FF2B5EF4-FFF2-40B4-BE49-F238E27FC236}">
                  <a16:creationId xmlns:a16="http://schemas.microsoft.com/office/drawing/2014/main" id="{677AE1D4-463B-ECD3-450D-BB0FD2CEBA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247" name="Graphic 246" descr="Deciduous tree with solid fill">
              <a:extLst>
                <a:ext uri="{FF2B5EF4-FFF2-40B4-BE49-F238E27FC236}">
                  <a16:creationId xmlns:a16="http://schemas.microsoft.com/office/drawing/2014/main" id="{BBBA8592-EB25-408A-950A-D61A880C4B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248" name="Graphic 247" descr="Deciduous tree with solid fill">
              <a:extLst>
                <a:ext uri="{FF2B5EF4-FFF2-40B4-BE49-F238E27FC236}">
                  <a16:creationId xmlns:a16="http://schemas.microsoft.com/office/drawing/2014/main" id="{95AC56B1-4FD8-BF76-264B-F2581A537B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249" name="Graphic 248" descr="Deciduous tree with solid fill">
              <a:extLst>
                <a:ext uri="{FF2B5EF4-FFF2-40B4-BE49-F238E27FC236}">
                  <a16:creationId xmlns:a16="http://schemas.microsoft.com/office/drawing/2014/main" id="{FD4ED38D-D80D-5988-F929-269377F6F8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250" name="Graphic 249" descr="Deciduous tree with solid fill">
              <a:extLst>
                <a:ext uri="{FF2B5EF4-FFF2-40B4-BE49-F238E27FC236}">
                  <a16:creationId xmlns:a16="http://schemas.microsoft.com/office/drawing/2014/main" id="{06ACDCBA-F49D-2099-E3CA-82E1FF834B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251" name="Graphic 250" descr="Deciduous tree with solid fill">
              <a:extLst>
                <a:ext uri="{FF2B5EF4-FFF2-40B4-BE49-F238E27FC236}">
                  <a16:creationId xmlns:a16="http://schemas.microsoft.com/office/drawing/2014/main" id="{1A956C4E-DB07-0BAA-BC0A-1B5DEBB105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252" name="Graphic 251" descr="Deciduous tree with solid fill">
              <a:extLst>
                <a:ext uri="{FF2B5EF4-FFF2-40B4-BE49-F238E27FC236}">
                  <a16:creationId xmlns:a16="http://schemas.microsoft.com/office/drawing/2014/main" id="{70AB5209-B903-B889-D92A-7084BDFC3E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253" name="Graphic 252" descr="Deciduous tree with solid fill">
              <a:extLst>
                <a:ext uri="{FF2B5EF4-FFF2-40B4-BE49-F238E27FC236}">
                  <a16:creationId xmlns:a16="http://schemas.microsoft.com/office/drawing/2014/main" id="{B581A338-90D3-2E59-CF38-1ADAFB2043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254" name="Graphic 253" descr="Deciduous tree with solid fill">
              <a:extLst>
                <a:ext uri="{FF2B5EF4-FFF2-40B4-BE49-F238E27FC236}">
                  <a16:creationId xmlns:a16="http://schemas.microsoft.com/office/drawing/2014/main" id="{4F71B077-C4FF-36FC-3542-70121651A4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255" name="Graphic 254" descr="Deciduous tree with solid fill">
              <a:extLst>
                <a:ext uri="{FF2B5EF4-FFF2-40B4-BE49-F238E27FC236}">
                  <a16:creationId xmlns:a16="http://schemas.microsoft.com/office/drawing/2014/main" id="{14AD3EA0-43D9-A6D0-16F9-637AEB5026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256" name="Graphic 255" descr="Deciduous tree with solid fill">
              <a:extLst>
                <a:ext uri="{FF2B5EF4-FFF2-40B4-BE49-F238E27FC236}">
                  <a16:creationId xmlns:a16="http://schemas.microsoft.com/office/drawing/2014/main" id="{2BEECA7A-EBE9-A742-3413-4852BE85F0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257" name="Graphic 256" descr="Deciduous tree with solid fill">
              <a:extLst>
                <a:ext uri="{FF2B5EF4-FFF2-40B4-BE49-F238E27FC236}">
                  <a16:creationId xmlns:a16="http://schemas.microsoft.com/office/drawing/2014/main" id="{FBE5518E-2E0C-CDF3-87F3-FB41AD55F0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258" name="Graphic 257" descr="Deciduous tree with solid fill">
              <a:extLst>
                <a:ext uri="{FF2B5EF4-FFF2-40B4-BE49-F238E27FC236}">
                  <a16:creationId xmlns:a16="http://schemas.microsoft.com/office/drawing/2014/main" id="{62B23D1F-9D74-2023-2ABC-0FDC4E080A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259" name="Graphic 258" descr="Deciduous tree with solid fill">
              <a:extLst>
                <a:ext uri="{FF2B5EF4-FFF2-40B4-BE49-F238E27FC236}">
                  <a16:creationId xmlns:a16="http://schemas.microsoft.com/office/drawing/2014/main" id="{D477A6EB-4D40-A5C1-6FB9-EF839BFBCE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260" name="Graphic 259" descr="Deciduous tree with solid fill">
              <a:extLst>
                <a:ext uri="{FF2B5EF4-FFF2-40B4-BE49-F238E27FC236}">
                  <a16:creationId xmlns:a16="http://schemas.microsoft.com/office/drawing/2014/main" id="{DC543F9A-7149-CD08-5821-EBB6E0268E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261" name="Graphic 260" descr="Deciduous tree with solid fill">
              <a:extLst>
                <a:ext uri="{FF2B5EF4-FFF2-40B4-BE49-F238E27FC236}">
                  <a16:creationId xmlns:a16="http://schemas.microsoft.com/office/drawing/2014/main" id="{368C7112-1D49-C8A2-D021-AFF7266783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262" name="Graphic 261" descr="Deciduous tree with solid fill">
              <a:extLst>
                <a:ext uri="{FF2B5EF4-FFF2-40B4-BE49-F238E27FC236}">
                  <a16:creationId xmlns:a16="http://schemas.microsoft.com/office/drawing/2014/main" id="{EB171D97-FF11-3323-2E9B-1F83ECBDE0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263" name="Graphic 262" descr="Deciduous tree with solid fill">
              <a:extLst>
                <a:ext uri="{FF2B5EF4-FFF2-40B4-BE49-F238E27FC236}">
                  <a16:creationId xmlns:a16="http://schemas.microsoft.com/office/drawing/2014/main" id="{EF1603F1-A21A-FDE2-FF6D-AB269B77CC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264" name="Graphic 263" descr="Deciduous tree with solid fill">
              <a:extLst>
                <a:ext uri="{FF2B5EF4-FFF2-40B4-BE49-F238E27FC236}">
                  <a16:creationId xmlns:a16="http://schemas.microsoft.com/office/drawing/2014/main" id="{ECE90C7D-454D-27AD-DCB5-4AE549865E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265" name="Graphic 264" descr="Deciduous tree with solid fill">
              <a:extLst>
                <a:ext uri="{FF2B5EF4-FFF2-40B4-BE49-F238E27FC236}">
                  <a16:creationId xmlns:a16="http://schemas.microsoft.com/office/drawing/2014/main" id="{12B4556E-F245-AAC4-E451-E7BBA88F1B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66" name="Graphic 265" descr="Deciduous tree with solid fill">
              <a:extLst>
                <a:ext uri="{FF2B5EF4-FFF2-40B4-BE49-F238E27FC236}">
                  <a16:creationId xmlns:a16="http://schemas.microsoft.com/office/drawing/2014/main" id="{8DA9A288-7F73-CCF3-064F-92FC710050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267" name="Graphic 266" descr="Deciduous tree with solid fill">
              <a:extLst>
                <a:ext uri="{FF2B5EF4-FFF2-40B4-BE49-F238E27FC236}">
                  <a16:creationId xmlns:a16="http://schemas.microsoft.com/office/drawing/2014/main" id="{8EBDB5E8-AE26-70B9-FD99-808EE4BEBD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268" name="Graphic 267" descr="Deciduous tree with solid fill">
              <a:extLst>
                <a:ext uri="{FF2B5EF4-FFF2-40B4-BE49-F238E27FC236}">
                  <a16:creationId xmlns:a16="http://schemas.microsoft.com/office/drawing/2014/main" id="{C70B6DD7-919F-FC76-E89E-CB9C86BF7A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269" name="Graphic 268" descr="Deciduous tree with solid fill">
              <a:extLst>
                <a:ext uri="{FF2B5EF4-FFF2-40B4-BE49-F238E27FC236}">
                  <a16:creationId xmlns:a16="http://schemas.microsoft.com/office/drawing/2014/main" id="{1F0892B8-4B6C-31EE-9503-B564C11958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270" name="Graphic 269" descr="Deciduous tree with solid fill">
              <a:extLst>
                <a:ext uri="{FF2B5EF4-FFF2-40B4-BE49-F238E27FC236}">
                  <a16:creationId xmlns:a16="http://schemas.microsoft.com/office/drawing/2014/main" id="{730F69A0-E9DB-C282-0898-3A75B79B40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271" name="Graphic 270" descr="Deciduous tree with solid fill">
              <a:extLst>
                <a:ext uri="{FF2B5EF4-FFF2-40B4-BE49-F238E27FC236}">
                  <a16:creationId xmlns:a16="http://schemas.microsoft.com/office/drawing/2014/main" id="{C165BF9F-ECFC-8971-0E9A-A3C447913B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272" name="Graphic 271" descr="Deciduous tree with solid fill">
              <a:extLst>
                <a:ext uri="{FF2B5EF4-FFF2-40B4-BE49-F238E27FC236}">
                  <a16:creationId xmlns:a16="http://schemas.microsoft.com/office/drawing/2014/main" id="{08152EE3-328C-71C8-2545-E917F942C8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273" name="Graphic 272" descr="Deciduous tree with solid fill">
              <a:extLst>
                <a:ext uri="{FF2B5EF4-FFF2-40B4-BE49-F238E27FC236}">
                  <a16:creationId xmlns:a16="http://schemas.microsoft.com/office/drawing/2014/main" id="{14A09C7F-039B-001D-5987-3DC5EF8A7A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274" name="Graphic 273" descr="Deciduous tree with solid fill">
              <a:extLst>
                <a:ext uri="{FF2B5EF4-FFF2-40B4-BE49-F238E27FC236}">
                  <a16:creationId xmlns:a16="http://schemas.microsoft.com/office/drawing/2014/main" id="{B619B44F-CDF2-0479-C326-C846B98A23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275" name="Graphic 274" descr="Deciduous tree with solid fill">
              <a:extLst>
                <a:ext uri="{FF2B5EF4-FFF2-40B4-BE49-F238E27FC236}">
                  <a16:creationId xmlns:a16="http://schemas.microsoft.com/office/drawing/2014/main" id="{5FABF067-ADDF-9DCC-A4F7-1EE64C81C6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276" name="Graphic 275" descr="Deciduous tree with solid fill">
              <a:extLst>
                <a:ext uri="{FF2B5EF4-FFF2-40B4-BE49-F238E27FC236}">
                  <a16:creationId xmlns:a16="http://schemas.microsoft.com/office/drawing/2014/main" id="{538D5F5E-926C-BCC1-3E49-B62A3DA755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277" name="Graphic 276" descr="Deciduous tree with solid fill">
              <a:extLst>
                <a:ext uri="{FF2B5EF4-FFF2-40B4-BE49-F238E27FC236}">
                  <a16:creationId xmlns:a16="http://schemas.microsoft.com/office/drawing/2014/main" id="{EE919BF6-E031-9E36-0570-CB7EC6FE9B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278" name="Graphic 277" descr="Deciduous tree with solid fill">
              <a:extLst>
                <a:ext uri="{FF2B5EF4-FFF2-40B4-BE49-F238E27FC236}">
                  <a16:creationId xmlns:a16="http://schemas.microsoft.com/office/drawing/2014/main" id="{617069A8-C85B-E840-85EB-194275EBB3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279" name="Graphic 278" descr="Deciduous tree with solid fill">
              <a:extLst>
                <a:ext uri="{FF2B5EF4-FFF2-40B4-BE49-F238E27FC236}">
                  <a16:creationId xmlns:a16="http://schemas.microsoft.com/office/drawing/2014/main" id="{B76481DD-F2BA-FDC1-CDD5-54358CA58C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280" name="Graphic 279" descr="Deciduous tree with solid fill">
              <a:extLst>
                <a:ext uri="{FF2B5EF4-FFF2-40B4-BE49-F238E27FC236}">
                  <a16:creationId xmlns:a16="http://schemas.microsoft.com/office/drawing/2014/main" id="{7EF3D27F-AF12-8BBC-AC73-B7A3D3A614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281" name="Graphic 280" descr="Deciduous tree with solid fill">
              <a:extLst>
                <a:ext uri="{FF2B5EF4-FFF2-40B4-BE49-F238E27FC236}">
                  <a16:creationId xmlns:a16="http://schemas.microsoft.com/office/drawing/2014/main" id="{84E71F54-86B6-E412-B033-5BE3ABFCB6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282" name="Graphic 281" descr="Deciduous tree with solid fill">
              <a:extLst>
                <a:ext uri="{FF2B5EF4-FFF2-40B4-BE49-F238E27FC236}">
                  <a16:creationId xmlns:a16="http://schemas.microsoft.com/office/drawing/2014/main" id="{BFA26D68-17C6-0DB0-E529-872630FE2A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283" name="Graphic 282" descr="Deciduous tree with solid fill">
              <a:extLst>
                <a:ext uri="{FF2B5EF4-FFF2-40B4-BE49-F238E27FC236}">
                  <a16:creationId xmlns:a16="http://schemas.microsoft.com/office/drawing/2014/main" id="{FC244680-5692-ED3F-4D4C-A724588A47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284" name="Graphic 283" descr="Deciduous tree with solid fill">
              <a:extLst>
                <a:ext uri="{FF2B5EF4-FFF2-40B4-BE49-F238E27FC236}">
                  <a16:creationId xmlns:a16="http://schemas.microsoft.com/office/drawing/2014/main" id="{D6E1F048-9793-CD15-5C92-9B256D2901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85" name="Graphic 284" descr="Deciduous tree with solid fill">
              <a:extLst>
                <a:ext uri="{FF2B5EF4-FFF2-40B4-BE49-F238E27FC236}">
                  <a16:creationId xmlns:a16="http://schemas.microsoft.com/office/drawing/2014/main" id="{D1881985-7A04-E761-47CC-0E32001578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286" name="Graphic 285" descr="Deciduous tree with solid fill">
              <a:extLst>
                <a:ext uri="{FF2B5EF4-FFF2-40B4-BE49-F238E27FC236}">
                  <a16:creationId xmlns:a16="http://schemas.microsoft.com/office/drawing/2014/main" id="{F3241157-7074-AB43-8DFB-98B8869372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287" name="Graphic 286" descr="Deciduous tree with solid fill">
              <a:extLst>
                <a:ext uri="{FF2B5EF4-FFF2-40B4-BE49-F238E27FC236}">
                  <a16:creationId xmlns:a16="http://schemas.microsoft.com/office/drawing/2014/main" id="{43A88FCC-9A2F-FF13-E7AF-D461085B82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288" name="Graphic 287" descr="Deciduous tree with solid fill">
              <a:extLst>
                <a:ext uri="{FF2B5EF4-FFF2-40B4-BE49-F238E27FC236}">
                  <a16:creationId xmlns:a16="http://schemas.microsoft.com/office/drawing/2014/main" id="{FE9EE4F1-300F-E117-33C4-68B6274396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289" name="Graphic 288" descr="Deciduous tree with solid fill">
              <a:extLst>
                <a:ext uri="{FF2B5EF4-FFF2-40B4-BE49-F238E27FC236}">
                  <a16:creationId xmlns:a16="http://schemas.microsoft.com/office/drawing/2014/main" id="{50ABCB0A-81A7-65AA-DC2E-EB76362D7C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290" name="Graphic 289" descr="Deciduous tree with solid fill">
              <a:extLst>
                <a:ext uri="{FF2B5EF4-FFF2-40B4-BE49-F238E27FC236}">
                  <a16:creationId xmlns:a16="http://schemas.microsoft.com/office/drawing/2014/main" id="{8E60350D-71FE-18CE-B3DC-FCB8A0FF2E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291" name="Graphic 290" descr="Deciduous tree with solid fill">
              <a:extLst>
                <a:ext uri="{FF2B5EF4-FFF2-40B4-BE49-F238E27FC236}">
                  <a16:creationId xmlns:a16="http://schemas.microsoft.com/office/drawing/2014/main" id="{1AFEA2DE-3BC3-E1AE-FCDA-07D9AB719B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292" name="Graphic 291" descr="Deciduous tree with solid fill">
              <a:extLst>
                <a:ext uri="{FF2B5EF4-FFF2-40B4-BE49-F238E27FC236}">
                  <a16:creationId xmlns:a16="http://schemas.microsoft.com/office/drawing/2014/main" id="{AE533F01-FBFF-8EDC-4134-66B91F8709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293" name="Graphic 292" descr="Deciduous tree with solid fill">
              <a:extLst>
                <a:ext uri="{FF2B5EF4-FFF2-40B4-BE49-F238E27FC236}">
                  <a16:creationId xmlns:a16="http://schemas.microsoft.com/office/drawing/2014/main" id="{172D78B9-8850-281D-4724-B681B0BB2A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294" name="Graphic 293" descr="Deciduous tree with solid fill">
              <a:extLst>
                <a:ext uri="{FF2B5EF4-FFF2-40B4-BE49-F238E27FC236}">
                  <a16:creationId xmlns:a16="http://schemas.microsoft.com/office/drawing/2014/main" id="{7BA6E726-0D7C-8AF7-41B9-0097BE7062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295" name="Graphic 294" descr="Deciduous tree with solid fill">
              <a:extLst>
                <a:ext uri="{FF2B5EF4-FFF2-40B4-BE49-F238E27FC236}">
                  <a16:creationId xmlns:a16="http://schemas.microsoft.com/office/drawing/2014/main" id="{9B6B6F05-6791-058C-1B2B-A1D04A342F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296" name="Graphic 295" descr="Deciduous tree with solid fill">
              <a:extLst>
                <a:ext uri="{FF2B5EF4-FFF2-40B4-BE49-F238E27FC236}">
                  <a16:creationId xmlns:a16="http://schemas.microsoft.com/office/drawing/2014/main" id="{9A6AB352-A467-506E-1EBE-0C2FD7CFAD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297" name="Graphic 296" descr="Deciduous tree with solid fill">
              <a:extLst>
                <a:ext uri="{FF2B5EF4-FFF2-40B4-BE49-F238E27FC236}">
                  <a16:creationId xmlns:a16="http://schemas.microsoft.com/office/drawing/2014/main" id="{2E0169A5-C8AB-FD40-943F-3F139AB15D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298" name="Graphic 297" descr="Deciduous tree with solid fill">
              <a:extLst>
                <a:ext uri="{FF2B5EF4-FFF2-40B4-BE49-F238E27FC236}">
                  <a16:creationId xmlns:a16="http://schemas.microsoft.com/office/drawing/2014/main" id="{85B0B97C-E2BF-5A6D-80AD-0251976386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99" name="Graphic 298" descr="Deciduous tree with solid fill">
              <a:extLst>
                <a:ext uri="{FF2B5EF4-FFF2-40B4-BE49-F238E27FC236}">
                  <a16:creationId xmlns:a16="http://schemas.microsoft.com/office/drawing/2014/main" id="{FC9D0E34-DF76-D38C-83C9-3D9F144CEE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300" name="Graphic 299" descr="Deciduous tree with solid fill">
              <a:extLst>
                <a:ext uri="{FF2B5EF4-FFF2-40B4-BE49-F238E27FC236}">
                  <a16:creationId xmlns:a16="http://schemas.microsoft.com/office/drawing/2014/main" id="{0091CD1C-9397-C573-78CD-CBFA6B3E6E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301" name="Graphic 300" descr="Deciduous tree with solid fill">
              <a:extLst>
                <a:ext uri="{FF2B5EF4-FFF2-40B4-BE49-F238E27FC236}">
                  <a16:creationId xmlns:a16="http://schemas.microsoft.com/office/drawing/2014/main" id="{2469F6CD-8610-0EFF-456B-F3B861D9EF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302" name="Graphic 301" descr="Deciduous tree with solid fill">
              <a:extLst>
                <a:ext uri="{FF2B5EF4-FFF2-40B4-BE49-F238E27FC236}">
                  <a16:creationId xmlns:a16="http://schemas.microsoft.com/office/drawing/2014/main" id="{899E37D8-1AB2-8D11-8592-7BBC497BBA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303" name="Graphic 302" descr="Deciduous tree with solid fill">
              <a:extLst>
                <a:ext uri="{FF2B5EF4-FFF2-40B4-BE49-F238E27FC236}">
                  <a16:creationId xmlns:a16="http://schemas.microsoft.com/office/drawing/2014/main" id="{2DB37F4A-31C8-4A5E-DA9A-75707C5803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304" name="Graphic 303" descr="Deciduous tree with solid fill">
              <a:extLst>
                <a:ext uri="{FF2B5EF4-FFF2-40B4-BE49-F238E27FC236}">
                  <a16:creationId xmlns:a16="http://schemas.microsoft.com/office/drawing/2014/main" id="{47758E92-082C-2698-91A0-69A97E17E6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305" name="Graphic 304" descr="Deciduous tree with solid fill">
              <a:extLst>
                <a:ext uri="{FF2B5EF4-FFF2-40B4-BE49-F238E27FC236}">
                  <a16:creationId xmlns:a16="http://schemas.microsoft.com/office/drawing/2014/main" id="{C4CF027F-EDCE-23F3-BB9D-87F4CDE392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306" name="Graphic 305" descr="Deciduous tree with solid fill">
              <a:extLst>
                <a:ext uri="{FF2B5EF4-FFF2-40B4-BE49-F238E27FC236}">
                  <a16:creationId xmlns:a16="http://schemas.microsoft.com/office/drawing/2014/main" id="{39574FA4-B721-0489-7674-982992D4B1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307" name="Graphic 306" descr="Deciduous tree with solid fill">
              <a:extLst>
                <a:ext uri="{FF2B5EF4-FFF2-40B4-BE49-F238E27FC236}">
                  <a16:creationId xmlns:a16="http://schemas.microsoft.com/office/drawing/2014/main" id="{ACB1CD1C-B095-05ED-C079-BCCDCF4CCE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308" name="Graphic 307" descr="Deciduous tree with solid fill">
              <a:extLst>
                <a:ext uri="{FF2B5EF4-FFF2-40B4-BE49-F238E27FC236}">
                  <a16:creationId xmlns:a16="http://schemas.microsoft.com/office/drawing/2014/main" id="{6FFE815F-7B78-6BF1-1529-23AEB3D8FF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309" name="Graphic 308" descr="Deciduous tree with solid fill">
              <a:extLst>
                <a:ext uri="{FF2B5EF4-FFF2-40B4-BE49-F238E27FC236}">
                  <a16:creationId xmlns:a16="http://schemas.microsoft.com/office/drawing/2014/main" id="{300B3360-F8D7-CA3E-47C1-ED8CD501AA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310" name="Graphic 309" descr="Deciduous tree with solid fill">
              <a:extLst>
                <a:ext uri="{FF2B5EF4-FFF2-40B4-BE49-F238E27FC236}">
                  <a16:creationId xmlns:a16="http://schemas.microsoft.com/office/drawing/2014/main" id="{9E76CA3F-BEED-B54B-FCEE-252EA6C378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311" name="Graphic 310" descr="Deciduous tree with solid fill">
              <a:extLst>
                <a:ext uri="{FF2B5EF4-FFF2-40B4-BE49-F238E27FC236}">
                  <a16:creationId xmlns:a16="http://schemas.microsoft.com/office/drawing/2014/main" id="{3600BB7A-0FD1-3288-A1BF-A5D1151572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312" name="Graphic 311" descr="Deciduous tree with solid fill">
              <a:extLst>
                <a:ext uri="{FF2B5EF4-FFF2-40B4-BE49-F238E27FC236}">
                  <a16:creationId xmlns:a16="http://schemas.microsoft.com/office/drawing/2014/main" id="{0BAEC6E8-B674-DC27-F73B-31E11F4F57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313" name="Graphic 312" descr="Deciduous tree with solid fill">
              <a:extLst>
                <a:ext uri="{FF2B5EF4-FFF2-40B4-BE49-F238E27FC236}">
                  <a16:creationId xmlns:a16="http://schemas.microsoft.com/office/drawing/2014/main" id="{93632180-3252-96C1-8EBE-D753F1CA89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314" name="Graphic 313" descr="Deciduous tree with solid fill">
              <a:extLst>
                <a:ext uri="{FF2B5EF4-FFF2-40B4-BE49-F238E27FC236}">
                  <a16:creationId xmlns:a16="http://schemas.microsoft.com/office/drawing/2014/main" id="{341AED5A-09C6-EF4D-64E8-0D9B69CE73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315" name="Graphic 314" descr="Deciduous tree with solid fill">
              <a:extLst>
                <a:ext uri="{FF2B5EF4-FFF2-40B4-BE49-F238E27FC236}">
                  <a16:creationId xmlns:a16="http://schemas.microsoft.com/office/drawing/2014/main" id="{BB51B953-645D-5B91-8AD8-F31F17D1C2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316" name="Graphic 315" descr="Deciduous tree with solid fill">
              <a:extLst>
                <a:ext uri="{FF2B5EF4-FFF2-40B4-BE49-F238E27FC236}">
                  <a16:creationId xmlns:a16="http://schemas.microsoft.com/office/drawing/2014/main" id="{5814A18E-5E3F-DEDB-B9DC-C751A81C88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317" name="Graphic 316" descr="Deciduous tree with solid fill">
              <a:extLst>
                <a:ext uri="{FF2B5EF4-FFF2-40B4-BE49-F238E27FC236}">
                  <a16:creationId xmlns:a16="http://schemas.microsoft.com/office/drawing/2014/main" id="{F3942C4F-26B1-5949-86CC-0270934A7F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318" name="Graphic 317" descr="Deciduous tree with solid fill">
              <a:extLst>
                <a:ext uri="{FF2B5EF4-FFF2-40B4-BE49-F238E27FC236}">
                  <a16:creationId xmlns:a16="http://schemas.microsoft.com/office/drawing/2014/main" id="{46CC0E78-4278-0972-D1CE-07749070BF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319" name="Graphic 318" descr="Deciduous tree with solid fill">
              <a:extLst>
                <a:ext uri="{FF2B5EF4-FFF2-40B4-BE49-F238E27FC236}">
                  <a16:creationId xmlns:a16="http://schemas.microsoft.com/office/drawing/2014/main" id="{45340EB8-9C94-304F-73B5-02B3AE9A5B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320" name="Graphic 319" descr="Deciduous tree with solid fill">
              <a:extLst>
                <a:ext uri="{FF2B5EF4-FFF2-40B4-BE49-F238E27FC236}">
                  <a16:creationId xmlns:a16="http://schemas.microsoft.com/office/drawing/2014/main" id="{20A37BE7-C95E-62A2-FD69-1BBC625099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321" name="Graphic 320" descr="Deciduous tree with solid fill">
              <a:extLst>
                <a:ext uri="{FF2B5EF4-FFF2-40B4-BE49-F238E27FC236}">
                  <a16:creationId xmlns:a16="http://schemas.microsoft.com/office/drawing/2014/main" id="{C14748CD-184E-4D98-73E1-168DB8ECA9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322" name="Graphic 321" descr="Deciduous tree with solid fill">
              <a:extLst>
                <a:ext uri="{FF2B5EF4-FFF2-40B4-BE49-F238E27FC236}">
                  <a16:creationId xmlns:a16="http://schemas.microsoft.com/office/drawing/2014/main" id="{D0FAEB89-1653-0BFC-600F-31C2651C5D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323" name="Graphic 322" descr="Deciduous tree with solid fill">
              <a:extLst>
                <a:ext uri="{FF2B5EF4-FFF2-40B4-BE49-F238E27FC236}">
                  <a16:creationId xmlns:a16="http://schemas.microsoft.com/office/drawing/2014/main" id="{5B275417-948C-7091-023F-E24AEEC37F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324" name="Graphic 323" descr="Deciduous tree with solid fill">
              <a:extLst>
                <a:ext uri="{FF2B5EF4-FFF2-40B4-BE49-F238E27FC236}">
                  <a16:creationId xmlns:a16="http://schemas.microsoft.com/office/drawing/2014/main" id="{6D19AA48-98F1-C001-83BE-863D74932F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325" name="Graphic 324" descr="Deciduous tree with solid fill">
              <a:extLst>
                <a:ext uri="{FF2B5EF4-FFF2-40B4-BE49-F238E27FC236}">
                  <a16:creationId xmlns:a16="http://schemas.microsoft.com/office/drawing/2014/main" id="{3BE9C9E7-7F23-244D-ED62-8E46742858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326" name="Graphic 325" descr="Deciduous tree with solid fill">
              <a:extLst>
                <a:ext uri="{FF2B5EF4-FFF2-40B4-BE49-F238E27FC236}">
                  <a16:creationId xmlns:a16="http://schemas.microsoft.com/office/drawing/2014/main" id="{DF1DF2E5-88F3-1DC5-B8DE-680829F520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327" name="Graphic 326" descr="Deciduous tree with solid fill">
              <a:extLst>
                <a:ext uri="{FF2B5EF4-FFF2-40B4-BE49-F238E27FC236}">
                  <a16:creationId xmlns:a16="http://schemas.microsoft.com/office/drawing/2014/main" id="{C340CE6B-9595-294F-AB67-21C3ADECE3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328" name="Graphic 327" descr="Deciduous tree with solid fill">
              <a:extLst>
                <a:ext uri="{FF2B5EF4-FFF2-40B4-BE49-F238E27FC236}">
                  <a16:creationId xmlns:a16="http://schemas.microsoft.com/office/drawing/2014/main" id="{E14DB37D-C8F3-F8E5-9753-9293FFAB66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819" y="2160331"/>
              <a:ext cx="209457" cy="196411"/>
            </a:xfrm>
            <a:prstGeom prst="rect">
              <a:avLst/>
            </a:prstGeom>
          </p:spPr>
        </p:pic>
        <p:pic>
          <p:nvPicPr>
            <p:cNvPr id="329" name="Graphic 328" descr="Deciduous tree with solid fill">
              <a:extLst>
                <a:ext uri="{FF2B5EF4-FFF2-40B4-BE49-F238E27FC236}">
                  <a16:creationId xmlns:a16="http://schemas.microsoft.com/office/drawing/2014/main" id="{8F5496AC-1698-0243-FCFD-97B11A43F6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7192" y="2256190"/>
              <a:ext cx="209457" cy="196411"/>
            </a:xfrm>
            <a:prstGeom prst="rect">
              <a:avLst/>
            </a:prstGeom>
          </p:spPr>
        </p:pic>
        <p:pic>
          <p:nvPicPr>
            <p:cNvPr id="330" name="Graphic 329" descr="Deciduous tree with solid fill">
              <a:extLst>
                <a:ext uri="{FF2B5EF4-FFF2-40B4-BE49-F238E27FC236}">
                  <a16:creationId xmlns:a16="http://schemas.microsoft.com/office/drawing/2014/main" id="{75BB697C-456B-2E73-2C2C-D4EA3EE842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3396" y="2072292"/>
              <a:ext cx="209457" cy="196411"/>
            </a:xfrm>
            <a:prstGeom prst="rect">
              <a:avLst/>
            </a:prstGeom>
          </p:spPr>
        </p:pic>
        <p:pic>
          <p:nvPicPr>
            <p:cNvPr id="331" name="Graphic 330" descr="Deciduous tree with solid fill">
              <a:extLst>
                <a:ext uri="{FF2B5EF4-FFF2-40B4-BE49-F238E27FC236}">
                  <a16:creationId xmlns:a16="http://schemas.microsoft.com/office/drawing/2014/main" id="{B77CE9AF-3F23-2D47-D09B-1F2F50DEA3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54920" y="4168704"/>
              <a:ext cx="209457" cy="196411"/>
            </a:xfrm>
            <a:prstGeom prst="rect">
              <a:avLst/>
            </a:prstGeom>
          </p:spPr>
        </p:pic>
        <p:pic>
          <p:nvPicPr>
            <p:cNvPr id="332" name="Graphic 331" descr="Deciduous tree with solid fill">
              <a:extLst>
                <a:ext uri="{FF2B5EF4-FFF2-40B4-BE49-F238E27FC236}">
                  <a16:creationId xmlns:a16="http://schemas.microsoft.com/office/drawing/2014/main" id="{D62FF85D-CC80-113D-1F08-B78B2F855D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8886" y="2379681"/>
              <a:ext cx="209457" cy="196411"/>
            </a:xfrm>
            <a:prstGeom prst="rect">
              <a:avLst/>
            </a:prstGeom>
          </p:spPr>
        </p:pic>
        <p:pic>
          <p:nvPicPr>
            <p:cNvPr id="333" name="Graphic 332" descr="Deciduous tree with solid fill">
              <a:extLst>
                <a:ext uri="{FF2B5EF4-FFF2-40B4-BE49-F238E27FC236}">
                  <a16:creationId xmlns:a16="http://schemas.microsoft.com/office/drawing/2014/main" id="{9C8E2D57-A239-AD41-7BD8-BCF4B391A3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0581" y="2503173"/>
              <a:ext cx="209457" cy="196411"/>
            </a:xfrm>
            <a:prstGeom prst="rect">
              <a:avLst/>
            </a:prstGeom>
          </p:spPr>
        </p:pic>
        <p:pic>
          <p:nvPicPr>
            <p:cNvPr id="334" name="Graphic 333" descr="Deciduous tree with solid fill">
              <a:extLst>
                <a:ext uri="{FF2B5EF4-FFF2-40B4-BE49-F238E27FC236}">
                  <a16:creationId xmlns:a16="http://schemas.microsoft.com/office/drawing/2014/main" id="{2EF0BB1B-2BDF-0E56-2434-E0D3C3E190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8" y="2626664"/>
              <a:ext cx="209457" cy="196411"/>
            </a:xfrm>
            <a:prstGeom prst="rect">
              <a:avLst/>
            </a:prstGeom>
          </p:spPr>
        </p:pic>
        <p:pic>
          <p:nvPicPr>
            <p:cNvPr id="335" name="Graphic 334" descr="Deciduous tree with solid fill">
              <a:extLst>
                <a:ext uri="{FF2B5EF4-FFF2-40B4-BE49-F238E27FC236}">
                  <a16:creationId xmlns:a16="http://schemas.microsoft.com/office/drawing/2014/main" id="{3B3428DB-D57F-832B-CDE9-5838230966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3971" y="2750155"/>
              <a:ext cx="209457" cy="196411"/>
            </a:xfrm>
            <a:prstGeom prst="rect">
              <a:avLst/>
            </a:prstGeom>
          </p:spPr>
        </p:pic>
        <p:pic>
          <p:nvPicPr>
            <p:cNvPr id="336" name="Graphic 335" descr="Deciduous tree with solid fill">
              <a:extLst>
                <a:ext uri="{FF2B5EF4-FFF2-40B4-BE49-F238E27FC236}">
                  <a16:creationId xmlns:a16="http://schemas.microsoft.com/office/drawing/2014/main" id="{3B4C1E4C-4908-502B-E216-361AE72F4F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666" y="2873647"/>
              <a:ext cx="209457" cy="196411"/>
            </a:xfrm>
            <a:prstGeom prst="rect">
              <a:avLst/>
            </a:prstGeom>
          </p:spPr>
        </p:pic>
        <p:pic>
          <p:nvPicPr>
            <p:cNvPr id="337" name="Graphic 336" descr="Deciduous tree with solid fill">
              <a:extLst>
                <a:ext uri="{FF2B5EF4-FFF2-40B4-BE49-F238E27FC236}">
                  <a16:creationId xmlns:a16="http://schemas.microsoft.com/office/drawing/2014/main" id="{64577F71-6E48-B0BA-8309-E2B0CD09A2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361" y="2997137"/>
              <a:ext cx="209457" cy="196411"/>
            </a:xfrm>
            <a:prstGeom prst="rect">
              <a:avLst/>
            </a:prstGeom>
          </p:spPr>
        </p:pic>
        <p:pic>
          <p:nvPicPr>
            <p:cNvPr id="338" name="Graphic 337" descr="Deciduous tree with solid fill">
              <a:extLst>
                <a:ext uri="{FF2B5EF4-FFF2-40B4-BE49-F238E27FC236}">
                  <a16:creationId xmlns:a16="http://schemas.microsoft.com/office/drawing/2014/main" id="{1B8DB576-DA37-4055-C45C-38EAB05E58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055" y="3120629"/>
              <a:ext cx="209457" cy="196411"/>
            </a:xfrm>
            <a:prstGeom prst="rect">
              <a:avLst/>
            </a:prstGeom>
          </p:spPr>
        </p:pic>
        <p:pic>
          <p:nvPicPr>
            <p:cNvPr id="339" name="Graphic 338" descr="Deciduous tree with solid fill">
              <a:extLst>
                <a:ext uri="{FF2B5EF4-FFF2-40B4-BE49-F238E27FC236}">
                  <a16:creationId xmlns:a16="http://schemas.microsoft.com/office/drawing/2014/main" id="{6D9BB799-7C51-F111-791F-FC94503363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0751" y="3244121"/>
              <a:ext cx="209457" cy="196411"/>
            </a:xfrm>
            <a:prstGeom prst="rect">
              <a:avLst/>
            </a:prstGeom>
          </p:spPr>
        </p:pic>
        <p:pic>
          <p:nvPicPr>
            <p:cNvPr id="340" name="Graphic 339" descr="Deciduous tree with solid fill">
              <a:extLst>
                <a:ext uri="{FF2B5EF4-FFF2-40B4-BE49-F238E27FC236}">
                  <a16:creationId xmlns:a16="http://schemas.microsoft.com/office/drawing/2014/main" id="{C66E4ECC-E6CB-5FB3-4AA9-FCC55CB05A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446" y="3367612"/>
              <a:ext cx="209457" cy="196411"/>
            </a:xfrm>
            <a:prstGeom prst="rect">
              <a:avLst/>
            </a:prstGeom>
          </p:spPr>
        </p:pic>
        <p:pic>
          <p:nvPicPr>
            <p:cNvPr id="341" name="Graphic 340" descr="Deciduous tree with solid fill">
              <a:extLst>
                <a:ext uri="{FF2B5EF4-FFF2-40B4-BE49-F238E27FC236}">
                  <a16:creationId xmlns:a16="http://schemas.microsoft.com/office/drawing/2014/main" id="{01EE6A5F-5372-B237-98D9-8693FAD87C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140" y="3491103"/>
              <a:ext cx="209457" cy="196411"/>
            </a:xfrm>
            <a:prstGeom prst="rect">
              <a:avLst/>
            </a:prstGeom>
          </p:spPr>
        </p:pic>
        <p:pic>
          <p:nvPicPr>
            <p:cNvPr id="342" name="Graphic 341" descr="Deciduous tree with solid fill">
              <a:extLst>
                <a:ext uri="{FF2B5EF4-FFF2-40B4-BE49-F238E27FC236}">
                  <a16:creationId xmlns:a16="http://schemas.microsoft.com/office/drawing/2014/main" id="{61F7BE08-28ED-563B-0FF6-ECB096F143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5834" y="3614593"/>
              <a:ext cx="209457" cy="196411"/>
            </a:xfrm>
            <a:prstGeom prst="rect">
              <a:avLst/>
            </a:prstGeom>
          </p:spPr>
        </p:pic>
        <p:pic>
          <p:nvPicPr>
            <p:cNvPr id="343" name="Graphic 342" descr="Deciduous tree with solid fill">
              <a:extLst>
                <a:ext uri="{FF2B5EF4-FFF2-40B4-BE49-F238E27FC236}">
                  <a16:creationId xmlns:a16="http://schemas.microsoft.com/office/drawing/2014/main" id="{98A29AC5-1992-928E-A783-05F8662685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529" y="3738084"/>
              <a:ext cx="209457" cy="196411"/>
            </a:xfrm>
            <a:prstGeom prst="rect">
              <a:avLst/>
            </a:prstGeom>
          </p:spPr>
        </p:pic>
        <p:pic>
          <p:nvPicPr>
            <p:cNvPr id="344" name="Graphic 343" descr="Deciduous tree with solid fill">
              <a:extLst>
                <a:ext uri="{FF2B5EF4-FFF2-40B4-BE49-F238E27FC236}">
                  <a16:creationId xmlns:a16="http://schemas.microsoft.com/office/drawing/2014/main" id="{1D34EEE6-25A4-4434-A864-CE61BA649C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223" y="3861576"/>
              <a:ext cx="209457" cy="196411"/>
            </a:xfrm>
            <a:prstGeom prst="rect">
              <a:avLst/>
            </a:prstGeom>
          </p:spPr>
        </p:pic>
        <p:pic>
          <p:nvPicPr>
            <p:cNvPr id="345" name="Graphic 344" descr="Deciduous tree with solid fill">
              <a:extLst>
                <a:ext uri="{FF2B5EF4-FFF2-40B4-BE49-F238E27FC236}">
                  <a16:creationId xmlns:a16="http://schemas.microsoft.com/office/drawing/2014/main" id="{C3061E29-871A-7369-9D16-A08D400A2B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4513" y="2283821"/>
              <a:ext cx="209457" cy="196411"/>
            </a:xfrm>
            <a:prstGeom prst="rect">
              <a:avLst/>
            </a:prstGeom>
          </p:spPr>
        </p:pic>
        <p:pic>
          <p:nvPicPr>
            <p:cNvPr id="346" name="Graphic 345" descr="Deciduous tree with solid fill">
              <a:extLst>
                <a:ext uri="{FF2B5EF4-FFF2-40B4-BE49-F238E27FC236}">
                  <a16:creationId xmlns:a16="http://schemas.microsoft.com/office/drawing/2014/main" id="{723CDCE6-1AF5-CE90-BBE7-90B6A5EC5C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6208" y="2407313"/>
              <a:ext cx="209457" cy="196411"/>
            </a:xfrm>
            <a:prstGeom prst="rect">
              <a:avLst/>
            </a:prstGeom>
          </p:spPr>
        </p:pic>
        <p:pic>
          <p:nvPicPr>
            <p:cNvPr id="347" name="Graphic 346" descr="Deciduous tree with solid fill">
              <a:extLst>
                <a:ext uri="{FF2B5EF4-FFF2-40B4-BE49-F238E27FC236}">
                  <a16:creationId xmlns:a16="http://schemas.microsoft.com/office/drawing/2014/main" id="{B1482BC9-6F16-59EB-802B-0EC21F62A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904" y="2530805"/>
              <a:ext cx="209457" cy="196411"/>
            </a:xfrm>
            <a:prstGeom prst="rect">
              <a:avLst/>
            </a:prstGeom>
          </p:spPr>
        </p:pic>
        <p:pic>
          <p:nvPicPr>
            <p:cNvPr id="348" name="Graphic 347" descr="Deciduous tree with solid fill">
              <a:extLst>
                <a:ext uri="{FF2B5EF4-FFF2-40B4-BE49-F238E27FC236}">
                  <a16:creationId xmlns:a16="http://schemas.microsoft.com/office/drawing/2014/main" id="{D77190DA-8215-0315-CE85-79624861FB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598" y="2654296"/>
              <a:ext cx="209457" cy="196411"/>
            </a:xfrm>
            <a:prstGeom prst="rect">
              <a:avLst/>
            </a:prstGeom>
          </p:spPr>
        </p:pic>
        <p:pic>
          <p:nvPicPr>
            <p:cNvPr id="349" name="Graphic 348" descr="Deciduous tree with solid fill">
              <a:extLst>
                <a:ext uri="{FF2B5EF4-FFF2-40B4-BE49-F238E27FC236}">
                  <a16:creationId xmlns:a16="http://schemas.microsoft.com/office/drawing/2014/main" id="{E47FB090-6D94-4A02-3695-C3CB9DD78F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292" y="2777787"/>
              <a:ext cx="209457" cy="196411"/>
            </a:xfrm>
            <a:prstGeom prst="rect">
              <a:avLst/>
            </a:prstGeom>
          </p:spPr>
        </p:pic>
        <p:pic>
          <p:nvPicPr>
            <p:cNvPr id="350" name="Graphic 349" descr="Deciduous tree with solid fill">
              <a:extLst>
                <a:ext uri="{FF2B5EF4-FFF2-40B4-BE49-F238E27FC236}">
                  <a16:creationId xmlns:a16="http://schemas.microsoft.com/office/drawing/2014/main" id="{FCBD9F5F-FE8D-EC9C-3F9D-042AEA739A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2988" y="2901278"/>
              <a:ext cx="209457" cy="196411"/>
            </a:xfrm>
            <a:prstGeom prst="rect">
              <a:avLst/>
            </a:prstGeom>
          </p:spPr>
        </p:pic>
        <p:pic>
          <p:nvPicPr>
            <p:cNvPr id="351" name="Graphic 350" descr="Deciduous tree with solid fill">
              <a:extLst>
                <a:ext uri="{FF2B5EF4-FFF2-40B4-BE49-F238E27FC236}">
                  <a16:creationId xmlns:a16="http://schemas.microsoft.com/office/drawing/2014/main" id="{80BE7880-D34D-EDCB-3340-29E6EA9AA2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683" y="3024768"/>
              <a:ext cx="209457" cy="196411"/>
            </a:xfrm>
            <a:prstGeom prst="rect">
              <a:avLst/>
            </a:prstGeom>
          </p:spPr>
        </p:pic>
        <p:pic>
          <p:nvPicPr>
            <p:cNvPr id="352" name="Graphic 351" descr="Deciduous tree with solid fill">
              <a:extLst>
                <a:ext uri="{FF2B5EF4-FFF2-40B4-BE49-F238E27FC236}">
                  <a16:creationId xmlns:a16="http://schemas.microsoft.com/office/drawing/2014/main" id="{04A8F7A7-4AD3-3500-E4A0-862E4E654F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376" y="3148261"/>
              <a:ext cx="209457" cy="196411"/>
            </a:xfrm>
            <a:prstGeom prst="rect">
              <a:avLst/>
            </a:prstGeom>
          </p:spPr>
        </p:pic>
        <p:pic>
          <p:nvPicPr>
            <p:cNvPr id="353" name="Graphic 352" descr="Deciduous tree with solid fill">
              <a:extLst>
                <a:ext uri="{FF2B5EF4-FFF2-40B4-BE49-F238E27FC236}">
                  <a16:creationId xmlns:a16="http://schemas.microsoft.com/office/drawing/2014/main" id="{B7E85781-D847-2927-1771-C506DB0D4B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073" y="3271751"/>
              <a:ext cx="209457" cy="196411"/>
            </a:xfrm>
            <a:prstGeom prst="rect">
              <a:avLst/>
            </a:prstGeom>
          </p:spPr>
        </p:pic>
        <p:pic>
          <p:nvPicPr>
            <p:cNvPr id="354" name="Graphic 353" descr="Deciduous tree with solid fill">
              <a:extLst>
                <a:ext uri="{FF2B5EF4-FFF2-40B4-BE49-F238E27FC236}">
                  <a16:creationId xmlns:a16="http://schemas.microsoft.com/office/drawing/2014/main" id="{73B0DFD2-D4A4-7587-A5B0-F1BE1261BC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9766" y="3395242"/>
              <a:ext cx="209457" cy="196411"/>
            </a:xfrm>
            <a:prstGeom prst="rect">
              <a:avLst/>
            </a:prstGeom>
          </p:spPr>
        </p:pic>
        <p:pic>
          <p:nvPicPr>
            <p:cNvPr id="355" name="Graphic 354" descr="Deciduous tree with solid fill">
              <a:extLst>
                <a:ext uri="{FF2B5EF4-FFF2-40B4-BE49-F238E27FC236}">
                  <a16:creationId xmlns:a16="http://schemas.microsoft.com/office/drawing/2014/main" id="{C38DC7D5-E4AA-91CA-B816-5EE846AB71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460" y="3518734"/>
              <a:ext cx="209457" cy="196411"/>
            </a:xfrm>
            <a:prstGeom prst="rect">
              <a:avLst/>
            </a:prstGeom>
          </p:spPr>
        </p:pic>
        <p:pic>
          <p:nvPicPr>
            <p:cNvPr id="356" name="Graphic 355" descr="Deciduous tree with solid fill">
              <a:extLst>
                <a:ext uri="{FF2B5EF4-FFF2-40B4-BE49-F238E27FC236}">
                  <a16:creationId xmlns:a16="http://schemas.microsoft.com/office/drawing/2014/main" id="{B9E2C662-B678-A621-748F-971EB7D0EF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156" y="3642225"/>
              <a:ext cx="209457" cy="196411"/>
            </a:xfrm>
            <a:prstGeom prst="rect">
              <a:avLst/>
            </a:prstGeom>
          </p:spPr>
        </p:pic>
        <p:pic>
          <p:nvPicPr>
            <p:cNvPr id="357" name="Graphic 356" descr="Deciduous tree with solid fill">
              <a:extLst>
                <a:ext uri="{FF2B5EF4-FFF2-40B4-BE49-F238E27FC236}">
                  <a16:creationId xmlns:a16="http://schemas.microsoft.com/office/drawing/2014/main" id="{753CE62C-07B6-8DB8-D514-D2333F1219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4851" y="3765716"/>
              <a:ext cx="209457" cy="196411"/>
            </a:xfrm>
            <a:prstGeom prst="rect">
              <a:avLst/>
            </a:prstGeom>
          </p:spPr>
        </p:pic>
        <p:pic>
          <p:nvPicPr>
            <p:cNvPr id="358" name="Graphic 357" descr="Deciduous tree with solid fill">
              <a:extLst>
                <a:ext uri="{FF2B5EF4-FFF2-40B4-BE49-F238E27FC236}">
                  <a16:creationId xmlns:a16="http://schemas.microsoft.com/office/drawing/2014/main" id="{BB3B191E-AAF2-4801-2158-95E95E981F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5091" y="2195783"/>
              <a:ext cx="209457" cy="196411"/>
            </a:xfrm>
            <a:prstGeom prst="rect">
              <a:avLst/>
            </a:prstGeom>
          </p:spPr>
        </p:pic>
        <p:pic>
          <p:nvPicPr>
            <p:cNvPr id="359" name="Graphic 358" descr="Deciduous tree with solid fill">
              <a:extLst>
                <a:ext uri="{FF2B5EF4-FFF2-40B4-BE49-F238E27FC236}">
                  <a16:creationId xmlns:a16="http://schemas.microsoft.com/office/drawing/2014/main" id="{E2D42B5C-138C-7E9A-542E-5F8F191126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6784" y="2319274"/>
              <a:ext cx="209457" cy="196411"/>
            </a:xfrm>
            <a:prstGeom prst="rect">
              <a:avLst/>
            </a:prstGeom>
          </p:spPr>
        </p:pic>
        <p:pic>
          <p:nvPicPr>
            <p:cNvPr id="360" name="Graphic 359" descr="Deciduous tree with solid fill">
              <a:extLst>
                <a:ext uri="{FF2B5EF4-FFF2-40B4-BE49-F238E27FC236}">
                  <a16:creationId xmlns:a16="http://schemas.microsoft.com/office/drawing/2014/main" id="{75183A7E-4B01-C34D-64C3-FED083A827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8479" y="2442766"/>
              <a:ext cx="209457" cy="196411"/>
            </a:xfrm>
            <a:prstGeom prst="rect">
              <a:avLst/>
            </a:prstGeom>
          </p:spPr>
        </p:pic>
        <p:pic>
          <p:nvPicPr>
            <p:cNvPr id="361" name="Graphic 360" descr="Deciduous tree with solid fill">
              <a:extLst>
                <a:ext uri="{FF2B5EF4-FFF2-40B4-BE49-F238E27FC236}">
                  <a16:creationId xmlns:a16="http://schemas.microsoft.com/office/drawing/2014/main" id="{ED12F9D3-0EDF-41B4-79EC-F59657020C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0176" y="2566257"/>
              <a:ext cx="209457" cy="196411"/>
            </a:xfrm>
            <a:prstGeom prst="rect">
              <a:avLst/>
            </a:prstGeom>
          </p:spPr>
        </p:pic>
        <p:pic>
          <p:nvPicPr>
            <p:cNvPr id="362" name="Graphic 361" descr="Deciduous tree with solid fill">
              <a:extLst>
                <a:ext uri="{FF2B5EF4-FFF2-40B4-BE49-F238E27FC236}">
                  <a16:creationId xmlns:a16="http://schemas.microsoft.com/office/drawing/2014/main" id="{816BC146-1B19-E453-D9C7-7A252256C5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1869" y="2689748"/>
              <a:ext cx="209457" cy="196411"/>
            </a:xfrm>
            <a:prstGeom prst="rect">
              <a:avLst/>
            </a:prstGeom>
          </p:spPr>
        </p:pic>
        <p:pic>
          <p:nvPicPr>
            <p:cNvPr id="363" name="Graphic 362" descr="Deciduous tree with solid fill">
              <a:extLst>
                <a:ext uri="{FF2B5EF4-FFF2-40B4-BE49-F238E27FC236}">
                  <a16:creationId xmlns:a16="http://schemas.microsoft.com/office/drawing/2014/main" id="{1CF1CE5F-3A80-2438-E6CB-E137B2328C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563" y="2813240"/>
              <a:ext cx="209457" cy="196411"/>
            </a:xfrm>
            <a:prstGeom prst="rect">
              <a:avLst/>
            </a:prstGeom>
          </p:spPr>
        </p:pic>
        <p:pic>
          <p:nvPicPr>
            <p:cNvPr id="364" name="Graphic 363" descr="Deciduous tree with solid fill">
              <a:extLst>
                <a:ext uri="{FF2B5EF4-FFF2-40B4-BE49-F238E27FC236}">
                  <a16:creationId xmlns:a16="http://schemas.microsoft.com/office/drawing/2014/main" id="{8708C51B-BA64-41FB-E3EF-DBC125BF16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259" y="2936731"/>
              <a:ext cx="209457" cy="196411"/>
            </a:xfrm>
            <a:prstGeom prst="rect">
              <a:avLst/>
            </a:prstGeom>
          </p:spPr>
        </p:pic>
        <p:pic>
          <p:nvPicPr>
            <p:cNvPr id="365" name="Graphic 364" descr="Deciduous tree with solid fill">
              <a:extLst>
                <a:ext uri="{FF2B5EF4-FFF2-40B4-BE49-F238E27FC236}">
                  <a16:creationId xmlns:a16="http://schemas.microsoft.com/office/drawing/2014/main" id="{3008F4F3-C398-17D8-17DF-A126C2AE2A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6953" y="3060221"/>
              <a:ext cx="209457" cy="196411"/>
            </a:xfrm>
            <a:prstGeom prst="rect">
              <a:avLst/>
            </a:prstGeom>
          </p:spPr>
        </p:pic>
        <p:pic>
          <p:nvPicPr>
            <p:cNvPr id="366" name="Graphic 365" descr="Deciduous tree with solid fill">
              <a:extLst>
                <a:ext uri="{FF2B5EF4-FFF2-40B4-BE49-F238E27FC236}">
                  <a16:creationId xmlns:a16="http://schemas.microsoft.com/office/drawing/2014/main" id="{E758BA87-C62A-E995-50F1-A49ADD33CB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648" y="3183714"/>
              <a:ext cx="209457" cy="196411"/>
            </a:xfrm>
            <a:prstGeom prst="rect">
              <a:avLst/>
            </a:prstGeom>
          </p:spPr>
        </p:pic>
        <p:pic>
          <p:nvPicPr>
            <p:cNvPr id="367" name="Graphic 366" descr="Deciduous tree with solid fill">
              <a:extLst>
                <a:ext uri="{FF2B5EF4-FFF2-40B4-BE49-F238E27FC236}">
                  <a16:creationId xmlns:a16="http://schemas.microsoft.com/office/drawing/2014/main" id="{42F4CB3A-8694-8601-9A64-390779D686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343" y="3307203"/>
              <a:ext cx="209457" cy="196411"/>
            </a:xfrm>
            <a:prstGeom prst="rect">
              <a:avLst/>
            </a:prstGeom>
          </p:spPr>
        </p:pic>
        <p:pic>
          <p:nvPicPr>
            <p:cNvPr id="368" name="Graphic 367" descr="Deciduous tree with solid fill">
              <a:extLst>
                <a:ext uri="{FF2B5EF4-FFF2-40B4-BE49-F238E27FC236}">
                  <a16:creationId xmlns:a16="http://schemas.microsoft.com/office/drawing/2014/main" id="{07751BDC-2341-F756-8493-F0A498C263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038" y="3430695"/>
              <a:ext cx="209457" cy="196411"/>
            </a:xfrm>
            <a:prstGeom prst="rect">
              <a:avLst/>
            </a:prstGeom>
          </p:spPr>
        </p:pic>
        <p:pic>
          <p:nvPicPr>
            <p:cNvPr id="369" name="Graphic 368" descr="Deciduous tree with solid fill">
              <a:extLst>
                <a:ext uri="{FF2B5EF4-FFF2-40B4-BE49-F238E27FC236}">
                  <a16:creationId xmlns:a16="http://schemas.microsoft.com/office/drawing/2014/main" id="{8F87550F-B53D-02B6-2E6D-26990CFFFA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3733" y="3554186"/>
              <a:ext cx="209457" cy="196411"/>
            </a:xfrm>
            <a:prstGeom prst="rect">
              <a:avLst/>
            </a:prstGeom>
          </p:spPr>
        </p:pic>
        <p:pic>
          <p:nvPicPr>
            <p:cNvPr id="370" name="Graphic 369" descr="Deciduous tree with solid fill">
              <a:extLst>
                <a:ext uri="{FF2B5EF4-FFF2-40B4-BE49-F238E27FC236}">
                  <a16:creationId xmlns:a16="http://schemas.microsoft.com/office/drawing/2014/main" id="{37CA4AA8-0F65-37C8-3D28-9DE7870222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7" y="3677678"/>
              <a:ext cx="209457" cy="196411"/>
            </a:xfrm>
            <a:prstGeom prst="rect">
              <a:avLst/>
            </a:prstGeom>
          </p:spPr>
        </p:pic>
        <p:pic>
          <p:nvPicPr>
            <p:cNvPr id="371" name="Graphic 370" descr="Deciduous tree with solid fill">
              <a:extLst>
                <a:ext uri="{FF2B5EF4-FFF2-40B4-BE49-F238E27FC236}">
                  <a16:creationId xmlns:a16="http://schemas.microsoft.com/office/drawing/2014/main" id="{58CAF07F-ABEA-3A6D-A0E2-DBB2254DF2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33021" y="4082977"/>
              <a:ext cx="209457" cy="196411"/>
            </a:xfrm>
            <a:prstGeom prst="rect">
              <a:avLst/>
            </a:prstGeom>
          </p:spPr>
        </p:pic>
        <p:pic>
          <p:nvPicPr>
            <p:cNvPr id="372" name="Graphic 371" descr="Deciduous tree with solid fill">
              <a:extLst>
                <a:ext uri="{FF2B5EF4-FFF2-40B4-BE49-F238E27FC236}">
                  <a16:creationId xmlns:a16="http://schemas.microsoft.com/office/drawing/2014/main" id="{44F504CD-B442-FD54-51AF-FF8435FE84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906" y="1867442"/>
              <a:ext cx="209457" cy="196411"/>
            </a:xfrm>
            <a:prstGeom prst="rect">
              <a:avLst/>
            </a:prstGeom>
          </p:spPr>
        </p:pic>
        <p:pic>
          <p:nvPicPr>
            <p:cNvPr id="373" name="Graphic 372" descr="Deciduous tree with solid fill">
              <a:extLst>
                <a:ext uri="{FF2B5EF4-FFF2-40B4-BE49-F238E27FC236}">
                  <a16:creationId xmlns:a16="http://schemas.microsoft.com/office/drawing/2014/main" id="{E6DAEDDA-89CF-8517-EC50-678A084B3C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4278" y="1963301"/>
              <a:ext cx="209457" cy="196411"/>
            </a:xfrm>
            <a:prstGeom prst="rect">
              <a:avLst/>
            </a:prstGeom>
          </p:spPr>
        </p:pic>
        <p:pic>
          <p:nvPicPr>
            <p:cNvPr id="374" name="Graphic 373" descr="Deciduous tree with solid fill">
              <a:extLst>
                <a:ext uri="{FF2B5EF4-FFF2-40B4-BE49-F238E27FC236}">
                  <a16:creationId xmlns:a16="http://schemas.microsoft.com/office/drawing/2014/main" id="{FB6545AE-DBDC-E70F-B770-92699A4C08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482" y="1779403"/>
              <a:ext cx="209457" cy="196411"/>
            </a:xfrm>
            <a:prstGeom prst="rect">
              <a:avLst/>
            </a:prstGeom>
          </p:spPr>
        </p:pic>
        <p:pic>
          <p:nvPicPr>
            <p:cNvPr id="375" name="Graphic 374" descr="Deciduous tree with solid fill">
              <a:extLst>
                <a:ext uri="{FF2B5EF4-FFF2-40B4-BE49-F238E27FC236}">
                  <a16:creationId xmlns:a16="http://schemas.microsoft.com/office/drawing/2014/main" id="{30D0FB30-CBAE-769C-4C19-872F378909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74" y="2086792"/>
              <a:ext cx="209457" cy="196411"/>
            </a:xfrm>
            <a:prstGeom prst="rect">
              <a:avLst/>
            </a:prstGeom>
          </p:spPr>
        </p:pic>
        <p:pic>
          <p:nvPicPr>
            <p:cNvPr id="376" name="Graphic 375" descr="Deciduous tree with solid fill">
              <a:extLst>
                <a:ext uri="{FF2B5EF4-FFF2-40B4-BE49-F238E27FC236}">
                  <a16:creationId xmlns:a16="http://schemas.microsoft.com/office/drawing/2014/main" id="{8D980610-20DF-1E46-B229-F5890A751A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9" y="2210283"/>
              <a:ext cx="209457" cy="196411"/>
            </a:xfrm>
            <a:prstGeom prst="rect">
              <a:avLst/>
            </a:prstGeom>
          </p:spPr>
        </p:pic>
        <p:pic>
          <p:nvPicPr>
            <p:cNvPr id="377" name="Graphic 376" descr="Deciduous tree with solid fill">
              <a:extLst>
                <a:ext uri="{FF2B5EF4-FFF2-40B4-BE49-F238E27FC236}">
                  <a16:creationId xmlns:a16="http://schemas.microsoft.com/office/drawing/2014/main" id="{3CE652CE-BB9E-BA4F-5C59-1E68E3EB7A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3" y="2333774"/>
              <a:ext cx="209457" cy="196411"/>
            </a:xfrm>
            <a:prstGeom prst="rect">
              <a:avLst/>
            </a:prstGeom>
          </p:spPr>
        </p:pic>
        <p:pic>
          <p:nvPicPr>
            <p:cNvPr id="378" name="Graphic 377" descr="Deciduous tree with solid fill">
              <a:extLst>
                <a:ext uri="{FF2B5EF4-FFF2-40B4-BE49-F238E27FC236}">
                  <a16:creationId xmlns:a16="http://schemas.microsoft.com/office/drawing/2014/main" id="{F1BB1728-FF00-0711-2B6D-C4A103DB8D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8" y="2457266"/>
              <a:ext cx="209457" cy="196411"/>
            </a:xfrm>
            <a:prstGeom prst="rect">
              <a:avLst/>
            </a:prstGeom>
          </p:spPr>
        </p:pic>
        <p:pic>
          <p:nvPicPr>
            <p:cNvPr id="379" name="Graphic 378" descr="Deciduous tree with solid fill">
              <a:extLst>
                <a:ext uri="{FF2B5EF4-FFF2-40B4-BE49-F238E27FC236}">
                  <a16:creationId xmlns:a16="http://schemas.microsoft.com/office/drawing/2014/main" id="{CFBBD85A-B28A-35B3-B666-AE9FDE2B80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3" y="2580758"/>
              <a:ext cx="209457" cy="196411"/>
            </a:xfrm>
            <a:prstGeom prst="rect">
              <a:avLst/>
            </a:prstGeom>
          </p:spPr>
        </p:pic>
        <p:pic>
          <p:nvPicPr>
            <p:cNvPr id="380" name="Graphic 379" descr="Deciduous tree with solid fill">
              <a:extLst>
                <a:ext uri="{FF2B5EF4-FFF2-40B4-BE49-F238E27FC236}">
                  <a16:creationId xmlns:a16="http://schemas.microsoft.com/office/drawing/2014/main" id="{FC5878C6-2F45-53B5-575F-F3CCE386C1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6" y="2704249"/>
              <a:ext cx="209457" cy="196411"/>
            </a:xfrm>
            <a:prstGeom prst="rect">
              <a:avLst/>
            </a:prstGeom>
          </p:spPr>
        </p:pic>
        <p:pic>
          <p:nvPicPr>
            <p:cNvPr id="381" name="Graphic 380" descr="Deciduous tree with solid fill">
              <a:extLst>
                <a:ext uri="{FF2B5EF4-FFF2-40B4-BE49-F238E27FC236}">
                  <a16:creationId xmlns:a16="http://schemas.microsoft.com/office/drawing/2014/main" id="{B9978C87-B4BF-B7BC-1E99-36115FD411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382" name="Graphic 381" descr="Deciduous tree with solid fill">
              <a:extLst>
                <a:ext uri="{FF2B5EF4-FFF2-40B4-BE49-F238E27FC236}">
                  <a16:creationId xmlns:a16="http://schemas.microsoft.com/office/drawing/2014/main" id="{2472903E-1EA9-DAE6-53D0-606FCB0B39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383" name="Graphic 382" descr="Deciduous tree with solid fill">
              <a:extLst>
                <a:ext uri="{FF2B5EF4-FFF2-40B4-BE49-F238E27FC236}">
                  <a16:creationId xmlns:a16="http://schemas.microsoft.com/office/drawing/2014/main" id="{77662BC9-032D-90DF-B3FB-1A27DDDAD3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1" y="3074722"/>
              <a:ext cx="209457" cy="196411"/>
            </a:xfrm>
            <a:prstGeom prst="rect">
              <a:avLst/>
            </a:prstGeom>
          </p:spPr>
        </p:pic>
        <p:pic>
          <p:nvPicPr>
            <p:cNvPr id="384" name="Graphic 383" descr="Deciduous tree with solid fill">
              <a:extLst>
                <a:ext uri="{FF2B5EF4-FFF2-40B4-BE49-F238E27FC236}">
                  <a16:creationId xmlns:a16="http://schemas.microsoft.com/office/drawing/2014/main" id="{439A1967-FEED-7DF3-654A-E33D93ED24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6" y="3198214"/>
              <a:ext cx="209457" cy="196411"/>
            </a:xfrm>
            <a:prstGeom prst="rect">
              <a:avLst/>
            </a:prstGeom>
          </p:spPr>
        </p:pic>
        <p:pic>
          <p:nvPicPr>
            <p:cNvPr id="385" name="Graphic 384" descr="Deciduous tree with solid fill">
              <a:extLst>
                <a:ext uri="{FF2B5EF4-FFF2-40B4-BE49-F238E27FC236}">
                  <a16:creationId xmlns:a16="http://schemas.microsoft.com/office/drawing/2014/main" id="{A5157265-4772-44B2-22CD-618283E943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1" y="3321705"/>
              <a:ext cx="209457" cy="196411"/>
            </a:xfrm>
            <a:prstGeom prst="rect">
              <a:avLst/>
            </a:prstGeom>
          </p:spPr>
        </p:pic>
        <p:pic>
          <p:nvPicPr>
            <p:cNvPr id="386" name="Graphic 385" descr="Deciduous tree with solid fill">
              <a:extLst>
                <a:ext uri="{FF2B5EF4-FFF2-40B4-BE49-F238E27FC236}">
                  <a16:creationId xmlns:a16="http://schemas.microsoft.com/office/drawing/2014/main" id="{2AB9AB3E-2718-7B19-A98B-7E6FB0F17B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6" y="3445196"/>
              <a:ext cx="209457" cy="196411"/>
            </a:xfrm>
            <a:prstGeom prst="rect">
              <a:avLst/>
            </a:prstGeom>
          </p:spPr>
        </p:pic>
        <p:pic>
          <p:nvPicPr>
            <p:cNvPr id="387" name="Graphic 386" descr="Deciduous tree with solid fill">
              <a:extLst>
                <a:ext uri="{FF2B5EF4-FFF2-40B4-BE49-F238E27FC236}">
                  <a16:creationId xmlns:a16="http://schemas.microsoft.com/office/drawing/2014/main" id="{4F85B24C-EFFB-86ED-AF03-D6FBF383B1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601" y="1990933"/>
              <a:ext cx="209457" cy="196411"/>
            </a:xfrm>
            <a:prstGeom prst="rect">
              <a:avLst/>
            </a:prstGeom>
          </p:spPr>
        </p:pic>
        <p:pic>
          <p:nvPicPr>
            <p:cNvPr id="388" name="Graphic 387" descr="Deciduous tree with solid fill">
              <a:extLst>
                <a:ext uri="{FF2B5EF4-FFF2-40B4-BE49-F238E27FC236}">
                  <a16:creationId xmlns:a16="http://schemas.microsoft.com/office/drawing/2014/main" id="{552B81D5-15D2-9FFF-8CFE-A25C55F71C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4" y="2114424"/>
              <a:ext cx="209457" cy="196411"/>
            </a:xfrm>
            <a:prstGeom prst="rect">
              <a:avLst/>
            </a:prstGeom>
          </p:spPr>
        </p:pic>
        <p:pic>
          <p:nvPicPr>
            <p:cNvPr id="389" name="Graphic 388" descr="Deciduous tree with solid fill">
              <a:extLst>
                <a:ext uri="{FF2B5EF4-FFF2-40B4-BE49-F238E27FC236}">
                  <a16:creationId xmlns:a16="http://schemas.microsoft.com/office/drawing/2014/main" id="{338CC77C-0CC5-5B13-6156-9C4A55CB3B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9" y="2237915"/>
              <a:ext cx="209457" cy="196411"/>
            </a:xfrm>
            <a:prstGeom prst="rect">
              <a:avLst/>
            </a:prstGeom>
          </p:spPr>
        </p:pic>
        <p:pic>
          <p:nvPicPr>
            <p:cNvPr id="390" name="Graphic 389" descr="Deciduous tree with solid fill">
              <a:extLst>
                <a:ext uri="{FF2B5EF4-FFF2-40B4-BE49-F238E27FC236}">
                  <a16:creationId xmlns:a16="http://schemas.microsoft.com/office/drawing/2014/main" id="{C72C649C-7771-8D64-65FF-66532F833E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391" name="Graphic 390" descr="Deciduous tree with solid fill">
              <a:extLst>
                <a:ext uri="{FF2B5EF4-FFF2-40B4-BE49-F238E27FC236}">
                  <a16:creationId xmlns:a16="http://schemas.microsoft.com/office/drawing/2014/main" id="{F5FA80C6-0D0D-A6FD-2F51-D84C121CBF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9" y="2484898"/>
              <a:ext cx="209457" cy="196411"/>
            </a:xfrm>
            <a:prstGeom prst="rect">
              <a:avLst/>
            </a:prstGeom>
          </p:spPr>
        </p:pic>
        <p:pic>
          <p:nvPicPr>
            <p:cNvPr id="392" name="Graphic 391" descr="Deciduous tree with solid fill">
              <a:extLst>
                <a:ext uri="{FF2B5EF4-FFF2-40B4-BE49-F238E27FC236}">
                  <a16:creationId xmlns:a16="http://schemas.microsoft.com/office/drawing/2014/main" id="{BA78821A-6D4D-6AD0-69C8-27869394A7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4" y="2608389"/>
              <a:ext cx="209457" cy="196411"/>
            </a:xfrm>
            <a:prstGeom prst="rect">
              <a:avLst/>
            </a:prstGeom>
          </p:spPr>
        </p:pic>
        <p:pic>
          <p:nvPicPr>
            <p:cNvPr id="393" name="Graphic 392" descr="Deciduous tree with solid fill">
              <a:extLst>
                <a:ext uri="{FF2B5EF4-FFF2-40B4-BE49-F238E27FC236}">
                  <a16:creationId xmlns:a16="http://schemas.microsoft.com/office/drawing/2014/main" id="{C44CF8FF-91D5-9F72-3515-B8D32C6483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9" y="2731881"/>
              <a:ext cx="209457" cy="196411"/>
            </a:xfrm>
            <a:prstGeom prst="rect">
              <a:avLst/>
            </a:prstGeom>
          </p:spPr>
        </p:pic>
        <p:pic>
          <p:nvPicPr>
            <p:cNvPr id="394" name="Graphic 393" descr="Deciduous tree with solid fill">
              <a:extLst>
                <a:ext uri="{FF2B5EF4-FFF2-40B4-BE49-F238E27FC236}">
                  <a16:creationId xmlns:a16="http://schemas.microsoft.com/office/drawing/2014/main" id="{4DE69D9E-91C1-D334-5005-DC03577820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3" y="2855372"/>
              <a:ext cx="209457" cy="196411"/>
            </a:xfrm>
            <a:prstGeom prst="rect">
              <a:avLst/>
            </a:prstGeom>
          </p:spPr>
        </p:pic>
        <p:pic>
          <p:nvPicPr>
            <p:cNvPr id="395" name="Graphic 394" descr="Deciduous tree with solid fill">
              <a:extLst>
                <a:ext uri="{FF2B5EF4-FFF2-40B4-BE49-F238E27FC236}">
                  <a16:creationId xmlns:a16="http://schemas.microsoft.com/office/drawing/2014/main" id="{2A0CDFB2-4DAC-696E-CFF3-59C3C454F4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8" y="2978863"/>
              <a:ext cx="209457" cy="196411"/>
            </a:xfrm>
            <a:prstGeom prst="rect">
              <a:avLst/>
            </a:prstGeom>
          </p:spPr>
        </p:pic>
        <p:pic>
          <p:nvPicPr>
            <p:cNvPr id="396" name="Graphic 395" descr="Deciduous tree with solid fill">
              <a:extLst>
                <a:ext uri="{FF2B5EF4-FFF2-40B4-BE49-F238E27FC236}">
                  <a16:creationId xmlns:a16="http://schemas.microsoft.com/office/drawing/2014/main" id="{B035C5F4-B0CB-CC67-AB59-0B55F8BCEF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3" y="3102355"/>
              <a:ext cx="209457" cy="196411"/>
            </a:xfrm>
            <a:prstGeom prst="rect">
              <a:avLst/>
            </a:prstGeom>
          </p:spPr>
        </p:pic>
        <p:pic>
          <p:nvPicPr>
            <p:cNvPr id="397" name="Graphic 396" descr="Deciduous tree with solid fill">
              <a:extLst>
                <a:ext uri="{FF2B5EF4-FFF2-40B4-BE49-F238E27FC236}">
                  <a16:creationId xmlns:a16="http://schemas.microsoft.com/office/drawing/2014/main" id="{03DBA874-6C77-B383-B8F4-AF177B8CA6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8" y="3225846"/>
              <a:ext cx="209457" cy="196411"/>
            </a:xfrm>
            <a:prstGeom prst="rect">
              <a:avLst/>
            </a:prstGeom>
          </p:spPr>
        </p:pic>
        <p:pic>
          <p:nvPicPr>
            <p:cNvPr id="398" name="Graphic 397" descr="Deciduous tree with solid fill">
              <a:extLst>
                <a:ext uri="{FF2B5EF4-FFF2-40B4-BE49-F238E27FC236}">
                  <a16:creationId xmlns:a16="http://schemas.microsoft.com/office/drawing/2014/main" id="{E570A614-320E-730E-0276-E56EBF6DFF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3" y="3349337"/>
              <a:ext cx="209457" cy="196411"/>
            </a:xfrm>
            <a:prstGeom prst="rect">
              <a:avLst/>
            </a:prstGeom>
          </p:spPr>
        </p:pic>
        <p:pic>
          <p:nvPicPr>
            <p:cNvPr id="399" name="Graphic 398" descr="Deciduous tree with solid fill">
              <a:extLst>
                <a:ext uri="{FF2B5EF4-FFF2-40B4-BE49-F238E27FC236}">
                  <a16:creationId xmlns:a16="http://schemas.microsoft.com/office/drawing/2014/main" id="{97120184-81A7-5798-8837-D182BC1117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6" y="1902894"/>
              <a:ext cx="209457" cy="196411"/>
            </a:xfrm>
            <a:prstGeom prst="rect">
              <a:avLst/>
            </a:prstGeom>
          </p:spPr>
        </p:pic>
        <p:pic>
          <p:nvPicPr>
            <p:cNvPr id="400" name="Graphic 399" descr="Deciduous tree with solid fill">
              <a:extLst>
                <a:ext uri="{FF2B5EF4-FFF2-40B4-BE49-F238E27FC236}">
                  <a16:creationId xmlns:a16="http://schemas.microsoft.com/office/drawing/2014/main" id="{E5B71FCC-8B2C-FC64-5EBC-1D6F1A20C6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71" y="2026385"/>
              <a:ext cx="209457" cy="196411"/>
            </a:xfrm>
            <a:prstGeom prst="rect">
              <a:avLst/>
            </a:prstGeom>
          </p:spPr>
        </p:pic>
        <p:pic>
          <p:nvPicPr>
            <p:cNvPr id="401" name="Graphic 400" descr="Deciduous tree with solid fill">
              <a:extLst>
                <a:ext uri="{FF2B5EF4-FFF2-40B4-BE49-F238E27FC236}">
                  <a16:creationId xmlns:a16="http://schemas.microsoft.com/office/drawing/2014/main" id="{A0D347D3-5DD9-2301-9199-AFBF4D286E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6" y="2149877"/>
              <a:ext cx="209457" cy="196411"/>
            </a:xfrm>
            <a:prstGeom prst="rect">
              <a:avLst/>
            </a:prstGeom>
          </p:spPr>
        </p:pic>
        <p:pic>
          <p:nvPicPr>
            <p:cNvPr id="402" name="Graphic 401" descr="Deciduous tree with solid fill">
              <a:extLst>
                <a:ext uri="{FF2B5EF4-FFF2-40B4-BE49-F238E27FC236}">
                  <a16:creationId xmlns:a16="http://schemas.microsoft.com/office/drawing/2014/main" id="{64A81A97-21B2-68BE-8F23-7A2430A0DB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1" y="2273368"/>
              <a:ext cx="209457" cy="196411"/>
            </a:xfrm>
            <a:prstGeom prst="rect">
              <a:avLst/>
            </a:prstGeom>
          </p:spPr>
        </p:pic>
        <p:pic>
          <p:nvPicPr>
            <p:cNvPr id="403" name="Graphic 402" descr="Deciduous tree with solid fill">
              <a:extLst>
                <a:ext uri="{FF2B5EF4-FFF2-40B4-BE49-F238E27FC236}">
                  <a16:creationId xmlns:a16="http://schemas.microsoft.com/office/drawing/2014/main" id="{DF6217ED-F812-8504-CE21-EFB44F23C4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6" y="2396860"/>
              <a:ext cx="209457" cy="196411"/>
            </a:xfrm>
            <a:prstGeom prst="rect">
              <a:avLst/>
            </a:prstGeom>
          </p:spPr>
        </p:pic>
        <p:pic>
          <p:nvPicPr>
            <p:cNvPr id="404" name="Graphic 403" descr="Deciduous tree with solid fill">
              <a:extLst>
                <a:ext uri="{FF2B5EF4-FFF2-40B4-BE49-F238E27FC236}">
                  <a16:creationId xmlns:a16="http://schemas.microsoft.com/office/drawing/2014/main" id="{53674A3A-ED2A-A715-A3F7-8CFF15AE63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1" y="2520351"/>
              <a:ext cx="209457" cy="196411"/>
            </a:xfrm>
            <a:prstGeom prst="rect">
              <a:avLst/>
            </a:prstGeom>
          </p:spPr>
        </p:pic>
        <p:pic>
          <p:nvPicPr>
            <p:cNvPr id="405" name="Graphic 404" descr="Deciduous tree with solid fill">
              <a:extLst>
                <a:ext uri="{FF2B5EF4-FFF2-40B4-BE49-F238E27FC236}">
                  <a16:creationId xmlns:a16="http://schemas.microsoft.com/office/drawing/2014/main" id="{AEBDF655-7441-5FF8-693E-7E5B25C13D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6" y="2643841"/>
              <a:ext cx="209457" cy="196411"/>
            </a:xfrm>
            <a:prstGeom prst="rect">
              <a:avLst/>
            </a:prstGeom>
          </p:spPr>
        </p:pic>
        <p:pic>
          <p:nvPicPr>
            <p:cNvPr id="406" name="Graphic 405" descr="Deciduous tree with solid fill">
              <a:extLst>
                <a:ext uri="{FF2B5EF4-FFF2-40B4-BE49-F238E27FC236}">
                  <a16:creationId xmlns:a16="http://schemas.microsoft.com/office/drawing/2014/main" id="{BF050233-FECB-4F6C-2D21-2FC4D1F0F7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1" y="2767333"/>
              <a:ext cx="209457" cy="196411"/>
            </a:xfrm>
            <a:prstGeom prst="rect">
              <a:avLst/>
            </a:prstGeom>
          </p:spPr>
        </p:pic>
        <p:pic>
          <p:nvPicPr>
            <p:cNvPr id="407" name="Graphic 406" descr="Deciduous tree with solid fill">
              <a:extLst>
                <a:ext uri="{FF2B5EF4-FFF2-40B4-BE49-F238E27FC236}">
                  <a16:creationId xmlns:a16="http://schemas.microsoft.com/office/drawing/2014/main" id="{5B2E7BE3-7BA2-50C1-547B-6ABFE4EEA0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4" y="2890825"/>
              <a:ext cx="209457" cy="196411"/>
            </a:xfrm>
            <a:prstGeom prst="rect">
              <a:avLst/>
            </a:prstGeom>
          </p:spPr>
        </p:pic>
        <p:pic>
          <p:nvPicPr>
            <p:cNvPr id="408" name="Graphic 407" descr="Deciduous tree with solid fill">
              <a:extLst>
                <a:ext uri="{FF2B5EF4-FFF2-40B4-BE49-F238E27FC236}">
                  <a16:creationId xmlns:a16="http://schemas.microsoft.com/office/drawing/2014/main" id="{4EEF13DB-41D9-6E33-FAB9-5B64C2CDCD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9" y="3014316"/>
              <a:ext cx="209457" cy="196411"/>
            </a:xfrm>
            <a:prstGeom prst="rect">
              <a:avLst/>
            </a:prstGeom>
          </p:spPr>
        </p:pic>
        <p:pic>
          <p:nvPicPr>
            <p:cNvPr id="409" name="Graphic 408" descr="Deciduous tree with solid fill">
              <a:extLst>
                <a:ext uri="{FF2B5EF4-FFF2-40B4-BE49-F238E27FC236}">
                  <a16:creationId xmlns:a16="http://schemas.microsoft.com/office/drawing/2014/main" id="{76825A10-5F54-A06F-FC9A-33CCA7A07A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4" y="3137808"/>
              <a:ext cx="209457" cy="196411"/>
            </a:xfrm>
            <a:prstGeom prst="rect">
              <a:avLst/>
            </a:prstGeom>
          </p:spPr>
        </p:pic>
        <p:pic>
          <p:nvPicPr>
            <p:cNvPr id="410" name="Graphic 409" descr="Deciduous tree with solid fill">
              <a:extLst>
                <a:ext uri="{FF2B5EF4-FFF2-40B4-BE49-F238E27FC236}">
                  <a16:creationId xmlns:a16="http://schemas.microsoft.com/office/drawing/2014/main" id="{A798818B-EDA0-05E3-F1E2-975FA46B26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8" y="3261298"/>
              <a:ext cx="209457" cy="196411"/>
            </a:xfrm>
            <a:prstGeom prst="rect">
              <a:avLst/>
            </a:prstGeom>
          </p:spPr>
        </p:pic>
        <p:pic>
          <p:nvPicPr>
            <p:cNvPr id="411" name="Graphic 410" descr="Deciduous tree with solid fill">
              <a:extLst>
                <a:ext uri="{FF2B5EF4-FFF2-40B4-BE49-F238E27FC236}">
                  <a16:creationId xmlns:a16="http://schemas.microsoft.com/office/drawing/2014/main" id="{9595E75D-67B2-8E30-CDDB-5BBCF6DC07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601" y="1990933"/>
              <a:ext cx="209457" cy="196411"/>
            </a:xfrm>
            <a:prstGeom prst="rect">
              <a:avLst/>
            </a:prstGeom>
          </p:spPr>
        </p:pic>
        <p:pic>
          <p:nvPicPr>
            <p:cNvPr id="412" name="Graphic 411" descr="Deciduous tree with solid fill">
              <a:extLst>
                <a:ext uri="{FF2B5EF4-FFF2-40B4-BE49-F238E27FC236}">
                  <a16:creationId xmlns:a16="http://schemas.microsoft.com/office/drawing/2014/main" id="{704B7D88-2C72-EE95-5241-D9ECA8C759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74" y="2086792"/>
              <a:ext cx="209457" cy="196411"/>
            </a:xfrm>
            <a:prstGeom prst="rect">
              <a:avLst/>
            </a:prstGeom>
          </p:spPr>
        </p:pic>
        <p:pic>
          <p:nvPicPr>
            <p:cNvPr id="413" name="Graphic 412" descr="Deciduous tree with solid fill">
              <a:extLst>
                <a:ext uri="{FF2B5EF4-FFF2-40B4-BE49-F238E27FC236}">
                  <a16:creationId xmlns:a16="http://schemas.microsoft.com/office/drawing/2014/main" id="{D69C5A43-4B34-4B4C-22BA-5654D0ED3D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6" y="1902894"/>
              <a:ext cx="209457" cy="196411"/>
            </a:xfrm>
            <a:prstGeom prst="rect">
              <a:avLst/>
            </a:prstGeom>
          </p:spPr>
        </p:pic>
        <p:pic>
          <p:nvPicPr>
            <p:cNvPr id="414" name="Graphic 413" descr="Deciduous tree with solid fill">
              <a:extLst>
                <a:ext uri="{FF2B5EF4-FFF2-40B4-BE49-F238E27FC236}">
                  <a16:creationId xmlns:a16="http://schemas.microsoft.com/office/drawing/2014/main" id="{283533B1-ABDB-EBBF-63F3-35C9168F68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9" y="2210283"/>
              <a:ext cx="209457" cy="196411"/>
            </a:xfrm>
            <a:prstGeom prst="rect">
              <a:avLst/>
            </a:prstGeom>
          </p:spPr>
        </p:pic>
        <p:pic>
          <p:nvPicPr>
            <p:cNvPr id="415" name="Graphic 414" descr="Deciduous tree with solid fill">
              <a:extLst>
                <a:ext uri="{FF2B5EF4-FFF2-40B4-BE49-F238E27FC236}">
                  <a16:creationId xmlns:a16="http://schemas.microsoft.com/office/drawing/2014/main" id="{0E69348F-9215-1E32-7D29-427487273B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3" y="2333774"/>
              <a:ext cx="209457" cy="196411"/>
            </a:xfrm>
            <a:prstGeom prst="rect">
              <a:avLst/>
            </a:prstGeom>
          </p:spPr>
        </p:pic>
        <p:pic>
          <p:nvPicPr>
            <p:cNvPr id="416" name="Graphic 415" descr="Deciduous tree with solid fill">
              <a:extLst>
                <a:ext uri="{FF2B5EF4-FFF2-40B4-BE49-F238E27FC236}">
                  <a16:creationId xmlns:a16="http://schemas.microsoft.com/office/drawing/2014/main" id="{E8FF5A37-C546-7697-377D-EA8C81B290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8" y="2457266"/>
              <a:ext cx="209457" cy="196411"/>
            </a:xfrm>
            <a:prstGeom prst="rect">
              <a:avLst/>
            </a:prstGeom>
          </p:spPr>
        </p:pic>
        <p:pic>
          <p:nvPicPr>
            <p:cNvPr id="417" name="Graphic 416" descr="Deciduous tree with solid fill">
              <a:extLst>
                <a:ext uri="{FF2B5EF4-FFF2-40B4-BE49-F238E27FC236}">
                  <a16:creationId xmlns:a16="http://schemas.microsoft.com/office/drawing/2014/main" id="{26A01594-2138-A64C-93DD-0101109E98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3" y="2580758"/>
              <a:ext cx="209457" cy="196411"/>
            </a:xfrm>
            <a:prstGeom prst="rect">
              <a:avLst/>
            </a:prstGeom>
          </p:spPr>
        </p:pic>
        <p:pic>
          <p:nvPicPr>
            <p:cNvPr id="418" name="Graphic 417" descr="Deciduous tree with solid fill">
              <a:extLst>
                <a:ext uri="{FF2B5EF4-FFF2-40B4-BE49-F238E27FC236}">
                  <a16:creationId xmlns:a16="http://schemas.microsoft.com/office/drawing/2014/main" id="{FC6B7D52-FD3F-FB2C-405E-FC27B2DC67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6" y="2704249"/>
              <a:ext cx="209457" cy="196411"/>
            </a:xfrm>
            <a:prstGeom prst="rect">
              <a:avLst/>
            </a:prstGeom>
          </p:spPr>
        </p:pic>
        <p:pic>
          <p:nvPicPr>
            <p:cNvPr id="419" name="Graphic 418" descr="Deciduous tree with solid fill">
              <a:extLst>
                <a:ext uri="{FF2B5EF4-FFF2-40B4-BE49-F238E27FC236}">
                  <a16:creationId xmlns:a16="http://schemas.microsoft.com/office/drawing/2014/main" id="{B8E2F3E9-4136-8DCB-7911-F6B6F9C177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3" y="2827740"/>
              <a:ext cx="209457" cy="196411"/>
            </a:xfrm>
            <a:prstGeom prst="rect">
              <a:avLst/>
            </a:prstGeom>
          </p:spPr>
        </p:pic>
        <p:pic>
          <p:nvPicPr>
            <p:cNvPr id="420" name="Graphic 419" descr="Deciduous tree with solid fill">
              <a:extLst>
                <a:ext uri="{FF2B5EF4-FFF2-40B4-BE49-F238E27FC236}">
                  <a16:creationId xmlns:a16="http://schemas.microsoft.com/office/drawing/2014/main" id="{91BB0358-EA15-0A9B-6E39-6652F02F21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8" y="2951231"/>
              <a:ext cx="209457" cy="196411"/>
            </a:xfrm>
            <a:prstGeom prst="rect">
              <a:avLst/>
            </a:prstGeom>
          </p:spPr>
        </p:pic>
        <p:pic>
          <p:nvPicPr>
            <p:cNvPr id="421" name="Graphic 420" descr="Deciduous tree with solid fill">
              <a:extLst>
                <a:ext uri="{FF2B5EF4-FFF2-40B4-BE49-F238E27FC236}">
                  <a16:creationId xmlns:a16="http://schemas.microsoft.com/office/drawing/2014/main" id="{65A23819-8007-7116-0B4D-5181F50D17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1" y="3074722"/>
              <a:ext cx="209457" cy="196411"/>
            </a:xfrm>
            <a:prstGeom prst="rect">
              <a:avLst/>
            </a:prstGeom>
          </p:spPr>
        </p:pic>
        <p:pic>
          <p:nvPicPr>
            <p:cNvPr id="422" name="Graphic 421" descr="Deciduous tree with solid fill">
              <a:extLst>
                <a:ext uri="{FF2B5EF4-FFF2-40B4-BE49-F238E27FC236}">
                  <a16:creationId xmlns:a16="http://schemas.microsoft.com/office/drawing/2014/main" id="{ECDAD78D-3FE7-FC00-674C-5452BA8A05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6" y="3198214"/>
              <a:ext cx="209457" cy="196411"/>
            </a:xfrm>
            <a:prstGeom prst="rect">
              <a:avLst/>
            </a:prstGeom>
          </p:spPr>
        </p:pic>
        <p:pic>
          <p:nvPicPr>
            <p:cNvPr id="423" name="Graphic 422" descr="Deciduous tree with solid fill">
              <a:extLst>
                <a:ext uri="{FF2B5EF4-FFF2-40B4-BE49-F238E27FC236}">
                  <a16:creationId xmlns:a16="http://schemas.microsoft.com/office/drawing/2014/main" id="{7C915EA9-ED38-D64E-878E-64ED7A9ACF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1" y="3321705"/>
              <a:ext cx="209457" cy="196411"/>
            </a:xfrm>
            <a:prstGeom prst="rect">
              <a:avLst/>
            </a:prstGeom>
          </p:spPr>
        </p:pic>
        <p:pic>
          <p:nvPicPr>
            <p:cNvPr id="424" name="Graphic 423" descr="Deciduous tree with solid fill">
              <a:extLst>
                <a:ext uri="{FF2B5EF4-FFF2-40B4-BE49-F238E27FC236}">
                  <a16:creationId xmlns:a16="http://schemas.microsoft.com/office/drawing/2014/main" id="{CA9D6438-BD6A-D97F-E62B-3D8761E301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6" y="3445196"/>
              <a:ext cx="209457" cy="196411"/>
            </a:xfrm>
            <a:prstGeom prst="rect">
              <a:avLst/>
            </a:prstGeom>
          </p:spPr>
        </p:pic>
        <p:pic>
          <p:nvPicPr>
            <p:cNvPr id="425" name="Graphic 424" descr="Deciduous tree with solid fill">
              <a:extLst>
                <a:ext uri="{FF2B5EF4-FFF2-40B4-BE49-F238E27FC236}">
                  <a16:creationId xmlns:a16="http://schemas.microsoft.com/office/drawing/2014/main" id="{5ED361DC-1B2D-24D2-007E-61037AD31C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5" y="2114424"/>
              <a:ext cx="209457" cy="196411"/>
            </a:xfrm>
            <a:prstGeom prst="rect">
              <a:avLst/>
            </a:prstGeom>
          </p:spPr>
        </p:pic>
        <p:pic>
          <p:nvPicPr>
            <p:cNvPr id="426" name="Graphic 425" descr="Deciduous tree with solid fill">
              <a:extLst>
                <a:ext uri="{FF2B5EF4-FFF2-40B4-BE49-F238E27FC236}">
                  <a16:creationId xmlns:a16="http://schemas.microsoft.com/office/drawing/2014/main" id="{A993BAF4-EAC0-3497-039B-1DA14A3AF7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90" y="2237915"/>
              <a:ext cx="209457" cy="196411"/>
            </a:xfrm>
            <a:prstGeom prst="rect">
              <a:avLst/>
            </a:prstGeom>
          </p:spPr>
        </p:pic>
        <p:pic>
          <p:nvPicPr>
            <p:cNvPr id="427" name="Graphic 426" descr="Deciduous tree with solid fill">
              <a:extLst>
                <a:ext uri="{FF2B5EF4-FFF2-40B4-BE49-F238E27FC236}">
                  <a16:creationId xmlns:a16="http://schemas.microsoft.com/office/drawing/2014/main" id="{E853EF4F-3060-B2DA-BEEC-2BBADFC7D8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5" y="2361406"/>
              <a:ext cx="209457" cy="196411"/>
            </a:xfrm>
            <a:prstGeom prst="rect">
              <a:avLst/>
            </a:prstGeom>
          </p:spPr>
        </p:pic>
        <p:pic>
          <p:nvPicPr>
            <p:cNvPr id="428" name="Graphic 427" descr="Deciduous tree with solid fill">
              <a:extLst>
                <a:ext uri="{FF2B5EF4-FFF2-40B4-BE49-F238E27FC236}">
                  <a16:creationId xmlns:a16="http://schemas.microsoft.com/office/drawing/2014/main" id="{8FAE1D8E-A516-2193-46E8-39C1C80161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9" y="2484898"/>
              <a:ext cx="209457" cy="196411"/>
            </a:xfrm>
            <a:prstGeom prst="rect">
              <a:avLst/>
            </a:prstGeom>
          </p:spPr>
        </p:pic>
        <p:pic>
          <p:nvPicPr>
            <p:cNvPr id="429" name="Graphic 428" descr="Deciduous tree with solid fill">
              <a:extLst>
                <a:ext uri="{FF2B5EF4-FFF2-40B4-BE49-F238E27FC236}">
                  <a16:creationId xmlns:a16="http://schemas.microsoft.com/office/drawing/2014/main" id="{9479E3BE-527A-CC47-0B25-07C1BACC65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4" y="2608389"/>
              <a:ext cx="209457" cy="196411"/>
            </a:xfrm>
            <a:prstGeom prst="rect">
              <a:avLst/>
            </a:prstGeom>
          </p:spPr>
        </p:pic>
        <p:pic>
          <p:nvPicPr>
            <p:cNvPr id="430" name="Graphic 429" descr="Deciduous tree with solid fill">
              <a:extLst>
                <a:ext uri="{FF2B5EF4-FFF2-40B4-BE49-F238E27FC236}">
                  <a16:creationId xmlns:a16="http://schemas.microsoft.com/office/drawing/2014/main" id="{87E20211-D39F-EBA7-86D3-C170C4889B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9" y="2731881"/>
              <a:ext cx="209457" cy="196411"/>
            </a:xfrm>
            <a:prstGeom prst="rect">
              <a:avLst/>
            </a:prstGeom>
          </p:spPr>
        </p:pic>
        <p:pic>
          <p:nvPicPr>
            <p:cNvPr id="431" name="Graphic 430" descr="Deciduous tree with solid fill">
              <a:extLst>
                <a:ext uri="{FF2B5EF4-FFF2-40B4-BE49-F238E27FC236}">
                  <a16:creationId xmlns:a16="http://schemas.microsoft.com/office/drawing/2014/main" id="{0586ECF1-A5A7-AA10-375F-848591AFE6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3" y="2855372"/>
              <a:ext cx="209457" cy="196411"/>
            </a:xfrm>
            <a:prstGeom prst="rect">
              <a:avLst/>
            </a:prstGeom>
          </p:spPr>
        </p:pic>
        <p:pic>
          <p:nvPicPr>
            <p:cNvPr id="432" name="Graphic 431" descr="Deciduous tree with solid fill">
              <a:extLst>
                <a:ext uri="{FF2B5EF4-FFF2-40B4-BE49-F238E27FC236}">
                  <a16:creationId xmlns:a16="http://schemas.microsoft.com/office/drawing/2014/main" id="{E35CD269-5985-DF3D-A3E7-E183CD8590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8" y="2978863"/>
              <a:ext cx="209457" cy="196411"/>
            </a:xfrm>
            <a:prstGeom prst="rect">
              <a:avLst/>
            </a:prstGeom>
          </p:spPr>
        </p:pic>
        <p:pic>
          <p:nvPicPr>
            <p:cNvPr id="433" name="Graphic 432" descr="Deciduous tree with solid fill">
              <a:extLst>
                <a:ext uri="{FF2B5EF4-FFF2-40B4-BE49-F238E27FC236}">
                  <a16:creationId xmlns:a16="http://schemas.microsoft.com/office/drawing/2014/main" id="{D2BA6147-B861-56FE-E558-3FD61872C1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3" y="3102355"/>
              <a:ext cx="209457" cy="196411"/>
            </a:xfrm>
            <a:prstGeom prst="rect">
              <a:avLst/>
            </a:prstGeom>
          </p:spPr>
        </p:pic>
        <p:pic>
          <p:nvPicPr>
            <p:cNvPr id="434" name="Graphic 433" descr="Deciduous tree with solid fill">
              <a:extLst>
                <a:ext uri="{FF2B5EF4-FFF2-40B4-BE49-F238E27FC236}">
                  <a16:creationId xmlns:a16="http://schemas.microsoft.com/office/drawing/2014/main" id="{02E81E85-BE32-7709-9C0A-A60661F9BA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8" y="3225846"/>
              <a:ext cx="209457" cy="196411"/>
            </a:xfrm>
            <a:prstGeom prst="rect">
              <a:avLst/>
            </a:prstGeom>
          </p:spPr>
        </p:pic>
        <p:pic>
          <p:nvPicPr>
            <p:cNvPr id="435" name="Graphic 434" descr="Deciduous tree with solid fill">
              <a:extLst>
                <a:ext uri="{FF2B5EF4-FFF2-40B4-BE49-F238E27FC236}">
                  <a16:creationId xmlns:a16="http://schemas.microsoft.com/office/drawing/2014/main" id="{2E0ED8DC-46A9-BDCE-1931-099BBC920E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3" y="3349337"/>
              <a:ext cx="209457" cy="196411"/>
            </a:xfrm>
            <a:prstGeom prst="rect">
              <a:avLst/>
            </a:prstGeom>
          </p:spPr>
        </p:pic>
        <p:pic>
          <p:nvPicPr>
            <p:cNvPr id="436" name="Graphic 435" descr="Deciduous tree with solid fill">
              <a:extLst>
                <a:ext uri="{FF2B5EF4-FFF2-40B4-BE49-F238E27FC236}">
                  <a16:creationId xmlns:a16="http://schemas.microsoft.com/office/drawing/2014/main" id="{7440355E-02F4-2270-6144-5063136C4C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71" y="2026385"/>
              <a:ext cx="209457" cy="196411"/>
            </a:xfrm>
            <a:prstGeom prst="rect">
              <a:avLst/>
            </a:prstGeom>
          </p:spPr>
        </p:pic>
        <p:pic>
          <p:nvPicPr>
            <p:cNvPr id="437" name="Graphic 436" descr="Deciduous tree with solid fill">
              <a:extLst>
                <a:ext uri="{FF2B5EF4-FFF2-40B4-BE49-F238E27FC236}">
                  <a16:creationId xmlns:a16="http://schemas.microsoft.com/office/drawing/2014/main" id="{8A1CB71A-7681-280D-CD92-91AF7B6C62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6" y="2149877"/>
              <a:ext cx="209457" cy="196411"/>
            </a:xfrm>
            <a:prstGeom prst="rect">
              <a:avLst/>
            </a:prstGeom>
          </p:spPr>
        </p:pic>
        <p:pic>
          <p:nvPicPr>
            <p:cNvPr id="438" name="Graphic 437" descr="Deciduous tree with solid fill">
              <a:extLst>
                <a:ext uri="{FF2B5EF4-FFF2-40B4-BE49-F238E27FC236}">
                  <a16:creationId xmlns:a16="http://schemas.microsoft.com/office/drawing/2014/main" id="{AF0BA4CA-B402-C005-D85E-DE9A603718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1" y="2273368"/>
              <a:ext cx="209457" cy="196411"/>
            </a:xfrm>
            <a:prstGeom prst="rect">
              <a:avLst/>
            </a:prstGeom>
          </p:spPr>
        </p:pic>
        <p:pic>
          <p:nvPicPr>
            <p:cNvPr id="439" name="Graphic 438" descr="Deciduous tree with solid fill">
              <a:extLst>
                <a:ext uri="{FF2B5EF4-FFF2-40B4-BE49-F238E27FC236}">
                  <a16:creationId xmlns:a16="http://schemas.microsoft.com/office/drawing/2014/main" id="{6635D031-12EF-A1BB-1BCE-4B30F11688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6" y="2396860"/>
              <a:ext cx="209457" cy="196411"/>
            </a:xfrm>
            <a:prstGeom prst="rect">
              <a:avLst/>
            </a:prstGeom>
          </p:spPr>
        </p:pic>
        <p:pic>
          <p:nvPicPr>
            <p:cNvPr id="440" name="Graphic 439" descr="Deciduous tree with solid fill">
              <a:extLst>
                <a:ext uri="{FF2B5EF4-FFF2-40B4-BE49-F238E27FC236}">
                  <a16:creationId xmlns:a16="http://schemas.microsoft.com/office/drawing/2014/main" id="{AE3D5703-1AF2-877E-75B1-EBC995E51E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1" y="2520351"/>
              <a:ext cx="209457" cy="196411"/>
            </a:xfrm>
            <a:prstGeom prst="rect">
              <a:avLst/>
            </a:prstGeom>
          </p:spPr>
        </p:pic>
        <p:pic>
          <p:nvPicPr>
            <p:cNvPr id="441" name="Graphic 440" descr="Deciduous tree with solid fill">
              <a:extLst>
                <a:ext uri="{FF2B5EF4-FFF2-40B4-BE49-F238E27FC236}">
                  <a16:creationId xmlns:a16="http://schemas.microsoft.com/office/drawing/2014/main" id="{2F315898-783F-1660-B335-45F96AA3C4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6" y="2643841"/>
              <a:ext cx="209457" cy="196411"/>
            </a:xfrm>
            <a:prstGeom prst="rect">
              <a:avLst/>
            </a:prstGeom>
          </p:spPr>
        </p:pic>
        <p:pic>
          <p:nvPicPr>
            <p:cNvPr id="442" name="Graphic 441" descr="Deciduous tree with solid fill">
              <a:extLst>
                <a:ext uri="{FF2B5EF4-FFF2-40B4-BE49-F238E27FC236}">
                  <a16:creationId xmlns:a16="http://schemas.microsoft.com/office/drawing/2014/main" id="{0D32F235-C0A1-089A-6C83-7236A0325E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1" y="2767333"/>
              <a:ext cx="209457" cy="196411"/>
            </a:xfrm>
            <a:prstGeom prst="rect">
              <a:avLst/>
            </a:prstGeom>
          </p:spPr>
        </p:pic>
        <p:pic>
          <p:nvPicPr>
            <p:cNvPr id="443" name="Graphic 442" descr="Deciduous tree with solid fill">
              <a:extLst>
                <a:ext uri="{FF2B5EF4-FFF2-40B4-BE49-F238E27FC236}">
                  <a16:creationId xmlns:a16="http://schemas.microsoft.com/office/drawing/2014/main" id="{E13DC5D3-DB27-2104-7A37-9C8D0D3F38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5" y="2890825"/>
              <a:ext cx="209457" cy="196411"/>
            </a:xfrm>
            <a:prstGeom prst="rect">
              <a:avLst/>
            </a:prstGeom>
          </p:spPr>
        </p:pic>
        <p:pic>
          <p:nvPicPr>
            <p:cNvPr id="444" name="Graphic 443" descr="Deciduous tree with solid fill">
              <a:extLst>
                <a:ext uri="{FF2B5EF4-FFF2-40B4-BE49-F238E27FC236}">
                  <a16:creationId xmlns:a16="http://schemas.microsoft.com/office/drawing/2014/main" id="{D8E0D608-FAE6-AA19-AC09-1F8127D2CC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9" y="3014316"/>
              <a:ext cx="209457" cy="196411"/>
            </a:xfrm>
            <a:prstGeom prst="rect">
              <a:avLst/>
            </a:prstGeom>
          </p:spPr>
        </p:pic>
        <p:pic>
          <p:nvPicPr>
            <p:cNvPr id="445" name="Graphic 444" descr="Deciduous tree with solid fill">
              <a:extLst>
                <a:ext uri="{FF2B5EF4-FFF2-40B4-BE49-F238E27FC236}">
                  <a16:creationId xmlns:a16="http://schemas.microsoft.com/office/drawing/2014/main" id="{01DA48CF-12E8-C3DD-C842-9B99B6DE41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4" y="3137808"/>
              <a:ext cx="209457" cy="196411"/>
            </a:xfrm>
            <a:prstGeom prst="rect">
              <a:avLst/>
            </a:prstGeom>
          </p:spPr>
        </p:pic>
        <p:pic>
          <p:nvPicPr>
            <p:cNvPr id="446" name="Graphic 445" descr="Deciduous tree with solid fill">
              <a:extLst>
                <a:ext uri="{FF2B5EF4-FFF2-40B4-BE49-F238E27FC236}">
                  <a16:creationId xmlns:a16="http://schemas.microsoft.com/office/drawing/2014/main" id="{12AA0AB4-AC87-2C70-CBEA-29CA268D29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8" y="3261298"/>
              <a:ext cx="209457" cy="196411"/>
            </a:xfrm>
            <a:prstGeom prst="rect">
              <a:avLst/>
            </a:prstGeom>
          </p:spPr>
        </p:pic>
        <p:pic>
          <p:nvPicPr>
            <p:cNvPr id="447" name="Graphic 446" descr="Deciduous tree with solid fill">
              <a:extLst>
                <a:ext uri="{FF2B5EF4-FFF2-40B4-BE49-F238E27FC236}">
                  <a16:creationId xmlns:a16="http://schemas.microsoft.com/office/drawing/2014/main" id="{6437C62D-3201-DAFA-F16B-6045EF8491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5" y="2114424"/>
              <a:ext cx="209457" cy="196411"/>
            </a:xfrm>
            <a:prstGeom prst="rect">
              <a:avLst/>
            </a:prstGeom>
          </p:spPr>
        </p:pic>
        <p:pic>
          <p:nvPicPr>
            <p:cNvPr id="448" name="Graphic 447" descr="Deciduous tree with solid fill">
              <a:extLst>
                <a:ext uri="{FF2B5EF4-FFF2-40B4-BE49-F238E27FC236}">
                  <a16:creationId xmlns:a16="http://schemas.microsoft.com/office/drawing/2014/main" id="{E50805B1-37B6-AC67-5BEE-93BA60F5E2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8" y="2210283"/>
              <a:ext cx="209457" cy="196411"/>
            </a:xfrm>
            <a:prstGeom prst="rect">
              <a:avLst/>
            </a:prstGeom>
          </p:spPr>
        </p:pic>
        <p:pic>
          <p:nvPicPr>
            <p:cNvPr id="449" name="Graphic 448" descr="Deciduous tree with solid fill">
              <a:extLst>
                <a:ext uri="{FF2B5EF4-FFF2-40B4-BE49-F238E27FC236}">
                  <a16:creationId xmlns:a16="http://schemas.microsoft.com/office/drawing/2014/main" id="{41CB7065-D03A-5FEB-4335-B63515FE36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70" y="2026385"/>
              <a:ext cx="209457" cy="196411"/>
            </a:xfrm>
            <a:prstGeom prst="rect">
              <a:avLst/>
            </a:prstGeom>
          </p:spPr>
        </p:pic>
        <p:pic>
          <p:nvPicPr>
            <p:cNvPr id="450" name="Graphic 449" descr="Deciduous tree with solid fill">
              <a:extLst>
                <a:ext uri="{FF2B5EF4-FFF2-40B4-BE49-F238E27FC236}">
                  <a16:creationId xmlns:a16="http://schemas.microsoft.com/office/drawing/2014/main" id="{3A4C4568-692D-EEBE-EE4C-35A307532D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2" y="2333774"/>
              <a:ext cx="209457" cy="196411"/>
            </a:xfrm>
            <a:prstGeom prst="rect">
              <a:avLst/>
            </a:prstGeom>
          </p:spPr>
        </p:pic>
        <p:pic>
          <p:nvPicPr>
            <p:cNvPr id="451" name="Graphic 450" descr="Deciduous tree with solid fill">
              <a:extLst>
                <a:ext uri="{FF2B5EF4-FFF2-40B4-BE49-F238E27FC236}">
                  <a16:creationId xmlns:a16="http://schemas.microsoft.com/office/drawing/2014/main" id="{DE0955AA-3170-CEF9-8614-635740811F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7" y="2457266"/>
              <a:ext cx="209457" cy="196411"/>
            </a:xfrm>
            <a:prstGeom prst="rect">
              <a:avLst/>
            </a:prstGeom>
          </p:spPr>
        </p:pic>
        <p:pic>
          <p:nvPicPr>
            <p:cNvPr id="452" name="Graphic 451" descr="Deciduous tree with solid fill">
              <a:extLst>
                <a:ext uri="{FF2B5EF4-FFF2-40B4-BE49-F238E27FC236}">
                  <a16:creationId xmlns:a16="http://schemas.microsoft.com/office/drawing/2014/main" id="{763CFB53-9625-4D7C-69F2-942C0E628C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453" name="Graphic 452" descr="Deciduous tree with solid fill">
              <a:extLst>
                <a:ext uri="{FF2B5EF4-FFF2-40B4-BE49-F238E27FC236}">
                  <a16:creationId xmlns:a16="http://schemas.microsoft.com/office/drawing/2014/main" id="{937BBE16-AE52-E906-F1E6-5CE9A0543D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454" name="Graphic 453" descr="Deciduous tree with solid fill">
              <a:extLst>
                <a:ext uri="{FF2B5EF4-FFF2-40B4-BE49-F238E27FC236}">
                  <a16:creationId xmlns:a16="http://schemas.microsoft.com/office/drawing/2014/main" id="{07CD4F53-A994-0022-D23A-FAC73BFC4C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455" name="Graphic 454" descr="Deciduous tree with solid fill">
              <a:extLst>
                <a:ext uri="{FF2B5EF4-FFF2-40B4-BE49-F238E27FC236}">
                  <a16:creationId xmlns:a16="http://schemas.microsoft.com/office/drawing/2014/main" id="{E97D795C-FFAF-6429-E578-C387D32CEF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456" name="Graphic 455" descr="Deciduous tree with solid fill">
              <a:extLst>
                <a:ext uri="{FF2B5EF4-FFF2-40B4-BE49-F238E27FC236}">
                  <a16:creationId xmlns:a16="http://schemas.microsoft.com/office/drawing/2014/main" id="{23CFAEF5-7A56-2D4B-2432-2AB75CF614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457" name="Graphic 456" descr="Deciduous tree with solid fill">
              <a:extLst>
                <a:ext uri="{FF2B5EF4-FFF2-40B4-BE49-F238E27FC236}">
                  <a16:creationId xmlns:a16="http://schemas.microsoft.com/office/drawing/2014/main" id="{ACA07211-389A-0718-B1DD-BF6DFC3577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458" name="Graphic 457" descr="Deciduous tree with solid fill">
              <a:extLst>
                <a:ext uri="{FF2B5EF4-FFF2-40B4-BE49-F238E27FC236}">
                  <a16:creationId xmlns:a16="http://schemas.microsoft.com/office/drawing/2014/main" id="{F1BBB6B1-3EF2-21EA-319B-30C87A52F1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459" name="Graphic 458" descr="Deciduous tree with solid fill">
              <a:extLst>
                <a:ext uri="{FF2B5EF4-FFF2-40B4-BE49-F238E27FC236}">
                  <a16:creationId xmlns:a16="http://schemas.microsoft.com/office/drawing/2014/main" id="{F0FAF453-6A63-9A7E-B462-E638A0C5F7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460" name="Graphic 459" descr="Deciduous tree with solid fill">
              <a:extLst>
                <a:ext uri="{FF2B5EF4-FFF2-40B4-BE49-F238E27FC236}">
                  <a16:creationId xmlns:a16="http://schemas.microsoft.com/office/drawing/2014/main" id="{AFE21EEB-DA64-68D3-E658-5D9210FCEB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9" y="2237915"/>
              <a:ext cx="209457" cy="196411"/>
            </a:xfrm>
            <a:prstGeom prst="rect">
              <a:avLst/>
            </a:prstGeom>
          </p:spPr>
        </p:pic>
        <p:pic>
          <p:nvPicPr>
            <p:cNvPr id="461" name="Graphic 460" descr="Deciduous tree with solid fill">
              <a:extLst>
                <a:ext uri="{FF2B5EF4-FFF2-40B4-BE49-F238E27FC236}">
                  <a16:creationId xmlns:a16="http://schemas.microsoft.com/office/drawing/2014/main" id="{CAA7345E-A392-5441-F6CE-D4BBDE6EB3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462" name="Graphic 461" descr="Deciduous tree with solid fill">
              <a:extLst>
                <a:ext uri="{FF2B5EF4-FFF2-40B4-BE49-F238E27FC236}">
                  <a16:creationId xmlns:a16="http://schemas.microsoft.com/office/drawing/2014/main" id="{F7293937-9777-DD22-957A-766B0772BC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8" y="2484898"/>
              <a:ext cx="209457" cy="196411"/>
            </a:xfrm>
            <a:prstGeom prst="rect">
              <a:avLst/>
            </a:prstGeom>
          </p:spPr>
        </p:pic>
        <p:pic>
          <p:nvPicPr>
            <p:cNvPr id="463" name="Graphic 462" descr="Deciduous tree with solid fill">
              <a:extLst>
                <a:ext uri="{FF2B5EF4-FFF2-40B4-BE49-F238E27FC236}">
                  <a16:creationId xmlns:a16="http://schemas.microsoft.com/office/drawing/2014/main" id="{D9F20046-830D-73FD-2353-972601C3F4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464" name="Graphic 463" descr="Deciduous tree with solid fill">
              <a:extLst>
                <a:ext uri="{FF2B5EF4-FFF2-40B4-BE49-F238E27FC236}">
                  <a16:creationId xmlns:a16="http://schemas.microsoft.com/office/drawing/2014/main" id="{0FFA91AA-A4A7-3C7B-D4A5-3A22B3F99B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465" name="Graphic 464" descr="Deciduous tree with solid fill">
              <a:extLst>
                <a:ext uri="{FF2B5EF4-FFF2-40B4-BE49-F238E27FC236}">
                  <a16:creationId xmlns:a16="http://schemas.microsoft.com/office/drawing/2014/main" id="{80F852F1-779C-2C0C-942B-A341EEB652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466" name="Graphic 465" descr="Deciduous tree with solid fill">
              <a:extLst>
                <a:ext uri="{FF2B5EF4-FFF2-40B4-BE49-F238E27FC236}">
                  <a16:creationId xmlns:a16="http://schemas.microsoft.com/office/drawing/2014/main" id="{FD693049-2E4A-5B2C-0351-F06B9CAAD9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467" name="Graphic 466" descr="Deciduous tree with solid fill">
              <a:extLst>
                <a:ext uri="{FF2B5EF4-FFF2-40B4-BE49-F238E27FC236}">
                  <a16:creationId xmlns:a16="http://schemas.microsoft.com/office/drawing/2014/main" id="{8B697762-10CD-C6F5-1839-5DB5F0415A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468" name="Graphic 467" descr="Deciduous tree with solid fill">
              <a:extLst>
                <a:ext uri="{FF2B5EF4-FFF2-40B4-BE49-F238E27FC236}">
                  <a16:creationId xmlns:a16="http://schemas.microsoft.com/office/drawing/2014/main" id="{E0B8D659-63B3-20FD-3CD4-6ECFAB1832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469" name="Graphic 468" descr="Deciduous tree with solid fill">
              <a:extLst>
                <a:ext uri="{FF2B5EF4-FFF2-40B4-BE49-F238E27FC236}">
                  <a16:creationId xmlns:a16="http://schemas.microsoft.com/office/drawing/2014/main" id="{A54EFDF9-EEA0-B30A-7916-ED16602C0A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470" name="Graphic 469" descr="Deciduous tree with solid fill">
              <a:extLst>
                <a:ext uri="{FF2B5EF4-FFF2-40B4-BE49-F238E27FC236}">
                  <a16:creationId xmlns:a16="http://schemas.microsoft.com/office/drawing/2014/main" id="{459E146F-A844-DF0C-7B4C-6AA10DA946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5" y="2149877"/>
              <a:ext cx="209457" cy="196411"/>
            </a:xfrm>
            <a:prstGeom prst="rect">
              <a:avLst/>
            </a:prstGeom>
          </p:spPr>
        </p:pic>
        <p:pic>
          <p:nvPicPr>
            <p:cNvPr id="471" name="Graphic 470" descr="Deciduous tree with solid fill">
              <a:extLst>
                <a:ext uri="{FF2B5EF4-FFF2-40B4-BE49-F238E27FC236}">
                  <a16:creationId xmlns:a16="http://schemas.microsoft.com/office/drawing/2014/main" id="{DD85A3F0-CAC9-105F-F665-E6DD886732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0" y="2273368"/>
              <a:ext cx="209457" cy="196411"/>
            </a:xfrm>
            <a:prstGeom prst="rect">
              <a:avLst/>
            </a:prstGeom>
          </p:spPr>
        </p:pic>
        <p:pic>
          <p:nvPicPr>
            <p:cNvPr id="472" name="Graphic 471" descr="Deciduous tree with solid fill">
              <a:extLst>
                <a:ext uri="{FF2B5EF4-FFF2-40B4-BE49-F238E27FC236}">
                  <a16:creationId xmlns:a16="http://schemas.microsoft.com/office/drawing/2014/main" id="{B8D8DB9D-D741-430F-B9F8-C4D5C761C2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473" name="Graphic 472" descr="Deciduous tree with solid fill">
              <a:extLst>
                <a:ext uri="{FF2B5EF4-FFF2-40B4-BE49-F238E27FC236}">
                  <a16:creationId xmlns:a16="http://schemas.microsoft.com/office/drawing/2014/main" id="{B5F8890D-ED9B-D09E-ED99-448F5DFBDA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474" name="Graphic 473" descr="Deciduous tree with solid fill">
              <a:extLst>
                <a:ext uri="{FF2B5EF4-FFF2-40B4-BE49-F238E27FC236}">
                  <a16:creationId xmlns:a16="http://schemas.microsoft.com/office/drawing/2014/main" id="{3C558CAB-7A32-E609-C93B-84492050C4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475" name="Graphic 474" descr="Deciduous tree with solid fill">
              <a:extLst>
                <a:ext uri="{FF2B5EF4-FFF2-40B4-BE49-F238E27FC236}">
                  <a16:creationId xmlns:a16="http://schemas.microsoft.com/office/drawing/2014/main" id="{7E42ADBB-6A57-5DA2-8E16-C40E963C66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476" name="Graphic 475" descr="Deciduous tree with solid fill">
              <a:extLst>
                <a:ext uri="{FF2B5EF4-FFF2-40B4-BE49-F238E27FC236}">
                  <a16:creationId xmlns:a16="http://schemas.microsoft.com/office/drawing/2014/main" id="{7D2DC9FB-6A93-63DE-A700-1BB0B76214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477" name="Graphic 476" descr="Deciduous tree with solid fill">
              <a:extLst>
                <a:ext uri="{FF2B5EF4-FFF2-40B4-BE49-F238E27FC236}">
                  <a16:creationId xmlns:a16="http://schemas.microsoft.com/office/drawing/2014/main" id="{A575B689-4518-6F47-3CEB-B7659BFBEE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478" name="Graphic 477" descr="Deciduous tree with solid fill">
              <a:extLst>
                <a:ext uri="{FF2B5EF4-FFF2-40B4-BE49-F238E27FC236}">
                  <a16:creationId xmlns:a16="http://schemas.microsoft.com/office/drawing/2014/main" id="{ED549679-7958-38C0-9D0F-54E2295FFE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479" name="Graphic 478" descr="Deciduous tree with solid fill">
              <a:extLst>
                <a:ext uri="{FF2B5EF4-FFF2-40B4-BE49-F238E27FC236}">
                  <a16:creationId xmlns:a16="http://schemas.microsoft.com/office/drawing/2014/main" id="{B2C60892-ED27-567B-60B6-CECAF5FCEB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480" name="Graphic 479" descr="Deciduous tree with solid fill">
              <a:extLst>
                <a:ext uri="{FF2B5EF4-FFF2-40B4-BE49-F238E27FC236}">
                  <a16:creationId xmlns:a16="http://schemas.microsoft.com/office/drawing/2014/main" id="{DB61C578-A2CB-BFC3-A9E8-F8327F9E6F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481" name="Graphic 480" descr="Deciduous tree with solid fill">
              <a:extLst>
                <a:ext uri="{FF2B5EF4-FFF2-40B4-BE49-F238E27FC236}">
                  <a16:creationId xmlns:a16="http://schemas.microsoft.com/office/drawing/2014/main" id="{D6D303E0-D0D6-63ED-95C8-6CF36C7AA9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2" y="2333774"/>
              <a:ext cx="209457" cy="196411"/>
            </a:xfrm>
            <a:prstGeom prst="rect">
              <a:avLst/>
            </a:prstGeom>
          </p:spPr>
        </p:pic>
        <p:pic>
          <p:nvPicPr>
            <p:cNvPr id="482" name="Graphic 481" descr="Deciduous tree with solid fill">
              <a:extLst>
                <a:ext uri="{FF2B5EF4-FFF2-40B4-BE49-F238E27FC236}">
                  <a16:creationId xmlns:a16="http://schemas.microsoft.com/office/drawing/2014/main" id="{D9F251CA-5B65-722C-261E-E67791AB5B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5" y="2149877"/>
              <a:ext cx="209457" cy="196411"/>
            </a:xfrm>
            <a:prstGeom prst="rect">
              <a:avLst/>
            </a:prstGeom>
          </p:spPr>
        </p:pic>
        <p:pic>
          <p:nvPicPr>
            <p:cNvPr id="483" name="Graphic 482" descr="Deciduous tree with solid fill">
              <a:extLst>
                <a:ext uri="{FF2B5EF4-FFF2-40B4-BE49-F238E27FC236}">
                  <a16:creationId xmlns:a16="http://schemas.microsoft.com/office/drawing/2014/main" id="{083BC502-6BE1-FA60-1DC5-8AF8C52BB9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7" y="2457266"/>
              <a:ext cx="209457" cy="196411"/>
            </a:xfrm>
            <a:prstGeom prst="rect">
              <a:avLst/>
            </a:prstGeom>
          </p:spPr>
        </p:pic>
        <p:pic>
          <p:nvPicPr>
            <p:cNvPr id="484" name="Graphic 483" descr="Deciduous tree with solid fill">
              <a:extLst>
                <a:ext uri="{FF2B5EF4-FFF2-40B4-BE49-F238E27FC236}">
                  <a16:creationId xmlns:a16="http://schemas.microsoft.com/office/drawing/2014/main" id="{D9D14A2F-34A7-BE82-7C38-154E77A31B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485" name="Graphic 484" descr="Deciduous tree with solid fill">
              <a:extLst>
                <a:ext uri="{FF2B5EF4-FFF2-40B4-BE49-F238E27FC236}">
                  <a16:creationId xmlns:a16="http://schemas.microsoft.com/office/drawing/2014/main" id="{3FFAD55A-6C84-2841-D972-ADF5982116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6" y="2704249"/>
              <a:ext cx="209457" cy="196411"/>
            </a:xfrm>
            <a:prstGeom prst="rect">
              <a:avLst/>
            </a:prstGeom>
          </p:spPr>
        </p:pic>
        <p:pic>
          <p:nvPicPr>
            <p:cNvPr id="486" name="Graphic 485" descr="Deciduous tree with solid fill">
              <a:extLst>
                <a:ext uri="{FF2B5EF4-FFF2-40B4-BE49-F238E27FC236}">
                  <a16:creationId xmlns:a16="http://schemas.microsoft.com/office/drawing/2014/main" id="{2C34F61C-2745-2870-7534-3CCED1E039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487" name="Graphic 486" descr="Deciduous tree with solid fill">
              <a:extLst>
                <a:ext uri="{FF2B5EF4-FFF2-40B4-BE49-F238E27FC236}">
                  <a16:creationId xmlns:a16="http://schemas.microsoft.com/office/drawing/2014/main" id="{69CB946B-3FBB-2AAD-18E8-6F881D850A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488" name="Graphic 487" descr="Deciduous tree with solid fill">
              <a:extLst>
                <a:ext uri="{FF2B5EF4-FFF2-40B4-BE49-F238E27FC236}">
                  <a16:creationId xmlns:a16="http://schemas.microsoft.com/office/drawing/2014/main" id="{D697FB7B-A049-F926-BDA5-D32FEB87B4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489" name="Graphic 488" descr="Deciduous tree with solid fill">
              <a:extLst>
                <a:ext uri="{FF2B5EF4-FFF2-40B4-BE49-F238E27FC236}">
                  <a16:creationId xmlns:a16="http://schemas.microsoft.com/office/drawing/2014/main" id="{04D4F5C8-738B-ABCF-357D-16449FC636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490" name="Graphic 489" descr="Deciduous tree with solid fill">
              <a:extLst>
                <a:ext uri="{FF2B5EF4-FFF2-40B4-BE49-F238E27FC236}">
                  <a16:creationId xmlns:a16="http://schemas.microsoft.com/office/drawing/2014/main" id="{FA5DDC97-76FF-39AA-2887-5419797668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491" name="Graphic 490" descr="Deciduous tree with solid fill">
              <a:extLst>
                <a:ext uri="{FF2B5EF4-FFF2-40B4-BE49-F238E27FC236}">
                  <a16:creationId xmlns:a16="http://schemas.microsoft.com/office/drawing/2014/main" id="{63C3BB0F-C97C-CD29-D7E4-0E22DFA7A3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492" name="Graphic 491" descr="Deciduous tree with solid fill">
              <a:extLst>
                <a:ext uri="{FF2B5EF4-FFF2-40B4-BE49-F238E27FC236}">
                  <a16:creationId xmlns:a16="http://schemas.microsoft.com/office/drawing/2014/main" id="{4CA134A8-569B-8CCB-C034-30BB35C6FB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493" name="Graphic 492" descr="Deciduous tree with solid fill">
              <a:extLst>
                <a:ext uri="{FF2B5EF4-FFF2-40B4-BE49-F238E27FC236}">
                  <a16:creationId xmlns:a16="http://schemas.microsoft.com/office/drawing/2014/main" id="{C885E208-2115-48F5-5836-C50139A5E6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9" y="2484898"/>
              <a:ext cx="209457" cy="196411"/>
            </a:xfrm>
            <a:prstGeom prst="rect">
              <a:avLst/>
            </a:prstGeom>
          </p:spPr>
        </p:pic>
        <p:pic>
          <p:nvPicPr>
            <p:cNvPr id="494" name="Graphic 493" descr="Deciduous tree with solid fill">
              <a:extLst>
                <a:ext uri="{FF2B5EF4-FFF2-40B4-BE49-F238E27FC236}">
                  <a16:creationId xmlns:a16="http://schemas.microsoft.com/office/drawing/2014/main" id="{9E155703-693C-03E7-4157-027A1073A0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495" name="Graphic 494" descr="Deciduous tree with solid fill">
              <a:extLst>
                <a:ext uri="{FF2B5EF4-FFF2-40B4-BE49-F238E27FC236}">
                  <a16:creationId xmlns:a16="http://schemas.microsoft.com/office/drawing/2014/main" id="{E9EF6AE5-BE64-7740-86EA-828DB5CF11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496" name="Graphic 495" descr="Deciduous tree with solid fill">
              <a:extLst>
                <a:ext uri="{FF2B5EF4-FFF2-40B4-BE49-F238E27FC236}">
                  <a16:creationId xmlns:a16="http://schemas.microsoft.com/office/drawing/2014/main" id="{519B5583-3569-F70E-3DB3-F0B4A2C436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497" name="Graphic 496" descr="Deciduous tree with solid fill">
              <a:extLst>
                <a:ext uri="{FF2B5EF4-FFF2-40B4-BE49-F238E27FC236}">
                  <a16:creationId xmlns:a16="http://schemas.microsoft.com/office/drawing/2014/main" id="{EA329208-55DE-A2AE-E947-3B5469ED38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498" name="Graphic 497" descr="Deciduous tree with solid fill">
              <a:extLst>
                <a:ext uri="{FF2B5EF4-FFF2-40B4-BE49-F238E27FC236}">
                  <a16:creationId xmlns:a16="http://schemas.microsoft.com/office/drawing/2014/main" id="{E66AA428-9C75-7BFD-08C9-E25AB1609E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499" name="Graphic 498" descr="Deciduous tree with solid fill">
              <a:extLst>
                <a:ext uri="{FF2B5EF4-FFF2-40B4-BE49-F238E27FC236}">
                  <a16:creationId xmlns:a16="http://schemas.microsoft.com/office/drawing/2014/main" id="{164D891D-6220-DD51-94CB-EFA4DF8213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500" name="Graphic 499" descr="Deciduous tree with solid fill">
              <a:extLst>
                <a:ext uri="{FF2B5EF4-FFF2-40B4-BE49-F238E27FC236}">
                  <a16:creationId xmlns:a16="http://schemas.microsoft.com/office/drawing/2014/main" id="{9BBCC09D-3F7E-0B83-CB34-B0623104DA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501" name="Graphic 500" descr="Deciduous tree with solid fill">
              <a:extLst>
                <a:ext uri="{FF2B5EF4-FFF2-40B4-BE49-F238E27FC236}">
                  <a16:creationId xmlns:a16="http://schemas.microsoft.com/office/drawing/2014/main" id="{8AA4E843-3CBE-EDE2-AB2C-547503E5CB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0" y="2273368"/>
              <a:ext cx="209457" cy="196411"/>
            </a:xfrm>
            <a:prstGeom prst="rect">
              <a:avLst/>
            </a:prstGeom>
          </p:spPr>
        </p:pic>
        <p:pic>
          <p:nvPicPr>
            <p:cNvPr id="502" name="Graphic 501" descr="Deciduous tree with solid fill">
              <a:extLst>
                <a:ext uri="{FF2B5EF4-FFF2-40B4-BE49-F238E27FC236}">
                  <a16:creationId xmlns:a16="http://schemas.microsoft.com/office/drawing/2014/main" id="{E28A20AF-4FE0-FBFD-BD2D-EB8369A312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503" name="Graphic 502" descr="Deciduous tree with solid fill">
              <a:extLst>
                <a:ext uri="{FF2B5EF4-FFF2-40B4-BE49-F238E27FC236}">
                  <a16:creationId xmlns:a16="http://schemas.microsoft.com/office/drawing/2014/main" id="{91A497E9-1077-5150-DC85-DA4CCE10D8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504" name="Graphic 503" descr="Deciduous tree with solid fill">
              <a:extLst>
                <a:ext uri="{FF2B5EF4-FFF2-40B4-BE49-F238E27FC236}">
                  <a16:creationId xmlns:a16="http://schemas.microsoft.com/office/drawing/2014/main" id="{FEC075F3-2DBA-B06D-2EB2-95B7A8EAF0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505" name="Graphic 504" descr="Deciduous tree with solid fill">
              <a:extLst>
                <a:ext uri="{FF2B5EF4-FFF2-40B4-BE49-F238E27FC236}">
                  <a16:creationId xmlns:a16="http://schemas.microsoft.com/office/drawing/2014/main" id="{6D2F7137-6167-3593-FDCD-DBB59C0FDC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506" name="Graphic 505" descr="Deciduous tree with solid fill">
              <a:extLst>
                <a:ext uri="{FF2B5EF4-FFF2-40B4-BE49-F238E27FC236}">
                  <a16:creationId xmlns:a16="http://schemas.microsoft.com/office/drawing/2014/main" id="{7E00521E-0325-82A6-B010-91C772C4A0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507" name="Graphic 506" descr="Deciduous tree with solid fill">
              <a:extLst>
                <a:ext uri="{FF2B5EF4-FFF2-40B4-BE49-F238E27FC236}">
                  <a16:creationId xmlns:a16="http://schemas.microsoft.com/office/drawing/2014/main" id="{367E9FC8-E68D-66FF-0F83-98926C273C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508" name="Graphic 507" descr="Deciduous tree with solid fill">
              <a:extLst>
                <a:ext uri="{FF2B5EF4-FFF2-40B4-BE49-F238E27FC236}">
                  <a16:creationId xmlns:a16="http://schemas.microsoft.com/office/drawing/2014/main" id="{E82B02D4-9DBE-2745-B614-B49495C719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509" name="Graphic 508" descr="Deciduous tree with solid fill">
              <a:extLst>
                <a:ext uri="{FF2B5EF4-FFF2-40B4-BE49-F238E27FC236}">
                  <a16:creationId xmlns:a16="http://schemas.microsoft.com/office/drawing/2014/main" id="{DD36C10D-E31D-DB2B-957F-3412B1E92D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510" name="Graphic 509" descr="Deciduous tree with solid fill">
              <a:extLst>
                <a:ext uri="{FF2B5EF4-FFF2-40B4-BE49-F238E27FC236}">
                  <a16:creationId xmlns:a16="http://schemas.microsoft.com/office/drawing/2014/main" id="{0A352F0C-2237-F0EE-9D88-2EB29E327C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511" name="Graphic 510" descr="Deciduous tree with solid fill">
              <a:extLst>
                <a:ext uri="{FF2B5EF4-FFF2-40B4-BE49-F238E27FC236}">
                  <a16:creationId xmlns:a16="http://schemas.microsoft.com/office/drawing/2014/main" id="{48165CA7-E962-B0E1-8954-875EFFAA91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7" y="2457266"/>
              <a:ext cx="209457" cy="196411"/>
            </a:xfrm>
            <a:prstGeom prst="rect">
              <a:avLst/>
            </a:prstGeom>
          </p:spPr>
        </p:pic>
        <p:pic>
          <p:nvPicPr>
            <p:cNvPr id="512" name="Graphic 511" descr="Deciduous tree with solid fill">
              <a:extLst>
                <a:ext uri="{FF2B5EF4-FFF2-40B4-BE49-F238E27FC236}">
                  <a16:creationId xmlns:a16="http://schemas.microsoft.com/office/drawing/2014/main" id="{F8889E51-AB13-4DD1-55CE-253D11E90D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0" y="2273368"/>
              <a:ext cx="209457" cy="196411"/>
            </a:xfrm>
            <a:prstGeom prst="rect">
              <a:avLst/>
            </a:prstGeom>
          </p:spPr>
        </p:pic>
        <p:pic>
          <p:nvPicPr>
            <p:cNvPr id="513" name="Graphic 512" descr="Deciduous tree with solid fill">
              <a:extLst>
                <a:ext uri="{FF2B5EF4-FFF2-40B4-BE49-F238E27FC236}">
                  <a16:creationId xmlns:a16="http://schemas.microsoft.com/office/drawing/2014/main" id="{58CA5D51-1567-96EE-44FB-60CE3F092E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514" name="Graphic 513" descr="Deciduous tree with solid fill">
              <a:extLst>
                <a:ext uri="{FF2B5EF4-FFF2-40B4-BE49-F238E27FC236}">
                  <a16:creationId xmlns:a16="http://schemas.microsoft.com/office/drawing/2014/main" id="{CBBA46FE-8C1C-6170-227B-4237E618BD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515" name="Graphic 514" descr="Deciduous tree with solid fill">
              <a:extLst>
                <a:ext uri="{FF2B5EF4-FFF2-40B4-BE49-F238E27FC236}">
                  <a16:creationId xmlns:a16="http://schemas.microsoft.com/office/drawing/2014/main" id="{335C6D99-93B8-49A3-B849-D81A5F9BD0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516" name="Graphic 515" descr="Deciduous tree with solid fill">
              <a:extLst>
                <a:ext uri="{FF2B5EF4-FFF2-40B4-BE49-F238E27FC236}">
                  <a16:creationId xmlns:a16="http://schemas.microsoft.com/office/drawing/2014/main" id="{6D71448F-8188-A230-303F-2752518D66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517" name="Graphic 516" descr="Deciduous tree with solid fill">
              <a:extLst>
                <a:ext uri="{FF2B5EF4-FFF2-40B4-BE49-F238E27FC236}">
                  <a16:creationId xmlns:a16="http://schemas.microsoft.com/office/drawing/2014/main" id="{AE3744D8-8B28-84F5-2465-C446EAA5B4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518" name="Graphic 517" descr="Deciduous tree with solid fill">
              <a:extLst>
                <a:ext uri="{FF2B5EF4-FFF2-40B4-BE49-F238E27FC236}">
                  <a16:creationId xmlns:a16="http://schemas.microsoft.com/office/drawing/2014/main" id="{D7CC8DEE-6A01-6974-0545-0F59EAC894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519" name="Graphic 518" descr="Deciduous tree with solid fill">
              <a:extLst>
                <a:ext uri="{FF2B5EF4-FFF2-40B4-BE49-F238E27FC236}">
                  <a16:creationId xmlns:a16="http://schemas.microsoft.com/office/drawing/2014/main" id="{09641DED-BEFF-0F98-62FC-C371F894CB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520" name="Graphic 519" descr="Deciduous tree with solid fill">
              <a:extLst>
                <a:ext uri="{FF2B5EF4-FFF2-40B4-BE49-F238E27FC236}">
                  <a16:creationId xmlns:a16="http://schemas.microsoft.com/office/drawing/2014/main" id="{30556B17-6C55-83A7-064E-0E13CB5627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521" name="Graphic 520" descr="Deciduous tree with solid fill">
              <a:extLst>
                <a:ext uri="{FF2B5EF4-FFF2-40B4-BE49-F238E27FC236}">
                  <a16:creationId xmlns:a16="http://schemas.microsoft.com/office/drawing/2014/main" id="{3B063618-DF8E-67AF-2D97-0641E102FE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8" y="2484898"/>
              <a:ext cx="209457" cy="196411"/>
            </a:xfrm>
            <a:prstGeom prst="rect">
              <a:avLst/>
            </a:prstGeom>
          </p:spPr>
        </p:pic>
        <p:pic>
          <p:nvPicPr>
            <p:cNvPr id="522" name="Graphic 521" descr="Deciduous tree with solid fill">
              <a:extLst>
                <a:ext uri="{FF2B5EF4-FFF2-40B4-BE49-F238E27FC236}">
                  <a16:creationId xmlns:a16="http://schemas.microsoft.com/office/drawing/2014/main" id="{9AD1EB16-9365-F3AF-94DB-80BF5CF925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523" name="Graphic 522" descr="Deciduous tree with solid fill">
              <a:extLst>
                <a:ext uri="{FF2B5EF4-FFF2-40B4-BE49-F238E27FC236}">
                  <a16:creationId xmlns:a16="http://schemas.microsoft.com/office/drawing/2014/main" id="{36EBAF6D-8472-57D4-7928-DEFEC3A3A8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524" name="Graphic 523" descr="Deciduous tree with solid fill">
              <a:extLst>
                <a:ext uri="{FF2B5EF4-FFF2-40B4-BE49-F238E27FC236}">
                  <a16:creationId xmlns:a16="http://schemas.microsoft.com/office/drawing/2014/main" id="{A51A329C-44E0-8FB5-9242-B9D6FC8101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525" name="Graphic 524" descr="Deciduous tree with solid fill">
              <a:extLst>
                <a:ext uri="{FF2B5EF4-FFF2-40B4-BE49-F238E27FC236}">
                  <a16:creationId xmlns:a16="http://schemas.microsoft.com/office/drawing/2014/main" id="{7C3E3F4C-9E3E-23FC-1321-CB47C8C1D6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526" name="Graphic 525" descr="Deciduous tree with solid fill">
              <a:extLst>
                <a:ext uri="{FF2B5EF4-FFF2-40B4-BE49-F238E27FC236}">
                  <a16:creationId xmlns:a16="http://schemas.microsoft.com/office/drawing/2014/main" id="{4135D5D6-86B6-ED14-9A2B-086961A44A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527" name="Graphic 526" descr="Deciduous tree with solid fill">
              <a:extLst>
                <a:ext uri="{FF2B5EF4-FFF2-40B4-BE49-F238E27FC236}">
                  <a16:creationId xmlns:a16="http://schemas.microsoft.com/office/drawing/2014/main" id="{E15EDEB3-453B-46B8-7FC1-4CC993E3D4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528" name="Graphic 527" descr="Deciduous tree with solid fill">
              <a:extLst>
                <a:ext uri="{FF2B5EF4-FFF2-40B4-BE49-F238E27FC236}">
                  <a16:creationId xmlns:a16="http://schemas.microsoft.com/office/drawing/2014/main" id="{0A9915F2-B747-0831-A9BC-8D2982A3F9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529" name="Graphic 528" descr="Deciduous tree with solid fill">
              <a:extLst>
                <a:ext uri="{FF2B5EF4-FFF2-40B4-BE49-F238E27FC236}">
                  <a16:creationId xmlns:a16="http://schemas.microsoft.com/office/drawing/2014/main" id="{25C3EFC3-1EEA-2F76-A93C-B29E5FA834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530" name="Graphic 529" descr="Deciduous tree with solid fill">
              <a:extLst>
                <a:ext uri="{FF2B5EF4-FFF2-40B4-BE49-F238E27FC236}">
                  <a16:creationId xmlns:a16="http://schemas.microsoft.com/office/drawing/2014/main" id="{0549672F-8D63-B583-AB3B-8DC88139A7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531" name="Graphic 530" descr="Deciduous tree with solid fill">
              <a:extLst>
                <a:ext uri="{FF2B5EF4-FFF2-40B4-BE49-F238E27FC236}">
                  <a16:creationId xmlns:a16="http://schemas.microsoft.com/office/drawing/2014/main" id="{F8287192-4D08-A367-5702-3091EF98B7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532" name="Graphic 531" descr="Deciduous tree with solid fill">
              <a:extLst>
                <a:ext uri="{FF2B5EF4-FFF2-40B4-BE49-F238E27FC236}">
                  <a16:creationId xmlns:a16="http://schemas.microsoft.com/office/drawing/2014/main" id="{99D3746A-D538-7AE5-A948-C0E20CB0F6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533" name="Graphic 532" descr="Deciduous tree with solid fill">
              <a:extLst>
                <a:ext uri="{FF2B5EF4-FFF2-40B4-BE49-F238E27FC236}">
                  <a16:creationId xmlns:a16="http://schemas.microsoft.com/office/drawing/2014/main" id="{17822BD0-9CF4-87CD-779D-AE72240791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534" name="Graphic 533" descr="Deciduous tree with solid fill">
              <a:extLst>
                <a:ext uri="{FF2B5EF4-FFF2-40B4-BE49-F238E27FC236}">
                  <a16:creationId xmlns:a16="http://schemas.microsoft.com/office/drawing/2014/main" id="{2C14A92C-3A42-1B46-3E36-D13CB30EFD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535" name="Graphic 534" descr="Deciduous tree with solid fill">
              <a:extLst>
                <a:ext uri="{FF2B5EF4-FFF2-40B4-BE49-F238E27FC236}">
                  <a16:creationId xmlns:a16="http://schemas.microsoft.com/office/drawing/2014/main" id="{D436810A-6429-B8A7-1BA3-A1BEDF9280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536" name="Graphic 535" descr="Deciduous tree with solid fill">
              <a:extLst>
                <a:ext uri="{FF2B5EF4-FFF2-40B4-BE49-F238E27FC236}">
                  <a16:creationId xmlns:a16="http://schemas.microsoft.com/office/drawing/2014/main" id="{6B7DD84A-51D6-E648-A375-3A4FE79A5D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537" name="Graphic 536" descr="Deciduous tree with solid fill">
              <a:extLst>
                <a:ext uri="{FF2B5EF4-FFF2-40B4-BE49-F238E27FC236}">
                  <a16:creationId xmlns:a16="http://schemas.microsoft.com/office/drawing/2014/main" id="{1D1A1CD0-56B1-2674-28E2-2F31C77428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538" name="Graphic 537" descr="Deciduous tree with solid fill">
              <a:extLst>
                <a:ext uri="{FF2B5EF4-FFF2-40B4-BE49-F238E27FC236}">
                  <a16:creationId xmlns:a16="http://schemas.microsoft.com/office/drawing/2014/main" id="{8F1F64D4-C3EC-0483-EDD5-77E8EE12D5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539" name="Graphic 538" descr="Deciduous tree with solid fill">
              <a:extLst>
                <a:ext uri="{FF2B5EF4-FFF2-40B4-BE49-F238E27FC236}">
                  <a16:creationId xmlns:a16="http://schemas.microsoft.com/office/drawing/2014/main" id="{E18A6DE2-7C89-2FDA-494A-904253FEE6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540" name="Graphic 539" descr="Deciduous tree with solid fill">
              <a:extLst>
                <a:ext uri="{FF2B5EF4-FFF2-40B4-BE49-F238E27FC236}">
                  <a16:creationId xmlns:a16="http://schemas.microsoft.com/office/drawing/2014/main" id="{33DD0E6C-15F9-6ED0-D439-DEB070104D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541" name="Graphic 540" descr="Deciduous tree with solid fill">
              <a:extLst>
                <a:ext uri="{FF2B5EF4-FFF2-40B4-BE49-F238E27FC236}">
                  <a16:creationId xmlns:a16="http://schemas.microsoft.com/office/drawing/2014/main" id="{A828A2A6-01D3-E128-9BEB-D82A0DAD32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542" name="Graphic 541" descr="Deciduous tree with solid fill">
              <a:extLst>
                <a:ext uri="{FF2B5EF4-FFF2-40B4-BE49-F238E27FC236}">
                  <a16:creationId xmlns:a16="http://schemas.microsoft.com/office/drawing/2014/main" id="{6E57CD5F-6B3E-91A4-5A12-758E04A58A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543" name="Graphic 542" descr="Deciduous tree with solid fill">
              <a:extLst>
                <a:ext uri="{FF2B5EF4-FFF2-40B4-BE49-F238E27FC236}">
                  <a16:creationId xmlns:a16="http://schemas.microsoft.com/office/drawing/2014/main" id="{08CB2589-86E6-3E24-BB87-467B64528F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544" name="Graphic 543" descr="Deciduous tree with solid fill">
              <a:extLst>
                <a:ext uri="{FF2B5EF4-FFF2-40B4-BE49-F238E27FC236}">
                  <a16:creationId xmlns:a16="http://schemas.microsoft.com/office/drawing/2014/main" id="{2524AB45-BF9A-C26C-A7A6-BD0153B67B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545" name="Graphic 544" descr="Deciduous tree with solid fill">
              <a:extLst>
                <a:ext uri="{FF2B5EF4-FFF2-40B4-BE49-F238E27FC236}">
                  <a16:creationId xmlns:a16="http://schemas.microsoft.com/office/drawing/2014/main" id="{E7C38B17-44C1-4591-87D6-38326984F1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546" name="Graphic 545" descr="Deciduous tree with solid fill">
              <a:extLst>
                <a:ext uri="{FF2B5EF4-FFF2-40B4-BE49-F238E27FC236}">
                  <a16:creationId xmlns:a16="http://schemas.microsoft.com/office/drawing/2014/main" id="{93DA14B9-CBD0-CC6C-765B-6B7A2AE78B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547" name="Graphic 546" descr="Deciduous tree with solid fill">
              <a:extLst>
                <a:ext uri="{FF2B5EF4-FFF2-40B4-BE49-F238E27FC236}">
                  <a16:creationId xmlns:a16="http://schemas.microsoft.com/office/drawing/2014/main" id="{3D3CB30A-785C-30D8-7237-06248996EC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548" name="Graphic 547" descr="Deciduous tree with solid fill">
              <a:extLst>
                <a:ext uri="{FF2B5EF4-FFF2-40B4-BE49-F238E27FC236}">
                  <a16:creationId xmlns:a16="http://schemas.microsoft.com/office/drawing/2014/main" id="{E17B5D72-0D71-58F3-722F-7F80A157C5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549" name="Graphic 548" descr="Deciduous tree with solid fill">
              <a:extLst>
                <a:ext uri="{FF2B5EF4-FFF2-40B4-BE49-F238E27FC236}">
                  <a16:creationId xmlns:a16="http://schemas.microsoft.com/office/drawing/2014/main" id="{F7006FD4-F968-A6D0-259B-323E43CDC7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550" name="Graphic 549" descr="Deciduous tree with solid fill">
              <a:extLst>
                <a:ext uri="{FF2B5EF4-FFF2-40B4-BE49-F238E27FC236}">
                  <a16:creationId xmlns:a16="http://schemas.microsoft.com/office/drawing/2014/main" id="{D66D4EDC-918F-FBE0-1DB4-46BEEA4CDE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551" name="Graphic 550" descr="Deciduous tree with solid fill">
              <a:extLst>
                <a:ext uri="{FF2B5EF4-FFF2-40B4-BE49-F238E27FC236}">
                  <a16:creationId xmlns:a16="http://schemas.microsoft.com/office/drawing/2014/main" id="{E633576E-A77A-40F8-8F74-1B33AB1C3D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552" name="Graphic 551" descr="Deciduous tree with solid fill">
              <a:extLst>
                <a:ext uri="{FF2B5EF4-FFF2-40B4-BE49-F238E27FC236}">
                  <a16:creationId xmlns:a16="http://schemas.microsoft.com/office/drawing/2014/main" id="{3712794C-6C33-4815-DF9D-80C25B1E3A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553" name="Graphic 552" descr="Deciduous tree with solid fill">
              <a:extLst>
                <a:ext uri="{FF2B5EF4-FFF2-40B4-BE49-F238E27FC236}">
                  <a16:creationId xmlns:a16="http://schemas.microsoft.com/office/drawing/2014/main" id="{84139125-84DC-E044-9558-4786A77D8E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554" name="Graphic 553" descr="Deciduous tree with solid fill">
              <a:extLst>
                <a:ext uri="{FF2B5EF4-FFF2-40B4-BE49-F238E27FC236}">
                  <a16:creationId xmlns:a16="http://schemas.microsoft.com/office/drawing/2014/main" id="{754D467F-CBE6-713C-1101-B895CECD01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555" name="Graphic 554" descr="Deciduous tree with solid fill">
              <a:extLst>
                <a:ext uri="{FF2B5EF4-FFF2-40B4-BE49-F238E27FC236}">
                  <a16:creationId xmlns:a16="http://schemas.microsoft.com/office/drawing/2014/main" id="{4FE74A99-32C1-4B03-5280-36198D4A56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556" name="Graphic 555" descr="Deciduous tree with solid fill">
              <a:extLst>
                <a:ext uri="{FF2B5EF4-FFF2-40B4-BE49-F238E27FC236}">
                  <a16:creationId xmlns:a16="http://schemas.microsoft.com/office/drawing/2014/main" id="{1095A7B3-5D2E-2899-C871-711A0B1DB5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557" name="Graphic 556" descr="Deciduous tree with solid fill">
              <a:extLst>
                <a:ext uri="{FF2B5EF4-FFF2-40B4-BE49-F238E27FC236}">
                  <a16:creationId xmlns:a16="http://schemas.microsoft.com/office/drawing/2014/main" id="{95AA03CD-384B-BF98-92C2-F8B531CE89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558" name="Graphic 557" descr="Deciduous tree with solid fill">
              <a:extLst>
                <a:ext uri="{FF2B5EF4-FFF2-40B4-BE49-F238E27FC236}">
                  <a16:creationId xmlns:a16="http://schemas.microsoft.com/office/drawing/2014/main" id="{AAB6EFD7-1329-FBD8-7D0A-5790500E25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559" name="Graphic 558" descr="Deciduous tree with solid fill">
              <a:extLst>
                <a:ext uri="{FF2B5EF4-FFF2-40B4-BE49-F238E27FC236}">
                  <a16:creationId xmlns:a16="http://schemas.microsoft.com/office/drawing/2014/main" id="{F22692C5-F91B-9B96-1319-748A8E9AEA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560" name="Graphic 559" descr="Deciduous tree with solid fill">
              <a:extLst>
                <a:ext uri="{FF2B5EF4-FFF2-40B4-BE49-F238E27FC236}">
                  <a16:creationId xmlns:a16="http://schemas.microsoft.com/office/drawing/2014/main" id="{C59AB4F9-0F82-CD7A-C7CC-84460DFAB4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561" name="Graphic 560" descr="Deciduous tree with solid fill">
              <a:extLst>
                <a:ext uri="{FF2B5EF4-FFF2-40B4-BE49-F238E27FC236}">
                  <a16:creationId xmlns:a16="http://schemas.microsoft.com/office/drawing/2014/main" id="{18B32D87-1326-8F21-8F27-3788A876CA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562" name="Graphic 561" descr="Deciduous tree with solid fill">
              <a:extLst>
                <a:ext uri="{FF2B5EF4-FFF2-40B4-BE49-F238E27FC236}">
                  <a16:creationId xmlns:a16="http://schemas.microsoft.com/office/drawing/2014/main" id="{0C815162-14D9-68D7-3E3B-6C0A195595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563" name="Graphic 562" descr="Deciduous tree with solid fill">
              <a:extLst>
                <a:ext uri="{FF2B5EF4-FFF2-40B4-BE49-F238E27FC236}">
                  <a16:creationId xmlns:a16="http://schemas.microsoft.com/office/drawing/2014/main" id="{C5214F6E-FB07-8914-BA48-4E8F04991E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564" name="Graphic 563" descr="Deciduous tree with solid fill">
              <a:extLst>
                <a:ext uri="{FF2B5EF4-FFF2-40B4-BE49-F238E27FC236}">
                  <a16:creationId xmlns:a16="http://schemas.microsoft.com/office/drawing/2014/main" id="{9DC00AE2-56E6-8E90-D572-0CB2EB2DF7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565" name="Graphic 564" descr="Deciduous tree with solid fill">
              <a:extLst>
                <a:ext uri="{FF2B5EF4-FFF2-40B4-BE49-F238E27FC236}">
                  <a16:creationId xmlns:a16="http://schemas.microsoft.com/office/drawing/2014/main" id="{E7AB0249-84FA-EAF9-D1EA-A5F9748F36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566" name="Graphic 565" descr="Deciduous tree with solid fill">
              <a:extLst>
                <a:ext uri="{FF2B5EF4-FFF2-40B4-BE49-F238E27FC236}">
                  <a16:creationId xmlns:a16="http://schemas.microsoft.com/office/drawing/2014/main" id="{959E199B-4121-86F6-79E8-3FE055EDBC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567" name="Graphic 566" descr="Deciduous tree with solid fill">
              <a:extLst>
                <a:ext uri="{FF2B5EF4-FFF2-40B4-BE49-F238E27FC236}">
                  <a16:creationId xmlns:a16="http://schemas.microsoft.com/office/drawing/2014/main" id="{83F0D224-1012-977E-5B78-907BCCBD2A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568" name="Graphic 567" descr="Deciduous tree with solid fill">
              <a:extLst>
                <a:ext uri="{FF2B5EF4-FFF2-40B4-BE49-F238E27FC236}">
                  <a16:creationId xmlns:a16="http://schemas.microsoft.com/office/drawing/2014/main" id="{641E2DE3-F401-0782-8333-98D2FD83E2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569" name="Graphic 568" descr="Deciduous tree with solid fill">
              <a:extLst>
                <a:ext uri="{FF2B5EF4-FFF2-40B4-BE49-F238E27FC236}">
                  <a16:creationId xmlns:a16="http://schemas.microsoft.com/office/drawing/2014/main" id="{545C3677-1A8E-D777-2DE2-9836D7150A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570" name="Graphic 569" descr="Deciduous tree with solid fill">
              <a:extLst>
                <a:ext uri="{FF2B5EF4-FFF2-40B4-BE49-F238E27FC236}">
                  <a16:creationId xmlns:a16="http://schemas.microsoft.com/office/drawing/2014/main" id="{A3D14AF1-5ABE-77C5-9FFD-D924FBAA69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571" name="Graphic 570" descr="Deciduous tree with solid fill">
              <a:extLst>
                <a:ext uri="{FF2B5EF4-FFF2-40B4-BE49-F238E27FC236}">
                  <a16:creationId xmlns:a16="http://schemas.microsoft.com/office/drawing/2014/main" id="{D356124E-314D-CB81-8D67-DADCE63A2A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572" name="Graphic 571" descr="Deciduous tree with solid fill">
              <a:extLst>
                <a:ext uri="{FF2B5EF4-FFF2-40B4-BE49-F238E27FC236}">
                  <a16:creationId xmlns:a16="http://schemas.microsoft.com/office/drawing/2014/main" id="{138D67DA-991F-F3C5-4D23-E4C2BF5505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573" name="Graphic 572" descr="Deciduous tree with solid fill">
              <a:extLst>
                <a:ext uri="{FF2B5EF4-FFF2-40B4-BE49-F238E27FC236}">
                  <a16:creationId xmlns:a16="http://schemas.microsoft.com/office/drawing/2014/main" id="{A77147C7-C0D4-AB6C-95A6-3E48BE0A43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574" name="Graphic 573" descr="Deciduous tree with solid fill">
              <a:extLst>
                <a:ext uri="{FF2B5EF4-FFF2-40B4-BE49-F238E27FC236}">
                  <a16:creationId xmlns:a16="http://schemas.microsoft.com/office/drawing/2014/main" id="{D742DC39-6613-E89A-88DC-7FAB23E50B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575" name="Graphic 574" descr="Deciduous tree with solid fill">
              <a:extLst>
                <a:ext uri="{FF2B5EF4-FFF2-40B4-BE49-F238E27FC236}">
                  <a16:creationId xmlns:a16="http://schemas.microsoft.com/office/drawing/2014/main" id="{BC401194-FF25-A6E8-4EA2-484282C2E5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576" name="Graphic 575" descr="Deciduous tree with solid fill">
              <a:extLst>
                <a:ext uri="{FF2B5EF4-FFF2-40B4-BE49-F238E27FC236}">
                  <a16:creationId xmlns:a16="http://schemas.microsoft.com/office/drawing/2014/main" id="{193D552E-46ED-460B-0481-5D4E5A3F67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577" name="Graphic 576" descr="Deciduous tree with solid fill">
              <a:extLst>
                <a:ext uri="{FF2B5EF4-FFF2-40B4-BE49-F238E27FC236}">
                  <a16:creationId xmlns:a16="http://schemas.microsoft.com/office/drawing/2014/main" id="{3031922C-DFDB-D7FE-E177-DE22D2E927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578" name="Graphic 577" descr="Deciduous tree with solid fill">
              <a:extLst>
                <a:ext uri="{FF2B5EF4-FFF2-40B4-BE49-F238E27FC236}">
                  <a16:creationId xmlns:a16="http://schemas.microsoft.com/office/drawing/2014/main" id="{B5F5B4AD-E1E0-3FC7-5A75-A812F7960E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579" name="Graphic 578" descr="Deciduous tree with solid fill">
              <a:extLst>
                <a:ext uri="{FF2B5EF4-FFF2-40B4-BE49-F238E27FC236}">
                  <a16:creationId xmlns:a16="http://schemas.microsoft.com/office/drawing/2014/main" id="{E3D3B273-7FEC-C8C1-13D8-90C880BE63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580" name="Graphic 579" descr="Deciduous tree with solid fill">
              <a:extLst>
                <a:ext uri="{FF2B5EF4-FFF2-40B4-BE49-F238E27FC236}">
                  <a16:creationId xmlns:a16="http://schemas.microsoft.com/office/drawing/2014/main" id="{5C059FA5-256E-7FC7-82A3-D31A47E4C0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581" name="Graphic 580" descr="Deciduous tree with solid fill">
              <a:extLst>
                <a:ext uri="{FF2B5EF4-FFF2-40B4-BE49-F238E27FC236}">
                  <a16:creationId xmlns:a16="http://schemas.microsoft.com/office/drawing/2014/main" id="{57DE8A93-787F-BA50-2C25-EAF38101A1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582" name="Graphic 581" descr="Deciduous tree with solid fill">
              <a:extLst>
                <a:ext uri="{FF2B5EF4-FFF2-40B4-BE49-F238E27FC236}">
                  <a16:creationId xmlns:a16="http://schemas.microsoft.com/office/drawing/2014/main" id="{F489E4C0-E1F2-0D66-B831-DED53521C3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583" name="Graphic 582" descr="Deciduous tree with solid fill">
              <a:extLst>
                <a:ext uri="{FF2B5EF4-FFF2-40B4-BE49-F238E27FC236}">
                  <a16:creationId xmlns:a16="http://schemas.microsoft.com/office/drawing/2014/main" id="{59CF4EA1-4393-B08A-4EC8-50F03451F0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584" name="Graphic 583" descr="Deciduous tree with solid fill">
              <a:extLst>
                <a:ext uri="{FF2B5EF4-FFF2-40B4-BE49-F238E27FC236}">
                  <a16:creationId xmlns:a16="http://schemas.microsoft.com/office/drawing/2014/main" id="{1923FF9D-7F78-236B-7392-35FB7A4BF5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585" name="Graphic 584" descr="Deciduous tree with solid fill">
              <a:extLst>
                <a:ext uri="{FF2B5EF4-FFF2-40B4-BE49-F238E27FC236}">
                  <a16:creationId xmlns:a16="http://schemas.microsoft.com/office/drawing/2014/main" id="{ED95A01F-432A-FB3B-0CD0-F1D32F5D96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586" name="Graphic 585" descr="Deciduous tree with solid fill">
              <a:extLst>
                <a:ext uri="{FF2B5EF4-FFF2-40B4-BE49-F238E27FC236}">
                  <a16:creationId xmlns:a16="http://schemas.microsoft.com/office/drawing/2014/main" id="{E68030ED-0990-F88B-D1C5-5808B70A15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587" name="Graphic 586" descr="Deciduous tree with solid fill">
              <a:extLst>
                <a:ext uri="{FF2B5EF4-FFF2-40B4-BE49-F238E27FC236}">
                  <a16:creationId xmlns:a16="http://schemas.microsoft.com/office/drawing/2014/main" id="{A8E6C6B2-BDBB-9DA1-CD2F-E73249BD5D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588" name="Graphic 587" descr="Deciduous tree with solid fill">
              <a:extLst>
                <a:ext uri="{FF2B5EF4-FFF2-40B4-BE49-F238E27FC236}">
                  <a16:creationId xmlns:a16="http://schemas.microsoft.com/office/drawing/2014/main" id="{1588E13F-446C-A97D-57AE-548BBC2913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589" name="Graphic 588" descr="Deciduous tree with solid fill">
              <a:extLst>
                <a:ext uri="{FF2B5EF4-FFF2-40B4-BE49-F238E27FC236}">
                  <a16:creationId xmlns:a16="http://schemas.microsoft.com/office/drawing/2014/main" id="{316A22E6-1422-5129-65F1-E9B9FEB9D0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590" name="Graphic 589" descr="Deciduous tree with solid fill">
              <a:extLst>
                <a:ext uri="{FF2B5EF4-FFF2-40B4-BE49-F238E27FC236}">
                  <a16:creationId xmlns:a16="http://schemas.microsoft.com/office/drawing/2014/main" id="{248633AB-402D-5C44-BB94-3FCB85E8FF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591" name="Graphic 590" descr="Deciduous tree with solid fill">
              <a:extLst>
                <a:ext uri="{FF2B5EF4-FFF2-40B4-BE49-F238E27FC236}">
                  <a16:creationId xmlns:a16="http://schemas.microsoft.com/office/drawing/2014/main" id="{8C48F9A1-8CC1-1944-B578-16203F9FA5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592" name="Graphic 591" descr="Deciduous tree with solid fill">
              <a:extLst>
                <a:ext uri="{FF2B5EF4-FFF2-40B4-BE49-F238E27FC236}">
                  <a16:creationId xmlns:a16="http://schemas.microsoft.com/office/drawing/2014/main" id="{6F6B73DB-CA46-FD00-A767-9C75AFB9F1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593" name="Graphic 592" descr="Deciduous tree with solid fill">
              <a:extLst>
                <a:ext uri="{FF2B5EF4-FFF2-40B4-BE49-F238E27FC236}">
                  <a16:creationId xmlns:a16="http://schemas.microsoft.com/office/drawing/2014/main" id="{729EE6FB-51F2-E32D-D9F2-047777A287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594" name="Graphic 593" descr="Deciduous tree with solid fill">
              <a:extLst>
                <a:ext uri="{FF2B5EF4-FFF2-40B4-BE49-F238E27FC236}">
                  <a16:creationId xmlns:a16="http://schemas.microsoft.com/office/drawing/2014/main" id="{74F08ED3-61E1-6004-5E2F-0D80862E2A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595" name="Graphic 594" descr="Deciduous tree with solid fill">
              <a:extLst>
                <a:ext uri="{FF2B5EF4-FFF2-40B4-BE49-F238E27FC236}">
                  <a16:creationId xmlns:a16="http://schemas.microsoft.com/office/drawing/2014/main" id="{CAB3C51A-CEEB-DAE2-37D2-49AB9B5F0B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596" name="Graphic 595" descr="Deciduous tree with solid fill">
              <a:extLst>
                <a:ext uri="{FF2B5EF4-FFF2-40B4-BE49-F238E27FC236}">
                  <a16:creationId xmlns:a16="http://schemas.microsoft.com/office/drawing/2014/main" id="{42A71396-2962-05EE-CF08-B7599C3B1E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597" name="Graphic 596" descr="Deciduous tree with solid fill">
              <a:extLst>
                <a:ext uri="{FF2B5EF4-FFF2-40B4-BE49-F238E27FC236}">
                  <a16:creationId xmlns:a16="http://schemas.microsoft.com/office/drawing/2014/main" id="{0AA3999C-9891-0236-C187-438150498A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598" name="Graphic 597" descr="Deciduous tree with solid fill">
              <a:extLst>
                <a:ext uri="{FF2B5EF4-FFF2-40B4-BE49-F238E27FC236}">
                  <a16:creationId xmlns:a16="http://schemas.microsoft.com/office/drawing/2014/main" id="{6A0BDA87-9E75-0A8C-803F-746A839DD8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599" name="Graphic 598" descr="Deciduous tree with solid fill">
              <a:extLst>
                <a:ext uri="{FF2B5EF4-FFF2-40B4-BE49-F238E27FC236}">
                  <a16:creationId xmlns:a16="http://schemas.microsoft.com/office/drawing/2014/main" id="{1F9DF313-365E-80BA-7AB7-E4C9F6A756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600" name="Graphic 599" descr="Deciduous tree with solid fill">
              <a:extLst>
                <a:ext uri="{FF2B5EF4-FFF2-40B4-BE49-F238E27FC236}">
                  <a16:creationId xmlns:a16="http://schemas.microsoft.com/office/drawing/2014/main" id="{1D38FA69-5C2F-9A8C-1B35-08CB043F13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601" name="Graphic 600" descr="Deciduous tree with solid fill">
              <a:extLst>
                <a:ext uri="{FF2B5EF4-FFF2-40B4-BE49-F238E27FC236}">
                  <a16:creationId xmlns:a16="http://schemas.microsoft.com/office/drawing/2014/main" id="{270AA67B-BECD-BBDD-3BB3-23E6B46556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602" name="Graphic 601" descr="Deciduous tree with solid fill">
              <a:extLst>
                <a:ext uri="{FF2B5EF4-FFF2-40B4-BE49-F238E27FC236}">
                  <a16:creationId xmlns:a16="http://schemas.microsoft.com/office/drawing/2014/main" id="{C39B60A7-50CB-866C-678A-7A315178A3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603" name="Graphic 602" descr="Deciduous tree with solid fill">
              <a:extLst>
                <a:ext uri="{FF2B5EF4-FFF2-40B4-BE49-F238E27FC236}">
                  <a16:creationId xmlns:a16="http://schemas.microsoft.com/office/drawing/2014/main" id="{8B78C3A6-ED39-3FF2-4570-5C42E30CE0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604" name="Graphic 603" descr="Deciduous tree with solid fill">
              <a:extLst>
                <a:ext uri="{FF2B5EF4-FFF2-40B4-BE49-F238E27FC236}">
                  <a16:creationId xmlns:a16="http://schemas.microsoft.com/office/drawing/2014/main" id="{25B039DB-C6FD-5211-FD20-A216EC15B1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605" name="Graphic 604" descr="Deciduous tree with solid fill">
              <a:extLst>
                <a:ext uri="{FF2B5EF4-FFF2-40B4-BE49-F238E27FC236}">
                  <a16:creationId xmlns:a16="http://schemas.microsoft.com/office/drawing/2014/main" id="{E3ADDB1F-2FD8-0480-E4D5-1F6C07747F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606" name="Graphic 605" descr="Deciduous tree with solid fill">
              <a:extLst>
                <a:ext uri="{FF2B5EF4-FFF2-40B4-BE49-F238E27FC236}">
                  <a16:creationId xmlns:a16="http://schemas.microsoft.com/office/drawing/2014/main" id="{32EB66F9-1126-79FD-3F51-5FA9687518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607" name="Graphic 606" descr="Deciduous tree with solid fill">
              <a:extLst>
                <a:ext uri="{FF2B5EF4-FFF2-40B4-BE49-F238E27FC236}">
                  <a16:creationId xmlns:a16="http://schemas.microsoft.com/office/drawing/2014/main" id="{061D3A7F-84F3-2708-0230-F0837D26F7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608" name="Graphic 607" descr="Deciduous tree with solid fill">
              <a:extLst>
                <a:ext uri="{FF2B5EF4-FFF2-40B4-BE49-F238E27FC236}">
                  <a16:creationId xmlns:a16="http://schemas.microsoft.com/office/drawing/2014/main" id="{F40CC5C0-33DD-0CDB-606D-9E586058C0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609" name="Graphic 608" descr="Deciduous tree with solid fill">
              <a:extLst>
                <a:ext uri="{FF2B5EF4-FFF2-40B4-BE49-F238E27FC236}">
                  <a16:creationId xmlns:a16="http://schemas.microsoft.com/office/drawing/2014/main" id="{4E8A69FC-F7E5-A84C-1674-2978725103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610" name="Graphic 609" descr="Deciduous tree with solid fill">
              <a:extLst>
                <a:ext uri="{FF2B5EF4-FFF2-40B4-BE49-F238E27FC236}">
                  <a16:creationId xmlns:a16="http://schemas.microsoft.com/office/drawing/2014/main" id="{197E5B08-5522-2204-5F50-8F7108C7B7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611" name="Graphic 610" descr="Deciduous tree with solid fill">
              <a:extLst>
                <a:ext uri="{FF2B5EF4-FFF2-40B4-BE49-F238E27FC236}">
                  <a16:creationId xmlns:a16="http://schemas.microsoft.com/office/drawing/2014/main" id="{096F6F39-BD69-C4D2-231E-72B9F22925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612" name="Graphic 611" descr="Deciduous tree with solid fill">
              <a:extLst>
                <a:ext uri="{FF2B5EF4-FFF2-40B4-BE49-F238E27FC236}">
                  <a16:creationId xmlns:a16="http://schemas.microsoft.com/office/drawing/2014/main" id="{9E838C25-5530-F5F0-55A8-C9CAC830B8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613" name="Graphic 612" descr="Deciduous tree with solid fill">
              <a:extLst>
                <a:ext uri="{FF2B5EF4-FFF2-40B4-BE49-F238E27FC236}">
                  <a16:creationId xmlns:a16="http://schemas.microsoft.com/office/drawing/2014/main" id="{6B4D3E84-3A1B-CB36-C7D0-2914D308BD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614" name="Graphic 613" descr="Deciduous tree with solid fill">
              <a:extLst>
                <a:ext uri="{FF2B5EF4-FFF2-40B4-BE49-F238E27FC236}">
                  <a16:creationId xmlns:a16="http://schemas.microsoft.com/office/drawing/2014/main" id="{F9E09DC8-37D8-19A9-8607-0F1724CE74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615" name="Graphic 614" descr="Deciduous tree with solid fill">
              <a:extLst>
                <a:ext uri="{FF2B5EF4-FFF2-40B4-BE49-F238E27FC236}">
                  <a16:creationId xmlns:a16="http://schemas.microsoft.com/office/drawing/2014/main" id="{5A062EF0-8639-E3BC-2FA6-C758E62D81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616" name="Graphic 615" descr="Deciduous tree with solid fill">
              <a:extLst>
                <a:ext uri="{FF2B5EF4-FFF2-40B4-BE49-F238E27FC236}">
                  <a16:creationId xmlns:a16="http://schemas.microsoft.com/office/drawing/2014/main" id="{163FDACC-11DD-BE7B-CC7C-9822917AA5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617" name="Graphic 616" descr="Deciduous tree with solid fill">
              <a:extLst>
                <a:ext uri="{FF2B5EF4-FFF2-40B4-BE49-F238E27FC236}">
                  <a16:creationId xmlns:a16="http://schemas.microsoft.com/office/drawing/2014/main" id="{35AD4722-EAEC-4E02-6FE6-026990A595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618" name="Graphic 617" descr="Deciduous tree with solid fill">
              <a:extLst>
                <a:ext uri="{FF2B5EF4-FFF2-40B4-BE49-F238E27FC236}">
                  <a16:creationId xmlns:a16="http://schemas.microsoft.com/office/drawing/2014/main" id="{52B9F975-6C9F-2F03-23A8-8B9C8D2B1B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619" name="Graphic 618" descr="Deciduous tree with solid fill">
              <a:extLst>
                <a:ext uri="{FF2B5EF4-FFF2-40B4-BE49-F238E27FC236}">
                  <a16:creationId xmlns:a16="http://schemas.microsoft.com/office/drawing/2014/main" id="{2388B098-8950-042E-01D6-86AF2E4650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620" name="Graphic 619" descr="Deciduous tree with solid fill">
              <a:extLst>
                <a:ext uri="{FF2B5EF4-FFF2-40B4-BE49-F238E27FC236}">
                  <a16:creationId xmlns:a16="http://schemas.microsoft.com/office/drawing/2014/main" id="{D0FBC054-5B87-180B-C02A-3D2348B187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621" name="Graphic 620" descr="Deciduous tree with solid fill">
              <a:extLst>
                <a:ext uri="{FF2B5EF4-FFF2-40B4-BE49-F238E27FC236}">
                  <a16:creationId xmlns:a16="http://schemas.microsoft.com/office/drawing/2014/main" id="{332AE03A-69AC-BE1E-6EE3-0DFC42F7AA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622" name="Graphic 621" descr="Deciduous tree with solid fill">
              <a:extLst>
                <a:ext uri="{FF2B5EF4-FFF2-40B4-BE49-F238E27FC236}">
                  <a16:creationId xmlns:a16="http://schemas.microsoft.com/office/drawing/2014/main" id="{A3C14F1B-15C6-6E6D-301D-EA6304A084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623" name="Graphic 622" descr="Deciduous tree with solid fill">
              <a:extLst>
                <a:ext uri="{FF2B5EF4-FFF2-40B4-BE49-F238E27FC236}">
                  <a16:creationId xmlns:a16="http://schemas.microsoft.com/office/drawing/2014/main" id="{D3B015D0-C1FD-ACA0-C9AB-2A6F48BA42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624" name="Graphic 623" descr="Deciduous tree with solid fill">
              <a:extLst>
                <a:ext uri="{FF2B5EF4-FFF2-40B4-BE49-F238E27FC236}">
                  <a16:creationId xmlns:a16="http://schemas.microsoft.com/office/drawing/2014/main" id="{C84F238D-C051-20EE-1B70-36391FA13D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625" name="Graphic 624" descr="Deciduous tree with solid fill">
              <a:extLst>
                <a:ext uri="{FF2B5EF4-FFF2-40B4-BE49-F238E27FC236}">
                  <a16:creationId xmlns:a16="http://schemas.microsoft.com/office/drawing/2014/main" id="{118F9A72-F447-D566-E397-DE357AEE5F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626" name="Graphic 625" descr="Deciduous tree with solid fill">
              <a:extLst>
                <a:ext uri="{FF2B5EF4-FFF2-40B4-BE49-F238E27FC236}">
                  <a16:creationId xmlns:a16="http://schemas.microsoft.com/office/drawing/2014/main" id="{C92F233B-3FA7-568D-674B-5396FF8B3F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627" name="Graphic 626" descr="Deciduous tree with solid fill">
              <a:extLst>
                <a:ext uri="{FF2B5EF4-FFF2-40B4-BE49-F238E27FC236}">
                  <a16:creationId xmlns:a16="http://schemas.microsoft.com/office/drawing/2014/main" id="{166D2A1E-6E14-1A7D-2150-8B9D076473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628" name="Graphic 627" descr="Deciduous tree with solid fill">
              <a:extLst>
                <a:ext uri="{FF2B5EF4-FFF2-40B4-BE49-F238E27FC236}">
                  <a16:creationId xmlns:a16="http://schemas.microsoft.com/office/drawing/2014/main" id="{0F66D9A9-42DA-6A0E-0563-6BDAB96BD1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629" name="Graphic 628" descr="Deciduous tree with solid fill">
              <a:extLst>
                <a:ext uri="{FF2B5EF4-FFF2-40B4-BE49-F238E27FC236}">
                  <a16:creationId xmlns:a16="http://schemas.microsoft.com/office/drawing/2014/main" id="{A5FF8034-2243-BB83-41B7-4DB9D30ADD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630" name="Graphic 629" descr="Deciduous tree with solid fill">
              <a:extLst>
                <a:ext uri="{FF2B5EF4-FFF2-40B4-BE49-F238E27FC236}">
                  <a16:creationId xmlns:a16="http://schemas.microsoft.com/office/drawing/2014/main" id="{B92F6CF6-F89B-2984-696B-67C9D28890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631" name="Graphic 630" descr="Deciduous tree with solid fill">
              <a:extLst>
                <a:ext uri="{FF2B5EF4-FFF2-40B4-BE49-F238E27FC236}">
                  <a16:creationId xmlns:a16="http://schemas.microsoft.com/office/drawing/2014/main" id="{713E5AB0-E2E5-E689-B829-A66FEE746B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632" name="Graphic 631" descr="Deciduous tree with solid fill">
              <a:extLst>
                <a:ext uri="{FF2B5EF4-FFF2-40B4-BE49-F238E27FC236}">
                  <a16:creationId xmlns:a16="http://schemas.microsoft.com/office/drawing/2014/main" id="{2C1886A9-2F73-1546-CF50-2E5573D4B3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633" name="Graphic 632" descr="Deciduous tree with solid fill">
              <a:extLst>
                <a:ext uri="{FF2B5EF4-FFF2-40B4-BE49-F238E27FC236}">
                  <a16:creationId xmlns:a16="http://schemas.microsoft.com/office/drawing/2014/main" id="{7BB02394-2A51-7448-F6F4-6C836F5E0D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634" name="Graphic 633" descr="Deciduous tree with solid fill">
              <a:extLst>
                <a:ext uri="{FF2B5EF4-FFF2-40B4-BE49-F238E27FC236}">
                  <a16:creationId xmlns:a16="http://schemas.microsoft.com/office/drawing/2014/main" id="{506D0796-742D-E4FA-A557-C5BE07640B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635" name="Graphic 634" descr="Deciduous tree with solid fill">
              <a:extLst>
                <a:ext uri="{FF2B5EF4-FFF2-40B4-BE49-F238E27FC236}">
                  <a16:creationId xmlns:a16="http://schemas.microsoft.com/office/drawing/2014/main" id="{A3A48535-32FF-4E4D-0BF4-57614EDDEE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636" name="Graphic 635" descr="Deciduous tree with solid fill">
              <a:extLst>
                <a:ext uri="{FF2B5EF4-FFF2-40B4-BE49-F238E27FC236}">
                  <a16:creationId xmlns:a16="http://schemas.microsoft.com/office/drawing/2014/main" id="{9B162050-6871-D132-FFD0-A8666C6881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637" name="Graphic 636" descr="Deciduous tree with solid fill">
              <a:extLst>
                <a:ext uri="{FF2B5EF4-FFF2-40B4-BE49-F238E27FC236}">
                  <a16:creationId xmlns:a16="http://schemas.microsoft.com/office/drawing/2014/main" id="{DA332052-C96C-CD09-0C64-FE20A01CC0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638" name="Graphic 637" descr="Deciduous tree with solid fill">
              <a:extLst>
                <a:ext uri="{FF2B5EF4-FFF2-40B4-BE49-F238E27FC236}">
                  <a16:creationId xmlns:a16="http://schemas.microsoft.com/office/drawing/2014/main" id="{6EDA1ABC-399E-36AB-458E-6104F9E8D6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639" name="Graphic 638" descr="Deciduous tree with solid fill">
              <a:extLst>
                <a:ext uri="{FF2B5EF4-FFF2-40B4-BE49-F238E27FC236}">
                  <a16:creationId xmlns:a16="http://schemas.microsoft.com/office/drawing/2014/main" id="{A07260D6-164A-9C44-680B-9CEA778F7D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640" name="Graphic 639" descr="Deciduous tree with solid fill">
              <a:extLst>
                <a:ext uri="{FF2B5EF4-FFF2-40B4-BE49-F238E27FC236}">
                  <a16:creationId xmlns:a16="http://schemas.microsoft.com/office/drawing/2014/main" id="{4DBD9C05-7082-8342-C7B7-1BDC3399AF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641" name="Graphic 640" descr="Deciduous tree with solid fill">
              <a:extLst>
                <a:ext uri="{FF2B5EF4-FFF2-40B4-BE49-F238E27FC236}">
                  <a16:creationId xmlns:a16="http://schemas.microsoft.com/office/drawing/2014/main" id="{CA3C4509-0DFA-8749-AEC9-E8CFA75A37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642" name="Graphic 641" descr="Deciduous tree with solid fill">
              <a:extLst>
                <a:ext uri="{FF2B5EF4-FFF2-40B4-BE49-F238E27FC236}">
                  <a16:creationId xmlns:a16="http://schemas.microsoft.com/office/drawing/2014/main" id="{C25FE175-A5F9-626F-3CBC-40024CD6D4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643" name="Graphic 642" descr="Deciduous tree with solid fill">
              <a:extLst>
                <a:ext uri="{FF2B5EF4-FFF2-40B4-BE49-F238E27FC236}">
                  <a16:creationId xmlns:a16="http://schemas.microsoft.com/office/drawing/2014/main" id="{C79AE790-88CE-EBB9-C89C-646CA63229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644" name="Graphic 643" descr="Deciduous tree with solid fill">
              <a:extLst>
                <a:ext uri="{FF2B5EF4-FFF2-40B4-BE49-F238E27FC236}">
                  <a16:creationId xmlns:a16="http://schemas.microsoft.com/office/drawing/2014/main" id="{5E95B4C7-6C7B-66C2-B7E0-8C23F693E0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645" name="Graphic 644" descr="Deciduous tree with solid fill">
              <a:extLst>
                <a:ext uri="{FF2B5EF4-FFF2-40B4-BE49-F238E27FC236}">
                  <a16:creationId xmlns:a16="http://schemas.microsoft.com/office/drawing/2014/main" id="{1F448BD2-7B83-A2DB-FB42-4961AF0228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31734" y="1572825"/>
              <a:ext cx="209457" cy="196411"/>
            </a:xfrm>
            <a:prstGeom prst="rect">
              <a:avLst/>
            </a:prstGeom>
          </p:spPr>
        </p:pic>
        <p:pic>
          <p:nvPicPr>
            <p:cNvPr id="646" name="Graphic 645" descr="Deciduous tree with solid fill">
              <a:extLst>
                <a:ext uri="{FF2B5EF4-FFF2-40B4-BE49-F238E27FC236}">
                  <a16:creationId xmlns:a16="http://schemas.microsoft.com/office/drawing/2014/main" id="{9B916959-99D1-4C58-8E3D-A541CD3968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6107" y="1668685"/>
              <a:ext cx="209457" cy="196411"/>
            </a:xfrm>
            <a:prstGeom prst="rect">
              <a:avLst/>
            </a:prstGeom>
          </p:spPr>
        </p:pic>
        <p:pic>
          <p:nvPicPr>
            <p:cNvPr id="647" name="Graphic 646" descr="Deciduous tree with solid fill">
              <a:extLst>
                <a:ext uri="{FF2B5EF4-FFF2-40B4-BE49-F238E27FC236}">
                  <a16:creationId xmlns:a16="http://schemas.microsoft.com/office/drawing/2014/main" id="{747D3B64-F78B-7773-4358-B76C8CC4D5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02311" y="1484787"/>
              <a:ext cx="209457" cy="196411"/>
            </a:xfrm>
            <a:prstGeom prst="rect">
              <a:avLst/>
            </a:prstGeom>
          </p:spPr>
        </p:pic>
        <p:pic>
          <p:nvPicPr>
            <p:cNvPr id="648" name="Graphic 647" descr="Deciduous tree with solid fill">
              <a:extLst>
                <a:ext uri="{FF2B5EF4-FFF2-40B4-BE49-F238E27FC236}">
                  <a16:creationId xmlns:a16="http://schemas.microsoft.com/office/drawing/2014/main" id="{7E755684-6809-59BD-3B94-3F02FFE9FC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23834" y="3581200"/>
              <a:ext cx="209457" cy="196411"/>
            </a:xfrm>
            <a:prstGeom prst="rect">
              <a:avLst/>
            </a:prstGeom>
          </p:spPr>
        </p:pic>
        <p:pic>
          <p:nvPicPr>
            <p:cNvPr id="649" name="Graphic 648" descr="Deciduous tree with solid fill">
              <a:extLst>
                <a:ext uri="{FF2B5EF4-FFF2-40B4-BE49-F238E27FC236}">
                  <a16:creationId xmlns:a16="http://schemas.microsoft.com/office/drawing/2014/main" id="{D4FD306C-BCC4-E7D6-1B35-CACCA7C93D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7803" y="1792177"/>
              <a:ext cx="209457" cy="196411"/>
            </a:xfrm>
            <a:prstGeom prst="rect">
              <a:avLst/>
            </a:prstGeom>
          </p:spPr>
        </p:pic>
        <p:pic>
          <p:nvPicPr>
            <p:cNvPr id="650" name="Graphic 649" descr="Deciduous tree with solid fill">
              <a:extLst>
                <a:ext uri="{FF2B5EF4-FFF2-40B4-BE49-F238E27FC236}">
                  <a16:creationId xmlns:a16="http://schemas.microsoft.com/office/drawing/2014/main" id="{1A264A05-B8E2-0280-3993-7C658E37D3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9" y="1915668"/>
              <a:ext cx="209457" cy="196411"/>
            </a:xfrm>
            <a:prstGeom prst="rect">
              <a:avLst/>
            </a:prstGeom>
          </p:spPr>
        </p:pic>
        <p:pic>
          <p:nvPicPr>
            <p:cNvPr id="651" name="Graphic 650" descr="Deciduous tree with solid fill">
              <a:extLst>
                <a:ext uri="{FF2B5EF4-FFF2-40B4-BE49-F238E27FC236}">
                  <a16:creationId xmlns:a16="http://schemas.microsoft.com/office/drawing/2014/main" id="{FFC5BE7D-F276-67E8-872B-7E7BF6D2AD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41192" y="2039159"/>
              <a:ext cx="209457" cy="196411"/>
            </a:xfrm>
            <a:prstGeom prst="rect">
              <a:avLst/>
            </a:prstGeom>
          </p:spPr>
        </p:pic>
        <p:pic>
          <p:nvPicPr>
            <p:cNvPr id="652" name="Graphic 651" descr="Deciduous tree with solid fill">
              <a:extLst>
                <a:ext uri="{FF2B5EF4-FFF2-40B4-BE49-F238E27FC236}">
                  <a16:creationId xmlns:a16="http://schemas.microsoft.com/office/drawing/2014/main" id="{2D693478-493B-131F-7E96-76923AA442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2887" y="2162650"/>
              <a:ext cx="209457" cy="196411"/>
            </a:xfrm>
            <a:prstGeom prst="rect">
              <a:avLst/>
            </a:prstGeom>
          </p:spPr>
        </p:pic>
        <p:pic>
          <p:nvPicPr>
            <p:cNvPr id="653" name="Graphic 652" descr="Deciduous tree with solid fill">
              <a:extLst>
                <a:ext uri="{FF2B5EF4-FFF2-40B4-BE49-F238E27FC236}">
                  <a16:creationId xmlns:a16="http://schemas.microsoft.com/office/drawing/2014/main" id="{F3575A04-16B5-9DD6-4317-C4F2AB8564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04582" y="2286141"/>
              <a:ext cx="209457" cy="196411"/>
            </a:xfrm>
            <a:prstGeom prst="rect">
              <a:avLst/>
            </a:prstGeom>
          </p:spPr>
        </p:pic>
        <p:pic>
          <p:nvPicPr>
            <p:cNvPr id="654" name="Graphic 653" descr="Deciduous tree with solid fill">
              <a:extLst>
                <a:ext uri="{FF2B5EF4-FFF2-40B4-BE49-F238E27FC236}">
                  <a16:creationId xmlns:a16="http://schemas.microsoft.com/office/drawing/2014/main" id="{3F40983E-2799-3284-5985-F35EA2242A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6276" y="2409633"/>
              <a:ext cx="209457" cy="196411"/>
            </a:xfrm>
            <a:prstGeom prst="rect">
              <a:avLst/>
            </a:prstGeom>
          </p:spPr>
        </p:pic>
        <p:pic>
          <p:nvPicPr>
            <p:cNvPr id="655" name="Graphic 654" descr="Deciduous tree with solid fill">
              <a:extLst>
                <a:ext uri="{FF2B5EF4-FFF2-40B4-BE49-F238E27FC236}">
                  <a16:creationId xmlns:a16="http://schemas.microsoft.com/office/drawing/2014/main" id="{49F7A0D8-FA01-5800-508E-932C5D69B5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7971" y="2533124"/>
              <a:ext cx="209457" cy="196411"/>
            </a:xfrm>
            <a:prstGeom prst="rect">
              <a:avLst/>
            </a:prstGeom>
          </p:spPr>
        </p:pic>
        <p:pic>
          <p:nvPicPr>
            <p:cNvPr id="656" name="Graphic 655" descr="Deciduous tree with solid fill">
              <a:extLst>
                <a:ext uri="{FF2B5EF4-FFF2-40B4-BE49-F238E27FC236}">
                  <a16:creationId xmlns:a16="http://schemas.microsoft.com/office/drawing/2014/main" id="{05D46223-8069-1F65-7DDB-E2CDD7EA97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99667" y="2656616"/>
              <a:ext cx="209457" cy="196411"/>
            </a:xfrm>
            <a:prstGeom prst="rect">
              <a:avLst/>
            </a:prstGeom>
          </p:spPr>
        </p:pic>
        <p:pic>
          <p:nvPicPr>
            <p:cNvPr id="657" name="Graphic 656" descr="Deciduous tree with solid fill">
              <a:extLst>
                <a:ext uri="{FF2B5EF4-FFF2-40B4-BE49-F238E27FC236}">
                  <a16:creationId xmlns:a16="http://schemas.microsoft.com/office/drawing/2014/main" id="{15AC7455-F841-C64A-BA93-5BC255FCB8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61" y="2780107"/>
              <a:ext cx="209457" cy="196411"/>
            </a:xfrm>
            <a:prstGeom prst="rect">
              <a:avLst/>
            </a:prstGeom>
          </p:spPr>
        </p:pic>
        <p:pic>
          <p:nvPicPr>
            <p:cNvPr id="658" name="Graphic 657" descr="Deciduous tree with solid fill">
              <a:extLst>
                <a:ext uri="{FF2B5EF4-FFF2-40B4-BE49-F238E27FC236}">
                  <a16:creationId xmlns:a16="http://schemas.microsoft.com/office/drawing/2014/main" id="{DEC4EDB3-3D00-108B-3B5C-06275F77B2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63056" y="2903598"/>
              <a:ext cx="209457" cy="196411"/>
            </a:xfrm>
            <a:prstGeom prst="rect">
              <a:avLst/>
            </a:prstGeom>
          </p:spPr>
        </p:pic>
        <p:pic>
          <p:nvPicPr>
            <p:cNvPr id="659" name="Graphic 658" descr="Deciduous tree with solid fill">
              <a:extLst>
                <a:ext uri="{FF2B5EF4-FFF2-40B4-BE49-F238E27FC236}">
                  <a16:creationId xmlns:a16="http://schemas.microsoft.com/office/drawing/2014/main" id="{8DB5C125-190D-C66C-DF84-BA24B94ADF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4751" y="3027089"/>
              <a:ext cx="209457" cy="196411"/>
            </a:xfrm>
            <a:prstGeom prst="rect">
              <a:avLst/>
            </a:prstGeom>
          </p:spPr>
        </p:pic>
        <p:pic>
          <p:nvPicPr>
            <p:cNvPr id="660" name="Graphic 659" descr="Deciduous tree with solid fill">
              <a:extLst>
                <a:ext uri="{FF2B5EF4-FFF2-40B4-BE49-F238E27FC236}">
                  <a16:creationId xmlns:a16="http://schemas.microsoft.com/office/drawing/2014/main" id="{D2FCEA57-F2B8-6AAF-E2E5-9CEACECFD4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6446" y="3150581"/>
              <a:ext cx="209457" cy="196411"/>
            </a:xfrm>
            <a:prstGeom prst="rect">
              <a:avLst/>
            </a:prstGeom>
          </p:spPr>
        </p:pic>
        <p:pic>
          <p:nvPicPr>
            <p:cNvPr id="661" name="Graphic 660" descr="Deciduous tree with solid fill">
              <a:extLst>
                <a:ext uri="{FF2B5EF4-FFF2-40B4-BE49-F238E27FC236}">
                  <a16:creationId xmlns:a16="http://schemas.microsoft.com/office/drawing/2014/main" id="{B98267BF-16E4-E278-59E7-806075849E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8139" y="3274072"/>
              <a:ext cx="209457" cy="196411"/>
            </a:xfrm>
            <a:prstGeom prst="rect">
              <a:avLst/>
            </a:prstGeom>
          </p:spPr>
        </p:pic>
        <p:pic>
          <p:nvPicPr>
            <p:cNvPr id="662" name="Graphic 661" descr="Deciduous tree with solid fill">
              <a:extLst>
                <a:ext uri="{FF2B5EF4-FFF2-40B4-BE49-F238E27FC236}">
                  <a16:creationId xmlns:a16="http://schemas.microsoft.com/office/drawing/2014/main" id="{6CDC9C32-D4FB-7C6D-6CFF-37ACAFD20E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3429" y="1696317"/>
              <a:ext cx="209457" cy="196411"/>
            </a:xfrm>
            <a:prstGeom prst="rect">
              <a:avLst/>
            </a:prstGeom>
          </p:spPr>
        </p:pic>
        <p:pic>
          <p:nvPicPr>
            <p:cNvPr id="663" name="Graphic 662" descr="Deciduous tree with solid fill">
              <a:extLst>
                <a:ext uri="{FF2B5EF4-FFF2-40B4-BE49-F238E27FC236}">
                  <a16:creationId xmlns:a16="http://schemas.microsoft.com/office/drawing/2014/main" id="{5FFC47C2-73D1-8164-38AD-87AEAF284C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95124" y="1819808"/>
              <a:ext cx="209457" cy="196411"/>
            </a:xfrm>
            <a:prstGeom prst="rect">
              <a:avLst/>
            </a:prstGeom>
          </p:spPr>
        </p:pic>
        <p:pic>
          <p:nvPicPr>
            <p:cNvPr id="664" name="Graphic 663" descr="Deciduous tree with solid fill">
              <a:extLst>
                <a:ext uri="{FF2B5EF4-FFF2-40B4-BE49-F238E27FC236}">
                  <a16:creationId xmlns:a16="http://schemas.microsoft.com/office/drawing/2014/main" id="{17906F25-9C44-3586-6A49-E34FCFDB6E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6819" y="1943299"/>
              <a:ext cx="209457" cy="196411"/>
            </a:xfrm>
            <a:prstGeom prst="rect">
              <a:avLst/>
            </a:prstGeom>
          </p:spPr>
        </p:pic>
        <p:pic>
          <p:nvPicPr>
            <p:cNvPr id="665" name="Graphic 664" descr="Deciduous tree with solid fill">
              <a:extLst>
                <a:ext uri="{FF2B5EF4-FFF2-40B4-BE49-F238E27FC236}">
                  <a16:creationId xmlns:a16="http://schemas.microsoft.com/office/drawing/2014/main" id="{D758E23F-4817-6443-36F3-8F21FF486A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8513" y="2066791"/>
              <a:ext cx="209457" cy="196411"/>
            </a:xfrm>
            <a:prstGeom prst="rect">
              <a:avLst/>
            </a:prstGeom>
          </p:spPr>
        </p:pic>
        <p:pic>
          <p:nvPicPr>
            <p:cNvPr id="666" name="Graphic 665" descr="Deciduous tree with solid fill">
              <a:extLst>
                <a:ext uri="{FF2B5EF4-FFF2-40B4-BE49-F238E27FC236}">
                  <a16:creationId xmlns:a16="http://schemas.microsoft.com/office/drawing/2014/main" id="{DFED4C86-C5D0-6221-A69A-C0CB7D0385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90209" y="2190282"/>
              <a:ext cx="209457" cy="196411"/>
            </a:xfrm>
            <a:prstGeom prst="rect">
              <a:avLst/>
            </a:prstGeom>
          </p:spPr>
        </p:pic>
        <p:pic>
          <p:nvPicPr>
            <p:cNvPr id="667" name="Graphic 666" descr="Deciduous tree with solid fill">
              <a:extLst>
                <a:ext uri="{FF2B5EF4-FFF2-40B4-BE49-F238E27FC236}">
                  <a16:creationId xmlns:a16="http://schemas.microsoft.com/office/drawing/2014/main" id="{074E4AAF-56F5-785D-923B-E30886B352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1904" y="2313773"/>
              <a:ext cx="209457" cy="196411"/>
            </a:xfrm>
            <a:prstGeom prst="rect">
              <a:avLst/>
            </a:prstGeom>
          </p:spPr>
        </p:pic>
        <p:pic>
          <p:nvPicPr>
            <p:cNvPr id="668" name="Graphic 667" descr="Deciduous tree with solid fill">
              <a:extLst>
                <a:ext uri="{FF2B5EF4-FFF2-40B4-BE49-F238E27FC236}">
                  <a16:creationId xmlns:a16="http://schemas.microsoft.com/office/drawing/2014/main" id="{7015C9BC-544C-FC5D-DAA4-E68916684F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53598" y="2437265"/>
              <a:ext cx="209457" cy="196411"/>
            </a:xfrm>
            <a:prstGeom prst="rect">
              <a:avLst/>
            </a:prstGeom>
          </p:spPr>
        </p:pic>
        <p:pic>
          <p:nvPicPr>
            <p:cNvPr id="669" name="Graphic 668" descr="Deciduous tree with solid fill">
              <a:extLst>
                <a:ext uri="{FF2B5EF4-FFF2-40B4-BE49-F238E27FC236}">
                  <a16:creationId xmlns:a16="http://schemas.microsoft.com/office/drawing/2014/main" id="{BD863038-F85C-C9B2-A20B-4A624C59AC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85293" y="2560756"/>
              <a:ext cx="209457" cy="196411"/>
            </a:xfrm>
            <a:prstGeom prst="rect">
              <a:avLst/>
            </a:prstGeom>
          </p:spPr>
        </p:pic>
        <p:pic>
          <p:nvPicPr>
            <p:cNvPr id="670" name="Graphic 669" descr="Deciduous tree with solid fill">
              <a:extLst>
                <a:ext uri="{FF2B5EF4-FFF2-40B4-BE49-F238E27FC236}">
                  <a16:creationId xmlns:a16="http://schemas.microsoft.com/office/drawing/2014/main" id="{3931A568-3ADC-EBDB-B2B0-82B164EF48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16988" y="2684247"/>
              <a:ext cx="209457" cy="196411"/>
            </a:xfrm>
            <a:prstGeom prst="rect">
              <a:avLst/>
            </a:prstGeom>
          </p:spPr>
        </p:pic>
        <p:pic>
          <p:nvPicPr>
            <p:cNvPr id="671" name="Graphic 670" descr="Deciduous tree with solid fill">
              <a:extLst>
                <a:ext uri="{FF2B5EF4-FFF2-40B4-BE49-F238E27FC236}">
                  <a16:creationId xmlns:a16="http://schemas.microsoft.com/office/drawing/2014/main" id="{A6456FF3-B87F-C926-02F0-09BDA3B7E1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8681" y="2807739"/>
              <a:ext cx="209457" cy="196411"/>
            </a:xfrm>
            <a:prstGeom prst="rect">
              <a:avLst/>
            </a:prstGeom>
          </p:spPr>
        </p:pic>
        <p:pic>
          <p:nvPicPr>
            <p:cNvPr id="672" name="Graphic 671" descr="Deciduous tree with solid fill">
              <a:extLst>
                <a:ext uri="{FF2B5EF4-FFF2-40B4-BE49-F238E27FC236}">
                  <a16:creationId xmlns:a16="http://schemas.microsoft.com/office/drawing/2014/main" id="{F6D5325D-21DE-5504-9AD6-EC41F0DB61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80378" y="2931229"/>
              <a:ext cx="209457" cy="196411"/>
            </a:xfrm>
            <a:prstGeom prst="rect">
              <a:avLst/>
            </a:prstGeom>
          </p:spPr>
        </p:pic>
        <p:pic>
          <p:nvPicPr>
            <p:cNvPr id="673" name="Graphic 672" descr="Deciduous tree with solid fill">
              <a:extLst>
                <a:ext uri="{FF2B5EF4-FFF2-40B4-BE49-F238E27FC236}">
                  <a16:creationId xmlns:a16="http://schemas.microsoft.com/office/drawing/2014/main" id="{E0F79ABD-23D2-330F-7094-ADF8AE115D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12072" y="3054721"/>
              <a:ext cx="209457" cy="196411"/>
            </a:xfrm>
            <a:prstGeom prst="rect">
              <a:avLst/>
            </a:prstGeom>
          </p:spPr>
        </p:pic>
        <p:pic>
          <p:nvPicPr>
            <p:cNvPr id="674" name="Graphic 673" descr="Deciduous tree with solid fill">
              <a:extLst>
                <a:ext uri="{FF2B5EF4-FFF2-40B4-BE49-F238E27FC236}">
                  <a16:creationId xmlns:a16="http://schemas.microsoft.com/office/drawing/2014/main" id="{1A6FBA7B-758C-7330-5B2C-79001EA74E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3766" y="3178213"/>
              <a:ext cx="209457" cy="196411"/>
            </a:xfrm>
            <a:prstGeom prst="rect">
              <a:avLst/>
            </a:prstGeom>
          </p:spPr>
        </p:pic>
        <p:pic>
          <p:nvPicPr>
            <p:cNvPr id="675" name="Graphic 674" descr="Deciduous tree with solid fill">
              <a:extLst>
                <a:ext uri="{FF2B5EF4-FFF2-40B4-BE49-F238E27FC236}">
                  <a16:creationId xmlns:a16="http://schemas.microsoft.com/office/drawing/2014/main" id="{0D7BE169-E626-D5D1-C4DF-7B28473CA5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34006" y="1608278"/>
              <a:ext cx="209457" cy="196411"/>
            </a:xfrm>
            <a:prstGeom prst="rect">
              <a:avLst/>
            </a:prstGeom>
          </p:spPr>
        </p:pic>
        <p:pic>
          <p:nvPicPr>
            <p:cNvPr id="676" name="Graphic 675" descr="Deciduous tree with solid fill">
              <a:extLst>
                <a:ext uri="{FF2B5EF4-FFF2-40B4-BE49-F238E27FC236}">
                  <a16:creationId xmlns:a16="http://schemas.microsoft.com/office/drawing/2014/main" id="{3014E5C1-FE38-D08C-F028-3E371EBF0E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5701" y="1731770"/>
              <a:ext cx="209457" cy="196411"/>
            </a:xfrm>
            <a:prstGeom prst="rect">
              <a:avLst/>
            </a:prstGeom>
          </p:spPr>
        </p:pic>
        <p:pic>
          <p:nvPicPr>
            <p:cNvPr id="677" name="Graphic 676" descr="Deciduous tree with solid fill">
              <a:extLst>
                <a:ext uri="{FF2B5EF4-FFF2-40B4-BE49-F238E27FC236}">
                  <a16:creationId xmlns:a16="http://schemas.microsoft.com/office/drawing/2014/main" id="{385E3029-B852-BA07-EAA4-967E71318C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97396" y="1855261"/>
              <a:ext cx="209457" cy="196411"/>
            </a:xfrm>
            <a:prstGeom prst="rect">
              <a:avLst/>
            </a:prstGeom>
          </p:spPr>
        </p:pic>
        <p:pic>
          <p:nvPicPr>
            <p:cNvPr id="678" name="Graphic 677" descr="Deciduous tree with solid fill">
              <a:extLst>
                <a:ext uri="{FF2B5EF4-FFF2-40B4-BE49-F238E27FC236}">
                  <a16:creationId xmlns:a16="http://schemas.microsoft.com/office/drawing/2014/main" id="{8FBB43A1-17A3-CA96-2B1F-470307899D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9091" y="1978752"/>
              <a:ext cx="209457" cy="196411"/>
            </a:xfrm>
            <a:prstGeom prst="rect">
              <a:avLst/>
            </a:prstGeom>
          </p:spPr>
        </p:pic>
        <p:pic>
          <p:nvPicPr>
            <p:cNvPr id="679" name="Graphic 678" descr="Deciduous tree with solid fill">
              <a:extLst>
                <a:ext uri="{FF2B5EF4-FFF2-40B4-BE49-F238E27FC236}">
                  <a16:creationId xmlns:a16="http://schemas.microsoft.com/office/drawing/2014/main" id="{4ECD8DA7-1B12-24E3-DFC7-D049081009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60784" y="2102244"/>
              <a:ext cx="209457" cy="196411"/>
            </a:xfrm>
            <a:prstGeom prst="rect">
              <a:avLst/>
            </a:prstGeom>
          </p:spPr>
        </p:pic>
        <p:pic>
          <p:nvPicPr>
            <p:cNvPr id="680" name="Graphic 679" descr="Deciduous tree with solid fill">
              <a:extLst>
                <a:ext uri="{FF2B5EF4-FFF2-40B4-BE49-F238E27FC236}">
                  <a16:creationId xmlns:a16="http://schemas.microsoft.com/office/drawing/2014/main" id="{0101E666-1FD0-8BD6-076A-B6A92DD9AF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81" y="2225735"/>
              <a:ext cx="209457" cy="196411"/>
            </a:xfrm>
            <a:prstGeom prst="rect">
              <a:avLst/>
            </a:prstGeom>
          </p:spPr>
        </p:pic>
        <p:pic>
          <p:nvPicPr>
            <p:cNvPr id="681" name="Graphic 680" descr="Deciduous tree with solid fill">
              <a:extLst>
                <a:ext uri="{FF2B5EF4-FFF2-40B4-BE49-F238E27FC236}">
                  <a16:creationId xmlns:a16="http://schemas.microsoft.com/office/drawing/2014/main" id="{AD4A3760-2132-1613-E066-1EC08F49CE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24174" y="2349226"/>
              <a:ext cx="209457" cy="196411"/>
            </a:xfrm>
            <a:prstGeom prst="rect">
              <a:avLst/>
            </a:prstGeom>
          </p:spPr>
        </p:pic>
        <p:pic>
          <p:nvPicPr>
            <p:cNvPr id="682" name="Graphic 681" descr="Deciduous tree with solid fill">
              <a:extLst>
                <a:ext uri="{FF2B5EF4-FFF2-40B4-BE49-F238E27FC236}">
                  <a16:creationId xmlns:a16="http://schemas.microsoft.com/office/drawing/2014/main" id="{25DE4A6D-A4E1-F441-A6A5-992729EC6F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5869" y="2472717"/>
              <a:ext cx="209457" cy="196411"/>
            </a:xfrm>
            <a:prstGeom prst="rect">
              <a:avLst/>
            </a:prstGeom>
          </p:spPr>
        </p:pic>
        <p:pic>
          <p:nvPicPr>
            <p:cNvPr id="683" name="Graphic 682" descr="Deciduous tree with solid fill">
              <a:extLst>
                <a:ext uri="{FF2B5EF4-FFF2-40B4-BE49-F238E27FC236}">
                  <a16:creationId xmlns:a16="http://schemas.microsoft.com/office/drawing/2014/main" id="{046805BC-FCBF-95DF-E27C-6462694C86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7564" y="2596207"/>
              <a:ext cx="209457" cy="196411"/>
            </a:xfrm>
            <a:prstGeom prst="rect">
              <a:avLst/>
            </a:prstGeom>
          </p:spPr>
        </p:pic>
        <p:pic>
          <p:nvPicPr>
            <p:cNvPr id="684" name="Graphic 683" descr="Deciduous tree with solid fill">
              <a:extLst>
                <a:ext uri="{FF2B5EF4-FFF2-40B4-BE49-F238E27FC236}">
                  <a16:creationId xmlns:a16="http://schemas.microsoft.com/office/drawing/2014/main" id="{F8F6EA38-CA68-4662-41D3-E268B8150B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9259" y="2719699"/>
              <a:ext cx="209457" cy="196411"/>
            </a:xfrm>
            <a:prstGeom prst="rect">
              <a:avLst/>
            </a:prstGeom>
          </p:spPr>
        </p:pic>
        <p:pic>
          <p:nvPicPr>
            <p:cNvPr id="685" name="Graphic 684" descr="Deciduous tree with solid fill">
              <a:extLst>
                <a:ext uri="{FF2B5EF4-FFF2-40B4-BE49-F238E27FC236}">
                  <a16:creationId xmlns:a16="http://schemas.microsoft.com/office/drawing/2014/main" id="{0ED88998-17DF-9A29-1464-62192C8A8C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0953" y="2843190"/>
              <a:ext cx="209457" cy="196411"/>
            </a:xfrm>
            <a:prstGeom prst="rect">
              <a:avLst/>
            </a:prstGeom>
          </p:spPr>
        </p:pic>
        <p:pic>
          <p:nvPicPr>
            <p:cNvPr id="686" name="Graphic 685" descr="Deciduous tree with solid fill">
              <a:extLst>
                <a:ext uri="{FF2B5EF4-FFF2-40B4-BE49-F238E27FC236}">
                  <a16:creationId xmlns:a16="http://schemas.microsoft.com/office/drawing/2014/main" id="{2139D125-4B09-9AD3-2594-C0F0345C57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2648" y="2966682"/>
              <a:ext cx="209457" cy="196411"/>
            </a:xfrm>
            <a:prstGeom prst="rect">
              <a:avLst/>
            </a:prstGeom>
          </p:spPr>
        </p:pic>
        <p:pic>
          <p:nvPicPr>
            <p:cNvPr id="687" name="Graphic 686" descr="Deciduous tree with solid fill">
              <a:extLst>
                <a:ext uri="{FF2B5EF4-FFF2-40B4-BE49-F238E27FC236}">
                  <a16:creationId xmlns:a16="http://schemas.microsoft.com/office/drawing/2014/main" id="{A7F85B0D-B388-B7BB-4F3B-C379D20F5B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14344" y="3090175"/>
              <a:ext cx="209457" cy="196411"/>
            </a:xfrm>
            <a:prstGeom prst="rect">
              <a:avLst/>
            </a:prstGeom>
          </p:spPr>
        </p:pic>
        <p:pic>
          <p:nvPicPr>
            <p:cNvPr id="688" name="Graphic 687" descr="Deciduous tree with solid fill">
              <a:extLst>
                <a:ext uri="{FF2B5EF4-FFF2-40B4-BE49-F238E27FC236}">
                  <a16:creationId xmlns:a16="http://schemas.microsoft.com/office/drawing/2014/main" id="{345EFBAE-2FE3-B3C8-C341-A9E82783D7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01938" y="3495472"/>
              <a:ext cx="209457" cy="196411"/>
            </a:xfrm>
            <a:prstGeom prst="rect">
              <a:avLst/>
            </a:prstGeom>
          </p:spPr>
        </p:pic>
        <p:pic>
          <p:nvPicPr>
            <p:cNvPr id="689" name="Graphic 688" descr="Deciduous tree with solid fill">
              <a:extLst>
                <a:ext uri="{FF2B5EF4-FFF2-40B4-BE49-F238E27FC236}">
                  <a16:creationId xmlns:a16="http://schemas.microsoft.com/office/drawing/2014/main" id="{CE0EB10B-F450-8D6D-FAD2-C0D5EC47FC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93219" y="3413697"/>
              <a:ext cx="209457" cy="196411"/>
            </a:xfrm>
            <a:prstGeom prst="rect">
              <a:avLst/>
            </a:prstGeom>
          </p:spPr>
        </p:pic>
        <p:pic>
          <p:nvPicPr>
            <p:cNvPr id="690" name="Graphic 689" descr="Deciduous tree with solid fill">
              <a:extLst>
                <a:ext uri="{FF2B5EF4-FFF2-40B4-BE49-F238E27FC236}">
                  <a16:creationId xmlns:a16="http://schemas.microsoft.com/office/drawing/2014/main" id="{76C1DDF2-5622-9AE5-450E-E35B76B008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24298" y="4001195"/>
              <a:ext cx="209457" cy="196411"/>
            </a:xfrm>
            <a:prstGeom prst="rect">
              <a:avLst/>
            </a:prstGeom>
          </p:spPr>
        </p:pic>
      </p:grpSp>
      <p:grpSp>
        <p:nvGrpSpPr>
          <p:cNvPr id="692" name="Group 691">
            <a:extLst>
              <a:ext uri="{FF2B5EF4-FFF2-40B4-BE49-F238E27FC236}">
                <a16:creationId xmlns:a16="http://schemas.microsoft.com/office/drawing/2014/main" id="{7A433130-92F6-16C9-C871-2524C3617983}"/>
              </a:ext>
            </a:extLst>
          </p:cNvPr>
          <p:cNvGrpSpPr/>
          <p:nvPr/>
        </p:nvGrpSpPr>
        <p:grpSpPr>
          <a:xfrm>
            <a:off x="2999656" y="1268760"/>
            <a:ext cx="2582514" cy="1862816"/>
            <a:chOff x="335362" y="1484787"/>
            <a:chExt cx="3888439" cy="2880328"/>
          </a:xfrm>
          <a:effectLst>
            <a:outerShdw blurRad="50800" dist="38100" dir="2700000" algn="tl" rotWithShape="0">
              <a:prstClr val="black">
                <a:alpha val="40000"/>
              </a:prstClr>
            </a:outerShdw>
          </a:effectLst>
        </p:grpSpPr>
        <p:pic>
          <p:nvPicPr>
            <p:cNvPr id="693" name="Graphic 692" descr="Deciduous tree with solid fill">
              <a:extLst>
                <a:ext uri="{FF2B5EF4-FFF2-40B4-BE49-F238E27FC236}">
                  <a16:creationId xmlns:a16="http://schemas.microsoft.com/office/drawing/2014/main" id="{9FC2D2E6-0D36-42CA-8E5E-42DDDD9B70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0989" y="2454946"/>
              <a:ext cx="209457" cy="196411"/>
            </a:xfrm>
            <a:prstGeom prst="rect">
              <a:avLst/>
            </a:prstGeom>
          </p:spPr>
        </p:pic>
        <p:pic>
          <p:nvPicPr>
            <p:cNvPr id="694" name="Graphic 693" descr="Deciduous tree with solid fill">
              <a:extLst>
                <a:ext uri="{FF2B5EF4-FFF2-40B4-BE49-F238E27FC236}">
                  <a16:creationId xmlns:a16="http://schemas.microsoft.com/office/drawing/2014/main" id="{6EBCF3D9-641C-7D09-8819-65566F1291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362" y="2550806"/>
              <a:ext cx="209457" cy="196411"/>
            </a:xfrm>
            <a:prstGeom prst="rect">
              <a:avLst/>
            </a:prstGeom>
          </p:spPr>
        </p:pic>
        <p:pic>
          <p:nvPicPr>
            <p:cNvPr id="695" name="Graphic 694" descr="Deciduous tree with solid fill">
              <a:extLst>
                <a:ext uri="{FF2B5EF4-FFF2-40B4-BE49-F238E27FC236}">
                  <a16:creationId xmlns:a16="http://schemas.microsoft.com/office/drawing/2014/main" id="{1A0A91E7-5FEA-73A8-90C2-BE6B90E2FB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566" y="2366908"/>
              <a:ext cx="209457" cy="196411"/>
            </a:xfrm>
            <a:prstGeom prst="rect">
              <a:avLst/>
            </a:prstGeom>
          </p:spPr>
        </p:pic>
        <p:pic>
          <p:nvPicPr>
            <p:cNvPr id="696" name="Graphic 695" descr="Deciduous tree with solid fill">
              <a:extLst>
                <a:ext uri="{FF2B5EF4-FFF2-40B4-BE49-F238E27FC236}">
                  <a16:creationId xmlns:a16="http://schemas.microsoft.com/office/drawing/2014/main" id="{44E7F7E2-0B20-E03F-A78B-170FC74FEA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7056" y="2674297"/>
              <a:ext cx="209457" cy="196411"/>
            </a:xfrm>
            <a:prstGeom prst="rect">
              <a:avLst/>
            </a:prstGeom>
          </p:spPr>
        </p:pic>
        <p:pic>
          <p:nvPicPr>
            <p:cNvPr id="697" name="Graphic 696" descr="Deciduous tree with solid fill">
              <a:extLst>
                <a:ext uri="{FF2B5EF4-FFF2-40B4-BE49-F238E27FC236}">
                  <a16:creationId xmlns:a16="http://schemas.microsoft.com/office/drawing/2014/main" id="{C0E773C0-27B0-0ECE-9F83-E15224AF67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698" name="Graphic 697" descr="Deciduous tree with solid fill">
              <a:extLst>
                <a:ext uri="{FF2B5EF4-FFF2-40B4-BE49-F238E27FC236}">
                  <a16:creationId xmlns:a16="http://schemas.microsoft.com/office/drawing/2014/main" id="{4742384A-424C-54A4-6C61-ECD7F8E476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699" name="Graphic 698" descr="Deciduous tree with solid fill">
              <a:extLst>
                <a:ext uri="{FF2B5EF4-FFF2-40B4-BE49-F238E27FC236}">
                  <a16:creationId xmlns:a16="http://schemas.microsoft.com/office/drawing/2014/main" id="{9E030BA0-F62E-38A2-8132-CF26839E96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700" name="Graphic 699" descr="Deciduous tree with solid fill">
              <a:extLst>
                <a:ext uri="{FF2B5EF4-FFF2-40B4-BE49-F238E27FC236}">
                  <a16:creationId xmlns:a16="http://schemas.microsoft.com/office/drawing/2014/main" id="{B54D1EAD-21C9-D91A-8B65-EB39AE7247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701" name="Graphic 700" descr="Deciduous tree with solid fill">
              <a:extLst>
                <a:ext uri="{FF2B5EF4-FFF2-40B4-BE49-F238E27FC236}">
                  <a16:creationId xmlns:a16="http://schemas.microsoft.com/office/drawing/2014/main" id="{2EEBB64E-7763-C2EF-682D-74194DE7F2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702" name="Graphic 701" descr="Deciduous tree with solid fill">
              <a:extLst>
                <a:ext uri="{FF2B5EF4-FFF2-40B4-BE49-F238E27FC236}">
                  <a16:creationId xmlns:a16="http://schemas.microsoft.com/office/drawing/2014/main" id="{6D1ED0C5-CC96-B93E-E07B-CAC3B5194E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703" name="Graphic 702" descr="Deciduous tree with solid fill">
              <a:extLst>
                <a:ext uri="{FF2B5EF4-FFF2-40B4-BE49-F238E27FC236}">
                  <a16:creationId xmlns:a16="http://schemas.microsoft.com/office/drawing/2014/main" id="{D51EDD4D-CDDE-7E3D-E5F2-5AC8D9C25F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704" name="Graphic 703" descr="Deciduous tree with solid fill">
              <a:extLst>
                <a:ext uri="{FF2B5EF4-FFF2-40B4-BE49-F238E27FC236}">
                  <a16:creationId xmlns:a16="http://schemas.microsoft.com/office/drawing/2014/main" id="{1267404A-6EF6-A3A9-1FBE-CB1C513252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705" name="Graphic 704" descr="Deciduous tree with solid fill">
              <a:extLst>
                <a:ext uri="{FF2B5EF4-FFF2-40B4-BE49-F238E27FC236}">
                  <a16:creationId xmlns:a16="http://schemas.microsoft.com/office/drawing/2014/main" id="{31B10474-C6B6-1EB1-F588-AF632C87D1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706" name="Graphic 705" descr="Deciduous tree with solid fill">
              <a:extLst>
                <a:ext uri="{FF2B5EF4-FFF2-40B4-BE49-F238E27FC236}">
                  <a16:creationId xmlns:a16="http://schemas.microsoft.com/office/drawing/2014/main" id="{9308831D-E48D-C0A7-4D80-89D2255163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707" name="Graphic 706" descr="Deciduous tree with solid fill">
              <a:extLst>
                <a:ext uri="{FF2B5EF4-FFF2-40B4-BE49-F238E27FC236}">
                  <a16:creationId xmlns:a16="http://schemas.microsoft.com/office/drawing/2014/main" id="{E4EC9D49-AACC-E7B1-99D3-B05FE5EEB7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708" name="Graphic 707" descr="Deciduous tree with solid fill">
              <a:extLst>
                <a:ext uri="{FF2B5EF4-FFF2-40B4-BE49-F238E27FC236}">
                  <a16:creationId xmlns:a16="http://schemas.microsoft.com/office/drawing/2014/main" id="{093E9358-41C5-5D38-3D22-AE5646D479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683" y="2578438"/>
              <a:ext cx="209457" cy="196411"/>
            </a:xfrm>
            <a:prstGeom prst="rect">
              <a:avLst/>
            </a:prstGeom>
          </p:spPr>
        </p:pic>
        <p:pic>
          <p:nvPicPr>
            <p:cNvPr id="709" name="Graphic 708" descr="Deciduous tree with solid fill">
              <a:extLst>
                <a:ext uri="{FF2B5EF4-FFF2-40B4-BE49-F238E27FC236}">
                  <a16:creationId xmlns:a16="http://schemas.microsoft.com/office/drawing/2014/main" id="{C23FB681-3449-FF10-EB3C-5F3F573651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8" y="2701929"/>
              <a:ext cx="209457" cy="196411"/>
            </a:xfrm>
            <a:prstGeom prst="rect">
              <a:avLst/>
            </a:prstGeom>
          </p:spPr>
        </p:pic>
        <p:pic>
          <p:nvPicPr>
            <p:cNvPr id="710" name="Graphic 709" descr="Deciduous tree with solid fill">
              <a:extLst>
                <a:ext uri="{FF2B5EF4-FFF2-40B4-BE49-F238E27FC236}">
                  <a16:creationId xmlns:a16="http://schemas.microsoft.com/office/drawing/2014/main" id="{84A737DB-FF88-1D54-A2D7-9E6A57EF69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711" name="Graphic 710" descr="Deciduous tree with solid fill">
              <a:extLst>
                <a:ext uri="{FF2B5EF4-FFF2-40B4-BE49-F238E27FC236}">
                  <a16:creationId xmlns:a16="http://schemas.microsoft.com/office/drawing/2014/main" id="{EE64F7A6-E6F1-F446-510E-22EA5D393E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712" name="Graphic 711" descr="Deciduous tree with solid fill">
              <a:extLst>
                <a:ext uri="{FF2B5EF4-FFF2-40B4-BE49-F238E27FC236}">
                  <a16:creationId xmlns:a16="http://schemas.microsoft.com/office/drawing/2014/main" id="{260925A7-BDC3-D9F6-6944-FF69EE46A3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3" y="3072401"/>
              <a:ext cx="209457" cy="196411"/>
            </a:xfrm>
            <a:prstGeom prst="rect">
              <a:avLst/>
            </a:prstGeom>
          </p:spPr>
        </p:pic>
        <p:pic>
          <p:nvPicPr>
            <p:cNvPr id="713" name="Graphic 712" descr="Deciduous tree with solid fill">
              <a:extLst>
                <a:ext uri="{FF2B5EF4-FFF2-40B4-BE49-F238E27FC236}">
                  <a16:creationId xmlns:a16="http://schemas.microsoft.com/office/drawing/2014/main" id="{9FDBE3FB-431B-51F6-7A65-4D8B45CF72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714" name="Graphic 713" descr="Deciduous tree with solid fill">
              <a:extLst>
                <a:ext uri="{FF2B5EF4-FFF2-40B4-BE49-F238E27FC236}">
                  <a16:creationId xmlns:a16="http://schemas.microsoft.com/office/drawing/2014/main" id="{754B3338-FB18-95F6-D3A4-89A2356AE2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715" name="Graphic 714" descr="Deciduous tree with solid fill">
              <a:extLst>
                <a:ext uri="{FF2B5EF4-FFF2-40B4-BE49-F238E27FC236}">
                  <a16:creationId xmlns:a16="http://schemas.microsoft.com/office/drawing/2014/main" id="{A4BDBA17-3626-FAD9-500F-0B2E279764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716" name="Graphic 715" descr="Deciduous tree with solid fill">
              <a:extLst>
                <a:ext uri="{FF2B5EF4-FFF2-40B4-BE49-F238E27FC236}">
                  <a16:creationId xmlns:a16="http://schemas.microsoft.com/office/drawing/2014/main" id="{912A7454-88B3-79B2-C9DF-0E60492253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717" name="Graphic 716" descr="Deciduous tree with solid fill">
              <a:extLst>
                <a:ext uri="{FF2B5EF4-FFF2-40B4-BE49-F238E27FC236}">
                  <a16:creationId xmlns:a16="http://schemas.microsoft.com/office/drawing/2014/main" id="{63790540-9A81-95E3-5B11-E822F3331D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718" name="Graphic 717" descr="Deciduous tree with solid fill">
              <a:extLst>
                <a:ext uri="{FF2B5EF4-FFF2-40B4-BE49-F238E27FC236}">
                  <a16:creationId xmlns:a16="http://schemas.microsoft.com/office/drawing/2014/main" id="{2E2EED6B-0F10-00FD-5DFF-B745DD4D83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719" name="Graphic 718" descr="Deciduous tree with solid fill">
              <a:extLst>
                <a:ext uri="{FF2B5EF4-FFF2-40B4-BE49-F238E27FC236}">
                  <a16:creationId xmlns:a16="http://schemas.microsoft.com/office/drawing/2014/main" id="{6FA76CA7-AE7D-B923-5E37-08676CE324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720" name="Graphic 719" descr="Deciduous tree with solid fill">
              <a:extLst>
                <a:ext uri="{FF2B5EF4-FFF2-40B4-BE49-F238E27FC236}">
                  <a16:creationId xmlns:a16="http://schemas.microsoft.com/office/drawing/2014/main" id="{DAAF513C-DCFB-7703-3898-36D58A6CFF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61" y="2490399"/>
              <a:ext cx="209457" cy="196411"/>
            </a:xfrm>
            <a:prstGeom prst="rect">
              <a:avLst/>
            </a:prstGeom>
          </p:spPr>
        </p:pic>
        <p:pic>
          <p:nvPicPr>
            <p:cNvPr id="721" name="Graphic 720" descr="Deciduous tree with solid fill">
              <a:extLst>
                <a:ext uri="{FF2B5EF4-FFF2-40B4-BE49-F238E27FC236}">
                  <a16:creationId xmlns:a16="http://schemas.microsoft.com/office/drawing/2014/main" id="{E7EF26C9-B0A4-59C0-4A40-C903EDB39C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4" y="2613890"/>
              <a:ext cx="209457" cy="196411"/>
            </a:xfrm>
            <a:prstGeom prst="rect">
              <a:avLst/>
            </a:prstGeom>
          </p:spPr>
        </p:pic>
        <p:pic>
          <p:nvPicPr>
            <p:cNvPr id="722" name="Graphic 721" descr="Deciduous tree with solid fill">
              <a:extLst>
                <a:ext uri="{FF2B5EF4-FFF2-40B4-BE49-F238E27FC236}">
                  <a16:creationId xmlns:a16="http://schemas.microsoft.com/office/drawing/2014/main" id="{079BE1B0-F2F9-B8DC-5B55-19F202C598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723" name="Graphic 722" descr="Deciduous tree with solid fill">
              <a:extLst>
                <a:ext uri="{FF2B5EF4-FFF2-40B4-BE49-F238E27FC236}">
                  <a16:creationId xmlns:a16="http://schemas.microsoft.com/office/drawing/2014/main" id="{C8536F0C-0B01-95F3-2723-DAF878C01B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724" name="Graphic 723" descr="Deciduous tree with solid fill">
              <a:extLst>
                <a:ext uri="{FF2B5EF4-FFF2-40B4-BE49-F238E27FC236}">
                  <a16:creationId xmlns:a16="http://schemas.microsoft.com/office/drawing/2014/main" id="{EA6F18AF-291F-C343-4876-9A42E47FF5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725" name="Graphic 724" descr="Deciduous tree with solid fill">
              <a:extLst>
                <a:ext uri="{FF2B5EF4-FFF2-40B4-BE49-F238E27FC236}">
                  <a16:creationId xmlns:a16="http://schemas.microsoft.com/office/drawing/2014/main" id="{D4656037-A017-EC30-85CC-2B92A4EB78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726" name="Graphic 725" descr="Deciduous tree with solid fill">
              <a:extLst>
                <a:ext uri="{FF2B5EF4-FFF2-40B4-BE49-F238E27FC236}">
                  <a16:creationId xmlns:a16="http://schemas.microsoft.com/office/drawing/2014/main" id="{F66CF187-6CA8-DB06-CEB1-332133A640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727" name="Graphic 726" descr="Deciduous tree with solid fill">
              <a:extLst>
                <a:ext uri="{FF2B5EF4-FFF2-40B4-BE49-F238E27FC236}">
                  <a16:creationId xmlns:a16="http://schemas.microsoft.com/office/drawing/2014/main" id="{0CB91206-AFCD-27B8-BCFB-376478C1FB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3" y="3354837"/>
              <a:ext cx="209457" cy="196411"/>
            </a:xfrm>
            <a:prstGeom prst="rect">
              <a:avLst/>
            </a:prstGeom>
          </p:spPr>
        </p:pic>
        <p:pic>
          <p:nvPicPr>
            <p:cNvPr id="728" name="Graphic 727" descr="Deciduous tree with solid fill">
              <a:extLst>
                <a:ext uri="{FF2B5EF4-FFF2-40B4-BE49-F238E27FC236}">
                  <a16:creationId xmlns:a16="http://schemas.microsoft.com/office/drawing/2014/main" id="{126DEE72-D292-3DC4-1EE5-62DB58F78B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8" y="3478328"/>
              <a:ext cx="209457" cy="196411"/>
            </a:xfrm>
            <a:prstGeom prst="rect">
              <a:avLst/>
            </a:prstGeom>
          </p:spPr>
        </p:pic>
        <p:pic>
          <p:nvPicPr>
            <p:cNvPr id="729" name="Graphic 728" descr="Deciduous tree with solid fill">
              <a:extLst>
                <a:ext uri="{FF2B5EF4-FFF2-40B4-BE49-F238E27FC236}">
                  <a16:creationId xmlns:a16="http://schemas.microsoft.com/office/drawing/2014/main" id="{CA4FCBAF-DAF6-B72B-2F78-FFC6F590C6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3" y="3601820"/>
              <a:ext cx="209457" cy="196411"/>
            </a:xfrm>
            <a:prstGeom prst="rect">
              <a:avLst/>
            </a:prstGeom>
          </p:spPr>
        </p:pic>
        <p:pic>
          <p:nvPicPr>
            <p:cNvPr id="730" name="Graphic 729" descr="Deciduous tree with solid fill">
              <a:extLst>
                <a:ext uri="{FF2B5EF4-FFF2-40B4-BE49-F238E27FC236}">
                  <a16:creationId xmlns:a16="http://schemas.microsoft.com/office/drawing/2014/main" id="{FBB1CBFD-C8B6-628F-9393-42D1F06E48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8" y="3725311"/>
              <a:ext cx="209457" cy="196411"/>
            </a:xfrm>
            <a:prstGeom prst="rect">
              <a:avLst/>
            </a:prstGeom>
          </p:spPr>
        </p:pic>
        <p:pic>
          <p:nvPicPr>
            <p:cNvPr id="731" name="Graphic 730" descr="Deciduous tree with solid fill">
              <a:extLst>
                <a:ext uri="{FF2B5EF4-FFF2-40B4-BE49-F238E27FC236}">
                  <a16:creationId xmlns:a16="http://schemas.microsoft.com/office/drawing/2014/main" id="{0B09E22D-FCF7-7F57-2A7D-809D2B96EF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3" y="3848803"/>
              <a:ext cx="209457" cy="196411"/>
            </a:xfrm>
            <a:prstGeom prst="rect">
              <a:avLst/>
            </a:prstGeom>
          </p:spPr>
        </p:pic>
        <p:pic>
          <p:nvPicPr>
            <p:cNvPr id="732" name="Graphic 731" descr="Deciduous tree with solid fill">
              <a:extLst>
                <a:ext uri="{FF2B5EF4-FFF2-40B4-BE49-F238E27FC236}">
                  <a16:creationId xmlns:a16="http://schemas.microsoft.com/office/drawing/2014/main" id="{5C71E003-DEB4-E385-0A37-4D80EDB360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3" y="2578438"/>
              <a:ext cx="209457" cy="196411"/>
            </a:xfrm>
            <a:prstGeom prst="rect">
              <a:avLst/>
            </a:prstGeom>
          </p:spPr>
        </p:pic>
        <p:pic>
          <p:nvPicPr>
            <p:cNvPr id="733" name="Graphic 732" descr="Deciduous tree with solid fill">
              <a:extLst>
                <a:ext uri="{FF2B5EF4-FFF2-40B4-BE49-F238E27FC236}">
                  <a16:creationId xmlns:a16="http://schemas.microsoft.com/office/drawing/2014/main" id="{B0308E98-4F7D-53AC-59C8-E646D70397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7056" y="2674297"/>
              <a:ext cx="209457" cy="196411"/>
            </a:xfrm>
            <a:prstGeom prst="rect">
              <a:avLst/>
            </a:prstGeom>
          </p:spPr>
        </p:pic>
        <p:pic>
          <p:nvPicPr>
            <p:cNvPr id="734" name="Graphic 733" descr="Deciduous tree with solid fill">
              <a:extLst>
                <a:ext uri="{FF2B5EF4-FFF2-40B4-BE49-F238E27FC236}">
                  <a16:creationId xmlns:a16="http://schemas.microsoft.com/office/drawing/2014/main" id="{D9D7976F-64F9-7034-1090-01C7573AB4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60" y="2490399"/>
              <a:ext cx="209457" cy="196411"/>
            </a:xfrm>
            <a:prstGeom prst="rect">
              <a:avLst/>
            </a:prstGeom>
          </p:spPr>
        </p:pic>
        <p:pic>
          <p:nvPicPr>
            <p:cNvPr id="735" name="Graphic 734" descr="Deciduous tree with solid fill">
              <a:extLst>
                <a:ext uri="{FF2B5EF4-FFF2-40B4-BE49-F238E27FC236}">
                  <a16:creationId xmlns:a16="http://schemas.microsoft.com/office/drawing/2014/main" id="{EF091F24-34B4-4831-132A-5A583878D2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736" name="Graphic 735" descr="Deciduous tree with solid fill">
              <a:extLst>
                <a:ext uri="{FF2B5EF4-FFF2-40B4-BE49-F238E27FC236}">
                  <a16:creationId xmlns:a16="http://schemas.microsoft.com/office/drawing/2014/main" id="{C676C73D-4F07-E4CF-C68C-7F190327C8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737" name="Graphic 736" descr="Deciduous tree with solid fill">
              <a:extLst>
                <a:ext uri="{FF2B5EF4-FFF2-40B4-BE49-F238E27FC236}">
                  <a16:creationId xmlns:a16="http://schemas.microsoft.com/office/drawing/2014/main" id="{7EECA926-8AA6-4970-347B-259786369D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738" name="Graphic 737" descr="Deciduous tree with solid fill">
              <a:extLst>
                <a:ext uri="{FF2B5EF4-FFF2-40B4-BE49-F238E27FC236}">
                  <a16:creationId xmlns:a16="http://schemas.microsoft.com/office/drawing/2014/main" id="{7BB54FD3-AD5A-C757-8C46-78EC4CEA2F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739" name="Graphic 738" descr="Deciduous tree with solid fill">
              <a:extLst>
                <a:ext uri="{FF2B5EF4-FFF2-40B4-BE49-F238E27FC236}">
                  <a16:creationId xmlns:a16="http://schemas.microsoft.com/office/drawing/2014/main" id="{DF62CA5B-CD13-3E84-DF3A-71139E0B25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740" name="Graphic 739" descr="Deciduous tree with solid fill">
              <a:extLst>
                <a:ext uri="{FF2B5EF4-FFF2-40B4-BE49-F238E27FC236}">
                  <a16:creationId xmlns:a16="http://schemas.microsoft.com/office/drawing/2014/main" id="{79BFC509-2596-C107-D45F-910ACFC3AB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741" name="Graphic 740" descr="Deciduous tree with solid fill">
              <a:extLst>
                <a:ext uri="{FF2B5EF4-FFF2-40B4-BE49-F238E27FC236}">
                  <a16:creationId xmlns:a16="http://schemas.microsoft.com/office/drawing/2014/main" id="{C3FB79E6-C886-2912-1D0B-04ECDFF4A4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742" name="Graphic 741" descr="Deciduous tree with solid fill">
              <a:extLst>
                <a:ext uri="{FF2B5EF4-FFF2-40B4-BE49-F238E27FC236}">
                  <a16:creationId xmlns:a16="http://schemas.microsoft.com/office/drawing/2014/main" id="{C74ED299-CCE4-2781-CD98-876313C464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743" name="Graphic 742" descr="Deciduous tree with solid fill">
              <a:extLst>
                <a:ext uri="{FF2B5EF4-FFF2-40B4-BE49-F238E27FC236}">
                  <a16:creationId xmlns:a16="http://schemas.microsoft.com/office/drawing/2014/main" id="{6E43305B-0CE5-8CF7-7D8B-DC310490E5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744" name="Graphic 743" descr="Deciduous tree with solid fill">
              <a:extLst>
                <a:ext uri="{FF2B5EF4-FFF2-40B4-BE49-F238E27FC236}">
                  <a16:creationId xmlns:a16="http://schemas.microsoft.com/office/drawing/2014/main" id="{5F6DDAE8-9048-1249-F5D3-2AD2F30913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745" name="Graphic 744" descr="Deciduous tree with solid fill">
              <a:extLst>
                <a:ext uri="{FF2B5EF4-FFF2-40B4-BE49-F238E27FC236}">
                  <a16:creationId xmlns:a16="http://schemas.microsoft.com/office/drawing/2014/main" id="{C8356515-9A78-8A0F-EF15-A295B31EF9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746" name="Graphic 745" descr="Deciduous tree with solid fill">
              <a:extLst>
                <a:ext uri="{FF2B5EF4-FFF2-40B4-BE49-F238E27FC236}">
                  <a16:creationId xmlns:a16="http://schemas.microsoft.com/office/drawing/2014/main" id="{6C060A02-02E9-2D61-1553-79EC16513E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7" y="2701929"/>
              <a:ext cx="209457" cy="196411"/>
            </a:xfrm>
            <a:prstGeom prst="rect">
              <a:avLst/>
            </a:prstGeom>
          </p:spPr>
        </p:pic>
        <p:pic>
          <p:nvPicPr>
            <p:cNvPr id="747" name="Graphic 746" descr="Deciduous tree with solid fill">
              <a:extLst>
                <a:ext uri="{FF2B5EF4-FFF2-40B4-BE49-F238E27FC236}">
                  <a16:creationId xmlns:a16="http://schemas.microsoft.com/office/drawing/2014/main" id="{62F24B21-6DF9-3A80-EB13-AB80F61D80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748" name="Graphic 747" descr="Deciduous tree with solid fill">
              <a:extLst>
                <a:ext uri="{FF2B5EF4-FFF2-40B4-BE49-F238E27FC236}">
                  <a16:creationId xmlns:a16="http://schemas.microsoft.com/office/drawing/2014/main" id="{A143BE90-8D9A-A539-0305-EB8A82DC1E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7" y="2948910"/>
              <a:ext cx="209457" cy="196411"/>
            </a:xfrm>
            <a:prstGeom prst="rect">
              <a:avLst/>
            </a:prstGeom>
          </p:spPr>
        </p:pic>
        <p:pic>
          <p:nvPicPr>
            <p:cNvPr id="749" name="Graphic 748" descr="Deciduous tree with solid fill">
              <a:extLst>
                <a:ext uri="{FF2B5EF4-FFF2-40B4-BE49-F238E27FC236}">
                  <a16:creationId xmlns:a16="http://schemas.microsoft.com/office/drawing/2014/main" id="{68AC9E50-6689-6E92-4AA3-E9CB709C21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750" name="Graphic 749" descr="Deciduous tree with solid fill">
              <a:extLst>
                <a:ext uri="{FF2B5EF4-FFF2-40B4-BE49-F238E27FC236}">
                  <a16:creationId xmlns:a16="http://schemas.microsoft.com/office/drawing/2014/main" id="{F039A6D9-03D4-53DF-22AD-FA7CA301DA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751" name="Graphic 750" descr="Deciduous tree with solid fill">
              <a:extLst>
                <a:ext uri="{FF2B5EF4-FFF2-40B4-BE49-F238E27FC236}">
                  <a16:creationId xmlns:a16="http://schemas.microsoft.com/office/drawing/2014/main" id="{87529B20-2E60-CB03-962C-68DF44D492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752" name="Graphic 751" descr="Deciduous tree with solid fill">
              <a:extLst>
                <a:ext uri="{FF2B5EF4-FFF2-40B4-BE49-F238E27FC236}">
                  <a16:creationId xmlns:a16="http://schemas.microsoft.com/office/drawing/2014/main" id="{674C305B-C887-9AF4-4291-25673E6086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753" name="Graphic 752" descr="Deciduous tree with solid fill">
              <a:extLst>
                <a:ext uri="{FF2B5EF4-FFF2-40B4-BE49-F238E27FC236}">
                  <a16:creationId xmlns:a16="http://schemas.microsoft.com/office/drawing/2014/main" id="{0D6B28D7-BFCA-3953-AA7E-F1CA4FD0BD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754" name="Graphic 753" descr="Deciduous tree with solid fill">
              <a:extLst>
                <a:ext uri="{FF2B5EF4-FFF2-40B4-BE49-F238E27FC236}">
                  <a16:creationId xmlns:a16="http://schemas.microsoft.com/office/drawing/2014/main" id="{5E2BFBAF-8D31-98DF-F404-FFEBC94C25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755" name="Graphic 754" descr="Deciduous tree with solid fill">
              <a:extLst>
                <a:ext uri="{FF2B5EF4-FFF2-40B4-BE49-F238E27FC236}">
                  <a16:creationId xmlns:a16="http://schemas.microsoft.com/office/drawing/2014/main" id="{FB8FAC3D-C163-C344-2DC2-C6E50DF848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756" name="Graphic 755" descr="Deciduous tree with solid fill">
              <a:extLst>
                <a:ext uri="{FF2B5EF4-FFF2-40B4-BE49-F238E27FC236}">
                  <a16:creationId xmlns:a16="http://schemas.microsoft.com/office/drawing/2014/main" id="{DEAEBC86-7904-5582-F645-4186C44740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757" name="Graphic 756" descr="Deciduous tree with solid fill">
              <a:extLst>
                <a:ext uri="{FF2B5EF4-FFF2-40B4-BE49-F238E27FC236}">
                  <a16:creationId xmlns:a16="http://schemas.microsoft.com/office/drawing/2014/main" id="{1D0B5220-CA53-226C-426A-A6A322977F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4" y="2613890"/>
              <a:ext cx="209457" cy="196411"/>
            </a:xfrm>
            <a:prstGeom prst="rect">
              <a:avLst/>
            </a:prstGeom>
          </p:spPr>
        </p:pic>
        <p:pic>
          <p:nvPicPr>
            <p:cNvPr id="758" name="Graphic 757" descr="Deciduous tree with solid fill">
              <a:extLst>
                <a:ext uri="{FF2B5EF4-FFF2-40B4-BE49-F238E27FC236}">
                  <a16:creationId xmlns:a16="http://schemas.microsoft.com/office/drawing/2014/main" id="{CDB70BE5-FDD7-3EAF-27DF-C74A2F32BC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759" name="Graphic 758" descr="Deciduous tree with solid fill">
              <a:extLst>
                <a:ext uri="{FF2B5EF4-FFF2-40B4-BE49-F238E27FC236}">
                  <a16:creationId xmlns:a16="http://schemas.microsoft.com/office/drawing/2014/main" id="{999DFD08-F749-9F38-5D57-B96D652B76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760" name="Graphic 759" descr="Deciduous tree with solid fill">
              <a:extLst>
                <a:ext uri="{FF2B5EF4-FFF2-40B4-BE49-F238E27FC236}">
                  <a16:creationId xmlns:a16="http://schemas.microsoft.com/office/drawing/2014/main" id="{CACB512D-A1C2-5A78-4B5B-0E1E6FD9C5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761" name="Graphic 760" descr="Deciduous tree with solid fill">
              <a:extLst>
                <a:ext uri="{FF2B5EF4-FFF2-40B4-BE49-F238E27FC236}">
                  <a16:creationId xmlns:a16="http://schemas.microsoft.com/office/drawing/2014/main" id="{8223DA61-7B61-1B1D-9795-9422AD18E0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762" name="Graphic 761" descr="Deciduous tree with solid fill">
              <a:extLst>
                <a:ext uri="{FF2B5EF4-FFF2-40B4-BE49-F238E27FC236}">
                  <a16:creationId xmlns:a16="http://schemas.microsoft.com/office/drawing/2014/main" id="{1790C410-5C02-094E-E739-C93B61C391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763" name="Graphic 762" descr="Deciduous tree with solid fill">
              <a:extLst>
                <a:ext uri="{FF2B5EF4-FFF2-40B4-BE49-F238E27FC236}">
                  <a16:creationId xmlns:a16="http://schemas.microsoft.com/office/drawing/2014/main" id="{5C9C272C-E021-4935-7450-1AC25004EB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764" name="Graphic 763" descr="Deciduous tree with solid fill">
              <a:extLst>
                <a:ext uri="{FF2B5EF4-FFF2-40B4-BE49-F238E27FC236}">
                  <a16:creationId xmlns:a16="http://schemas.microsoft.com/office/drawing/2014/main" id="{08D5E88C-B359-B3AF-9F1F-73066BD3CC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765" name="Graphic 764" descr="Deciduous tree with solid fill">
              <a:extLst>
                <a:ext uri="{FF2B5EF4-FFF2-40B4-BE49-F238E27FC236}">
                  <a16:creationId xmlns:a16="http://schemas.microsoft.com/office/drawing/2014/main" id="{AAF826D6-67B7-3128-A246-63C59B098A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766" name="Graphic 765" descr="Deciduous tree with solid fill">
              <a:extLst>
                <a:ext uri="{FF2B5EF4-FFF2-40B4-BE49-F238E27FC236}">
                  <a16:creationId xmlns:a16="http://schemas.microsoft.com/office/drawing/2014/main" id="{D0478B25-E805-CE08-3A46-62F86940C3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767" name="Graphic 766" descr="Deciduous tree with solid fill">
              <a:extLst>
                <a:ext uri="{FF2B5EF4-FFF2-40B4-BE49-F238E27FC236}">
                  <a16:creationId xmlns:a16="http://schemas.microsoft.com/office/drawing/2014/main" id="{7277D84B-46C2-F0BA-211B-7F3AC39EC4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768" name="Graphic 767" descr="Deciduous tree with solid fill">
              <a:extLst>
                <a:ext uri="{FF2B5EF4-FFF2-40B4-BE49-F238E27FC236}">
                  <a16:creationId xmlns:a16="http://schemas.microsoft.com/office/drawing/2014/main" id="{60CF72BD-D24E-8336-8C9B-A445631F52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7" y="2701929"/>
              <a:ext cx="209457" cy="196411"/>
            </a:xfrm>
            <a:prstGeom prst="rect">
              <a:avLst/>
            </a:prstGeom>
          </p:spPr>
        </p:pic>
        <p:pic>
          <p:nvPicPr>
            <p:cNvPr id="769" name="Graphic 768" descr="Deciduous tree with solid fill">
              <a:extLst>
                <a:ext uri="{FF2B5EF4-FFF2-40B4-BE49-F238E27FC236}">
                  <a16:creationId xmlns:a16="http://schemas.microsoft.com/office/drawing/2014/main" id="{9D0DA3ED-09C0-72D7-5570-23CFB79429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770" name="Graphic 769" descr="Deciduous tree with solid fill">
              <a:extLst>
                <a:ext uri="{FF2B5EF4-FFF2-40B4-BE49-F238E27FC236}">
                  <a16:creationId xmlns:a16="http://schemas.microsoft.com/office/drawing/2014/main" id="{05DFEE54-06CF-67FF-4E5A-357874F820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771" name="Graphic 770" descr="Deciduous tree with solid fill">
              <a:extLst>
                <a:ext uri="{FF2B5EF4-FFF2-40B4-BE49-F238E27FC236}">
                  <a16:creationId xmlns:a16="http://schemas.microsoft.com/office/drawing/2014/main" id="{5E8B8CE7-DAEE-58DA-9979-C7E287A782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772" name="Graphic 771" descr="Deciduous tree with solid fill">
              <a:extLst>
                <a:ext uri="{FF2B5EF4-FFF2-40B4-BE49-F238E27FC236}">
                  <a16:creationId xmlns:a16="http://schemas.microsoft.com/office/drawing/2014/main" id="{24EB07BF-306E-3D6E-CD11-0EDC1831DE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773" name="Graphic 772" descr="Deciduous tree with solid fill">
              <a:extLst>
                <a:ext uri="{FF2B5EF4-FFF2-40B4-BE49-F238E27FC236}">
                  <a16:creationId xmlns:a16="http://schemas.microsoft.com/office/drawing/2014/main" id="{80B355A1-D72A-E30E-6DF3-511D8F354D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774" name="Graphic 773" descr="Deciduous tree with solid fill">
              <a:extLst>
                <a:ext uri="{FF2B5EF4-FFF2-40B4-BE49-F238E27FC236}">
                  <a16:creationId xmlns:a16="http://schemas.microsoft.com/office/drawing/2014/main" id="{8A10B420-8FBF-0E9B-8298-7B98A1426E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775" name="Graphic 774" descr="Deciduous tree with solid fill">
              <a:extLst>
                <a:ext uri="{FF2B5EF4-FFF2-40B4-BE49-F238E27FC236}">
                  <a16:creationId xmlns:a16="http://schemas.microsoft.com/office/drawing/2014/main" id="{C01CDBE8-10E0-D9BB-B345-DD177DEBA0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776" name="Graphic 775" descr="Deciduous tree with solid fill">
              <a:extLst>
                <a:ext uri="{FF2B5EF4-FFF2-40B4-BE49-F238E27FC236}">
                  <a16:creationId xmlns:a16="http://schemas.microsoft.com/office/drawing/2014/main" id="{F1C34C6C-14F5-2FA5-1D7D-C2D4822F4F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777" name="Graphic 776" descr="Deciduous tree with solid fill">
              <a:extLst>
                <a:ext uri="{FF2B5EF4-FFF2-40B4-BE49-F238E27FC236}">
                  <a16:creationId xmlns:a16="http://schemas.microsoft.com/office/drawing/2014/main" id="{512FF9F9-E35D-ED32-A5F0-22C1B1D103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778" name="Graphic 777" descr="Deciduous tree with solid fill">
              <a:extLst>
                <a:ext uri="{FF2B5EF4-FFF2-40B4-BE49-F238E27FC236}">
                  <a16:creationId xmlns:a16="http://schemas.microsoft.com/office/drawing/2014/main" id="{45CCDC5E-A9A7-6857-9232-329AE40F76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779" name="Graphic 778" descr="Deciduous tree with solid fill">
              <a:extLst>
                <a:ext uri="{FF2B5EF4-FFF2-40B4-BE49-F238E27FC236}">
                  <a16:creationId xmlns:a16="http://schemas.microsoft.com/office/drawing/2014/main" id="{7DCB91EC-2F12-E6BF-2339-F33D4F3A76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780" name="Graphic 779" descr="Deciduous tree with solid fill">
              <a:extLst>
                <a:ext uri="{FF2B5EF4-FFF2-40B4-BE49-F238E27FC236}">
                  <a16:creationId xmlns:a16="http://schemas.microsoft.com/office/drawing/2014/main" id="{FB17C004-9653-54E5-46AF-F1CDF9DAAD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781" name="Graphic 780" descr="Deciduous tree with solid fill">
              <a:extLst>
                <a:ext uri="{FF2B5EF4-FFF2-40B4-BE49-F238E27FC236}">
                  <a16:creationId xmlns:a16="http://schemas.microsoft.com/office/drawing/2014/main" id="{84CFF84F-E0F7-67ED-2B0F-0D345EEF38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782" name="Graphic 781" descr="Deciduous tree with solid fill">
              <a:extLst>
                <a:ext uri="{FF2B5EF4-FFF2-40B4-BE49-F238E27FC236}">
                  <a16:creationId xmlns:a16="http://schemas.microsoft.com/office/drawing/2014/main" id="{B9787AFF-674D-7E5F-FC2B-264040A1C7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7" y="2948910"/>
              <a:ext cx="209457" cy="196411"/>
            </a:xfrm>
            <a:prstGeom prst="rect">
              <a:avLst/>
            </a:prstGeom>
          </p:spPr>
        </p:pic>
        <p:pic>
          <p:nvPicPr>
            <p:cNvPr id="783" name="Graphic 782" descr="Deciduous tree with solid fill">
              <a:extLst>
                <a:ext uri="{FF2B5EF4-FFF2-40B4-BE49-F238E27FC236}">
                  <a16:creationId xmlns:a16="http://schemas.microsoft.com/office/drawing/2014/main" id="{9096044C-618C-77A2-ED57-AFCB1A084B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784" name="Graphic 783" descr="Deciduous tree with solid fill">
              <a:extLst>
                <a:ext uri="{FF2B5EF4-FFF2-40B4-BE49-F238E27FC236}">
                  <a16:creationId xmlns:a16="http://schemas.microsoft.com/office/drawing/2014/main" id="{96481E0E-7D68-F7AE-EB36-CC8690AB49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785" name="Graphic 784" descr="Deciduous tree with solid fill">
              <a:extLst>
                <a:ext uri="{FF2B5EF4-FFF2-40B4-BE49-F238E27FC236}">
                  <a16:creationId xmlns:a16="http://schemas.microsoft.com/office/drawing/2014/main" id="{112DCBEA-48F3-372B-42D8-A44FEE3801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786" name="Graphic 785" descr="Deciduous tree with solid fill">
              <a:extLst>
                <a:ext uri="{FF2B5EF4-FFF2-40B4-BE49-F238E27FC236}">
                  <a16:creationId xmlns:a16="http://schemas.microsoft.com/office/drawing/2014/main" id="{880B9D6E-2055-26B3-4B4D-099FF7779A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787" name="Graphic 786" descr="Deciduous tree with solid fill">
              <a:extLst>
                <a:ext uri="{FF2B5EF4-FFF2-40B4-BE49-F238E27FC236}">
                  <a16:creationId xmlns:a16="http://schemas.microsoft.com/office/drawing/2014/main" id="{C3FF581B-1571-6563-96A4-79399EB4E6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788" name="Graphic 787" descr="Deciduous tree with solid fill">
              <a:extLst>
                <a:ext uri="{FF2B5EF4-FFF2-40B4-BE49-F238E27FC236}">
                  <a16:creationId xmlns:a16="http://schemas.microsoft.com/office/drawing/2014/main" id="{64B5E91F-19ED-70B2-4644-5789711FAB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789" name="Graphic 788" descr="Deciduous tree with solid fill">
              <a:extLst>
                <a:ext uri="{FF2B5EF4-FFF2-40B4-BE49-F238E27FC236}">
                  <a16:creationId xmlns:a16="http://schemas.microsoft.com/office/drawing/2014/main" id="{9F1B777D-9545-B9AB-1171-78B24D2364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790" name="Graphic 789" descr="Deciduous tree with solid fill">
              <a:extLst>
                <a:ext uri="{FF2B5EF4-FFF2-40B4-BE49-F238E27FC236}">
                  <a16:creationId xmlns:a16="http://schemas.microsoft.com/office/drawing/2014/main" id="{C2E4F2AE-D6BC-BF2A-5960-9CE3415611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791" name="Graphic 790" descr="Deciduous tree with solid fill">
              <a:extLst>
                <a:ext uri="{FF2B5EF4-FFF2-40B4-BE49-F238E27FC236}">
                  <a16:creationId xmlns:a16="http://schemas.microsoft.com/office/drawing/2014/main" id="{4DD8833C-FE24-F267-7A99-D53EED4B38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792" name="Graphic 791" descr="Deciduous tree with solid fill">
              <a:extLst>
                <a:ext uri="{FF2B5EF4-FFF2-40B4-BE49-F238E27FC236}">
                  <a16:creationId xmlns:a16="http://schemas.microsoft.com/office/drawing/2014/main" id="{BCAD49D0-9F24-8456-69C9-F71DC529A7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793" name="Graphic 792" descr="Deciduous tree with solid fill">
              <a:extLst>
                <a:ext uri="{FF2B5EF4-FFF2-40B4-BE49-F238E27FC236}">
                  <a16:creationId xmlns:a16="http://schemas.microsoft.com/office/drawing/2014/main" id="{83A29A30-91DB-43DA-AA93-282928832E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794" name="Graphic 793" descr="Deciduous tree with solid fill">
              <a:extLst>
                <a:ext uri="{FF2B5EF4-FFF2-40B4-BE49-F238E27FC236}">
                  <a16:creationId xmlns:a16="http://schemas.microsoft.com/office/drawing/2014/main" id="{29B02823-3DC4-4256-F517-A40DF89B87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795" name="Graphic 794" descr="Deciduous tree with solid fill">
              <a:extLst>
                <a:ext uri="{FF2B5EF4-FFF2-40B4-BE49-F238E27FC236}">
                  <a16:creationId xmlns:a16="http://schemas.microsoft.com/office/drawing/2014/main" id="{63D7CFCF-D0A5-1E14-0BA6-F88DF0A4DB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796" name="Graphic 795" descr="Deciduous tree with solid fill">
              <a:extLst>
                <a:ext uri="{FF2B5EF4-FFF2-40B4-BE49-F238E27FC236}">
                  <a16:creationId xmlns:a16="http://schemas.microsoft.com/office/drawing/2014/main" id="{DD2A9E33-04CB-DA36-8525-53D272EB48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797" name="Graphic 796" descr="Deciduous tree with solid fill">
              <a:extLst>
                <a:ext uri="{FF2B5EF4-FFF2-40B4-BE49-F238E27FC236}">
                  <a16:creationId xmlns:a16="http://schemas.microsoft.com/office/drawing/2014/main" id="{489CE153-5D3B-22BC-403C-19EE61B93B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798" name="Graphic 797" descr="Deciduous tree with solid fill">
              <a:extLst>
                <a:ext uri="{FF2B5EF4-FFF2-40B4-BE49-F238E27FC236}">
                  <a16:creationId xmlns:a16="http://schemas.microsoft.com/office/drawing/2014/main" id="{8346295F-5804-EEAB-94A3-0D8D0E92E5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799" name="Graphic 798" descr="Deciduous tree with solid fill">
              <a:extLst>
                <a:ext uri="{FF2B5EF4-FFF2-40B4-BE49-F238E27FC236}">
                  <a16:creationId xmlns:a16="http://schemas.microsoft.com/office/drawing/2014/main" id="{409C1235-B155-9C65-8EC5-4060282734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800" name="Graphic 799" descr="Deciduous tree with solid fill">
              <a:extLst>
                <a:ext uri="{FF2B5EF4-FFF2-40B4-BE49-F238E27FC236}">
                  <a16:creationId xmlns:a16="http://schemas.microsoft.com/office/drawing/2014/main" id="{1969D1E4-5F56-305B-675F-E637D40A68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801" name="Graphic 800" descr="Deciduous tree with solid fill">
              <a:extLst>
                <a:ext uri="{FF2B5EF4-FFF2-40B4-BE49-F238E27FC236}">
                  <a16:creationId xmlns:a16="http://schemas.microsoft.com/office/drawing/2014/main" id="{1C146004-4DE0-21D4-7715-4018388649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802" name="Graphic 801" descr="Deciduous tree with solid fill">
              <a:extLst>
                <a:ext uri="{FF2B5EF4-FFF2-40B4-BE49-F238E27FC236}">
                  <a16:creationId xmlns:a16="http://schemas.microsoft.com/office/drawing/2014/main" id="{C71F0BCB-B3D3-5D7A-5C84-4C6735522D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803" name="Graphic 802" descr="Deciduous tree with solid fill">
              <a:extLst>
                <a:ext uri="{FF2B5EF4-FFF2-40B4-BE49-F238E27FC236}">
                  <a16:creationId xmlns:a16="http://schemas.microsoft.com/office/drawing/2014/main" id="{9AE4B2CC-759A-DAD6-24A8-F45E29F6BA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804" name="Graphic 803" descr="Deciduous tree with solid fill">
              <a:extLst>
                <a:ext uri="{FF2B5EF4-FFF2-40B4-BE49-F238E27FC236}">
                  <a16:creationId xmlns:a16="http://schemas.microsoft.com/office/drawing/2014/main" id="{CB4308C7-B266-6DE4-3BE7-E89B32F81D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805" name="Graphic 804" descr="Deciduous tree with solid fill">
              <a:extLst>
                <a:ext uri="{FF2B5EF4-FFF2-40B4-BE49-F238E27FC236}">
                  <a16:creationId xmlns:a16="http://schemas.microsoft.com/office/drawing/2014/main" id="{6C360BAF-8A3F-F4B9-43D8-D74AA5190D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806" name="Graphic 805" descr="Deciduous tree with solid fill">
              <a:extLst>
                <a:ext uri="{FF2B5EF4-FFF2-40B4-BE49-F238E27FC236}">
                  <a16:creationId xmlns:a16="http://schemas.microsoft.com/office/drawing/2014/main" id="{2F54EA1E-512A-AE34-7017-D5565316E9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807" name="Graphic 806" descr="Deciduous tree with solid fill">
              <a:extLst>
                <a:ext uri="{FF2B5EF4-FFF2-40B4-BE49-F238E27FC236}">
                  <a16:creationId xmlns:a16="http://schemas.microsoft.com/office/drawing/2014/main" id="{8EC22FB2-8878-04DD-B743-813100B818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5" y="3415245"/>
              <a:ext cx="209457" cy="196411"/>
            </a:xfrm>
            <a:prstGeom prst="rect">
              <a:avLst/>
            </a:prstGeom>
          </p:spPr>
        </p:pic>
        <p:pic>
          <p:nvPicPr>
            <p:cNvPr id="808" name="Graphic 807" descr="Deciduous tree with solid fill">
              <a:extLst>
                <a:ext uri="{FF2B5EF4-FFF2-40B4-BE49-F238E27FC236}">
                  <a16:creationId xmlns:a16="http://schemas.microsoft.com/office/drawing/2014/main" id="{0415CE22-C891-1F7F-375F-7CF69A330C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809" name="Graphic 808" descr="Deciduous tree with solid fill">
              <a:extLst>
                <a:ext uri="{FF2B5EF4-FFF2-40B4-BE49-F238E27FC236}">
                  <a16:creationId xmlns:a16="http://schemas.microsoft.com/office/drawing/2014/main" id="{87B4C4EA-D8D5-0A50-3EEF-686EC5E80E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810" name="Graphic 809" descr="Deciduous tree with solid fill">
              <a:extLst>
                <a:ext uri="{FF2B5EF4-FFF2-40B4-BE49-F238E27FC236}">
                  <a16:creationId xmlns:a16="http://schemas.microsoft.com/office/drawing/2014/main" id="{0AA98FFF-1AA3-A1D7-EEBE-60869D822D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811" name="Graphic 810" descr="Deciduous tree with solid fill">
              <a:extLst>
                <a:ext uri="{FF2B5EF4-FFF2-40B4-BE49-F238E27FC236}">
                  <a16:creationId xmlns:a16="http://schemas.microsoft.com/office/drawing/2014/main" id="{D80AF970-083D-776C-B0DD-00FDB3E705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812" name="Graphic 811" descr="Deciduous tree with solid fill">
              <a:extLst>
                <a:ext uri="{FF2B5EF4-FFF2-40B4-BE49-F238E27FC236}">
                  <a16:creationId xmlns:a16="http://schemas.microsoft.com/office/drawing/2014/main" id="{C458D15F-E5A4-1923-1DBC-6910F49C6A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813" name="Graphic 812" descr="Deciduous tree with solid fill">
              <a:extLst>
                <a:ext uri="{FF2B5EF4-FFF2-40B4-BE49-F238E27FC236}">
                  <a16:creationId xmlns:a16="http://schemas.microsoft.com/office/drawing/2014/main" id="{3D8211FC-33CA-C1F8-D4C4-EDE3B39D29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814" name="Graphic 813" descr="Deciduous tree with solid fill">
              <a:extLst>
                <a:ext uri="{FF2B5EF4-FFF2-40B4-BE49-F238E27FC236}">
                  <a16:creationId xmlns:a16="http://schemas.microsoft.com/office/drawing/2014/main" id="{8FD19145-FDAD-E817-E028-3A8DC3B5F4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3" y="3072401"/>
              <a:ext cx="209457" cy="196411"/>
            </a:xfrm>
            <a:prstGeom prst="rect">
              <a:avLst/>
            </a:prstGeom>
          </p:spPr>
        </p:pic>
        <p:pic>
          <p:nvPicPr>
            <p:cNvPr id="815" name="Graphic 814" descr="Deciduous tree with solid fill">
              <a:extLst>
                <a:ext uri="{FF2B5EF4-FFF2-40B4-BE49-F238E27FC236}">
                  <a16:creationId xmlns:a16="http://schemas.microsoft.com/office/drawing/2014/main" id="{2639CFBC-8456-2F73-169A-41EBBC5B8F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8" y="3195893"/>
              <a:ext cx="209457" cy="196411"/>
            </a:xfrm>
            <a:prstGeom prst="rect">
              <a:avLst/>
            </a:prstGeom>
          </p:spPr>
        </p:pic>
        <p:pic>
          <p:nvPicPr>
            <p:cNvPr id="816" name="Graphic 815" descr="Deciduous tree with solid fill">
              <a:extLst>
                <a:ext uri="{FF2B5EF4-FFF2-40B4-BE49-F238E27FC236}">
                  <a16:creationId xmlns:a16="http://schemas.microsoft.com/office/drawing/2014/main" id="{D1ACD0DF-2AD0-E2CF-1BEA-A17E98800A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3" y="3319384"/>
              <a:ext cx="209457" cy="196411"/>
            </a:xfrm>
            <a:prstGeom prst="rect">
              <a:avLst/>
            </a:prstGeom>
          </p:spPr>
        </p:pic>
        <p:pic>
          <p:nvPicPr>
            <p:cNvPr id="817" name="Graphic 816" descr="Deciduous tree with solid fill">
              <a:extLst>
                <a:ext uri="{FF2B5EF4-FFF2-40B4-BE49-F238E27FC236}">
                  <a16:creationId xmlns:a16="http://schemas.microsoft.com/office/drawing/2014/main" id="{D7FDA242-08C4-A47E-7647-A98E451762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818" name="Graphic 817" descr="Deciduous tree with solid fill">
              <a:extLst>
                <a:ext uri="{FF2B5EF4-FFF2-40B4-BE49-F238E27FC236}">
                  <a16:creationId xmlns:a16="http://schemas.microsoft.com/office/drawing/2014/main" id="{B7145D89-58EE-C72F-865F-8AC1A266DA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819" name="Graphic 818" descr="Deciduous tree with solid fill">
              <a:extLst>
                <a:ext uri="{FF2B5EF4-FFF2-40B4-BE49-F238E27FC236}">
                  <a16:creationId xmlns:a16="http://schemas.microsoft.com/office/drawing/2014/main" id="{0364E6AB-663C-3DC5-1F24-F8515A8D21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820" name="Graphic 819" descr="Deciduous tree with solid fill">
              <a:extLst>
                <a:ext uri="{FF2B5EF4-FFF2-40B4-BE49-F238E27FC236}">
                  <a16:creationId xmlns:a16="http://schemas.microsoft.com/office/drawing/2014/main" id="{2C21EB9F-C148-8FA2-F6EC-DCCD6BAA0D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821" name="Graphic 820" descr="Deciduous tree with solid fill">
              <a:extLst>
                <a:ext uri="{FF2B5EF4-FFF2-40B4-BE49-F238E27FC236}">
                  <a16:creationId xmlns:a16="http://schemas.microsoft.com/office/drawing/2014/main" id="{7FA5DFDA-E0AA-A074-17BC-FA2EBC761F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822" name="Graphic 821" descr="Deciduous tree with solid fill">
              <a:extLst>
                <a:ext uri="{FF2B5EF4-FFF2-40B4-BE49-F238E27FC236}">
                  <a16:creationId xmlns:a16="http://schemas.microsoft.com/office/drawing/2014/main" id="{BF274CD7-6901-894A-AB24-D988E28D35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6" y="2860873"/>
              <a:ext cx="209457" cy="196411"/>
            </a:xfrm>
            <a:prstGeom prst="rect">
              <a:avLst/>
            </a:prstGeom>
          </p:spPr>
        </p:pic>
        <p:pic>
          <p:nvPicPr>
            <p:cNvPr id="823" name="Graphic 822" descr="Deciduous tree with solid fill">
              <a:extLst>
                <a:ext uri="{FF2B5EF4-FFF2-40B4-BE49-F238E27FC236}">
                  <a16:creationId xmlns:a16="http://schemas.microsoft.com/office/drawing/2014/main" id="{0B7775BE-7E16-CDFA-91CC-1C545F6476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824" name="Graphic 823" descr="Deciduous tree with solid fill">
              <a:extLst>
                <a:ext uri="{FF2B5EF4-FFF2-40B4-BE49-F238E27FC236}">
                  <a16:creationId xmlns:a16="http://schemas.microsoft.com/office/drawing/2014/main" id="{82E8D1A3-73BF-3610-DA74-EB66DC2977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825" name="Graphic 824" descr="Deciduous tree with solid fill">
              <a:extLst>
                <a:ext uri="{FF2B5EF4-FFF2-40B4-BE49-F238E27FC236}">
                  <a16:creationId xmlns:a16="http://schemas.microsoft.com/office/drawing/2014/main" id="{7AE91D0D-382D-6457-AADD-487444D586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826" name="Graphic 825" descr="Deciduous tree with solid fill">
              <a:extLst>
                <a:ext uri="{FF2B5EF4-FFF2-40B4-BE49-F238E27FC236}">
                  <a16:creationId xmlns:a16="http://schemas.microsoft.com/office/drawing/2014/main" id="{0A52528B-F662-5CE6-5540-33DF86862C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3" y="3354837"/>
              <a:ext cx="209457" cy="196411"/>
            </a:xfrm>
            <a:prstGeom prst="rect">
              <a:avLst/>
            </a:prstGeom>
          </p:spPr>
        </p:pic>
        <p:pic>
          <p:nvPicPr>
            <p:cNvPr id="827" name="Graphic 826" descr="Deciduous tree with solid fill">
              <a:extLst>
                <a:ext uri="{FF2B5EF4-FFF2-40B4-BE49-F238E27FC236}">
                  <a16:creationId xmlns:a16="http://schemas.microsoft.com/office/drawing/2014/main" id="{0DAF3CC2-F7B5-F5AE-834D-5AC7276A3A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8" y="3478328"/>
              <a:ext cx="209457" cy="196411"/>
            </a:xfrm>
            <a:prstGeom prst="rect">
              <a:avLst/>
            </a:prstGeom>
          </p:spPr>
        </p:pic>
        <p:pic>
          <p:nvPicPr>
            <p:cNvPr id="828" name="Graphic 827" descr="Deciduous tree with solid fill">
              <a:extLst>
                <a:ext uri="{FF2B5EF4-FFF2-40B4-BE49-F238E27FC236}">
                  <a16:creationId xmlns:a16="http://schemas.microsoft.com/office/drawing/2014/main" id="{16CA0FBD-1F42-8206-E539-9686066B67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3" y="3601820"/>
              <a:ext cx="209457" cy="196411"/>
            </a:xfrm>
            <a:prstGeom prst="rect">
              <a:avLst/>
            </a:prstGeom>
          </p:spPr>
        </p:pic>
        <p:pic>
          <p:nvPicPr>
            <p:cNvPr id="829" name="Graphic 828" descr="Deciduous tree with solid fill">
              <a:extLst>
                <a:ext uri="{FF2B5EF4-FFF2-40B4-BE49-F238E27FC236}">
                  <a16:creationId xmlns:a16="http://schemas.microsoft.com/office/drawing/2014/main" id="{13F8955F-9B1F-2BF6-DD85-0ED11E459C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8" y="3725311"/>
              <a:ext cx="209457" cy="196411"/>
            </a:xfrm>
            <a:prstGeom prst="rect">
              <a:avLst/>
            </a:prstGeom>
          </p:spPr>
        </p:pic>
        <p:pic>
          <p:nvPicPr>
            <p:cNvPr id="830" name="Graphic 829" descr="Deciduous tree with solid fill">
              <a:extLst>
                <a:ext uri="{FF2B5EF4-FFF2-40B4-BE49-F238E27FC236}">
                  <a16:creationId xmlns:a16="http://schemas.microsoft.com/office/drawing/2014/main" id="{647F2CB9-3678-13A3-C5C0-DFBF7E3B56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3" y="3848803"/>
              <a:ext cx="209457" cy="196411"/>
            </a:xfrm>
            <a:prstGeom prst="rect">
              <a:avLst/>
            </a:prstGeom>
          </p:spPr>
        </p:pic>
        <p:pic>
          <p:nvPicPr>
            <p:cNvPr id="831" name="Graphic 830" descr="Deciduous tree with solid fill">
              <a:extLst>
                <a:ext uri="{FF2B5EF4-FFF2-40B4-BE49-F238E27FC236}">
                  <a16:creationId xmlns:a16="http://schemas.microsoft.com/office/drawing/2014/main" id="{02C166A4-5769-F798-56A3-195906B343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832" name="Graphic 831" descr="Deciduous tree with solid fill">
              <a:extLst>
                <a:ext uri="{FF2B5EF4-FFF2-40B4-BE49-F238E27FC236}">
                  <a16:creationId xmlns:a16="http://schemas.microsoft.com/office/drawing/2014/main" id="{867695D6-D2EB-0C6C-9EA0-44B8581F7E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833" name="Graphic 832" descr="Deciduous tree with solid fill">
              <a:extLst>
                <a:ext uri="{FF2B5EF4-FFF2-40B4-BE49-F238E27FC236}">
                  <a16:creationId xmlns:a16="http://schemas.microsoft.com/office/drawing/2014/main" id="{631096F6-B053-BD49-3845-65144DB2EB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834" name="Graphic 833" descr="Deciduous tree with solid fill">
              <a:extLst>
                <a:ext uri="{FF2B5EF4-FFF2-40B4-BE49-F238E27FC236}">
                  <a16:creationId xmlns:a16="http://schemas.microsoft.com/office/drawing/2014/main" id="{03D48B68-B344-421E-3E2D-2A04E1A814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835" name="Graphic 834" descr="Deciduous tree with solid fill">
              <a:extLst>
                <a:ext uri="{FF2B5EF4-FFF2-40B4-BE49-F238E27FC236}">
                  <a16:creationId xmlns:a16="http://schemas.microsoft.com/office/drawing/2014/main" id="{A8B2E00E-8A44-36B3-2D44-6AC0C22D50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836" name="Graphic 835" descr="Deciduous tree with solid fill">
              <a:extLst>
                <a:ext uri="{FF2B5EF4-FFF2-40B4-BE49-F238E27FC236}">
                  <a16:creationId xmlns:a16="http://schemas.microsoft.com/office/drawing/2014/main" id="{04D9F809-C6B2-A40C-6EAB-29F033DCF5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837" name="Graphic 836" descr="Deciduous tree with solid fill">
              <a:extLst>
                <a:ext uri="{FF2B5EF4-FFF2-40B4-BE49-F238E27FC236}">
                  <a16:creationId xmlns:a16="http://schemas.microsoft.com/office/drawing/2014/main" id="{22852029-945B-368F-48E1-94615F0BCB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838" name="Graphic 837" descr="Deciduous tree with solid fill">
              <a:extLst>
                <a:ext uri="{FF2B5EF4-FFF2-40B4-BE49-F238E27FC236}">
                  <a16:creationId xmlns:a16="http://schemas.microsoft.com/office/drawing/2014/main" id="{A0CD7505-3EFB-F7B9-A374-586DBC6A36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839" name="Graphic 838" descr="Deciduous tree with solid fill">
              <a:extLst>
                <a:ext uri="{FF2B5EF4-FFF2-40B4-BE49-F238E27FC236}">
                  <a16:creationId xmlns:a16="http://schemas.microsoft.com/office/drawing/2014/main" id="{064CAD7B-70B3-3694-FE8E-D4492D22EA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840" name="Graphic 839" descr="Deciduous tree with solid fill">
              <a:extLst>
                <a:ext uri="{FF2B5EF4-FFF2-40B4-BE49-F238E27FC236}">
                  <a16:creationId xmlns:a16="http://schemas.microsoft.com/office/drawing/2014/main" id="{6FF558D6-A216-BB7D-42D0-7571CE8D70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841" name="Graphic 840" descr="Deciduous tree with solid fill">
              <a:extLst>
                <a:ext uri="{FF2B5EF4-FFF2-40B4-BE49-F238E27FC236}">
                  <a16:creationId xmlns:a16="http://schemas.microsoft.com/office/drawing/2014/main" id="{06A9BCA7-4C42-352F-B6BE-0FC35B68CC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842" name="Graphic 841" descr="Deciduous tree with solid fill">
              <a:extLst>
                <a:ext uri="{FF2B5EF4-FFF2-40B4-BE49-F238E27FC236}">
                  <a16:creationId xmlns:a16="http://schemas.microsoft.com/office/drawing/2014/main" id="{623BEC61-EBB0-FDCC-16F9-9BCD7B1FF0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843" name="Graphic 842" descr="Deciduous tree with solid fill">
              <a:extLst>
                <a:ext uri="{FF2B5EF4-FFF2-40B4-BE49-F238E27FC236}">
                  <a16:creationId xmlns:a16="http://schemas.microsoft.com/office/drawing/2014/main" id="{9A08098F-6EF9-5A9D-469B-66C2E15A49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844" name="Graphic 843" descr="Deciduous tree with solid fill">
              <a:extLst>
                <a:ext uri="{FF2B5EF4-FFF2-40B4-BE49-F238E27FC236}">
                  <a16:creationId xmlns:a16="http://schemas.microsoft.com/office/drawing/2014/main" id="{58259BEA-B55F-6388-B172-ABA96976AD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845" name="Graphic 844" descr="Deciduous tree with solid fill">
              <a:extLst>
                <a:ext uri="{FF2B5EF4-FFF2-40B4-BE49-F238E27FC236}">
                  <a16:creationId xmlns:a16="http://schemas.microsoft.com/office/drawing/2014/main" id="{E54CDDA4-5E68-F9A9-4E23-0430833787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846" name="Graphic 845" descr="Deciduous tree with solid fill">
              <a:extLst>
                <a:ext uri="{FF2B5EF4-FFF2-40B4-BE49-F238E27FC236}">
                  <a16:creationId xmlns:a16="http://schemas.microsoft.com/office/drawing/2014/main" id="{924054AF-6709-D7CF-9871-FF783C0B1C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847" name="Graphic 846" descr="Deciduous tree with solid fill">
              <a:extLst>
                <a:ext uri="{FF2B5EF4-FFF2-40B4-BE49-F238E27FC236}">
                  <a16:creationId xmlns:a16="http://schemas.microsoft.com/office/drawing/2014/main" id="{8C79FF60-414C-48E8-909A-08F02D7077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848" name="Graphic 847" descr="Deciduous tree with solid fill">
              <a:extLst>
                <a:ext uri="{FF2B5EF4-FFF2-40B4-BE49-F238E27FC236}">
                  <a16:creationId xmlns:a16="http://schemas.microsoft.com/office/drawing/2014/main" id="{57A989A3-53FA-919C-1459-5ABD58A6E6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849" name="Graphic 848" descr="Deciduous tree with solid fill">
              <a:extLst>
                <a:ext uri="{FF2B5EF4-FFF2-40B4-BE49-F238E27FC236}">
                  <a16:creationId xmlns:a16="http://schemas.microsoft.com/office/drawing/2014/main" id="{FB81C836-0673-AF01-76D0-D0DA6439E2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850" name="Graphic 849" descr="Deciduous tree with solid fill">
              <a:extLst>
                <a:ext uri="{FF2B5EF4-FFF2-40B4-BE49-F238E27FC236}">
                  <a16:creationId xmlns:a16="http://schemas.microsoft.com/office/drawing/2014/main" id="{2BEDC761-EA34-249E-144A-B01E4F1E56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851" name="Graphic 850" descr="Deciduous tree with solid fill">
              <a:extLst>
                <a:ext uri="{FF2B5EF4-FFF2-40B4-BE49-F238E27FC236}">
                  <a16:creationId xmlns:a16="http://schemas.microsoft.com/office/drawing/2014/main" id="{115571D1-7712-C3AD-63D3-89F3E38D1A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852" name="Graphic 851" descr="Deciduous tree with solid fill">
              <a:extLst>
                <a:ext uri="{FF2B5EF4-FFF2-40B4-BE49-F238E27FC236}">
                  <a16:creationId xmlns:a16="http://schemas.microsoft.com/office/drawing/2014/main" id="{2C6EF963-B34C-D7DA-FBEE-1D8C43B4E2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853" name="Graphic 852" descr="Deciduous tree with solid fill">
              <a:extLst>
                <a:ext uri="{FF2B5EF4-FFF2-40B4-BE49-F238E27FC236}">
                  <a16:creationId xmlns:a16="http://schemas.microsoft.com/office/drawing/2014/main" id="{1DE53079-2081-BBC8-93B4-0973833257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854" name="Graphic 853" descr="Deciduous tree with solid fill">
              <a:extLst>
                <a:ext uri="{FF2B5EF4-FFF2-40B4-BE49-F238E27FC236}">
                  <a16:creationId xmlns:a16="http://schemas.microsoft.com/office/drawing/2014/main" id="{21010124-B71C-3739-E29B-F5716350CD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855" name="Graphic 854" descr="Deciduous tree with solid fill">
              <a:extLst>
                <a:ext uri="{FF2B5EF4-FFF2-40B4-BE49-F238E27FC236}">
                  <a16:creationId xmlns:a16="http://schemas.microsoft.com/office/drawing/2014/main" id="{B194ED82-299C-9C15-B9CA-2685DA8141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856" name="Graphic 855" descr="Deciduous tree with solid fill">
              <a:extLst>
                <a:ext uri="{FF2B5EF4-FFF2-40B4-BE49-F238E27FC236}">
                  <a16:creationId xmlns:a16="http://schemas.microsoft.com/office/drawing/2014/main" id="{2AC0F171-E011-83F0-0344-8A2546D379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857" name="Graphic 856" descr="Deciduous tree with solid fill">
              <a:extLst>
                <a:ext uri="{FF2B5EF4-FFF2-40B4-BE49-F238E27FC236}">
                  <a16:creationId xmlns:a16="http://schemas.microsoft.com/office/drawing/2014/main" id="{93108BF0-7FD3-A091-CC02-3ED274B858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858" name="Graphic 857" descr="Deciduous tree with solid fill">
              <a:extLst>
                <a:ext uri="{FF2B5EF4-FFF2-40B4-BE49-F238E27FC236}">
                  <a16:creationId xmlns:a16="http://schemas.microsoft.com/office/drawing/2014/main" id="{E1D173B0-7C66-F3EF-BD97-74F573E742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859" name="Graphic 858" descr="Deciduous tree with solid fill">
              <a:extLst>
                <a:ext uri="{FF2B5EF4-FFF2-40B4-BE49-F238E27FC236}">
                  <a16:creationId xmlns:a16="http://schemas.microsoft.com/office/drawing/2014/main" id="{1815F3D2-BA61-D979-63B6-ED58C94407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860" name="Graphic 859" descr="Deciduous tree with solid fill">
              <a:extLst>
                <a:ext uri="{FF2B5EF4-FFF2-40B4-BE49-F238E27FC236}">
                  <a16:creationId xmlns:a16="http://schemas.microsoft.com/office/drawing/2014/main" id="{860CFFE8-5CC8-7843-7C22-D21ADEEF93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861" name="Graphic 860" descr="Deciduous tree with solid fill">
              <a:extLst>
                <a:ext uri="{FF2B5EF4-FFF2-40B4-BE49-F238E27FC236}">
                  <a16:creationId xmlns:a16="http://schemas.microsoft.com/office/drawing/2014/main" id="{C3948C3B-F171-62DC-BA08-AB48B36F75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862" name="Graphic 861" descr="Deciduous tree with solid fill">
              <a:extLst>
                <a:ext uri="{FF2B5EF4-FFF2-40B4-BE49-F238E27FC236}">
                  <a16:creationId xmlns:a16="http://schemas.microsoft.com/office/drawing/2014/main" id="{8805C1AF-1575-6A3D-C3EF-ADE86B9E3F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863" name="Graphic 862" descr="Deciduous tree with solid fill">
              <a:extLst>
                <a:ext uri="{FF2B5EF4-FFF2-40B4-BE49-F238E27FC236}">
                  <a16:creationId xmlns:a16="http://schemas.microsoft.com/office/drawing/2014/main" id="{C2B8D7CC-AA55-002B-8921-153A2C1B29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864" name="Graphic 863" descr="Deciduous tree with solid fill">
              <a:extLst>
                <a:ext uri="{FF2B5EF4-FFF2-40B4-BE49-F238E27FC236}">
                  <a16:creationId xmlns:a16="http://schemas.microsoft.com/office/drawing/2014/main" id="{AE6C75F6-6817-FC51-D726-468711A3ED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865" name="Graphic 864" descr="Deciduous tree with solid fill">
              <a:extLst>
                <a:ext uri="{FF2B5EF4-FFF2-40B4-BE49-F238E27FC236}">
                  <a16:creationId xmlns:a16="http://schemas.microsoft.com/office/drawing/2014/main" id="{800CDBEB-340C-D9CE-BB33-3EB233112C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866" name="Graphic 865" descr="Deciduous tree with solid fill">
              <a:extLst>
                <a:ext uri="{FF2B5EF4-FFF2-40B4-BE49-F238E27FC236}">
                  <a16:creationId xmlns:a16="http://schemas.microsoft.com/office/drawing/2014/main" id="{6859D513-9647-A881-986B-2848230651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867" name="Graphic 866" descr="Deciduous tree with solid fill">
              <a:extLst>
                <a:ext uri="{FF2B5EF4-FFF2-40B4-BE49-F238E27FC236}">
                  <a16:creationId xmlns:a16="http://schemas.microsoft.com/office/drawing/2014/main" id="{B9CC7A84-7136-F103-491F-320E980679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868" name="Graphic 867" descr="Deciduous tree with solid fill">
              <a:extLst>
                <a:ext uri="{FF2B5EF4-FFF2-40B4-BE49-F238E27FC236}">
                  <a16:creationId xmlns:a16="http://schemas.microsoft.com/office/drawing/2014/main" id="{A97B4E55-F2A1-5A8A-8761-B76E14E070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869" name="Graphic 868" descr="Deciduous tree with solid fill">
              <a:extLst>
                <a:ext uri="{FF2B5EF4-FFF2-40B4-BE49-F238E27FC236}">
                  <a16:creationId xmlns:a16="http://schemas.microsoft.com/office/drawing/2014/main" id="{261F6C9A-1075-711B-2E9C-AEA028DB57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870" name="Graphic 869" descr="Deciduous tree with solid fill">
              <a:extLst>
                <a:ext uri="{FF2B5EF4-FFF2-40B4-BE49-F238E27FC236}">
                  <a16:creationId xmlns:a16="http://schemas.microsoft.com/office/drawing/2014/main" id="{809C3316-2A28-4AE5-4A14-C7B3697FCD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871" name="Graphic 870" descr="Deciduous tree with solid fill">
              <a:extLst>
                <a:ext uri="{FF2B5EF4-FFF2-40B4-BE49-F238E27FC236}">
                  <a16:creationId xmlns:a16="http://schemas.microsoft.com/office/drawing/2014/main" id="{45523887-1289-F30E-02D1-F792AEC6A7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872" name="Graphic 871" descr="Deciduous tree with solid fill">
              <a:extLst>
                <a:ext uri="{FF2B5EF4-FFF2-40B4-BE49-F238E27FC236}">
                  <a16:creationId xmlns:a16="http://schemas.microsoft.com/office/drawing/2014/main" id="{24AB1829-37C4-84F9-0743-0F9C6AEA6B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873" name="Graphic 872" descr="Deciduous tree with solid fill">
              <a:extLst>
                <a:ext uri="{FF2B5EF4-FFF2-40B4-BE49-F238E27FC236}">
                  <a16:creationId xmlns:a16="http://schemas.microsoft.com/office/drawing/2014/main" id="{A6A61F58-42CE-33D3-7D37-0B4A6B8699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874" name="Graphic 873" descr="Deciduous tree with solid fill">
              <a:extLst>
                <a:ext uri="{FF2B5EF4-FFF2-40B4-BE49-F238E27FC236}">
                  <a16:creationId xmlns:a16="http://schemas.microsoft.com/office/drawing/2014/main" id="{D14BDB87-2674-628E-92FC-B79FC6031C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875" name="Graphic 874" descr="Deciduous tree with solid fill">
              <a:extLst>
                <a:ext uri="{FF2B5EF4-FFF2-40B4-BE49-F238E27FC236}">
                  <a16:creationId xmlns:a16="http://schemas.microsoft.com/office/drawing/2014/main" id="{9177EA3C-7030-EC30-150A-C9EDC564EA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876" name="Graphic 875" descr="Deciduous tree with solid fill">
              <a:extLst>
                <a:ext uri="{FF2B5EF4-FFF2-40B4-BE49-F238E27FC236}">
                  <a16:creationId xmlns:a16="http://schemas.microsoft.com/office/drawing/2014/main" id="{532FE0F8-1DBF-8195-1453-38105BD12D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877" name="Graphic 876" descr="Deciduous tree with solid fill">
              <a:extLst>
                <a:ext uri="{FF2B5EF4-FFF2-40B4-BE49-F238E27FC236}">
                  <a16:creationId xmlns:a16="http://schemas.microsoft.com/office/drawing/2014/main" id="{07348ABB-F235-CF67-2B3F-8946C9A6DF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878" name="Graphic 877" descr="Deciduous tree with solid fill">
              <a:extLst>
                <a:ext uri="{FF2B5EF4-FFF2-40B4-BE49-F238E27FC236}">
                  <a16:creationId xmlns:a16="http://schemas.microsoft.com/office/drawing/2014/main" id="{B14F6B94-734A-4F7F-CEBC-FC31D3ECD1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879" name="Graphic 878" descr="Deciduous tree with solid fill">
              <a:extLst>
                <a:ext uri="{FF2B5EF4-FFF2-40B4-BE49-F238E27FC236}">
                  <a16:creationId xmlns:a16="http://schemas.microsoft.com/office/drawing/2014/main" id="{FECDDE29-FD1B-8BEB-F8A2-5A4F6729E1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880" name="Graphic 879" descr="Deciduous tree with solid fill">
              <a:extLst>
                <a:ext uri="{FF2B5EF4-FFF2-40B4-BE49-F238E27FC236}">
                  <a16:creationId xmlns:a16="http://schemas.microsoft.com/office/drawing/2014/main" id="{36C8FF7F-F3C9-4827-4344-A0838952D4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881" name="Graphic 880" descr="Deciduous tree with solid fill">
              <a:extLst>
                <a:ext uri="{FF2B5EF4-FFF2-40B4-BE49-F238E27FC236}">
                  <a16:creationId xmlns:a16="http://schemas.microsoft.com/office/drawing/2014/main" id="{C8C6628A-A7B5-B5E6-DAC7-FD66062616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882" name="Graphic 881" descr="Deciduous tree with solid fill">
              <a:extLst>
                <a:ext uri="{FF2B5EF4-FFF2-40B4-BE49-F238E27FC236}">
                  <a16:creationId xmlns:a16="http://schemas.microsoft.com/office/drawing/2014/main" id="{C52205AC-FD24-7425-7CB0-70E29B6CCB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883" name="Graphic 882" descr="Deciduous tree with solid fill">
              <a:extLst>
                <a:ext uri="{FF2B5EF4-FFF2-40B4-BE49-F238E27FC236}">
                  <a16:creationId xmlns:a16="http://schemas.microsoft.com/office/drawing/2014/main" id="{AA718FE5-B700-9C52-E62C-1067BE04E5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884" name="Graphic 883" descr="Deciduous tree with solid fill">
              <a:extLst>
                <a:ext uri="{FF2B5EF4-FFF2-40B4-BE49-F238E27FC236}">
                  <a16:creationId xmlns:a16="http://schemas.microsoft.com/office/drawing/2014/main" id="{6FCFD6F1-A0A5-834D-F7F6-4E45A9893B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885" name="Graphic 884" descr="Deciduous tree with solid fill">
              <a:extLst>
                <a:ext uri="{FF2B5EF4-FFF2-40B4-BE49-F238E27FC236}">
                  <a16:creationId xmlns:a16="http://schemas.microsoft.com/office/drawing/2014/main" id="{FEA27DCE-22BB-BE5E-7EE5-7BD59AEACC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886" name="Graphic 885" descr="Deciduous tree with solid fill">
              <a:extLst>
                <a:ext uri="{FF2B5EF4-FFF2-40B4-BE49-F238E27FC236}">
                  <a16:creationId xmlns:a16="http://schemas.microsoft.com/office/drawing/2014/main" id="{CB253F22-2486-2DCA-19E1-4831B62A4A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887" name="Graphic 886" descr="Deciduous tree with solid fill">
              <a:extLst>
                <a:ext uri="{FF2B5EF4-FFF2-40B4-BE49-F238E27FC236}">
                  <a16:creationId xmlns:a16="http://schemas.microsoft.com/office/drawing/2014/main" id="{1B29ED4A-B262-1372-31B8-CC69A5D889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888" name="Graphic 887" descr="Deciduous tree with solid fill">
              <a:extLst>
                <a:ext uri="{FF2B5EF4-FFF2-40B4-BE49-F238E27FC236}">
                  <a16:creationId xmlns:a16="http://schemas.microsoft.com/office/drawing/2014/main" id="{C77D273D-361F-C33E-82B2-F21D7B1D62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889" name="Graphic 888" descr="Deciduous tree with solid fill">
              <a:extLst>
                <a:ext uri="{FF2B5EF4-FFF2-40B4-BE49-F238E27FC236}">
                  <a16:creationId xmlns:a16="http://schemas.microsoft.com/office/drawing/2014/main" id="{A6018F18-AEF5-F1D4-2E88-F4C0F9BD79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890" name="Graphic 889" descr="Deciduous tree with solid fill">
              <a:extLst>
                <a:ext uri="{FF2B5EF4-FFF2-40B4-BE49-F238E27FC236}">
                  <a16:creationId xmlns:a16="http://schemas.microsoft.com/office/drawing/2014/main" id="{CADA07B6-781E-3303-B415-FE5EE49711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891" name="Graphic 890" descr="Deciduous tree with solid fill">
              <a:extLst>
                <a:ext uri="{FF2B5EF4-FFF2-40B4-BE49-F238E27FC236}">
                  <a16:creationId xmlns:a16="http://schemas.microsoft.com/office/drawing/2014/main" id="{51DA7731-AFB6-610E-B495-6F3FC7462F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892" name="Graphic 891" descr="Deciduous tree with solid fill">
              <a:extLst>
                <a:ext uri="{FF2B5EF4-FFF2-40B4-BE49-F238E27FC236}">
                  <a16:creationId xmlns:a16="http://schemas.microsoft.com/office/drawing/2014/main" id="{16E519D9-556B-7B6F-E164-9CC05B1452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893" name="Graphic 892" descr="Deciduous tree with solid fill">
              <a:extLst>
                <a:ext uri="{FF2B5EF4-FFF2-40B4-BE49-F238E27FC236}">
                  <a16:creationId xmlns:a16="http://schemas.microsoft.com/office/drawing/2014/main" id="{3F73D5AF-13FB-AFAD-3068-5B69DF7526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894" name="Graphic 893" descr="Deciduous tree with solid fill">
              <a:extLst>
                <a:ext uri="{FF2B5EF4-FFF2-40B4-BE49-F238E27FC236}">
                  <a16:creationId xmlns:a16="http://schemas.microsoft.com/office/drawing/2014/main" id="{583B3674-4643-3F38-C713-E077F89B45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895" name="Graphic 894" descr="Deciduous tree with solid fill">
              <a:extLst>
                <a:ext uri="{FF2B5EF4-FFF2-40B4-BE49-F238E27FC236}">
                  <a16:creationId xmlns:a16="http://schemas.microsoft.com/office/drawing/2014/main" id="{BAED2927-C20C-0C1C-961D-17C321BC5D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896" name="Graphic 895" descr="Deciduous tree with solid fill">
              <a:extLst>
                <a:ext uri="{FF2B5EF4-FFF2-40B4-BE49-F238E27FC236}">
                  <a16:creationId xmlns:a16="http://schemas.microsoft.com/office/drawing/2014/main" id="{76820145-9B8A-AB20-6F1C-A1F1F5390E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897" name="Graphic 896" descr="Deciduous tree with solid fill">
              <a:extLst>
                <a:ext uri="{FF2B5EF4-FFF2-40B4-BE49-F238E27FC236}">
                  <a16:creationId xmlns:a16="http://schemas.microsoft.com/office/drawing/2014/main" id="{2B8F47DC-0730-0E9C-ACB8-949DA7E549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898" name="Graphic 897" descr="Deciduous tree with solid fill">
              <a:extLst>
                <a:ext uri="{FF2B5EF4-FFF2-40B4-BE49-F238E27FC236}">
                  <a16:creationId xmlns:a16="http://schemas.microsoft.com/office/drawing/2014/main" id="{F43B6C3D-58A4-0D38-204F-E1CDB9B184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899" name="Graphic 898" descr="Deciduous tree with solid fill">
              <a:extLst>
                <a:ext uri="{FF2B5EF4-FFF2-40B4-BE49-F238E27FC236}">
                  <a16:creationId xmlns:a16="http://schemas.microsoft.com/office/drawing/2014/main" id="{A0553213-6E0A-CB79-97F3-97A8F4F57D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900" name="Graphic 899" descr="Deciduous tree with solid fill">
              <a:extLst>
                <a:ext uri="{FF2B5EF4-FFF2-40B4-BE49-F238E27FC236}">
                  <a16:creationId xmlns:a16="http://schemas.microsoft.com/office/drawing/2014/main" id="{F6692B6E-DB45-491A-2E95-6F82916E9E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901" name="Graphic 900" descr="Deciduous tree with solid fill">
              <a:extLst>
                <a:ext uri="{FF2B5EF4-FFF2-40B4-BE49-F238E27FC236}">
                  <a16:creationId xmlns:a16="http://schemas.microsoft.com/office/drawing/2014/main" id="{5FDA7143-A682-2248-96F9-F6CD69CF93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902" name="Graphic 901" descr="Deciduous tree with solid fill">
              <a:extLst>
                <a:ext uri="{FF2B5EF4-FFF2-40B4-BE49-F238E27FC236}">
                  <a16:creationId xmlns:a16="http://schemas.microsoft.com/office/drawing/2014/main" id="{94BE485A-A371-CAB8-9A36-9B85E2547A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903" name="Graphic 902" descr="Deciduous tree with solid fill">
              <a:extLst>
                <a:ext uri="{FF2B5EF4-FFF2-40B4-BE49-F238E27FC236}">
                  <a16:creationId xmlns:a16="http://schemas.microsoft.com/office/drawing/2014/main" id="{12A02BE6-6DD0-F8FC-7E86-59FCFA1A51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904" name="Graphic 903" descr="Deciduous tree with solid fill">
              <a:extLst>
                <a:ext uri="{FF2B5EF4-FFF2-40B4-BE49-F238E27FC236}">
                  <a16:creationId xmlns:a16="http://schemas.microsoft.com/office/drawing/2014/main" id="{4BE29CC3-9227-EC83-06CF-E484ECED33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905" name="Graphic 904" descr="Deciduous tree with solid fill">
              <a:extLst>
                <a:ext uri="{FF2B5EF4-FFF2-40B4-BE49-F238E27FC236}">
                  <a16:creationId xmlns:a16="http://schemas.microsoft.com/office/drawing/2014/main" id="{E4E81414-23DD-0927-313A-97C28C9009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906" name="Graphic 905" descr="Deciduous tree with solid fill">
              <a:extLst>
                <a:ext uri="{FF2B5EF4-FFF2-40B4-BE49-F238E27FC236}">
                  <a16:creationId xmlns:a16="http://schemas.microsoft.com/office/drawing/2014/main" id="{0405DF72-E26B-3559-60CC-234835F9A5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907" name="Graphic 906" descr="Deciduous tree with solid fill">
              <a:extLst>
                <a:ext uri="{FF2B5EF4-FFF2-40B4-BE49-F238E27FC236}">
                  <a16:creationId xmlns:a16="http://schemas.microsoft.com/office/drawing/2014/main" id="{E847305E-9F8F-E2E1-E172-A3EA80D4E4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908" name="Graphic 907" descr="Deciduous tree with solid fill">
              <a:extLst>
                <a:ext uri="{FF2B5EF4-FFF2-40B4-BE49-F238E27FC236}">
                  <a16:creationId xmlns:a16="http://schemas.microsoft.com/office/drawing/2014/main" id="{BBBC0B96-F999-0E1E-FA7F-6584A8AEFF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909" name="Graphic 908" descr="Deciduous tree with solid fill">
              <a:extLst>
                <a:ext uri="{FF2B5EF4-FFF2-40B4-BE49-F238E27FC236}">
                  <a16:creationId xmlns:a16="http://schemas.microsoft.com/office/drawing/2014/main" id="{DD0A1075-2EF4-72E0-CA73-BA5FDF8179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910" name="Graphic 909" descr="Deciduous tree with solid fill">
              <a:extLst>
                <a:ext uri="{FF2B5EF4-FFF2-40B4-BE49-F238E27FC236}">
                  <a16:creationId xmlns:a16="http://schemas.microsoft.com/office/drawing/2014/main" id="{F90E566D-B754-251F-CBC8-8E16075711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911" name="Graphic 910" descr="Deciduous tree with solid fill">
              <a:extLst>
                <a:ext uri="{FF2B5EF4-FFF2-40B4-BE49-F238E27FC236}">
                  <a16:creationId xmlns:a16="http://schemas.microsoft.com/office/drawing/2014/main" id="{7228FC75-DBD7-6FF3-0402-9843C138D3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912" name="Graphic 911" descr="Deciduous tree with solid fill">
              <a:extLst>
                <a:ext uri="{FF2B5EF4-FFF2-40B4-BE49-F238E27FC236}">
                  <a16:creationId xmlns:a16="http://schemas.microsoft.com/office/drawing/2014/main" id="{670BBBE5-DE89-9C8D-9FE2-0751B0EBC4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913" name="Graphic 912" descr="Deciduous tree with solid fill">
              <a:extLst>
                <a:ext uri="{FF2B5EF4-FFF2-40B4-BE49-F238E27FC236}">
                  <a16:creationId xmlns:a16="http://schemas.microsoft.com/office/drawing/2014/main" id="{28866E8F-C2FD-1D15-B522-222C9E28A1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914" name="Graphic 913" descr="Deciduous tree with solid fill">
              <a:extLst>
                <a:ext uri="{FF2B5EF4-FFF2-40B4-BE49-F238E27FC236}">
                  <a16:creationId xmlns:a16="http://schemas.microsoft.com/office/drawing/2014/main" id="{30A027D5-0F4B-9111-F73E-1E6245D6D4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915" name="Graphic 914" descr="Deciduous tree with solid fill">
              <a:extLst>
                <a:ext uri="{FF2B5EF4-FFF2-40B4-BE49-F238E27FC236}">
                  <a16:creationId xmlns:a16="http://schemas.microsoft.com/office/drawing/2014/main" id="{EF227795-AFA7-589E-2838-251B8ED021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916" name="Graphic 915" descr="Deciduous tree with solid fill">
              <a:extLst>
                <a:ext uri="{FF2B5EF4-FFF2-40B4-BE49-F238E27FC236}">
                  <a16:creationId xmlns:a16="http://schemas.microsoft.com/office/drawing/2014/main" id="{B10CDCCD-64F1-B61D-C719-D6964B12F7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917" name="Graphic 916" descr="Deciduous tree with solid fill">
              <a:extLst>
                <a:ext uri="{FF2B5EF4-FFF2-40B4-BE49-F238E27FC236}">
                  <a16:creationId xmlns:a16="http://schemas.microsoft.com/office/drawing/2014/main" id="{5F5AB9DF-02AF-B0CB-A82A-42FF51D593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918" name="Graphic 917" descr="Deciduous tree with solid fill">
              <a:extLst>
                <a:ext uri="{FF2B5EF4-FFF2-40B4-BE49-F238E27FC236}">
                  <a16:creationId xmlns:a16="http://schemas.microsoft.com/office/drawing/2014/main" id="{00281507-8331-FA1F-053A-54CB0D01AF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919" name="Graphic 918" descr="Deciduous tree with solid fill">
              <a:extLst>
                <a:ext uri="{FF2B5EF4-FFF2-40B4-BE49-F238E27FC236}">
                  <a16:creationId xmlns:a16="http://schemas.microsoft.com/office/drawing/2014/main" id="{9C5746D0-98EF-368A-28B5-B67CBCB29F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920" name="Graphic 919" descr="Deciduous tree with solid fill">
              <a:extLst>
                <a:ext uri="{FF2B5EF4-FFF2-40B4-BE49-F238E27FC236}">
                  <a16:creationId xmlns:a16="http://schemas.microsoft.com/office/drawing/2014/main" id="{837D0D86-2BD2-7F68-059B-E800677AE9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921" name="Graphic 920" descr="Deciduous tree with solid fill">
              <a:extLst>
                <a:ext uri="{FF2B5EF4-FFF2-40B4-BE49-F238E27FC236}">
                  <a16:creationId xmlns:a16="http://schemas.microsoft.com/office/drawing/2014/main" id="{42B356C9-BC2F-3840-1249-ACAB67A41D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922" name="Graphic 921" descr="Deciduous tree with solid fill">
              <a:extLst>
                <a:ext uri="{FF2B5EF4-FFF2-40B4-BE49-F238E27FC236}">
                  <a16:creationId xmlns:a16="http://schemas.microsoft.com/office/drawing/2014/main" id="{AB9275FD-6099-ED0B-74FD-B7F2F16599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923" name="Graphic 922" descr="Deciduous tree with solid fill">
              <a:extLst>
                <a:ext uri="{FF2B5EF4-FFF2-40B4-BE49-F238E27FC236}">
                  <a16:creationId xmlns:a16="http://schemas.microsoft.com/office/drawing/2014/main" id="{833EE0C7-B735-C31C-1D12-795AB5456A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924" name="Graphic 923" descr="Deciduous tree with solid fill">
              <a:extLst>
                <a:ext uri="{FF2B5EF4-FFF2-40B4-BE49-F238E27FC236}">
                  <a16:creationId xmlns:a16="http://schemas.microsoft.com/office/drawing/2014/main" id="{89A79F7C-117C-5381-D81C-616709F600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925" name="Graphic 924" descr="Deciduous tree with solid fill">
              <a:extLst>
                <a:ext uri="{FF2B5EF4-FFF2-40B4-BE49-F238E27FC236}">
                  <a16:creationId xmlns:a16="http://schemas.microsoft.com/office/drawing/2014/main" id="{785FC828-FCBC-A343-E39E-639787B7AB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926" name="Graphic 925" descr="Deciduous tree with solid fill">
              <a:extLst>
                <a:ext uri="{FF2B5EF4-FFF2-40B4-BE49-F238E27FC236}">
                  <a16:creationId xmlns:a16="http://schemas.microsoft.com/office/drawing/2014/main" id="{4DA77D6F-A470-3564-89F7-171EA545B3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927" name="Graphic 926" descr="Deciduous tree with solid fill">
              <a:extLst>
                <a:ext uri="{FF2B5EF4-FFF2-40B4-BE49-F238E27FC236}">
                  <a16:creationId xmlns:a16="http://schemas.microsoft.com/office/drawing/2014/main" id="{4D208389-D8FB-B1A0-4FE2-BBA819A65C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928" name="Graphic 927" descr="Deciduous tree with solid fill">
              <a:extLst>
                <a:ext uri="{FF2B5EF4-FFF2-40B4-BE49-F238E27FC236}">
                  <a16:creationId xmlns:a16="http://schemas.microsoft.com/office/drawing/2014/main" id="{ECB7D3F6-C4E5-EB7A-F43D-E6B18A38CD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929" name="Graphic 928" descr="Deciduous tree with solid fill">
              <a:extLst>
                <a:ext uri="{FF2B5EF4-FFF2-40B4-BE49-F238E27FC236}">
                  <a16:creationId xmlns:a16="http://schemas.microsoft.com/office/drawing/2014/main" id="{57175D9E-6BC0-82CA-1060-49ECCB7E77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930" name="Graphic 929" descr="Deciduous tree with solid fill">
              <a:extLst>
                <a:ext uri="{FF2B5EF4-FFF2-40B4-BE49-F238E27FC236}">
                  <a16:creationId xmlns:a16="http://schemas.microsoft.com/office/drawing/2014/main" id="{412AA3C1-59EC-1635-170A-7E7F82525F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931" name="Graphic 930" descr="Deciduous tree with solid fill">
              <a:extLst>
                <a:ext uri="{FF2B5EF4-FFF2-40B4-BE49-F238E27FC236}">
                  <a16:creationId xmlns:a16="http://schemas.microsoft.com/office/drawing/2014/main" id="{2CF68CDE-1C58-7068-8DBC-8A0CF6828E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932" name="Graphic 931" descr="Deciduous tree with solid fill">
              <a:extLst>
                <a:ext uri="{FF2B5EF4-FFF2-40B4-BE49-F238E27FC236}">
                  <a16:creationId xmlns:a16="http://schemas.microsoft.com/office/drawing/2014/main" id="{23D16E29-5551-8780-8286-02E0872C5B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933" name="Graphic 932" descr="Deciduous tree with solid fill">
              <a:extLst>
                <a:ext uri="{FF2B5EF4-FFF2-40B4-BE49-F238E27FC236}">
                  <a16:creationId xmlns:a16="http://schemas.microsoft.com/office/drawing/2014/main" id="{817C4383-B6ED-16B8-4F62-1981DDDCEA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934" name="Graphic 933" descr="Deciduous tree with solid fill">
              <a:extLst>
                <a:ext uri="{FF2B5EF4-FFF2-40B4-BE49-F238E27FC236}">
                  <a16:creationId xmlns:a16="http://schemas.microsoft.com/office/drawing/2014/main" id="{EBD8BD54-75DF-61EB-BF83-7EBC9A21BC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935" name="Graphic 934" descr="Deciduous tree with solid fill">
              <a:extLst>
                <a:ext uri="{FF2B5EF4-FFF2-40B4-BE49-F238E27FC236}">
                  <a16:creationId xmlns:a16="http://schemas.microsoft.com/office/drawing/2014/main" id="{003A8195-3388-1F5E-B44E-D50C28ECFF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936" name="Graphic 935" descr="Deciduous tree with solid fill">
              <a:extLst>
                <a:ext uri="{FF2B5EF4-FFF2-40B4-BE49-F238E27FC236}">
                  <a16:creationId xmlns:a16="http://schemas.microsoft.com/office/drawing/2014/main" id="{CFA0F86A-D65D-7C05-1A28-2ED1D131BC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937" name="Graphic 936" descr="Deciduous tree with solid fill">
              <a:extLst>
                <a:ext uri="{FF2B5EF4-FFF2-40B4-BE49-F238E27FC236}">
                  <a16:creationId xmlns:a16="http://schemas.microsoft.com/office/drawing/2014/main" id="{C028F6A7-F5D9-E66D-D4CE-835AF3FBF7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938" name="Graphic 937" descr="Deciduous tree with solid fill">
              <a:extLst>
                <a:ext uri="{FF2B5EF4-FFF2-40B4-BE49-F238E27FC236}">
                  <a16:creationId xmlns:a16="http://schemas.microsoft.com/office/drawing/2014/main" id="{D9DA5E7C-27A2-B3D5-0388-F802583262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939" name="Graphic 938" descr="Deciduous tree with solid fill">
              <a:extLst>
                <a:ext uri="{FF2B5EF4-FFF2-40B4-BE49-F238E27FC236}">
                  <a16:creationId xmlns:a16="http://schemas.microsoft.com/office/drawing/2014/main" id="{D601C1E1-B6A1-9471-4931-B245E08188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940" name="Graphic 939" descr="Deciduous tree with solid fill">
              <a:extLst>
                <a:ext uri="{FF2B5EF4-FFF2-40B4-BE49-F238E27FC236}">
                  <a16:creationId xmlns:a16="http://schemas.microsoft.com/office/drawing/2014/main" id="{AF462DE7-3689-F7CF-1D15-D8A603A267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941" name="Graphic 940" descr="Deciduous tree with solid fill">
              <a:extLst>
                <a:ext uri="{FF2B5EF4-FFF2-40B4-BE49-F238E27FC236}">
                  <a16:creationId xmlns:a16="http://schemas.microsoft.com/office/drawing/2014/main" id="{D167BF3D-A898-11E1-398A-FBEE2A0BC7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942" name="Graphic 941" descr="Deciduous tree with solid fill">
              <a:extLst>
                <a:ext uri="{FF2B5EF4-FFF2-40B4-BE49-F238E27FC236}">
                  <a16:creationId xmlns:a16="http://schemas.microsoft.com/office/drawing/2014/main" id="{34CD4BF3-9859-2053-5E31-658000AB05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943" name="Graphic 942" descr="Deciduous tree with solid fill">
              <a:extLst>
                <a:ext uri="{FF2B5EF4-FFF2-40B4-BE49-F238E27FC236}">
                  <a16:creationId xmlns:a16="http://schemas.microsoft.com/office/drawing/2014/main" id="{7634C208-7040-CB0E-8A03-AD3063A0A0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944" name="Graphic 943" descr="Deciduous tree with solid fill">
              <a:extLst>
                <a:ext uri="{FF2B5EF4-FFF2-40B4-BE49-F238E27FC236}">
                  <a16:creationId xmlns:a16="http://schemas.microsoft.com/office/drawing/2014/main" id="{32BC4F9A-2918-0C0D-6BE0-62A1C0E262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945" name="Graphic 944" descr="Deciduous tree with solid fill">
              <a:extLst>
                <a:ext uri="{FF2B5EF4-FFF2-40B4-BE49-F238E27FC236}">
                  <a16:creationId xmlns:a16="http://schemas.microsoft.com/office/drawing/2014/main" id="{B7C7B782-09B1-C584-3A0F-ED16F1AACF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946" name="Graphic 945" descr="Deciduous tree with solid fill">
              <a:extLst>
                <a:ext uri="{FF2B5EF4-FFF2-40B4-BE49-F238E27FC236}">
                  <a16:creationId xmlns:a16="http://schemas.microsoft.com/office/drawing/2014/main" id="{EC622499-A4DC-E837-C655-EFEE88963B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947" name="Graphic 946" descr="Deciduous tree with solid fill">
              <a:extLst>
                <a:ext uri="{FF2B5EF4-FFF2-40B4-BE49-F238E27FC236}">
                  <a16:creationId xmlns:a16="http://schemas.microsoft.com/office/drawing/2014/main" id="{D382197C-03BC-40CA-1871-70F58207E1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948" name="Graphic 947" descr="Deciduous tree with solid fill">
              <a:extLst>
                <a:ext uri="{FF2B5EF4-FFF2-40B4-BE49-F238E27FC236}">
                  <a16:creationId xmlns:a16="http://schemas.microsoft.com/office/drawing/2014/main" id="{33804374-5786-A3D8-DDA6-C7B4D35AB2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949" name="Graphic 948" descr="Deciduous tree with solid fill">
              <a:extLst>
                <a:ext uri="{FF2B5EF4-FFF2-40B4-BE49-F238E27FC236}">
                  <a16:creationId xmlns:a16="http://schemas.microsoft.com/office/drawing/2014/main" id="{501A31EC-157D-6898-4718-66F914DCB4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950" name="Graphic 949" descr="Deciduous tree with solid fill">
              <a:extLst>
                <a:ext uri="{FF2B5EF4-FFF2-40B4-BE49-F238E27FC236}">
                  <a16:creationId xmlns:a16="http://schemas.microsoft.com/office/drawing/2014/main" id="{BEEA8FDA-64D8-EF92-C635-D15A7A4AC5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951" name="Graphic 950" descr="Deciduous tree with solid fill">
              <a:extLst>
                <a:ext uri="{FF2B5EF4-FFF2-40B4-BE49-F238E27FC236}">
                  <a16:creationId xmlns:a16="http://schemas.microsoft.com/office/drawing/2014/main" id="{A4BBCC9E-7215-B939-0029-3ED094EA67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952" name="Graphic 951" descr="Deciduous tree with solid fill">
              <a:extLst>
                <a:ext uri="{FF2B5EF4-FFF2-40B4-BE49-F238E27FC236}">
                  <a16:creationId xmlns:a16="http://schemas.microsoft.com/office/drawing/2014/main" id="{31B29F15-877C-2F72-3321-27473CA93C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953" name="Graphic 952" descr="Deciduous tree with solid fill">
              <a:extLst>
                <a:ext uri="{FF2B5EF4-FFF2-40B4-BE49-F238E27FC236}">
                  <a16:creationId xmlns:a16="http://schemas.microsoft.com/office/drawing/2014/main" id="{A984B31C-8C42-8CD2-6455-0E2EFF34EB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954" name="Graphic 953" descr="Deciduous tree with solid fill">
              <a:extLst>
                <a:ext uri="{FF2B5EF4-FFF2-40B4-BE49-F238E27FC236}">
                  <a16:creationId xmlns:a16="http://schemas.microsoft.com/office/drawing/2014/main" id="{0D9E5817-A2B7-B06D-DFC5-E2DACEBD72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955" name="Graphic 954" descr="Deciduous tree with solid fill">
              <a:extLst>
                <a:ext uri="{FF2B5EF4-FFF2-40B4-BE49-F238E27FC236}">
                  <a16:creationId xmlns:a16="http://schemas.microsoft.com/office/drawing/2014/main" id="{E54A8F52-9BA4-35B4-7F02-BC66116066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956" name="Graphic 955" descr="Deciduous tree with solid fill">
              <a:extLst>
                <a:ext uri="{FF2B5EF4-FFF2-40B4-BE49-F238E27FC236}">
                  <a16:creationId xmlns:a16="http://schemas.microsoft.com/office/drawing/2014/main" id="{E6AD5584-4C6B-035A-9AD2-E3309B877A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957" name="Graphic 956" descr="Deciduous tree with solid fill">
              <a:extLst>
                <a:ext uri="{FF2B5EF4-FFF2-40B4-BE49-F238E27FC236}">
                  <a16:creationId xmlns:a16="http://schemas.microsoft.com/office/drawing/2014/main" id="{60D50F62-FDD2-5114-6EA9-780E0D8A57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958" name="Graphic 957" descr="Deciduous tree with solid fill">
              <a:extLst>
                <a:ext uri="{FF2B5EF4-FFF2-40B4-BE49-F238E27FC236}">
                  <a16:creationId xmlns:a16="http://schemas.microsoft.com/office/drawing/2014/main" id="{B482E6D5-1AD3-284E-A09C-35A16E1BE7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959" name="Graphic 958" descr="Deciduous tree with solid fill">
              <a:extLst>
                <a:ext uri="{FF2B5EF4-FFF2-40B4-BE49-F238E27FC236}">
                  <a16:creationId xmlns:a16="http://schemas.microsoft.com/office/drawing/2014/main" id="{ED362624-1920-0F8C-D4DF-2BD73BDA12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960" name="Graphic 959" descr="Deciduous tree with solid fill">
              <a:extLst>
                <a:ext uri="{FF2B5EF4-FFF2-40B4-BE49-F238E27FC236}">
                  <a16:creationId xmlns:a16="http://schemas.microsoft.com/office/drawing/2014/main" id="{9042F763-89E7-B7D3-E844-371952A989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961" name="Graphic 960" descr="Deciduous tree with solid fill">
              <a:extLst>
                <a:ext uri="{FF2B5EF4-FFF2-40B4-BE49-F238E27FC236}">
                  <a16:creationId xmlns:a16="http://schemas.microsoft.com/office/drawing/2014/main" id="{4A56A924-14EF-509E-8537-B2B1E63060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962" name="Graphic 961" descr="Deciduous tree with solid fill">
              <a:extLst>
                <a:ext uri="{FF2B5EF4-FFF2-40B4-BE49-F238E27FC236}">
                  <a16:creationId xmlns:a16="http://schemas.microsoft.com/office/drawing/2014/main" id="{56AFDB66-D34C-A30E-5B66-43AFF89871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963" name="Graphic 962" descr="Deciduous tree with solid fill">
              <a:extLst>
                <a:ext uri="{FF2B5EF4-FFF2-40B4-BE49-F238E27FC236}">
                  <a16:creationId xmlns:a16="http://schemas.microsoft.com/office/drawing/2014/main" id="{2327B320-9D92-697C-2CC5-887E505230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964" name="Graphic 963" descr="Deciduous tree with solid fill">
              <a:extLst>
                <a:ext uri="{FF2B5EF4-FFF2-40B4-BE49-F238E27FC236}">
                  <a16:creationId xmlns:a16="http://schemas.microsoft.com/office/drawing/2014/main" id="{9D9677DF-21B5-3B1F-92B7-EA3D2CE38E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965" name="Graphic 964" descr="Deciduous tree with solid fill">
              <a:extLst>
                <a:ext uri="{FF2B5EF4-FFF2-40B4-BE49-F238E27FC236}">
                  <a16:creationId xmlns:a16="http://schemas.microsoft.com/office/drawing/2014/main" id="{FD00DB72-2E99-6AE3-AB6B-D31C27A48F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966" name="Graphic 965" descr="Deciduous tree with solid fill">
              <a:extLst>
                <a:ext uri="{FF2B5EF4-FFF2-40B4-BE49-F238E27FC236}">
                  <a16:creationId xmlns:a16="http://schemas.microsoft.com/office/drawing/2014/main" id="{B0D98669-981A-B52D-F4A0-B3B2A8564D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819" y="2160331"/>
              <a:ext cx="209457" cy="196411"/>
            </a:xfrm>
            <a:prstGeom prst="rect">
              <a:avLst/>
            </a:prstGeom>
          </p:spPr>
        </p:pic>
        <p:pic>
          <p:nvPicPr>
            <p:cNvPr id="967" name="Graphic 966" descr="Deciduous tree with solid fill">
              <a:extLst>
                <a:ext uri="{FF2B5EF4-FFF2-40B4-BE49-F238E27FC236}">
                  <a16:creationId xmlns:a16="http://schemas.microsoft.com/office/drawing/2014/main" id="{9D4F59A6-6889-5476-652E-C58D2081E7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7192" y="2256190"/>
              <a:ext cx="209457" cy="196411"/>
            </a:xfrm>
            <a:prstGeom prst="rect">
              <a:avLst/>
            </a:prstGeom>
          </p:spPr>
        </p:pic>
        <p:pic>
          <p:nvPicPr>
            <p:cNvPr id="968" name="Graphic 967" descr="Deciduous tree with solid fill">
              <a:extLst>
                <a:ext uri="{FF2B5EF4-FFF2-40B4-BE49-F238E27FC236}">
                  <a16:creationId xmlns:a16="http://schemas.microsoft.com/office/drawing/2014/main" id="{5ECF3D85-2A73-F7F3-703F-4109D754F3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3396" y="2072292"/>
              <a:ext cx="209457" cy="196411"/>
            </a:xfrm>
            <a:prstGeom prst="rect">
              <a:avLst/>
            </a:prstGeom>
          </p:spPr>
        </p:pic>
        <p:pic>
          <p:nvPicPr>
            <p:cNvPr id="969" name="Graphic 968" descr="Deciduous tree with solid fill">
              <a:extLst>
                <a:ext uri="{FF2B5EF4-FFF2-40B4-BE49-F238E27FC236}">
                  <a16:creationId xmlns:a16="http://schemas.microsoft.com/office/drawing/2014/main" id="{65853127-4892-3A23-4DED-FE00CE58A1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54920" y="4168704"/>
              <a:ext cx="209457" cy="196411"/>
            </a:xfrm>
            <a:prstGeom prst="rect">
              <a:avLst/>
            </a:prstGeom>
          </p:spPr>
        </p:pic>
        <p:pic>
          <p:nvPicPr>
            <p:cNvPr id="970" name="Graphic 969" descr="Deciduous tree with solid fill">
              <a:extLst>
                <a:ext uri="{FF2B5EF4-FFF2-40B4-BE49-F238E27FC236}">
                  <a16:creationId xmlns:a16="http://schemas.microsoft.com/office/drawing/2014/main" id="{9BAA74F7-8E38-CA35-0F8C-4B8AD7C318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8886" y="2379681"/>
              <a:ext cx="209457" cy="196411"/>
            </a:xfrm>
            <a:prstGeom prst="rect">
              <a:avLst/>
            </a:prstGeom>
          </p:spPr>
        </p:pic>
        <p:pic>
          <p:nvPicPr>
            <p:cNvPr id="971" name="Graphic 970" descr="Deciduous tree with solid fill">
              <a:extLst>
                <a:ext uri="{FF2B5EF4-FFF2-40B4-BE49-F238E27FC236}">
                  <a16:creationId xmlns:a16="http://schemas.microsoft.com/office/drawing/2014/main" id="{E7826506-4D18-FDBD-D9FB-712A13A04E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0581" y="2503173"/>
              <a:ext cx="209457" cy="196411"/>
            </a:xfrm>
            <a:prstGeom prst="rect">
              <a:avLst/>
            </a:prstGeom>
          </p:spPr>
        </p:pic>
        <p:pic>
          <p:nvPicPr>
            <p:cNvPr id="972" name="Graphic 971" descr="Deciduous tree with solid fill">
              <a:extLst>
                <a:ext uri="{FF2B5EF4-FFF2-40B4-BE49-F238E27FC236}">
                  <a16:creationId xmlns:a16="http://schemas.microsoft.com/office/drawing/2014/main" id="{53CC77B1-B76E-5A41-7712-44271B53BB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8" y="2626664"/>
              <a:ext cx="209457" cy="196411"/>
            </a:xfrm>
            <a:prstGeom prst="rect">
              <a:avLst/>
            </a:prstGeom>
          </p:spPr>
        </p:pic>
        <p:pic>
          <p:nvPicPr>
            <p:cNvPr id="973" name="Graphic 972" descr="Deciduous tree with solid fill">
              <a:extLst>
                <a:ext uri="{FF2B5EF4-FFF2-40B4-BE49-F238E27FC236}">
                  <a16:creationId xmlns:a16="http://schemas.microsoft.com/office/drawing/2014/main" id="{B767E493-F4D3-8813-7F2D-F0321EC980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3971" y="2750155"/>
              <a:ext cx="209457" cy="196411"/>
            </a:xfrm>
            <a:prstGeom prst="rect">
              <a:avLst/>
            </a:prstGeom>
          </p:spPr>
        </p:pic>
        <p:pic>
          <p:nvPicPr>
            <p:cNvPr id="974" name="Graphic 973" descr="Deciduous tree with solid fill">
              <a:extLst>
                <a:ext uri="{FF2B5EF4-FFF2-40B4-BE49-F238E27FC236}">
                  <a16:creationId xmlns:a16="http://schemas.microsoft.com/office/drawing/2014/main" id="{A28D388B-FE23-D98C-8347-761B9E66AE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666" y="2873647"/>
              <a:ext cx="209457" cy="196411"/>
            </a:xfrm>
            <a:prstGeom prst="rect">
              <a:avLst/>
            </a:prstGeom>
          </p:spPr>
        </p:pic>
        <p:pic>
          <p:nvPicPr>
            <p:cNvPr id="975" name="Graphic 974" descr="Deciduous tree with solid fill">
              <a:extLst>
                <a:ext uri="{FF2B5EF4-FFF2-40B4-BE49-F238E27FC236}">
                  <a16:creationId xmlns:a16="http://schemas.microsoft.com/office/drawing/2014/main" id="{0AC0F981-4258-AEE5-C42A-ADBEFE0B81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361" y="2997137"/>
              <a:ext cx="209457" cy="196411"/>
            </a:xfrm>
            <a:prstGeom prst="rect">
              <a:avLst/>
            </a:prstGeom>
          </p:spPr>
        </p:pic>
        <p:pic>
          <p:nvPicPr>
            <p:cNvPr id="976" name="Graphic 975" descr="Deciduous tree with solid fill">
              <a:extLst>
                <a:ext uri="{FF2B5EF4-FFF2-40B4-BE49-F238E27FC236}">
                  <a16:creationId xmlns:a16="http://schemas.microsoft.com/office/drawing/2014/main" id="{7420842F-F919-4EF3-65F1-FEEDEC226E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055" y="3120629"/>
              <a:ext cx="209457" cy="196411"/>
            </a:xfrm>
            <a:prstGeom prst="rect">
              <a:avLst/>
            </a:prstGeom>
          </p:spPr>
        </p:pic>
        <p:pic>
          <p:nvPicPr>
            <p:cNvPr id="977" name="Graphic 976" descr="Deciduous tree with solid fill">
              <a:extLst>
                <a:ext uri="{FF2B5EF4-FFF2-40B4-BE49-F238E27FC236}">
                  <a16:creationId xmlns:a16="http://schemas.microsoft.com/office/drawing/2014/main" id="{E7FF0333-2E41-F1F7-9E33-2B6BEBAC20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0751" y="3244121"/>
              <a:ext cx="209457" cy="196411"/>
            </a:xfrm>
            <a:prstGeom prst="rect">
              <a:avLst/>
            </a:prstGeom>
          </p:spPr>
        </p:pic>
        <p:pic>
          <p:nvPicPr>
            <p:cNvPr id="978" name="Graphic 977" descr="Deciduous tree with solid fill">
              <a:extLst>
                <a:ext uri="{FF2B5EF4-FFF2-40B4-BE49-F238E27FC236}">
                  <a16:creationId xmlns:a16="http://schemas.microsoft.com/office/drawing/2014/main" id="{C17B4773-5B64-53D5-F300-8A8351977F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446" y="3367612"/>
              <a:ext cx="209457" cy="196411"/>
            </a:xfrm>
            <a:prstGeom prst="rect">
              <a:avLst/>
            </a:prstGeom>
          </p:spPr>
        </p:pic>
        <p:pic>
          <p:nvPicPr>
            <p:cNvPr id="979" name="Graphic 978" descr="Deciduous tree with solid fill">
              <a:extLst>
                <a:ext uri="{FF2B5EF4-FFF2-40B4-BE49-F238E27FC236}">
                  <a16:creationId xmlns:a16="http://schemas.microsoft.com/office/drawing/2014/main" id="{117A6919-055F-A5D2-17D4-CB9CE3A7BE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140" y="3491103"/>
              <a:ext cx="209457" cy="196411"/>
            </a:xfrm>
            <a:prstGeom prst="rect">
              <a:avLst/>
            </a:prstGeom>
          </p:spPr>
        </p:pic>
        <p:pic>
          <p:nvPicPr>
            <p:cNvPr id="980" name="Graphic 979" descr="Deciduous tree with solid fill">
              <a:extLst>
                <a:ext uri="{FF2B5EF4-FFF2-40B4-BE49-F238E27FC236}">
                  <a16:creationId xmlns:a16="http://schemas.microsoft.com/office/drawing/2014/main" id="{CFDE262D-2DDF-1FA4-DF18-51D207AF6F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5834" y="3614593"/>
              <a:ext cx="209457" cy="196411"/>
            </a:xfrm>
            <a:prstGeom prst="rect">
              <a:avLst/>
            </a:prstGeom>
          </p:spPr>
        </p:pic>
        <p:pic>
          <p:nvPicPr>
            <p:cNvPr id="981" name="Graphic 980" descr="Deciduous tree with solid fill">
              <a:extLst>
                <a:ext uri="{FF2B5EF4-FFF2-40B4-BE49-F238E27FC236}">
                  <a16:creationId xmlns:a16="http://schemas.microsoft.com/office/drawing/2014/main" id="{EEB4EFD2-F023-6C7A-2AA0-60F3034FE1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529" y="3738084"/>
              <a:ext cx="209457" cy="196411"/>
            </a:xfrm>
            <a:prstGeom prst="rect">
              <a:avLst/>
            </a:prstGeom>
          </p:spPr>
        </p:pic>
        <p:pic>
          <p:nvPicPr>
            <p:cNvPr id="982" name="Graphic 981" descr="Deciduous tree with solid fill">
              <a:extLst>
                <a:ext uri="{FF2B5EF4-FFF2-40B4-BE49-F238E27FC236}">
                  <a16:creationId xmlns:a16="http://schemas.microsoft.com/office/drawing/2014/main" id="{E1F0A6A7-BF29-094C-E50E-3A843C97B1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223" y="3861576"/>
              <a:ext cx="209457" cy="196411"/>
            </a:xfrm>
            <a:prstGeom prst="rect">
              <a:avLst/>
            </a:prstGeom>
          </p:spPr>
        </p:pic>
        <p:pic>
          <p:nvPicPr>
            <p:cNvPr id="983" name="Graphic 982" descr="Deciduous tree with solid fill">
              <a:extLst>
                <a:ext uri="{FF2B5EF4-FFF2-40B4-BE49-F238E27FC236}">
                  <a16:creationId xmlns:a16="http://schemas.microsoft.com/office/drawing/2014/main" id="{CA96EDC8-A416-4FBA-188B-2599D317A3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94513" y="2283821"/>
              <a:ext cx="209457" cy="196411"/>
            </a:xfrm>
            <a:prstGeom prst="rect">
              <a:avLst/>
            </a:prstGeom>
          </p:spPr>
        </p:pic>
        <p:pic>
          <p:nvPicPr>
            <p:cNvPr id="984" name="Graphic 983" descr="Deciduous tree with solid fill">
              <a:extLst>
                <a:ext uri="{FF2B5EF4-FFF2-40B4-BE49-F238E27FC236}">
                  <a16:creationId xmlns:a16="http://schemas.microsoft.com/office/drawing/2014/main" id="{F0F151E3-2C7E-FE9C-380C-843F20EB42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6208" y="2407313"/>
              <a:ext cx="209457" cy="196411"/>
            </a:xfrm>
            <a:prstGeom prst="rect">
              <a:avLst/>
            </a:prstGeom>
          </p:spPr>
        </p:pic>
        <p:pic>
          <p:nvPicPr>
            <p:cNvPr id="985" name="Graphic 984" descr="Deciduous tree with solid fill">
              <a:extLst>
                <a:ext uri="{FF2B5EF4-FFF2-40B4-BE49-F238E27FC236}">
                  <a16:creationId xmlns:a16="http://schemas.microsoft.com/office/drawing/2014/main" id="{DC408325-3117-5313-6D4A-D087CDB32B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904" y="2530805"/>
              <a:ext cx="209457" cy="196411"/>
            </a:xfrm>
            <a:prstGeom prst="rect">
              <a:avLst/>
            </a:prstGeom>
          </p:spPr>
        </p:pic>
        <p:pic>
          <p:nvPicPr>
            <p:cNvPr id="986" name="Graphic 985" descr="Deciduous tree with solid fill">
              <a:extLst>
                <a:ext uri="{FF2B5EF4-FFF2-40B4-BE49-F238E27FC236}">
                  <a16:creationId xmlns:a16="http://schemas.microsoft.com/office/drawing/2014/main" id="{20084F26-48F2-F932-7A1D-028ABBE9D7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598" y="2654296"/>
              <a:ext cx="209457" cy="196411"/>
            </a:xfrm>
            <a:prstGeom prst="rect">
              <a:avLst/>
            </a:prstGeom>
          </p:spPr>
        </p:pic>
        <p:pic>
          <p:nvPicPr>
            <p:cNvPr id="987" name="Graphic 986" descr="Deciduous tree with solid fill">
              <a:extLst>
                <a:ext uri="{FF2B5EF4-FFF2-40B4-BE49-F238E27FC236}">
                  <a16:creationId xmlns:a16="http://schemas.microsoft.com/office/drawing/2014/main" id="{92283B79-EBE9-7CDB-0D81-35C5AB92F6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292" y="2777787"/>
              <a:ext cx="209457" cy="196411"/>
            </a:xfrm>
            <a:prstGeom prst="rect">
              <a:avLst/>
            </a:prstGeom>
          </p:spPr>
        </p:pic>
        <p:pic>
          <p:nvPicPr>
            <p:cNvPr id="988" name="Graphic 987" descr="Deciduous tree with solid fill">
              <a:extLst>
                <a:ext uri="{FF2B5EF4-FFF2-40B4-BE49-F238E27FC236}">
                  <a16:creationId xmlns:a16="http://schemas.microsoft.com/office/drawing/2014/main" id="{C76A94D7-7EE5-671E-A925-C5F37B1C23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2988" y="2901278"/>
              <a:ext cx="209457" cy="196411"/>
            </a:xfrm>
            <a:prstGeom prst="rect">
              <a:avLst/>
            </a:prstGeom>
          </p:spPr>
        </p:pic>
        <p:pic>
          <p:nvPicPr>
            <p:cNvPr id="989" name="Graphic 988" descr="Deciduous tree with solid fill">
              <a:extLst>
                <a:ext uri="{FF2B5EF4-FFF2-40B4-BE49-F238E27FC236}">
                  <a16:creationId xmlns:a16="http://schemas.microsoft.com/office/drawing/2014/main" id="{E7DE3E53-AC07-E3CE-002B-0C0F8D6254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683" y="3024768"/>
              <a:ext cx="209457" cy="196411"/>
            </a:xfrm>
            <a:prstGeom prst="rect">
              <a:avLst/>
            </a:prstGeom>
          </p:spPr>
        </p:pic>
        <p:pic>
          <p:nvPicPr>
            <p:cNvPr id="990" name="Graphic 989" descr="Deciduous tree with solid fill">
              <a:extLst>
                <a:ext uri="{FF2B5EF4-FFF2-40B4-BE49-F238E27FC236}">
                  <a16:creationId xmlns:a16="http://schemas.microsoft.com/office/drawing/2014/main" id="{FEFDE474-752D-1D4A-13E5-A1863D6003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376" y="3148261"/>
              <a:ext cx="209457" cy="196411"/>
            </a:xfrm>
            <a:prstGeom prst="rect">
              <a:avLst/>
            </a:prstGeom>
          </p:spPr>
        </p:pic>
        <p:pic>
          <p:nvPicPr>
            <p:cNvPr id="991" name="Graphic 990" descr="Deciduous tree with solid fill">
              <a:extLst>
                <a:ext uri="{FF2B5EF4-FFF2-40B4-BE49-F238E27FC236}">
                  <a16:creationId xmlns:a16="http://schemas.microsoft.com/office/drawing/2014/main" id="{F7DFE65E-8779-8E33-49E7-DBBD136A01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073" y="3271751"/>
              <a:ext cx="209457" cy="196411"/>
            </a:xfrm>
            <a:prstGeom prst="rect">
              <a:avLst/>
            </a:prstGeom>
          </p:spPr>
        </p:pic>
        <p:pic>
          <p:nvPicPr>
            <p:cNvPr id="992" name="Graphic 991" descr="Deciduous tree with solid fill">
              <a:extLst>
                <a:ext uri="{FF2B5EF4-FFF2-40B4-BE49-F238E27FC236}">
                  <a16:creationId xmlns:a16="http://schemas.microsoft.com/office/drawing/2014/main" id="{7CF1503F-595A-05FF-5C62-CA8D6ACC46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79766" y="3395242"/>
              <a:ext cx="209457" cy="196411"/>
            </a:xfrm>
            <a:prstGeom prst="rect">
              <a:avLst/>
            </a:prstGeom>
          </p:spPr>
        </p:pic>
        <p:pic>
          <p:nvPicPr>
            <p:cNvPr id="993" name="Graphic 992" descr="Deciduous tree with solid fill">
              <a:extLst>
                <a:ext uri="{FF2B5EF4-FFF2-40B4-BE49-F238E27FC236}">
                  <a16:creationId xmlns:a16="http://schemas.microsoft.com/office/drawing/2014/main" id="{DE569F36-1100-E31C-393F-676FAD0340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460" y="3518734"/>
              <a:ext cx="209457" cy="196411"/>
            </a:xfrm>
            <a:prstGeom prst="rect">
              <a:avLst/>
            </a:prstGeom>
          </p:spPr>
        </p:pic>
        <p:pic>
          <p:nvPicPr>
            <p:cNvPr id="994" name="Graphic 993" descr="Deciduous tree with solid fill">
              <a:extLst>
                <a:ext uri="{FF2B5EF4-FFF2-40B4-BE49-F238E27FC236}">
                  <a16:creationId xmlns:a16="http://schemas.microsoft.com/office/drawing/2014/main" id="{3B8DF93D-BBD2-89AD-D0EC-606F34C4D1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156" y="3642225"/>
              <a:ext cx="209457" cy="196411"/>
            </a:xfrm>
            <a:prstGeom prst="rect">
              <a:avLst/>
            </a:prstGeom>
          </p:spPr>
        </p:pic>
        <p:pic>
          <p:nvPicPr>
            <p:cNvPr id="995" name="Graphic 994" descr="Deciduous tree with solid fill">
              <a:extLst>
                <a:ext uri="{FF2B5EF4-FFF2-40B4-BE49-F238E27FC236}">
                  <a16:creationId xmlns:a16="http://schemas.microsoft.com/office/drawing/2014/main" id="{2B63B60E-6A59-DC53-EAE7-749A1075EB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4851" y="3765716"/>
              <a:ext cx="209457" cy="196411"/>
            </a:xfrm>
            <a:prstGeom prst="rect">
              <a:avLst/>
            </a:prstGeom>
          </p:spPr>
        </p:pic>
        <p:pic>
          <p:nvPicPr>
            <p:cNvPr id="996" name="Graphic 995" descr="Deciduous tree with solid fill">
              <a:extLst>
                <a:ext uri="{FF2B5EF4-FFF2-40B4-BE49-F238E27FC236}">
                  <a16:creationId xmlns:a16="http://schemas.microsoft.com/office/drawing/2014/main" id="{C027BB36-9874-C446-733A-B960529E10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5091" y="2195783"/>
              <a:ext cx="209457" cy="196411"/>
            </a:xfrm>
            <a:prstGeom prst="rect">
              <a:avLst/>
            </a:prstGeom>
          </p:spPr>
        </p:pic>
        <p:pic>
          <p:nvPicPr>
            <p:cNvPr id="997" name="Graphic 996" descr="Deciduous tree with solid fill">
              <a:extLst>
                <a:ext uri="{FF2B5EF4-FFF2-40B4-BE49-F238E27FC236}">
                  <a16:creationId xmlns:a16="http://schemas.microsoft.com/office/drawing/2014/main" id="{35130B00-810E-787B-D151-CD987184FD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6784" y="2319274"/>
              <a:ext cx="209457" cy="196411"/>
            </a:xfrm>
            <a:prstGeom prst="rect">
              <a:avLst/>
            </a:prstGeom>
          </p:spPr>
        </p:pic>
        <p:pic>
          <p:nvPicPr>
            <p:cNvPr id="998" name="Graphic 997" descr="Deciduous tree with solid fill">
              <a:extLst>
                <a:ext uri="{FF2B5EF4-FFF2-40B4-BE49-F238E27FC236}">
                  <a16:creationId xmlns:a16="http://schemas.microsoft.com/office/drawing/2014/main" id="{E8B3631D-FA83-6024-B096-0460EE1ACE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8479" y="2442766"/>
              <a:ext cx="209457" cy="196411"/>
            </a:xfrm>
            <a:prstGeom prst="rect">
              <a:avLst/>
            </a:prstGeom>
          </p:spPr>
        </p:pic>
        <p:pic>
          <p:nvPicPr>
            <p:cNvPr id="999" name="Graphic 998" descr="Deciduous tree with solid fill">
              <a:extLst>
                <a:ext uri="{FF2B5EF4-FFF2-40B4-BE49-F238E27FC236}">
                  <a16:creationId xmlns:a16="http://schemas.microsoft.com/office/drawing/2014/main" id="{57CE5757-EEBE-2A08-1E2C-6FD1E5FC33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176" y="2566257"/>
              <a:ext cx="209457" cy="196411"/>
            </a:xfrm>
            <a:prstGeom prst="rect">
              <a:avLst/>
            </a:prstGeom>
          </p:spPr>
        </p:pic>
        <p:pic>
          <p:nvPicPr>
            <p:cNvPr id="1000" name="Graphic 999" descr="Deciduous tree with solid fill">
              <a:extLst>
                <a:ext uri="{FF2B5EF4-FFF2-40B4-BE49-F238E27FC236}">
                  <a16:creationId xmlns:a16="http://schemas.microsoft.com/office/drawing/2014/main" id="{AB66C3FC-2880-3F98-7DBB-8A247A8AC9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1869" y="2689748"/>
              <a:ext cx="209457" cy="196411"/>
            </a:xfrm>
            <a:prstGeom prst="rect">
              <a:avLst/>
            </a:prstGeom>
          </p:spPr>
        </p:pic>
        <p:pic>
          <p:nvPicPr>
            <p:cNvPr id="1001" name="Graphic 1000" descr="Deciduous tree with solid fill">
              <a:extLst>
                <a:ext uri="{FF2B5EF4-FFF2-40B4-BE49-F238E27FC236}">
                  <a16:creationId xmlns:a16="http://schemas.microsoft.com/office/drawing/2014/main" id="{C1D5B4A4-7B23-94F6-7538-47F6056FEF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563" y="2813240"/>
              <a:ext cx="209457" cy="196411"/>
            </a:xfrm>
            <a:prstGeom prst="rect">
              <a:avLst/>
            </a:prstGeom>
          </p:spPr>
        </p:pic>
        <p:pic>
          <p:nvPicPr>
            <p:cNvPr id="1002" name="Graphic 1001" descr="Deciduous tree with solid fill">
              <a:extLst>
                <a:ext uri="{FF2B5EF4-FFF2-40B4-BE49-F238E27FC236}">
                  <a16:creationId xmlns:a16="http://schemas.microsoft.com/office/drawing/2014/main" id="{40C16E67-E182-6D7F-2A1C-7B110BDA66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259" y="2936731"/>
              <a:ext cx="209457" cy="196411"/>
            </a:xfrm>
            <a:prstGeom prst="rect">
              <a:avLst/>
            </a:prstGeom>
          </p:spPr>
        </p:pic>
        <p:pic>
          <p:nvPicPr>
            <p:cNvPr id="1003" name="Graphic 1002" descr="Deciduous tree with solid fill">
              <a:extLst>
                <a:ext uri="{FF2B5EF4-FFF2-40B4-BE49-F238E27FC236}">
                  <a16:creationId xmlns:a16="http://schemas.microsoft.com/office/drawing/2014/main" id="{CD4BAECE-AF82-D4AE-F7C2-0493ACF1DC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6953" y="3060221"/>
              <a:ext cx="209457" cy="196411"/>
            </a:xfrm>
            <a:prstGeom prst="rect">
              <a:avLst/>
            </a:prstGeom>
          </p:spPr>
        </p:pic>
        <p:pic>
          <p:nvPicPr>
            <p:cNvPr id="1004" name="Graphic 1003" descr="Deciduous tree with solid fill">
              <a:extLst>
                <a:ext uri="{FF2B5EF4-FFF2-40B4-BE49-F238E27FC236}">
                  <a16:creationId xmlns:a16="http://schemas.microsoft.com/office/drawing/2014/main" id="{CB137258-6F86-EEFB-9849-324FEA47C9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648" y="3183714"/>
              <a:ext cx="209457" cy="196411"/>
            </a:xfrm>
            <a:prstGeom prst="rect">
              <a:avLst/>
            </a:prstGeom>
          </p:spPr>
        </p:pic>
        <p:pic>
          <p:nvPicPr>
            <p:cNvPr id="1005" name="Graphic 1004" descr="Deciduous tree with solid fill">
              <a:extLst>
                <a:ext uri="{FF2B5EF4-FFF2-40B4-BE49-F238E27FC236}">
                  <a16:creationId xmlns:a16="http://schemas.microsoft.com/office/drawing/2014/main" id="{FC9E1115-D4DB-6442-134F-51D9A86D80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343" y="3307203"/>
              <a:ext cx="209457" cy="196411"/>
            </a:xfrm>
            <a:prstGeom prst="rect">
              <a:avLst/>
            </a:prstGeom>
          </p:spPr>
        </p:pic>
        <p:pic>
          <p:nvPicPr>
            <p:cNvPr id="1006" name="Graphic 1005" descr="Deciduous tree with solid fill">
              <a:extLst>
                <a:ext uri="{FF2B5EF4-FFF2-40B4-BE49-F238E27FC236}">
                  <a16:creationId xmlns:a16="http://schemas.microsoft.com/office/drawing/2014/main" id="{FA162091-E9C8-9B57-59CE-D585EE9B89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038" y="3430695"/>
              <a:ext cx="209457" cy="196411"/>
            </a:xfrm>
            <a:prstGeom prst="rect">
              <a:avLst/>
            </a:prstGeom>
          </p:spPr>
        </p:pic>
        <p:pic>
          <p:nvPicPr>
            <p:cNvPr id="1007" name="Graphic 1006" descr="Deciduous tree with solid fill">
              <a:extLst>
                <a:ext uri="{FF2B5EF4-FFF2-40B4-BE49-F238E27FC236}">
                  <a16:creationId xmlns:a16="http://schemas.microsoft.com/office/drawing/2014/main" id="{7F1A4442-DB4E-83AC-50EA-0D1C36A972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3733" y="3554186"/>
              <a:ext cx="209457" cy="196411"/>
            </a:xfrm>
            <a:prstGeom prst="rect">
              <a:avLst/>
            </a:prstGeom>
          </p:spPr>
        </p:pic>
        <p:pic>
          <p:nvPicPr>
            <p:cNvPr id="1008" name="Graphic 1007" descr="Deciduous tree with solid fill">
              <a:extLst>
                <a:ext uri="{FF2B5EF4-FFF2-40B4-BE49-F238E27FC236}">
                  <a16:creationId xmlns:a16="http://schemas.microsoft.com/office/drawing/2014/main" id="{79C55C7D-4547-59D8-DF42-B0C09534F2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7" y="3677678"/>
              <a:ext cx="209457" cy="196411"/>
            </a:xfrm>
            <a:prstGeom prst="rect">
              <a:avLst/>
            </a:prstGeom>
          </p:spPr>
        </p:pic>
        <p:pic>
          <p:nvPicPr>
            <p:cNvPr id="1009" name="Graphic 1008" descr="Deciduous tree with solid fill">
              <a:extLst>
                <a:ext uri="{FF2B5EF4-FFF2-40B4-BE49-F238E27FC236}">
                  <a16:creationId xmlns:a16="http://schemas.microsoft.com/office/drawing/2014/main" id="{4ADA4EC5-9A5A-E882-7623-2FCDB3E63D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33021" y="4082977"/>
              <a:ext cx="209457" cy="196411"/>
            </a:xfrm>
            <a:prstGeom prst="rect">
              <a:avLst/>
            </a:prstGeom>
          </p:spPr>
        </p:pic>
        <p:pic>
          <p:nvPicPr>
            <p:cNvPr id="1010" name="Graphic 1009" descr="Deciduous tree with solid fill">
              <a:extLst>
                <a:ext uri="{FF2B5EF4-FFF2-40B4-BE49-F238E27FC236}">
                  <a16:creationId xmlns:a16="http://schemas.microsoft.com/office/drawing/2014/main" id="{0E948EFB-F2F3-2365-1F37-28B2E931E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906" y="1867442"/>
              <a:ext cx="209457" cy="196411"/>
            </a:xfrm>
            <a:prstGeom prst="rect">
              <a:avLst/>
            </a:prstGeom>
          </p:spPr>
        </p:pic>
        <p:pic>
          <p:nvPicPr>
            <p:cNvPr id="1011" name="Graphic 1010" descr="Deciduous tree with solid fill">
              <a:extLst>
                <a:ext uri="{FF2B5EF4-FFF2-40B4-BE49-F238E27FC236}">
                  <a16:creationId xmlns:a16="http://schemas.microsoft.com/office/drawing/2014/main" id="{67A7D645-456C-DFCE-19FC-3CA20FC546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4278" y="1963301"/>
              <a:ext cx="209457" cy="196411"/>
            </a:xfrm>
            <a:prstGeom prst="rect">
              <a:avLst/>
            </a:prstGeom>
          </p:spPr>
        </p:pic>
        <p:pic>
          <p:nvPicPr>
            <p:cNvPr id="1012" name="Graphic 1011" descr="Deciduous tree with solid fill">
              <a:extLst>
                <a:ext uri="{FF2B5EF4-FFF2-40B4-BE49-F238E27FC236}">
                  <a16:creationId xmlns:a16="http://schemas.microsoft.com/office/drawing/2014/main" id="{3EB905E5-E238-4A1C-2AAD-5643D4AE19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482" y="1779403"/>
              <a:ext cx="209457" cy="196411"/>
            </a:xfrm>
            <a:prstGeom prst="rect">
              <a:avLst/>
            </a:prstGeom>
          </p:spPr>
        </p:pic>
        <p:pic>
          <p:nvPicPr>
            <p:cNvPr id="1013" name="Graphic 1012" descr="Deciduous tree with solid fill">
              <a:extLst>
                <a:ext uri="{FF2B5EF4-FFF2-40B4-BE49-F238E27FC236}">
                  <a16:creationId xmlns:a16="http://schemas.microsoft.com/office/drawing/2014/main" id="{CB482250-3979-3297-63BD-B1376E3B98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974" y="2086792"/>
              <a:ext cx="209457" cy="196411"/>
            </a:xfrm>
            <a:prstGeom prst="rect">
              <a:avLst/>
            </a:prstGeom>
          </p:spPr>
        </p:pic>
        <p:pic>
          <p:nvPicPr>
            <p:cNvPr id="1014" name="Graphic 1013" descr="Deciduous tree with solid fill">
              <a:extLst>
                <a:ext uri="{FF2B5EF4-FFF2-40B4-BE49-F238E27FC236}">
                  <a16:creationId xmlns:a16="http://schemas.microsoft.com/office/drawing/2014/main" id="{83740729-1108-5F8D-BA61-405C9BCB3A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9" y="2210283"/>
              <a:ext cx="209457" cy="196411"/>
            </a:xfrm>
            <a:prstGeom prst="rect">
              <a:avLst/>
            </a:prstGeom>
          </p:spPr>
        </p:pic>
        <p:pic>
          <p:nvPicPr>
            <p:cNvPr id="1015" name="Graphic 1014" descr="Deciduous tree with solid fill">
              <a:extLst>
                <a:ext uri="{FF2B5EF4-FFF2-40B4-BE49-F238E27FC236}">
                  <a16:creationId xmlns:a16="http://schemas.microsoft.com/office/drawing/2014/main" id="{88E2CE23-540C-3E33-EF85-07812EAB25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3" y="2333774"/>
              <a:ext cx="209457" cy="196411"/>
            </a:xfrm>
            <a:prstGeom prst="rect">
              <a:avLst/>
            </a:prstGeom>
          </p:spPr>
        </p:pic>
        <p:pic>
          <p:nvPicPr>
            <p:cNvPr id="1016" name="Graphic 1015" descr="Deciduous tree with solid fill">
              <a:extLst>
                <a:ext uri="{FF2B5EF4-FFF2-40B4-BE49-F238E27FC236}">
                  <a16:creationId xmlns:a16="http://schemas.microsoft.com/office/drawing/2014/main" id="{052CE2E4-C3DC-4049-87DC-C908DFDC9F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8" y="2457266"/>
              <a:ext cx="209457" cy="196411"/>
            </a:xfrm>
            <a:prstGeom prst="rect">
              <a:avLst/>
            </a:prstGeom>
          </p:spPr>
        </p:pic>
        <p:pic>
          <p:nvPicPr>
            <p:cNvPr id="1017" name="Graphic 1016" descr="Deciduous tree with solid fill">
              <a:extLst>
                <a:ext uri="{FF2B5EF4-FFF2-40B4-BE49-F238E27FC236}">
                  <a16:creationId xmlns:a16="http://schemas.microsoft.com/office/drawing/2014/main" id="{14F2BB3A-B294-36BD-DC27-4E2981A41C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3" y="2580758"/>
              <a:ext cx="209457" cy="196411"/>
            </a:xfrm>
            <a:prstGeom prst="rect">
              <a:avLst/>
            </a:prstGeom>
          </p:spPr>
        </p:pic>
        <p:pic>
          <p:nvPicPr>
            <p:cNvPr id="1018" name="Graphic 1017" descr="Deciduous tree with solid fill">
              <a:extLst>
                <a:ext uri="{FF2B5EF4-FFF2-40B4-BE49-F238E27FC236}">
                  <a16:creationId xmlns:a16="http://schemas.microsoft.com/office/drawing/2014/main" id="{C8BB26CA-EBDC-0687-9776-2A3886B317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1019" name="Graphic 1018" descr="Deciduous tree with solid fill">
              <a:extLst>
                <a:ext uri="{FF2B5EF4-FFF2-40B4-BE49-F238E27FC236}">
                  <a16:creationId xmlns:a16="http://schemas.microsoft.com/office/drawing/2014/main" id="{E690BBA4-EA18-7B93-4EC5-44297F144F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020" name="Graphic 1019" descr="Deciduous tree with solid fill">
              <a:extLst>
                <a:ext uri="{FF2B5EF4-FFF2-40B4-BE49-F238E27FC236}">
                  <a16:creationId xmlns:a16="http://schemas.microsoft.com/office/drawing/2014/main" id="{7FCE7DD3-796C-85B2-17AF-0D47F64676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021" name="Graphic 1020" descr="Deciduous tree with solid fill">
              <a:extLst>
                <a:ext uri="{FF2B5EF4-FFF2-40B4-BE49-F238E27FC236}">
                  <a16:creationId xmlns:a16="http://schemas.microsoft.com/office/drawing/2014/main" id="{C014A028-9A80-27DA-66AA-77A271780F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1" y="3074722"/>
              <a:ext cx="209457" cy="196411"/>
            </a:xfrm>
            <a:prstGeom prst="rect">
              <a:avLst/>
            </a:prstGeom>
          </p:spPr>
        </p:pic>
        <p:pic>
          <p:nvPicPr>
            <p:cNvPr id="1022" name="Graphic 1021" descr="Deciduous tree with solid fill">
              <a:extLst>
                <a:ext uri="{FF2B5EF4-FFF2-40B4-BE49-F238E27FC236}">
                  <a16:creationId xmlns:a16="http://schemas.microsoft.com/office/drawing/2014/main" id="{E7222E72-8C8F-0928-CCF5-BC65686B37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6" y="3198214"/>
              <a:ext cx="209457" cy="196411"/>
            </a:xfrm>
            <a:prstGeom prst="rect">
              <a:avLst/>
            </a:prstGeom>
          </p:spPr>
        </p:pic>
        <p:pic>
          <p:nvPicPr>
            <p:cNvPr id="1023" name="Graphic 1022" descr="Deciduous tree with solid fill">
              <a:extLst>
                <a:ext uri="{FF2B5EF4-FFF2-40B4-BE49-F238E27FC236}">
                  <a16:creationId xmlns:a16="http://schemas.microsoft.com/office/drawing/2014/main" id="{B8C23FE1-1055-20B5-07D0-AAECA669D7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1" y="3321705"/>
              <a:ext cx="209457" cy="196411"/>
            </a:xfrm>
            <a:prstGeom prst="rect">
              <a:avLst/>
            </a:prstGeom>
          </p:spPr>
        </p:pic>
        <p:pic>
          <p:nvPicPr>
            <p:cNvPr id="1024" name="Graphic 1023" descr="Deciduous tree with solid fill">
              <a:extLst>
                <a:ext uri="{FF2B5EF4-FFF2-40B4-BE49-F238E27FC236}">
                  <a16:creationId xmlns:a16="http://schemas.microsoft.com/office/drawing/2014/main" id="{203A6AD9-09D9-F7FB-51A8-4F4528436C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6" y="3445196"/>
              <a:ext cx="209457" cy="196411"/>
            </a:xfrm>
            <a:prstGeom prst="rect">
              <a:avLst/>
            </a:prstGeom>
          </p:spPr>
        </p:pic>
        <p:pic>
          <p:nvPicPr>
            <p:cNvPr id="1025" name="Graphic 1024" descr="Deciduous tree with solid fill">
              <a:extLst>
                <a:ext uri="{FF2B5EF4-FFF2-40B4-BE49-F238E27FC236}">
                  <a16:creationId xmlns:a16="http://schemas.microsoft.com/office/drawing/2014/main" id="{5C374DE5-25C2-6C80-EFA2-F73FCF052D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601" y="1990933"/>
              <a:ext cx="209457" cy="196411"/>
            </a:xfrm>
            <a:prstGeom prst="rect">
              <a:avLst/>
            </a:prstGeom>
          </p:spPr>
        </p:pic>
        <p:pic>
          <p:nvPicPr>
            <p:cNvPr id="1026" name="Graphic 1025" descr="Deciduous tree with solid fill">
              <a:extLst>
                <a:ext uri="{FF2B5EF4-FFF2-40B4-BE49-F238E27FC236}">
                  <a16:creationId xmlns:a16="http://schemas.microsoft.com/office/drawing/2014/main" id="{E1B2B0D1-4F7C-0EF9-B56D-326A3A5FD8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4" y="2114424"/>
              <a:ext cx="209457" cy="196411"/>
            </a:xfrm>
            <a:prstGeom prst="rect">
              <a:avLst/>
            </a:prstGeom>
          </p:spPr>
        </p:pic>
        <p:pic>
          <p:nvPicPr>
            <p:cNvPr id="1027" name="Graphic 1026" descr="Deciduous tree with solid fill">
              <a:extLst>
                <a:ext uri="{FF2B5EF4-FFF2-40B4-BE49-F238E27FC236}">
                  <a16:creationId xmlns:a16="http://schemas.microsoft.com/office/drawing/2014/main" id="{B18B6168-3B00-ADE1-F2D5-AEEAA795D4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1028" name="Graphic 1027" descr="Deciduous tree with solid fill">
              <a:extLst>
                <a:ext uri="{FF2B5EF4-FFF2-40B4-BE49-F238E27FC236}">
                  <a16:creationId xmlns:a16="http://schemas.microsoft.com/office/drawing/2014/main" id="{262BF510-AA91-E2AA-D189-37A61C77FD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1029" name="Graphic 1028" descr="Deciduous tree with solid fill">
              <a:extLst>
                <a:ext uri="{FF2B5EF4-FFF2-40B4-BE49-F238E27FC236}">
                  <a16:creationId xmlns:a16="http://schemas.microsoft.com/office/drawing/2014/main" id="{3164E2D4-0DF3-59B8-161F-896D38D44A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1030" name="Graphic 1029" descr="Deciduous tree with solid fill">
              <a:extLst>
                <a:ext uri="{FF2B5EF4-FFF2-40B4-BE49-F238E27FC236}">
                  <a16:creationId xmlns:a16="http://schemas.microsoft.com/office/drawing/2014/main" id="{10501B92-14C0-2EF9-9E0B-8075FF4388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4" y="2608389"/>
              <a:ext cx="209457" cy="196411"/>
            </a:xfrm>
            <a:prstGeom prst="rect">
              <a:avLst/>
            </a:prstGeom>
          </p:spPr>
        </p:pic>
        <p:pic>
          <p:nvPicPr>
            <p:cNvPr id="1031" name="Graphic 1030" descr="Deciduous tree with solid fill">
              <a:extLst>
                <a:ext uri="{FF2B5EF4-FFF2-40B4-BE49-F238E27FC236}">
                  <a16:creationId xmlns:a16="http://schemas.microsoft.com/office/drawing/2014/main" id="{0AE82F1F-49C5-C2B4-CD22-7065C27E63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9" y="2731881"/>
              <a:ext cx="209457" cy="196411"/>
            </a:xfrm>
            <a:prstGeom prst="rect">
              <a:avLst/>
            </a:prstGeom>
          </p:spPr>
        </p:pic>
        <p:pic>
          <p:nvPicPr>
            <p:cNvPr id="1032" name="Graphic 1031" descr="Deciduous tree with solid fill">
              <a:extLst>
                <a:ext uri="{FF2B5EF4-FFF2-40B4-BE49-F238E27FC236}">
                  <a16:creationId xmlns:a16="http://schemas.microsoft.com/office/drawing/2014/main" id="{A6512719-A0DF-3021-5455-14B2E5A4FD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3" y="2855372"/>
              <a:ext cx="209457" cy="196411"/>
            </a:xfrm>
            <a:prstGeom prst="rect">
              <a:avLst/>
            </a:prstGeom>
          </p:spPr>
        </p:pic>
        <p:pic>
          <p:nvPicPr>
            <p:cNvPr id="1033" name="Graphic 1032" descr="Deciduous tree with solid fill">
              <a:extLst>
                <a:ext uri="{FF2B5EF4-FFF2-40B4-BE49-F238E27FC236}">
                  <a16:creationId xmlns:a16="http://schemas.microsoft.com/office/drawing/2014/main" id="{8B9A0C04-5596-2C68-5016-5E6A395A4B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8" y="2978863"/>
              <a:ext cx="209457" cy="196411"/>
            </a:xfrm>
            <a:prstGeom prst="rect">
              <a:avLst/>
            </a:prstGeom>
          </p:spPr>
        </p:pic>
        <p:pic>
          <p:nvPicPr>
            <p:cNvPr id="1034" name="Graphic 1033" descr="Deciduous tree with solid fill">
              <a:extLst>
                <a:ext uri="{FF2B5EF4-FFF2-40B4-BE49-F238E27FC236}">
                  <a16:creationId xmlns:a16="http://schemas.microsoft.com/office/drawing/2014/main" id="{315AA094-1913-FFDB-9E8A-FB1F1D77C6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3" y="3102355"/>
              <a:ext cx="209457" cy="196411"/>
            </a:xfrm>
            <a:prstGeom prst="rect">
              <a:avLst/>
            </a:prstGeom>
          </p:spPr>
        </p:pic>
        <p:pic>
          <p:nvPicPr>
            <p:cNvPr id="1035" name="Graphic 1034" descr="Deciduous tree with solid fill">
              <a:extLst>
                <a:ext uri="{FF2B5EF4-FFF2-40B4-BE49-F238E27FC236}">
                  <a16:creationId xmlns:a16="http://schemas.microsoft.com/office/drawing/2014/main" id="{FA8B937C-60A5-8AFA-2BFA-7A3A23694F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8" y="3225846"/>
              <a:ext cx="209457" cy="196411"/>
            </a:xfrm>
            <a:prstGeom prst="rect">
              <a:avLst/>
            </a:prstGeom>
          </p:spPr>
        </p:pic>
        <p:pic>
          <p:nvPicPr>
            <p:cNvPr id="1036" name="Graphic 1035" descr="Deciduous tree with solid fill">
              <a:extLst>
                <a:ext uri="{FF2B5EF4-FFF2-40B4-BE49-F238E27FC236}">
                  <a16:creationId xmlns:a16="http://schemas.microsoft.com/office/drawing/2014/main" id="{D0CBEFE0-A8C7-E5B7-B70D-62B44A891E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3" y="3349337"/>
              <a:ext cx="209457" cy="196411"/>
            </a:xfrm>
            <a:prstGeom prst="rect">
              <a:avLst/>
            </a:prstGeom>
          </p:spPr>
        </p:pic>
        <p:pic>
          <p:nvPicPr>
            <p:cNvPr id="1037" name="Graphic 1036" descr="Deciduous tree with solid fill">
              <a:extLst>
                <a:ext uri="{FF2B5EF4-FFF2-40B4-BE49-F238E27FC236}">
                  <a16:creationId xmlns:a16="http://schemas.microsoft.com/office/drawing/2014/main" id="{AAAD3F01-2F4F-884B-19CE-BE38C61E00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2176" y="1902894"/>
              <a:ext cx="209457" cy="196411"/>
            </a:xfrm>
            <a:prstGeom prst="rect">
              <a:avLst/>
            </a:prstGeom>
          </p:spPr>
        </p:pic>
        <p:pic>
          <p:nvPicPr>
            <p:cNvPr id="1038" name="Graphic 1037" descr="Deciduous tree with solid fill">
              <a:extLst>
                <a:ext uri="{FF2B5EF4-FFF2-40B4-BE49-F238E27FC236}">
                  <a16:creationId xmlns:a16="http://schemas.microsoft.com/office/drawing/2014/main" id="{E2617A4F-D8F6-21A5-0031-830FF5323D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1" y="2026385"/>
              <a:ext cx="209457" cy="196411"/>
            </a:xfrm>
            <a:prstGeom prst="rect">
              <a:avLst/>
            </a:prstGeom>
          </p:spPr>
        </p:pic>
        <p:pic>
          <p:nvPicPr>
            <p:cNvPr id="1039" name="Graphic 1038" descr="Deciduous tree with solid fill">
              <a:extLst>
                <a:ext uri="{FF2B5EF4-FFF2-40B4-BE49-F238E27FC236}">
                  <a16:creationId xmlns:a16="http://schemas.microsoft.com/office/drawing/2014/main" id="{94135810-3B20-39A0-B200-69CC32ACED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6" y="2149877"/>
              <a:ext cx="209457" cy="196411"/>
            </a:xfrm>
            <a:prstGeom prst="rect">
              <a:avLst/>
            </a:prstGeom>
          </p:spPr>
        </p:pic>
        <p:pic>
          <p:nvPicPr>
            <p:cNvPr id="1040" name="Graphic 1039" descr="Deciduous tree with solid fill">
              <a:extLst>
                <a:ext uri="{FF2B5EF4-FFF2-40B4-BE49-F238E27FC236}">
                  <a16:creationId xmlns:a16="http://schemas.microsoft.com/office/drawing/2014/main" id="{870F2EB6-7995-E6FD-26FA-D5FAC55E7E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1" y="2273368"/>
              <a:ext cx="209457" cy="196411"/>
            </a:xfrm>
            <a:prstGeom prst="rect">
              <a:avLst/>
            </a:prstGeom>
          </p:spPr>
        </p:pic>
        <p:pic>
          <p:nvPicPr>
            <p:cNvPr id="1041" name="Graphic 1040" descr="Deciduous tree with solid fill">
              <a:extLst>
                <a:ext uri="{FF2B5EF4-FFF2-40B4-BE49-F238E27FC236}">
                  <a16:creationId xmlns:a16="http://schemas.microsoft.com/office/drawing/2014/main" id="{B5C5570F-DA8D-A021-EFCF-8FF36630C8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6" y="2396860"/>
              <a:ext cx="209457" cy="196411"/>
            </a:xfrm>
            <a:prstGeom prst="rect">
              <a:avLst/>
            </a:prstGeom>
          </p:spPr>
        </p:pic>
        <p:pic>
          <p:nvPicPr>
            <p:cNvPr id="1042" name="Graphic 1041" descr="Deciduous tree with solid fill">
              <a:extLst>
                <a:ext uri="{FF2B5EF4-FFF2-40B4-BE49-F238E27FC236}">
                  <a16:creationId xmlns:a16="http://schemas.microsoft.com/office/drawing/2014/main" id="{45CEFBD0-FE0D-DC66-41C7-F3B8E43AD6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1" y="2520351"/>
              <a:ext cx="209457" cy="196411"/>
            </a:xfrm>
            <a:prstGeom prst="rect">
              <a:avLst/>
            </a:prstGeom>
          </p:spPr>
        </p:pic>
        <p:pic>
          <p:nvPicPr>
            <p:cNvPr id="1043" name="Graphic 1042" descr="Deciduous tree with solid fill">
              <a:extLst>
                <a:ext uri="{FF2B5EF4-FFF2-40B4-BE49-F238E27FC236}">
                  <a16:creationId xmlns:a16="http://schemas.microsoft.com/office/drawing/2014/main" id="{C92F43E2-09A9-2CAB-5C65-048D55A538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6" y="2643841"/>
              <a:ext cx="209457" cy="196411"/>
            </a:xfrm>
            <a:prstGeom prst="rect">
              <a:avLst/>
            </a:prstGeom>
          </p:spPr>
        </p:pic>
        <p:pic>
          <p:nvPicPr>
            <p:cNvPr id="1044" name="Graphic 1043" descr="Deciduous tree with solid fill">
              <a:extLst>
                <a:ext uri="{FF2B5EF4-FFF2-40B4-BE49-F238E27FC236}">
                  <a16:creationId xmlns:a16="http://schemas.microsoft.com/office/drawing/2014/main" id="{F1F9926C-649C-DFA4-0E81-A6312A4E3B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1" y="2767333"/>
              <a:ext cx="209457" cy="196411"/>
            </a:xfrm>
            <a:prstGeom prst="rect">
              <a:avLst/>
            </a:prstGeom>
          </p:spPr>
        </p:pic>
        <p:pic>
          <p:nvPicPr>
            <p:cNvPr id="1045" name="Graphic 1044" descr="Deciduous tree with solid fill">
              <a:extLst>
                <a:ext uri="{FF2B5EF4-FFF2-40B4-BE49-F238E27FC236}">
                  <a16:creationId xmlns:a16="http://schemas.microsoft.com/office/drawing/2014/main" id="{5721C389-BD9A-9ADF-6C6E-7891E16CFB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4" y="2890825"/>
              <a:ext cx="209457" cy="196411"/>
            </a:xfrm>
            <a:prstGeom prst="rect">
              <a:avLst/>
            </a:prstGeom>
          </p:spPr>
        </p:pic>
        <p:pic>
          <p:nvPicPr>
            <p:cNvPr id="1046" name="Graphic 1045" descr="Deciduous tree with solid fill">
              <a:extLst>
                <a:ext uri="{FF2B5EF4-FFF2-40B4-BE49-F238E27FC236}">
                  <a16:creationId xmlns:a16="http://schemas.microsoft.com/office/drawing/2014/main" id="{E875BAB4-2CA9-200F-4F5B-5EFF74492C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9" y="3014316"/>
              <a:ext cx="209457" cy="196411"/>
            </a:xfrm>
            <a:prstGeom prst="rect">
              <a:avLst/>
            </a:prstGeom>
          </p:spPr>
        </p:pic>
        <p:pic>
          <p:nvPicPr>
            <p:cNvPr id="1047" name="Graphic 1046" descr="Deciduous tree with solid fill">
              <a:extLst>
                <a:ext uri="{FF2B5EF4-FFF2-40B4-BE49-F238E27FC236}">
                  <a16:creationId xmlns:a16="http://schemas.microsoft.com/office/drawing/2014/main" id="{28582DDE-7403-8168-A31F-B54FCBA29A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4" y="3137808"/>
              <a:ext cx="209457" cy="196411"/>
            </a:xfrm>
            <a:prstGeom prst="rect">
              <a:avLst/>
            </a:prstGeom>
          </p:spPr>
        </p:pic>
        <p:pic>
          <p:nvPicPr>
            <p:cNvPr id="1048" name="Graphic 1047" descr="Deciduous tree with solid fill">
              <a:extLst>
                <a:ext uri="{FF2B5EF4-FFF2-40B4-BE49-F238E27FC236}">
                  <a16:creationId xmlns:a16="http://schemas.microsoft.com/office/drawing/2014/main" id="{E35227EB-0353-C98E-F8B4-28D3417B61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8" y="3261298"/>
              <a:ext cx="209457" cy="196411"/>
            </a:xfrm>
            <a:prstGeom prst="rect">
              <a:avLst/>
            </a:prstGeom>
          </p:spPr>
        </p:pic>
        <p:pic>
          <p:nvPicPr>
            <p:cNvPr id="1049" name="Graphic 1048" descr="Deciduous tree with solid fill">
              <a:extLst>
                <a:ext uri="{FF2B5EF4-FFF2-40B4-BE49-F238E27FC236}">
                  <a16:creationId xmlns:a16="http://schemas.microsoft.com/office/drawing/2014/main" id="{2FC96ED2-447B-0B64-E45F-C32B608AB7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601" y="1990933"/>
              <a:ext cx="209457" cy="196411"/>
            </a:xfrm>
            <a:prstGeom prst="rect">
              <a:avLst/>
            </a:prstGeom>
          </p:spPr>
        </p:pic>
        <p:pic>
          <p:nvPicPr>
            <p:cNvPr id="1050" name="Graphic 1049" descr="Deciduous tree with solid fill">
              <a:extLst>
                <a:ext uri="{FF2B5EF4-FFF2-40B4-BE49-F238E27FC236}">
                  <a16:creationId xmlns:a16="http://schemas.microsoft.com/office/drawing/2014/main" id="{BF398D82-821A-E82D-8AFC-AE295D9384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974" y="2086792"/>
              <a:ext cx="209457" cy="196411"/>
            </a:xfrm>
            <a:prstGeom prst="rect">
              <a:avLst/>
            </a:prstGeom>
          </p:spPr>
        </p:pic>
        <p:pic>
          <p:nvPicPr>
            <p:cNvPr id="1051" name="Graphic 1050" descr="Deciduous tree with solid fill">
              <a:extLst>
                <a:ext uri="{FF2B5EF4-FFF2-40B4-BE49-F238E27FC236}">
                  <a16:creationId xmlns:a16="http://schemas.microsoft.com/office/drawing/2014/main" id="{F3BE33BF-0B9E-4BA5-32EB-B245269069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6" y="1902894"/>
              <a:ext cx="209457" cy="196411"/>
            </a:xfrm>
            <a:prstGeom prst="rect">
              <a:avLst/>
            </a:prstGeom>
          </p:spPr>
        </p:pic>
        <p:pic>
          <p:nvPicPr>
            <p:cNvPr id="1052" name="Graphic 1051" descr="Deciduous tree with solid fill">
              <a:extLst>
                <a:ext uri="{FF2B5EF4-FFF2-40B4-BE49-F238E27FC236}">
                  <a16:creationId xmlns:a16="http://schemas.microsoft.com/office/drawing/2014/main" id="{3A8CC250-F815-CE54-EA1D-9ED89E21F8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9" y="2210283"/>
              <a:ext cx="209457" cy="196411"/>
            </a:xfrm>
            <a:prstGeom prst="rect">
              <a:avLst/>
            </a:prstGeom>
          </p:spPr>
        </p:pic>
        <p:pic>
          <p:nvPicPr>
            <p:cNvPr id="1053" name="Graphic 1052" descr="Deciduous tree with solid fill">
              <a:extLst>
                <a:ext uri="{FF2B5EF4-FFF2-40B4-BE49-F238E27FC236}">
                  <a16:creationId xmlns:a16="http://schemas.microsoft.com/office/drawing/2014/main" id="{2D33A3A6-5375-6497-F01F-F4C0C266D8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3" y="2333774"/>
              <a:ext cx="209457" cy="196411"/>
            </a:xfrm>
            <a:prstGeom prst="rect">
              <a:avLst/>
            </a:prstGeom>
          </p:spPr>
        </p:pic>
        <p:pic>
          <p:nvPicPr>
            <p:cNvPr id="1054" name="Graphic 1053" descr="Deciduous tree with solid fill">
              <a:extLst>
                <a:ext uri="{FF2B5EF4-FFF2-40B4-BE49-F238E27FC236}">
                  <a16:creationId xmlns:a16="http://schemas.microsoft.com/office/drawing/2014/main" id="{3E9E73E7-B73C-546D-E5CC-6D0D20FBF9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8" y="2457266"/>
              <a:ext cx="209457" cy="196411"/>
            </a:xfrm>
            <a:prstGeom prst="rect">
              <a:avLst/>
            </a:prstGeom>
          </p:spPr>
        </p:pic>
        <p:pic>
          <p:nvPicPr>
            <p:cNvPr id="1055" name="Graphic 1054" descr="Deciduous tree with solid fill">
              <a:extLst>
                <a:ext uri="{FF2B5EF4-FFF2-40B4-BE49-F238E27FC236}">
                  <a16:creationId xmlns:a16="http://schemas.microsoft.com/office/drawing/2014/main" id="{6D30FF06-D453-3B0E-6C04-63E83A588A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3" y="2580758"/>
              <a:ext cx="209457" cy="196411"/>
            </a:xfrm>
            <a:prstGeom prst="rect">
              <a:avLst/>
            </a:prstGeom>
          </p:spPr>
        </p:pic>
        <p:pic>
          <p:nvPicPr>
            <p:cNvPr id="1056" name="Graphic 1055" descr="Deciduous tree with solid fill">
              <a:extLst>
                <a:ext uri="{FF2B5EF4-FFF2-40B4-BE49-F238E27FC236}">
                  <a16:creationId xmlns:a16="http://schemas.microsoft.com/office/drawing/2014/main" id="{A836D9B2-144C-650D-2D8C-99D4D931E0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1057" name="Graphic 1056" descr="Deciduous tree with solid fill">
              <a:extLst>
                <a:ext uri="{FF2B5EF4-FFF2-40B4-BE49-F238E27FC236}">
                  <a16:creationId xmlns:a16="http://schemas.microsoft.com/office/drawing/2014/main" id="{0FAFB451-2154-2860-46F0-2B43F3AACB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3" y="2827740"/>
              <a:ext cx="209457" cy="196411"/>
            </a:xfrm>
            <a:prstGeom prst="rect">
              <a:avLst/>
            </a:prstGeom>
          </p:spPr>
        </p:pic>
        <p:pic>
          <p:nvPicPr>
            <p:cNvPr id="1058" name="Graphic 1057" descr="Deciduous tree with solid fill">
              <a:extLst>
                <a:ext uri="{FF2B5EF4-FFF2-40B4-BE49-F238E27FC236}">
                  <a16:creationId xmlns:a16="http://schemas.microsoft.com/office/drawing/2014/main" id="{3FA131EE-4A7F-F192-4442-8A19425EEC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8" y="2951231"/>
              <a:ext cx="209457" cy="196411"/>
            </a:xfrm>
            <a:prstGeom prst="rect">
              <a:avLst/>
            </a:prstGeom>
          </p:spPr>
        </p:pic>
        <p:pic>
          <p:nvPicPr>
            <p:cNvPr id="1059" name="Graphic 1058" descr="Deciduous tree with solid fill">
              <a:extLst>
                <a:ext uri="{FF2B5EF4-FFF2-40B4-BE49-F238E27FC236}">
                  <a16:creationId xmlns:a16="http://schemas.microsoft.com/office/drawing/2014/main" id="{EBBAB6D7-D096-EDEE-6DF1-7E397217D1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1" y="3074722"/>
              <a:ext cx="209457" cy="196411"/>
            </a:xfrm>
            <a:prstGeom prst="rect">
              <a:avLst/>
            </a:prstGeom>
          </p:spPr>
        </p:pic>
        <p:pic>
          <p:nvPicPr>
            <p:cNvPr id="1060" name="Graphic 1059" descr="Deciduous tree with solid fill">
              <a:extLst>
                <a:ext uri="{FF2B5EF4-FFF2-40B4-BE49-F238E27FC236}">
                  <a16:creationId xmlns:a16="http://schemas.microsoft.com/office/drawing/2014/main" id="{352C56F9-DFFD-80A4-4DE6-5AAB7AEE6F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6" y="3198214"/>
              <a:ext cx="209457" cy="196411"/>
            </a:xfrm>
            <a:prstGeom prst="rect">
              <a:avLst/>
            </a:prstGeom>
          </p:spPr>
        </p:pic>
        <p:pic>
          <p:nvPicPr>
            <p:cNvPr id="1061" name="Graphic 1060" descr="Deciduous tree with solid fill">
              <a:extLst>
                <a:ext uri="{FF2B5EF4-FFF2-40B4-BE49-F238E27FC236}">
                  <a16:creationId xmlns:a16="http://schemas.microsoft.com/office/drawing/2014/main" id="{823C7052-8EAC-6090-D7EF-B54FE33909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1" y="3321705"/>
              <a:ext cx="209457" cy="196411"/>
            </a:xfrm>
            <a:prstGeom prst="rect">
              <a:avLst/>
            </a:prstGeom>
          </p:spPr>
        </p:pic>
        <p:pic>
          <p:nvPicPr>
            <p:cNvPr id="1062" name="Graphic 1061" descr="Deciduous tree with solid fill">
              <a:extLst>
                <a:ext uri="{FF2B5EF4-FFF2-40B4-BE49-F238E27FC236}">
                  <a16:creationId xmlns:a16="http://schemas.microsoft.com/office/drawing/2014/main" id="{ECAE3F39-17E7-625D-CDE7-0C0318E92D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6" y="3445196"/>
              <a:ext cx="209457" cy="196411"/>
            </a:xfrm>
            <a:prstGeom prst="rect">
              <a:avLst/>
            </a:prstGeom>
          </p:spPr>
        </p:pic>
        <p:pic>
          <p:nvPicPr>
            <p:cNvPr id="1063" name="Graphic 1062" descr="Deciduous tree with solid fill">
              <a:extLst>
                <a:ext uri="{FF2B5EF4-FFF2-40B4-BE49-F238E27FC236}">
                  <a16:creationId xmlns:a16="http://schemas.microsoft.com/office/drawing/2014/main" id="{DF3F68F9-75FA-B7D9-2F06-F7F0123D6A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5" y="2114424"/>
              <a:ext cx="209457" cy="196411"/>
            </a:xfrm>
            <a:prstGeom prst="rect">
              <a:avLst/>
            </a:prstGeom>
          </p:spPr>
        </p:pic>
        <p:pic>
          <p:nvPicPr>
            <p:cNvPr id="1064" name="Graphic 1063" descr="Deciduous tree with solid fill">
              <a:extLst>
                <a:ext uri="{FF2B5EF4-FFF2-40B4-BE49-F238E27FC236}">
                  <a16:creationId xmlns:a16="http://schemas.microsoft.com/office/drawing/2014/main" id="{994F8165-7486-EF08-5DA2-CC9059046E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90" y="2237915"/>
              <a:ext cx="209457" cy="196411"/>
            </a:xfrm>
            <a:prstGeom prst="rect">
              <a:avLst/>
            </a:prstGeom>
          </p:spPr>
        </p:pic>
        <p:pic>
          <p:nvPicPr>
            <p:cNvPr id="1065" name="Graphic 1064" descr="Deciduous tree with solid fill">
              <a:extLst>
                <a:ext uri="{FF2B5EF4-FFF2-40B4-BE49-F238E27FC236}">
                  <a16:creationId xmlns:a16="http://schemas.microsoft.com/office/drawing/2014/main" id="{DD5D9D62-D0D4-0B56-2395-45C57158FE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5" y="2361406"/>
              <a:ext cx="209457" cy="196411"/>
            </a:xfrm>
            <a:prstGeom prst="rect">
              <a:avLst/>
            </a:prstGeom>
          </p:spPr>
        </p:pic>
        <p:pic>
          <p:nvPicPr>
            <p:cNvPr id="1066" name="Graphic 1065" descr="Deciduous tree with solid fill">
              <a:extLst>
                <a:ext uri="{FF2B5EF4-FFF2-40B4-BE49-F238E27FC236}">
                  <a16:creationId xmlns:a16="http://schemas.microsoft.com/office/drawing/2014/main" id="{85B38FD2-50B6-ED81-D268-7DFB3541D5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1067" name="Graphic 1066" descr="Deciduous tree with solid fill">
              <a:extLst>
                <a:ext uri="{FF2B5EF4-FFF2-40B4-BE49-F238E27FC236}">
                  <a16:creationId xmlns:a16="http://schemas.microsoft.com/office/drawing/2014/main" id="{DBE443C7-5DC7-E4F2-D8F7-74CF1950A4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4" y="2608389"/>
              <a:ext cx="209457" cy="196411"/>
            </a:xfrm>
            <a:prstGeom prst="rect">
              <a:avLst/>
            </a:prstGeom>
          </p:spPr>
        </p:pic>
        <p:pic>
          <p:nvPicPr>
            <p:cNvPr id="1068" name="Graphic 1067" descr="Deciduous tree with solid fill">
              <a:extLst>
                <a:ext uri="{FF2B5EF4-FFF2-40B4-BE49-F238E27FC236}">
                  <a16:creationId xmlns:a16="http://schemas.microsoft.com/office/drawing/2014/main" id="{C09716D0-0440-9BEC-9D13-5D69CAEC10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9" y="2731881"/>
              <a:ext cx="209457" cy="196411"/>
            </a:xfrm>
            <a:prstGeom prst="rect">
              <a:avLst/>
            </a:prstGeom>
          </p:spPr>
        </p:pic>
        <p:pic>
          <p:nvPicPr>
            <p:cNvPr id="1069" name="Graphic 1068" descr="Deciduous tree with solid fill">
              <a:extLst>
                <a:ext uri="{FF2B5EF4-FFF2-40B4-BE49-F238E27FC236}">
                  <a16:creationId xmlns:a16="http://schemas.microsoft.com/office/drawing/2014/main" id="{0DA59D2F-05C1-71E1-549E-A63F57E7C3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3" y="2855372"/>
              <a:ext cx="209457" cy="196411"/>
            </a:xfrm>
            <a:prstGeom prst="rect">
              <a:avLst/>
            </a:prstGeom>
          </p:spPr>
        </p:pic>
        <p:pic>
          <p:nvPicPr>
            <p:cNvPr id="1070" name="Graphic 1069" descr="Deciduous tree with solid fill">
              <a:extLst>
                <a:ext uri="{FF2B5EF4-FFF2-40B4-BE49-F238E27FC236}">
                  <a16:creationId xmlns:a16="http://schemas.microsoft.com/office/drawing/2014/main" id="{372E904D-865B-7EDF-62FF-18CF807155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8" y="2978863"/>
              <a:ext cx="209457" cy="196411"/>
            </a:xfrm>
            <a:prstGeom prst="rect">
              <a:avLst/>
            </a:prstGeom>
          </p:spPr>
        </p:pic>
        <p:pic>
          <p:nvPicPr>
            <p:cNvPr id="1071" name="Graphic 1070" descr="Deciduous tree with solid fill">
              <a:extLst>
                <a:ext uri="{FF2B5EF4-FFF2-40B4-BE49-F238E27FC236}">
                  <a16:creationId xmlns:a16="http://schemas.microsoft.com/office/drawing/2014/main" id="{67E0A9D2-271A-44B1-FD0A-AB4F9ABF60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3" y="3102355"/>
              <a:ext cx="209457" cy="196411"/>
            </a:xfrm>
            <a:prstGeom prst="rect">
              <a:avLst/>
            </a:prstGeom>
          </p:spPr>
        </p:pic>
        <p:pic>
          <p:nvPicPr>
            <p:cNvPr id="1072" name="Graphic 1071" descr="Deciduous tree with solid fill">
              <a:extLst>
                <a:ext uri="{FF2B5EF4-FFF2-40B4-BE49-F238E27FC236}">
                  <a16:creationId xmlns:a16="http://schemas.microsoft.com/office/drawing/2014/main" id="{B03FF2DC-4EA2-7D7C-C4B5-FEE4664079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8" y="3225846"/>
              <a:ext cx="209457" cy="196411"/>
            </a:xfrm>
            <a:prstGeom prst="rect">
              <a:avLst/>
            </a:prstGeom>
          </p:spPr>
        </p:pic>
        <p:pic>
          <p:nvPicPr>
            <p:cNvPr id="1073" name="Graphic 1072" descr="Deciduous tree with solid fill">
              <a:extLst>
                <a:ext uri="{FF2B5EF4-FFF2-40B4-BE49-F238E27FC236}">
                  <a16:creationId xmlns:a16="http://schemas.microsoft.com/office/drawing/2014/main" id="{81B65C0F-0BDA-BCC5-1133-C87D59B98F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3" y="3349337"/>
              <a:ext cx="209457" cy="196411"/>
            </a:xfrm>
            <a:prstGeom prst="rect">
              <a:avLst/>
            </a:prstGeom>
          </p:spPr>
        </p:pic>
        <p:pic>
          <p:nvPicPr>
            <p:cNvPr id="1074" name="Graphic 1073" descr="Deciduous tree with solid fill">
              <a:extLst>
                <a:ext uri="{FF2B5EF4-FFF2-40B4-BE49-F238E27FC236}">
                  <a16:creationId xmlns:a16="http://schemas.microsoft.com/office/drawing/2014/main" id="{3D0615FC-E8DC-7A8C-2420-7E7DED07C8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1" y="2026385"/>
              <a:ext cx="209457" cy="196411"/>
            </a:xfrm>
            <a:prstGeom prst="rect">
              <a:avLst/>
            </a:prstGeom>
          </p:spPr>
        </p:pic>
        <p:pic>
          <p:nvPicPr>
            <p:cNvPr id="1075" name="Graphic 1074" descr="Deciduous tree with solid fill">
              <a:extLst>
                <a:ext uri="{FF2B5EF4-FFF2-40B4-BE49-F238E27FC236}">
                  <a16:creationId xmlns:a16="http://schemas.microsoft.com/office/drawing/2014/main" id="{897F173D-8FD7-2C43-0A75-6B0A9E1022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6" y="2149877"/>
              <a:ext cx="209457" cy="196411"/>
            </a:xfrm>
            <a:prstGeom prst="rect">
              <a:avLst/>
            </a:prstGeom>
          </p:spPr>
        </p:pic>
        <p:pic>
          <p:nvPicPr>
            <p:cNvPr id="1076" name="Graphic 1075" descr="Deciduous tree with solid fill">
              <a:extLst>
                <a:ext uri="{FF2B5EF4-FFF2-40B4-BE49-F238E27FC236}">
                  <a16:creationId xmlns:a16="http://schemas.microsoft.com/office/drawing/2014/main" id="{8E790CB2-A122-3912-45BD-786B149FD9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1" y="2273368"/>
              <a:ext cx="209457" cy="196411"/>
            </a:xfrm>
            <a:prstGeom prst="rect">
              <a:avLst/>
            </a:prstGeom>
          </p:spPr>
        </p:pic>
        <p:pic>
          <p:nvPicPr>
            <p:cNvPr id="1077" name="Graphic 1076" descr="Deciduous tree with solid fill">
              <a:extLst>
                <a:ext uri="{FF2B5EF4-FFF2-40B4-BE49-F238E27FC236}">
                  <a16:creationId xmlns:a16="http://schemas.microsoft.com/office/drawing/2014/main" id="{14D6E4BA-09E9-924C-FBAC-9D81739455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6" y="2396860"/>
              <a:ext cx="209457" cy="196411"/>
            </a:xfrm>
            <a:prstGeom prst="rect">
              <a:avLst/>
            </a:prstGeom>
          </p:spPr>
        </p:pic>
        <p:pic>
          <p:nvPicPr>
            <p:cNvPr id="1078" name="Graphic 1077" descr="Deciduous tree with solid fill">
              <a:extLst>
                <a:ext uri="{FF2B5EF4-FFF2-40B4-BE49-F238E27FC236}">
                  <a16:creationId xmlns:a16="http://schemas.microsoft.com/office/drawing/2014/main" id="{9BF2F505-319D-FFA4-3512-E4AA1CCAF0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1" y="2520351"/>
              <a:ext cx="209457" cy="196411"/>
            </a:xfrm>
            <a:prstGeom prst="rect">
              <a:avLst/>
            </a:prstGeom>
          </p:spPr>
        </p:pic>
        <p:pic>
          <p:nvPicPr>
            <p:cNvPr id="1079" name="Graphic 1078" descr="Deciduous tree with solid fill">
              <a:extLst>
                <a:ext uri="{FF2B5EF4-FFF2-40B4-BE49-F238E27FC236}">
                  <a16:creationId xmlns:a16="http://schemas.microsoft.com/office/drawing/2014/main" id="{F9D3BC3C-6262-C3A7-21BC-046CF2DA9D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6" y="2643841"/>
              <a:ext cx="209457" cy="196411"/>
            </a:xfrm>
            <a:prstGeom prst="rect">
              <a:avLst/>
            </a:prstGeom>
          </p:spPr>
        </p:pic>
        <p:pic>
          <p:nvPicPr>
            <p:cNvPr id="1080" name="Graphic 1079" descr="Deciduous tree with solid fill">
              <a:extLst>
                <a:ext uri="{FF2B5EF4-FFF2-40B4-BE49-F238E27FC236}">
                  <a16:creationId xmlns:a16="http://schemas.microsoft.com/office/drawing/2014/main" id="{AA5F1747-A7BA-A55A-7700-9787ACB9CF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1" y="2767333"/>
              <a:ext cx="209457" cy="196411"/>
            </a:xfrm>
            <a:prstGeom prst="rect">
              <a:avLst/>
            </a:prstGeom>
          </p:spPr>
        </p:pic>
        <p:pic>
          <p:nvPicPr>
            <p:cNvPr id="1081" name="Graphic 1080" descr="Deciduous tree with solid fill">
              <a:extLst>
                <a:ext uri="{FF2B5EF4-FFF2-40B4-BE49-F238E27FC236}">
                  <a16:creationId xmlns:a16="http://schemas.microsoft.com/office/drawing/2014/main" id="{3ACD1C9F-50D1-9219-32BF-7EE6B39C74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5" y="2890825"/>
              <a:ext cx="209457" cy="196411"/>
            </a:xfrm>
            <a:prstGeom prst="rect">
              <a:avLst/>
            </a:prstGeom>
          </p:spPr>
        </p:pic>
        <p:pic>
          <p:nvPicPr>
            <p:cNvPr id="1082" name="Graphic 1081" descr="Deciduous tree with solid fill">
              <a:extLst>
                <a:ext uri="{FF2B5EF4-FFF2-40B4-BE49-F238E27FC236}">
                  <a16:creationId xmlns:a16="http://schemas.microsoft.com/office/drawing/2014/main" id="{B078E908-8518-71A4-AE8D-3D06383518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9" y="3014316"/>
              <a:ext cx="209457" cy="196411"/>
            </a:xfrm>
            <a:prstGeom prst="rect">
              <a:avLst/>
            </a:prstGeom>
          </p:spPr>
        </p:pic>
        <p:pic>
          <p:nvPicPr>
            <p:cNvPr id="1083" name="Graphic 1082" descr="Deciduous tree with solid fill">
              <a:extLst>
                <a:ext uri="{FF2B5EF4-FFF2-40B4-BE49-F238E27FC236}">
                  <a16:creationId xmlns:a16="http://schemas.microsoft.com/office/drawing/2014/main" id="{1B1482AB-D07C-E0AA-E702-0B5806EB7B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4" y="3137808"/>
              <a:ext cx="209457" cy="196411"/>
            </a:xfrm>
            <a:prstGeom prst="rect">
              <a:avLst/>
            </a:prstGeom>
          </p:spPr>
        </p:pic>
        <p:pic>
          <p:nvPicPr>
            <p:cNvPr id="1084" name="Graphic 1083" descr="Deciduous tree with solid fill">
              <a:extLst>
                <a:ext uri="{FF2B5EF4-FFF2-40B4-BE49-F238E27FC236}">
                  <a16:creationId xmlns:a16="http://schemas.microsoft.com/office/drawing/2014/main" id="{81CA5CDD-FFC5-B3C6-B6A1-9DE08DE813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8" y="3261298"/>
              <a:ext cx="209457" cy="196411"/>
            </a:xfrm>
            <a:prstGeom prst="rect">
              <a:avLst/>
            </a:prstGeom>
          </p:spPr>
        </p:pic>
        <p:pic>
          <p:nvPicPr>
            <p:cNvPr id="1085" name="Graphic 1084" descr="Deciduous tree with solid fill">
              <a:extLst>
                <a:ext uri="{FF2B5EF4-FFF2-40B4-BE49-F238E27FC236}">
                  <a16:creationId xmlns:a16="http://schemas.microsoft.com/office/drawing/2014/main" id="{BF741092-7ABA-FACF-22C2-7D0242068D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5" y="2114424"/>
              <a:ext cx="209457" cy="196411"/>
            </a:xfrm>
            <a:prstGeom prst="rect">
              <a:avLst/>
            </a:prstGeom>
          </p:spPr>
        </p:pic>
        <p:pic>
          <p:nvPicPr>
            <p:cNvPr id="1086" name="Graphic 1085" descr="Deciduous tree with solid fill">
              <a:extLst>
                <a:ext uri="{FF2B5EF4-FFF2-40B4-BE49-F238E27FC236}">
                  <a16:creationId xmlns:a16="http://schemas.microsoft.com/office/drawing/2014/main" id="{FF617E76-2554-4CF8-4170-F9CA53C9BE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8" y="2210283"/>
              <a:ext cx="209457" cy="196411"/>
            </a:xfrm>
            <a:prstGeom prst="rect">
              <a:avLst/>
            </a:prstGeom>
          </p:spPr>
        </p:pic>
        <p:pic>
          <p:nvPicPr>
            <p:cNvPr id="1087" name="Graphic 1086" descr="Deciduous tree with solid fill">
              <a:extLst>
                <a:ext uri="{FF2B5EF4-FFF2-40B4-BE49-F238E27FC236}">
                  <a16:creationId xmlns:a16="http://schemas.microsoft.com/office/drawing/2014/main" id="{504F847D-BE19-595F-83A4-51F16B2615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70" y="2026385"/>
              <a:ext cx="209457" cy="196411"/>
            </a:xfrm>
            <a:prstGeom prst="rect">
              <a:avLst/>
            </a:prstGeom>
          </p:spPr>
        </p:pic>
        <p:pic>
          <p:nvPicPr>
            <p:cNvPr id="1088" name="Graphic 1087" descr="Deciduous tree with solid fill">
              <a:extLst>
                <a:ext uri="{FF2B5EF4-FFF2-40B4-BE49-F238E27FC236}">
                  <a16:creationId xmlns:a16="http://schemas.microsoft.com/office/drawing/2014/main" id="{C319C630-271B-9598-D5DC-876D98AFEF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2" y="2333774"/>
              <a:ext cx="209457" cy="196411"/>
            </a:xfrm>
            <a:prstGeom prst="rect">
              <a:avLst/>
            </a:prstGeom>
          </p:spPr>
        </p:pic>
        <p:pic>
          <p:nvPicPr>
            <p:cNvPr id="1089" name="Graphic 1088" descr="Deciduous tree with solid fill">
              <a:extLst>
                <a:ext uri="{FF2B5EF4-FFF2-40B4-BE49-F238E27FC236}">
                  <a16:creationId xmlns:a16="http://schemas.microsoft.com/office/drawing/2014/main" id="{0BE9C2B2-D1D4-878F-26E7-B23451407E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1090" name="Graphic 1089" descr="Deciduous tree with solid fill">
              <a:extLst>
                <a:ext uri="{FF2B5EF4-FFF2-40B4-BE49-F238E27FC236}">
                  <a16:creationId xmlns:a16="http://schemas.microsoft.com/office/drawing/2014/main" id="{BEF42BCA-4DCB-CDC8-AAB7-3F0067750E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1091" name="Graphic 1090" descr="Deciduous tree with solid fill">
              <a:extLst>
                <a:ext uri="{FF2B5EF4-FFF2-40B4-BE49-F238E27FC236}">
                  <a16:creationId xmlns:a16="http://schemas.microsoft.com/office/drawing/2014/main" id="{6182C7C2-2A60-AA2E-2D2B-E90A9216A8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1092" name="Graphic 1091" descr="Deciduous tree with solid fill">
              <a:extLst>
                <a:ext uri="{FF2B5EF4-FFF2-40B4-BE49-F238E27FC236}">
                  <a16:creationId xmlns:a16="http://schemas.microsoft.com/office/drawing/2014/main" id="{DA712D81-E723-AD7D-840C-89A4103950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093" name="Graphic 1092" descr="Deciduous tree with solid fill">
              <a:extLst>
                <a:ext uri="{FF2B5EF4-FFF2-40B4-BE49-F238E27FC236}">
                  <a16:creationId xmlns:a16="http://schemas.microsoft.com/office/drawing/2014/main" id="{1EBEC4C5-328F-ECF4-DCDB-4D515BB83E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094" name="Graphic 1093" descr="Deciduous tree with solid fill">
              <a:extLst>
                <a:ext uri="{FF2B5EF4-FFF2-40B4-BE49-F238E27FC236}">
                  <a16:creationId xmlns:a16="http://schemas.microsoft.com/office/drawing/2014/main" id="{56A09B73-1E8C-D932-57A0-A85C9AB963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095" name="Graphic 1094" descr="Deciduous tree with solid fill">
              <a:extLst>
                <a:ext uri="{FF2B5EF4-FFF2-40B4-BE49-F238E27FC236}">
                  <a16:creationId xmlns:a16="http://schemas.microsoft.com/office/drawing/2014/main" id="{78997AA0-4038-F3F9-C23C-590BDD45A6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096" name="Graphic 1095" descr="Deciduous tree with solid fill">
              <a:extLst>
                <a:ext uri="{FF2B5EF4-FFF2-40B4-BE49-F238E27FC236}">
                  <a16:creationId xmlns:a16="http://schemas.microsoft.com/office/drawing/2014/main" id="{E4D4FFBE-1074-1070-88B4-B2E1214117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097" name="Graphic 1096" descr="Deciduous tree with solid fill">
              <a:extLst>
                <a:ext uri="{FF2B5EF4-FFF2-40B4-BE49-F238E27FC236}">
                  <a16:creationId xmlns:a16="http://schemas.microsoft.com/office/drawing/2014/main" id="{B5090D3A-E20E-71B2-F7E6-524F9F141B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098" name="Graphic 1097" descr="Deciduous tree with solid fill">
              <a:extLst>
                <a:ext uri="{FF2B5EF4-FFF2-40B4-BE49-F238E27FC236}">
                  <a16:creationId xmlns:a16="http://schemas.microsoft.com/office/drawing/2014/main" id="{265AEC46-3BC1-2C0A-EDCC-51AB6EC9F0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1099" name="Graphic 1098" descr="Deciduous tree with solid fill">
              <a:extLst>
                <a:ext uri="{FF2B5EF4-FFF2-40B4-BE49-F238E27FC236}">
                  <a16:creationId xmlns:a16="http://schemas.microsoft.com/office/drawing/2014/main" id="{32F97244-62D9-E02E-5933-D339A27C29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1100" name="Graphic 1099" descr="Deciduous tree with solid fill">
              <a:extLst>
                <a:ext uri="{FF2B5EF4-FFF2-40B4-BE49-F238E27FC236}">
                  <a16:creationId xmlns:a16="http://schemas.microsoft.com/office/drawing/2014/main" id="{001AE146-25B4-4A74-D528-14959684C0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1101" name="Graphic 1100" descr="Deciduous tree with solid fill">
              <a:extLst>
                <a:ext uri="{FF2B5EF4-FFF2-40B4-BE49-F238E27FC236}">
                  <a16:creationId xmlns:a16="http://schemas.microsoft.com/office/drawing/2014/main" id="{09081D4D-E360-F23A-A00F-A59FE1ED56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1102" name="Graphic 1101" descr="Deciduous tree with solid fill">
              <a:extLst>
                <a:ext uri="{FF2B5EF4-FFF2-40B4-BE49-F238E27FC236}">
                  <a16:creationId xmlns:a16="http://schemas.microsoft.com/office/drawing/2014/main" id="{377B45A3-6620-E9D0-0C00-0B649A6AC2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1103" name="Graphic 1102" descr="Deciduous tree with solid fill">
              <a:extLst>
                <a:ext uri="{FF2B5EF4-FFF2-40B4-BE49-F238E27FC236}">
                  <a16:creationId xmlns:a16="http://schemas.microsoft.com/office/drawing/2014/main" id="{369C7D27-D14A-5153-99F7-12266F9F2D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104" name="Graphic 1103" descr="Deciduous tree with solid fill">
              <a:extLst>
                <a:ext uri="{FF2B5EF4-FFF2-40B4-BE49-F238E27FC236}">
                  <a16:creationId xmlns:a16="http://schemas.microsoft.com/office/drawing/2014/main" id="{BC50709A-AFDF-B46A-A4ED-17AA2A7126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105" name="Graphic 1104" descr="Deciduous tree with solid fill">
              <a:extLst>
                <a:ext uri="{FF2B5EF4-FFF2-40B4-BE49-F238E27FC236}">
                  <a16:creationId xmlns:a16="http://schemas.microsoft.com/office/drawing/2014/main" id="{289FAF81-BF1F-5A31-D10A-DB7E468E3B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106" name="Graphic 1105" descr="Deciduous tree with solid fill">
              <a:extLst>
                <a:ext uri="{FF2B5EF4-FFF2-40B4-BE49-F238E27FC236}">
                  <a16:creationId xmlns:a16="http://schemas.microsoft.com/office/drawing/2014/main" id="{DC9716B8-90A4-9E21-90D8-60224FE1A5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107" name="Graphic 1106" descr="Deciduous tree with solid fill">
              <a:extLst>
                <a:ext uri="{FF2B5EF4-FFF2-40B4-BE49-F238E27FC236}">
                  <a16:creationId xmlns:a16="http://schemas.microsoft.com/office/drawing/2014/main" id="{AB91342A-255E-E122-EE50-06CC991EA1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108" name="Graphic 1107" descr="Deciduous tree with solid fill">
              <a:extLst>
                <a:ext uri="{FF2B5EF4-FFF2-40B4-BE49-F238E27FC236}">
                  <a16:creationId xmlns:a16="http://schemas.microsoft.com/office/drawing/2014/main" id="{5D4D6709-1283-FFF2-C921-0D39C9A6DF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5" y="2149877"/>
              <a:ext cx="209457" cy="196411"/>
            </a:xfrm>
            <a:prstGeom prst="rect">
              <a:avLst/>
            </a:prstGeom>
          </p:spPr>
        </p:pic>
        <p:pic>
          <p:nvPicPr>
            <p:cNvPr id="1109" name="Graphic 1108" descr="Deciduous tree with solid fill">
              <a:extLst>
                <a:ext uri="{FF2B5EF4-FFF2-40B4-BE49-F238E27FC236}">
                  <a16:creationId xmlns:a16="http://schemas.microsoft.com/office/drawing/2014/main" id="{A86F4732-AC09-6D15-DED1-0DD4727E36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1110" name="Graphic 1109" descr="Deciduous tree with solid fill">
              <a:extLst>
                <a:ext uri="{FF2B5EF4-FFF2-40B4-BE49-F238E27FC236}">
                  <a16:creationId xmlns:a16="http://schemas.microsoft.com/office/drawing/2014/main" id="{D4D60D1A-F201-3C31-6969-66B9B4CC31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1111" name="Graphic 1110" descr="Deciduous tree with solid fill">
              <a:extLst>
                <a:ext uri="{FF2B5EF4-FFF2-40B4-BE49-F238E27FC236}">
                  <a16:creationId xmlns:a16="http://schemas.microsoft.com/office/drawing/2014/main" id="{BF4426E3-283B-DE81-296D-CB25728312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1112" name="Graphic 1111" descr="Deciduous tree with solid fill">
              <a:extLst>
                <a:ext uri="{FF2B5EF4-FFF2-40B4-BE49-F238E27FC236}">
                  <a16:creationId xmlns:a16="http://schemas.microsoft.com/office/drawing/2014/main" id="{1FD7D474-E63B-FC5D-660B-436ECEF522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1113" name="Graphic 1112" descr="Deciduous tree with solid fill">
              <a:extLst>
                <a:ext uri="{FF2B5EF4-FFF2-40B4-BE49-F238E27FC236}">
                  <a16:creationId xmlns:a16="http://schemas.microsoft.com/office/drawing/2014/main" id="{982DA5AA-785F-ED09-B38D-25F80917B4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1114" name="Graphic 1113" descr="Deciduous tree with solid fill">
              <a:extLst>
                <a:ext uri="{FF2B5EF4-FFF2-40B4-BE49-F238E27FC236}">
                  <a16:creationId xmlns:a16="http://schemas.microsoft.com/office/drawing/2014/main" id="{48864105-D383-F886-7285-570C0EF3C9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115" name="Graphic 1114" descr="Deciduous tree with solid fill">
              <a:extLst>
                <a:ext uri="{FF2B5EF4-FFF2-40B4-BE49-F238E27FC236}">
                  <a16:creationId xmlns:a16="http://schemas.microsoft.com/office/drawing/2014/main" id="{B7FDC6F3-86C3-71C0-E944-2FF840B2B5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116" name="Graphic 1115" descr="Deciduous tree with solid fill">
              <a:extLst>
                <a:ext uri="{FF2B5EF4-FFF2-40B4-BE49-F238E27FC236}">
                  <a16:creationId xmlns:a16="http://schemas.microsoft.com/office/drawing/2014/main" id="{D6358EDD-FE28-9CB3-011D-03B290AA38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117" name="Graphic 1116" descr="Deciduous tree with solid fill">
              <a:extLst>
                <a:ext uri="{FF2B5EF4-FFF2-40B4-BE49-F238E27FC236}">
                  <a16:creationId xmlns:a16="http://schemas.microsoft.com/office/drawing/2014/main" id="{4A4B8C80-25B3-96D9-8EB7-88CFE4D2ED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118" name="Graphic 1117" descr="Deciduous tree with solid fill">
              <a:extLst>
                <a:ext uri="{FF2B5EF4-FFF2-40B4-BE49-F238E27FC236}">
                  <a16:creationId xmlns:a16="http://schemas.microsoft.com/office/drawing/2014/main" id="{6C2EFCE0-FFB6-E391-7DDF-F18804FB41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1119" name="Graphic 1118" descr="Deciduous tree with solid fill">
              <a:extLst>
                <a:ext uri="{FF2B5EF4-FFF2-40B4-BE49-F238E27FC236}">
                  <a16:creationId xmlns:a16="http://schemas.microsoft.com/office/drawing/2014/main" id="{AC7859F8-E9A7-C75A-C2EB-750FB66B91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2" y="2333774"/>
              <a:ext cx="209457" cy="196411"/>
            </a:xfrm>
            <a:prstGeom prst="rect">
              <a:avLst/>
            </a:prstGeom>
          </p:spPr>
        </p:pic>
        <p:pic>
          <p:nvPicPr>
            <p:cNvPr id="1120" name="Graphic 1119" descr="Deciduous tree with solid fill">
              <a:extLst>
                <a:ext uri="{FF2B5EF4-FFF2-40B4-BE49-F238E27FC236}">
                  <a16:creationId xmlns:a16="http://schemas.microsoft.com/office/drawing/2014/main" id="{14101029-B82C-0A84-B277-21D52E8DA6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5" y="2149877"/>
              <a:ext cx="209457" cy="196411"/>
            </a:xfrm>
            <a:prstGeom prst="rect">
              <a:avLst/>
            </a:prstGeom>
          </p:spPr>
        </p:pic>
        <p:pic>
          <p:nvPicPr>
            <p:cNvPr id="1121" name="Graphic 1120" descr="Deciduous tree with solid fill">
              <a:extLst>
                <a:ext uri="{FF2B5EF4-FFF2-40B4-BE49-F238E27FC236}">
                  <a16:creationId xmlns:a16="http://schemas.microsoft.com/office/drawing/2014/main" id="{56CAB03B-4504-109E-4468-5999011814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1122" name="Graphic 1121" descr="Deciduous tree with solid fill">
              <a:extLst>
                <a:ext uri="{FF2B5EF4-FFF2-40B4-BE49-F238E27FC236}">
                  <a16:creationId xmlns:a16="http://schemas.microsoft.com/office/drawing/2014/main" id="{94516118-CF92-0D06-A72E-301949FAD8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1123" name="Graphic 1122" descr="Deciduous tree with solid fill">
              <a:extLst>
                <a:ext uri="{FF2B5EF4-FFF2-40B4-BE49-F238E27FC236}">
                  <a16:creationId xmlns:a16="http://schemas.microsoft.com/office/drawing/2014/main" id="{AD430FBD-F77B-DE17-7D3C-08558A2812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1124" name="Graphic 1123" descr="Deciduous tree with solid fill">
              <a:extLst>
                <a:ext uri="{FF2B5EF4-FFF2-40B4-BE49-F238E27FC236}">
                  <a16:creationId xmlns:a16="http://schemas.microsoft.com/office/drawing/2014/main" id="{95ADE61C-FF08-0031-2D15-5DB3E8F3A6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125" name="Graphic 1124" descr="Deciduous tree with solid fill">
              <a:extLst>
                <a:ext uri="{FF2B5EF4-FFF2-40B4-BE49-F238E27FC236}">
                  <a16:creationId xmlns:a16="http://schemas.microsoft.com/office/drawing/2014/main" id="{17F7B579-1E12-5477-5F6E-44004A6DB1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126" name="Graphic 1125" descr="Deciduous tree with solid fill">
              <a:extLst>
                <a:ext uri="{FF2B5EF4-FFF2-40B4-BE49-F238E27FC236}">
                  <a16:creationId xmlns:a16="http://schemas.microsoft.com/office/drawing/2014/main" id="{CBEC2780-B03C-D08A-AA54-B47A84FD37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127" name="Graphic 1126" descr="Deciduous tree with solid fill">
              <a:extLst>
                <a:ext uri="{FF2B5EF4-FFF2-40B4-BE49-F238E27FC236}">
                  <a16:creationId xmlns:a16="http://schemas.microsoft.com/office/drawing/2014/main" id="{C1EB838E-96E2-5A42-D9FD-15C8C7385F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128" name="Graphic 1127" descr="Deciduous tree with solid fill">
              <a:extLst>
                <a:ext uri="{FF2B5EF4-FFF2-40B4-BE49-F238E27FC236}">
                  <a16:creationId xmlns:a16="http://schemas.microsoft.com/office/drawing/2014/main" id="{5818FF3C-B193-671D-717D-37D1DAA207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129" name="Graphic 1128" descr="Deciduous tree with solid fill">
              <a:extLst>
                <a:ext uri="{FF2B5EF4-FFF2-40B4-BE49-F238E27FC236}">
                  <a16:creationId xmlns:a16="http://schemas.microsoft.com/office/drawing/2014/main" id="{1E2150F8-93D5-5591-0482-850CE8A841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130" name="Graphic 1129" descr="Deciduous tree with solid fill">
              <a:extLst>
                <a:ext uri="{FF2B5EF4-FFF2-40B4-BE49-F238E27FC236}">
                  <a16:creationId xmlns:a16="http://schemas.microsoft.com/office/drawing/2014/main" id="{DD83D19D-4C28-9BAD-E410-B8C62C5541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1131" name="Graphic 1130" descr="Deciduous tree with solid fill">
              <a:extLst>
                <a:ext uri="{FF2B5EF4-FFF2-40B4-BE49-F238E27FC236}">
                  <a16:creationId xmlns:a16="http://schemas.microsoft.com/office/drawing/2014/main" id="{F4955521-4672-C363-B16A-975217F36A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1132" name="Graphic 1131" descr="Deciduous tree with solid fill">
              <a:extLst>
                <a:ext uri="{FF2B5EF4-FFF2-40B4-BE49-F238E27FC236}">
                  <a16:creationId xmlns:a16="http://schemas.microsoft.com/office/drawing/2014/main" id="{89CC04FF-875E-D475-9501-3A76904E05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1133" name="Graphic 1132" descr="Deciduous tree with solid fill">
              <a:extLst>
                <a:ext uri="{FF2B5EF4-FFF2-40B4-BE49-F238E27FC236}">
                  <a16:creationId xmlns:a16="http://schemas.microsoft.com/office/drawing/2014/main" id="{6796DA31-0FB9-9970-0B6F-981C87FEA8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1134" name="Graphic 1133" descr="Deciduous tree with solid fill">
              <a:extLst>
                <a:ext uri="{FF2B5EF4-FFF2-40B4-BE49-F238E27FC236}">
                  <a16:creationId xmlns:a16="http://schemas.microsoft.com/office/drawing/2014/main" id="{5B0F18E0-7A4B-0749-5668-6D07FFE6E8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135" name="Graphic 1134" descr="Deciduous tree with solid fill">
              <a:extLst>
                <a:ext uri="{FF2B5EF4-FFF2-40B4-BE49-F238E27FC236}">
                  <a16:creationId xmlns:a16="http://schemas.microsoft.com/office/drawing/2014/main" id="{D025B6F4-856B-422C-2C17-B54646079B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136" name="Graphic 1135" descr="Deciduous tree with solid fill">
              <a:extLst>
                <a:ext uri="{FF2B5EF4-FFF2-40B4-BE49-F238E27FC236}">
                  <a16:creationId xmlns:a16="http://schemas.microsoft.com/office/drawing/2014/main" id="{240F549B-60A6-4E13-8F5A-AD1F14A7BA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137" name="Graphic 1136" descr="Deciduous tree with solid fill">
              <a:extLst>
                <a:ext uri="{FF2B5EF4-FFF2-40B4-BE49-F238E27FC236}">
                  <a16:creationId xmlns:a16="http://schemas.microsoft.com/office/drawing/2014/main" id="{B2E65997-B02D-7162-754C-865D9780BC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138" name="Graphic 1137" descr="Deciduous tree with solid fill">
              <a:extLst>
                <a:ext uri="{FF2B5EF4-FFF2-40B4-BE49-F238E27FC236}">
                  <a16:creationId xmlns:a16="http://schemas.microsoft.com/office/drawing/2014/main" id="{B3B9B06B-7652-AD5E-EB17-A30401B087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139" name="Graphic 1138" descr="Deciduous tree with solid fill">
              <a:extLst>
                <a:ext uri="{FF2B5EF4-FFF2-40B4-BE49-F238E27FC236}">
                  <a16:creationId xmlns:a16="http://schemas.microsoft.com/office/drawing/2014/main" id="{5C294494-CB5B-DB1E-347F-0DB30C2CA7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1140" name="Graphic 1139" descr="Deciduous tree with solid fill">
              <a:extLst>
                <a:ext uri="{FF2B5EF4-FFF2-40B4-BE49-F238E27FC236}">
                  <a16:creationId xmlns:a16="http://schemas.microsoft.com/office/drawing/2014/main" id="{EC53270A-5B58-1F3F-80CD-3FB504FB8F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1141" name="Graphic 1140" descr="Deciduous tree with solid fill">
              <a:extLst>
                <a:ext uri="{FF2B5EF4-FFF2-40B4-BE49-F238E27FC236}">
                  <a16:creationId xmlns:a16="http://schemas.microsoft.com/office/drawing/2014/main" id="{7A572820-8171-8002-6DC3-EC136C500E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1142" name="Graphic 1141" descr="Deciduous tree with solid fill">
              <a:extLst>
                <a:ext uri="{FF2B5EF4-FFF2-40B4-BE49-F238E27FC236}">
                  <a16:creationId xmlns:a16="http://schemas.microsoft.com/office/drawing/2014/main" id="{3B9CEA2B-E61E-151E-F7E9-DA67A8DD69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1143" name="Graphic 1142" descr="Deciduous tree with solid fill">
              <a:extLst>
                <a:ext uri="{FF2B5EF4-FFF2-40B4-BE49-F238E27FC236}">
                  <a16:creationId xmlns:a16="http://schemas.microsoft.com/office/drawing/2014/main" id="{BE84FE18-DAD2-D06E-F4C0-CAF9BFE068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1144" name="Graphic 1143" descr="Deciduous tree with solid fill">
              <a:extLst>
                <a:ext uri="{FF2B5EF4-FFF2-40B4-BE49-F238E27FC236}">
                  <a16:creationId xmlns:a16="http://schemas.microsoft.com/office/drawing/2014/main" id="{5816BA70-4143-6D37-9753-FF9307B1CE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145" name="Graphic 1144" descr="Deciduous tree with solid fill">
              <a:extLst>
                <a:ext uri="{FF2B5EF4-FFF2-40B4-BE49-F238E27FC236}">
                  <a16:creationId xmlns:a16="http://schemas.microsoft.com/office/drawing/2014/main" id="{D0BD7400-483D-A2B8-B8F5-4BB8B203BB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146" name="Graphic 1145" descr="Deciduous tree with solid fill">
              <a:extLst>
                <a:ext uri="{FF2B5EF4-FFF2-40B4-BE49-F238E27FC236}">
                  <a16:creationId xmlns:a16="http://schemas.microsoft.com/office/drawing/2014/main" id="{1222FD9E-AC02-1274-6005-46D0DC7E54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147" name="Graphic 1146" descr="Deciduous tree with solid fill">
              <a:extLst>
                <a:ext uri="{FF2B5EF4-FFF2-40B4-BE49-F238E27FC236}">
                  <a16:creationId xmlns:a16="http://schemas.microsoft.com/office/drawing/2014/main" id="{975FEEE1-D903-FBB8-C0CF-86B5EBBDDB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148" name="Graphic 1147" descr="Deciduous tree with solid fill">
              <a:extLst>
                <a:ext uri="{FF2B5EF4-FFF2-40B4-BE49-F238E27FC236}">
                  <a16:creationId xmlns:a16="http://schemas.microsoft.com/office/drawing/2014/main" id="{A4950EC1-587C-0948-E43A-33F789FFA4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1149" name="Graphic 1148" descr="Deciduous tree with solid fill">
              <a:extLst>
                <a:ext uri="{FF2B5EF4-FFF2-40B4-BE49-F238E27FC236}">
                  <a16:creationId xmlns:a16="http://schemas.microsoft.com/office/drawing/2014/main" id="{533B96B0-194A-1BC3-9DD6-775324EC1A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7" y="2457266"/>
              <a:ext cx="209457" cy="196411"/>
            </a:xfrm>
            <a:prstGeom prst="rect">
              <a:avLst/>
            </a:prstGeom>
          </p:spPr>
        </p:pic>
        <p:pic>
          <p:nvPicPr>
            <p:cNvPr id="1150" name="Graphic 1149" descr="Deciduous tree with solid fill">
              <a:extLst>
                <a:ext uri="{FF2B5EF4-FFF2-40B4-BE49-F238E27FC236}">
                  <a16:creationId xmlns:a16="http://schemas.microsoft.com/office/drawing/2014/main" id="{82B3D3F9-E262-AF86-B8BE-682F06AD6A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1151" name="Graphic 1150" descr="Deciduous tree with solid fill">
              <a:extLst>
                <a:ext uri="{FF2B5EF4-FFF2-40B4-BE49-F238E27FC236}">
                  <a16:creationId xmlns:a16="http://schemas.microsoft.com/office/drawing/2014/main" id="{C7873DD7-C176-29B6-1A04-959CE0DD82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1152" name="Graphic 1151" descr="Deciduous tree with solid fill">
              <a:extLst>
                <a:ext uri="{FF2B5EF4-FFF2-40B4-BE49-F238E27FC236}">
                  <a16:creationId xmlns:a16="http://schemas.microsoft.com/office/drawing/2014/main" id="{14A4253D-C284-B5C4-A3FD-F9E234167D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1153" name="Graphic 1152" descr="Deciduous tree with solid fill">
              <a:extLst>
                <a:ext uri="{FF2B5EF4-FFF2-40B4-BE49-F238E27FC236}">
                  <a16:creationId xmlns:a16="http://schemas.microsoft.com/office/drawing/2014/main" id="{35FF2500-A2AA-4865-C7EC-78823EDE5B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154" name="Graphic 1153" descr="Deciduous tree with solid fill">
              <a:extLst>
                <a:ext uri="{FF2B5EF4-FFF2-40B4-BE49-F238E27FC236}">
                  <a16:creationId xmlns:a16="http://schemas.microsoft.com/office/drawing/2014/main" id="{C6FC7516-BC34-DB1B-AA34-8AB81DEBBB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155" name="Graphic 1154" descr="Deciduous tree with solid fill">
              <a:extLst>
                <a:ext uri="{FF2B5EF4-FFF2-40B4-BE49-F238E27FC236}">
                  <a16:creationId xmlns:a16="http://schemas.microsoft.com/office/drawing/2014/main" id="{70FC76F2-30BA-DDB1-5A43-EB445A3FCC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156" name="Graphic 1155" descr="Deciduous tree with solid fill">
              <a:extLst>
                <a:ext uri="{FF2B5EF4-FFF2-40B4-BE49-F238E27FC236}">
                  <a16:creationId xmlns:a16="http://schemas.microsoft.com/office/drawing/2014/main" id="{123703E3-7D2C-0BED-1E48-360833B5AF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157" name="Graphic 1156" descr="Deciduous tree with solid fill">
              <a:extLst>
                <a:ext uri="{FF2B5EF4-FFF2-40B4-BE49-F238E27FC236}">
                  <a16:creationId xmlns:a16="http://schemas.microsoft.com/office/drawing/2014/main" id="{00F5D49D-3A0F-6827-D2AC-C8FE1F442E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158" name="Graphic 1157" descr="Deciduous tree with solid fill">
              <a:extLst>
                <a:ext uri="{FF2B5EF4-FFF2-40B4-BE49-F238E27FC236}">
                  <a16:creationId xmlns:a16="http://schemas.microsoft.com/office/drawing/2014/main" id="{0C68123E-A855-8A4A-36F8-9729589420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159" name="Graphic 1158" descr="Deciduous tree with solid fill">
              <a:extLst>
                <a:ext uri="{FF2B5EF4-FFF2-40B4-BE49-F238E27FC236}">
                  <a16:creationId xmlns:a16="http://schemas.microsoft.com/office/drawing/2014/main" id="{A8ADFCE2-EBCB-0E7A-5941-03BAF0FF27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1160" name="Graphic 1159" descr="Deciduous tree with solid fill">
              <a:extLst>
                <a:ext uri="{FF2B5EF4-FFF2-40B4-BE49-F238E27FC236}">
                  <a16:creationId xmlns:a16="http://schemas.microsoft.com/office/drawing/2014/main" id="{A9CB8B55-9CDE-5BF8-72F9-4DD51FAB56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1161" name="Graphic 1160" descr="Deciduous tree with solid fill">
              <a:extLst>
                <a:ext uri="{FF2B5EF4-FFF2-40B4-BE49-F238E27FC236}">
                  <a16:creationId xmlns:a16="http://schemas.microsoft.com/office/drawing/2014/main" id="{5C85AAD2-23DE-F105-4147-BFCC627341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1162" name="Graphic 1161" descr="Deciduous tree with solid fill">
              <a:extLst>
                <a:ext uri="{FF2B5EF4-FFF2-40B4-BE49-F238E27FC236}">
                  <a16:creationId xmlns:a16="http://schemas.microsoft.com/office/drawing/2014/main" id="{89023B5D-A6A3-4EA2-2F3E-9312A50A00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163" name="Graphic 1162" descr="Deciduous tree with solid fill">
              <a:extLst>
                <a:ext uri="{FF2B5EF4-FFF2-40B4-BE49-F238E27FC236}">
                  <a16:creationId xmlns:a16="http://schemas.microsoft.com/office/drawing/2014/main" id="{613BD2F6-6FC3-EECE-720E-659FBC4E80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164" name="Graphic 1163" descr="Deciduous tree with solid fill">
              <a:extLst>
                <a:ext uri="{FF2B5EF4-FFF2-40B4-BE49-F238E27FC236}">
                  <a16:creationId xmlns:a16="http://schemas.microsoft.com/office/drawing/2014/main" id="{03042134-53D0-FA42-46B0-25075FF9ED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165" name="Graphic 1164" descr="Deciduous tree with solid fill">
              <a:extLst>
                <a:ext uri="{FF2B5EF4-FFF2-40B4-BE49-F238E27FC236}">
                  <a16:creationId xmlns:a16="http://schemas.microsoft.com/office/drawing/2014/main" id="{C7A588E2-0087-590A-C42E-713778B6E5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166" name="Graphic 1165" descr="Deciduous tree with solid fill">
              <a:extLst>
                <a:ext uri="{FF2B5EF4-FFF2-40B4-BE49-F238E27FC236}">
                  <a16:creationId xmlns:a16="http://schemas.microsoft.com/office/drawing/2014/main" id="{8456AAB5-DF73-9D72-074F-B7C278DB2B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167" name="Graphic 1166" descr="Deciduous tree with solid fill">
              <a:extLst>
                <a:ext uri="{FF2B5EF4-FFF2-40B4-BE49-F238E27FC236}">
                  <a16:creationId xmlns:a16="http://schemas.microsoft.com/office/drawing/2014/main" id="{E4F3CCD0-159A-885C-420F-2D78228DCA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1168" name="Graphic 1167" descr="Deciduous tree with solid fill">
              <a:extLst>
                <a:ext uri="{FF2B5EF4-FFF2-40B4-BE49-F238E27FC236}">
                  <a16:creationId xmlns:a16="http://schemas.microsoft.com/office/drawing/2014/main" id="{035D121E-4DDE-9564-C2C5-B7F89FD6B2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1169" name="Graphic 1168" descr="Deciduous tree with solid fill">
              <a:extLst>
                <a:ext uri="{FF2B5EF4-FFF2-40B4-BE49-F238E27FC236}">
                  <a16:creationId xmlns:a16="http://schemas.microsoft.com/office/drawing/2014/main" id="{56D4AD6F-C7AC-E335-412B-F09DEAE66C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1170" name="Graphic 1169" descr="Deciduous tree with solid fill">
              <a:extLst>
                <a:ext uri="{FF2B5EF4-FFF2-40B4-BE49-F238E27FC236}">
                  <a16:creationId xmlns:a16="http://schemas.microsoft.com/office/drawing/2014/main" id="{F8842AB8-ED32-E110-05FA-2D9EBFAD54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1171" name="Graphic 1170" descr="Deciduous tree with solid fill">
              <a:extLst>
                <a:ext uri="{FF2B5EF4-FFF2-40B4-BE49-F238E27FC236}">
                  <a16:creationId xmlns:a16="http://schemas.microsoft.com/office/drawing/2014/main" id="{38C2C9A7-4B05-6D7B-8AAF-ABB1A221A3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172" name="Graphic 1171" descr="Deciduous tree with solid fill">
              <a:extLst>
                <a:ext uri="{FF2B5EF4-FFF2-40B4-BE49-F238E27FC236}">
                  <a16:creationId xmlns:a16="http://schemas.microsoft.com/office/drawing/2014/main" id="{EEA30459-5E5D-399C-D2C8-383BDC67F2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173" name="Graphic 1172" descr="Deciduous tree with solid fill">
              <a:extLst>
                <a:ext uri="{FF2B5EF4-FFF2-40B4-BE49-F238E27FC236}">
                  <a16:creationId xmlns:a16="http://schemas.microsoft.com/office/drawing/2014/main" id="{AFE3ED33-C8D8-686E-F695-64244F3B09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174" name="Graphic 1173" descr="Deciduous tree with solid fill">
              <a:extLst>
                <a:ext uri="{FF2B5EF4-FFF2-40B4-BE49-F238E27FC236}">
                  <a16:creationId xmlns:a16="http://schemas.microsoft.com/office/drawing/2014/main" id="{5BE6F940-FFF7-1541-636D-0576D09519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175" name="Graphic 1174" descr="Deciduous tree with solid fill">
              <a:extLst>
                <a:ext uri="{FF2B5EF4-FFF2-40B4-BE49-F238E27FC236}">
                  <a16:creationId xmlns:a16="http://schemas.microsoft.com/office/drawing/2014/main" id="{3FD3773E-8CCD-B677-D46F-C39A5F0255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1176" name="Graphic 1175" descr="Deciduous tree with solid fill">
              <a:extLst>
                <a:ext uri="{FF2B5EF4-FFF2-40B4-BE49-F238E27FC236}">
                  <a16:creationId xmlns:a16="http://schemas.microsoft.com/office/drawing/2014/main" id="{EB41EFFC-B714-AE84-7286-6756E290E5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1177" name="Graphic 1176" descr="Deciduous tree with solid fill">
              <a:extLst>
                <a:ext uri="{FF2B5EF4-FFF2-40B4-BE49-F238E27FC236}">
                  <a16:creationId xmlns:a16="http://schemas.microsoft.com/office/drawing/2014/main" id="{386FFACC-B38A-E845-28AF-A1669C6D6C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1178" name="Graphic 1177" descr="Deciduous tree with solid fill">
              <a:extLst>
                <a:ext uri="{FF2B5EF4-FFF2-40B4-BE49-F238E27FC236}">
                  <a16:creationId xmlns:a16="http://schemas.microsoft.com/office/drawing/2014/main" id="{16051BE0-74A7-4493-27B2-A8A33AF725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1179" name="Graphic 1178" descr="Deciduous tree with solid fill">
              <a:extLst>
                <a:ext uri="{FF2B5EF4-FFF2-40B4-BE49-F238E27FC236}">
                  <a16:creationId xmlns:a16="http://schemas.microsoft.com/office/drawing/2014/main" id="{7553941F-D2C0-84CE-3F10-C4CA1F2E3F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180" name="Graphic 1179" descr="Deciduous tree with solid fill">
              <a:extLst>
                <a:ext uri="{FF2B5EF4-FFF2-40B4-BE49-F238E27FC236}">
                  <a16:creationId xmlns:a16="http://schemas.microsoft.com/office/drawing/2014/main" id="{B2C93E01-F6E5-84D0-329E-1C17651070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181" name="Graphic 1180" descr="Deciduous tree with solid fill">
              <a:extLst>
                <a:ext uri="{FF2B5EF4-FFF2-40B4-BE49-F238E27FC236}">
                  <a16:creationId xmlns:a16="http://schemas.microsoft.com/office/drawing/2014/main" id="{10BF0A63-2F07-8E73-0B61-BAE4A69C54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182" name="Graphic 1181" descr="Deciduous tree with solid fill">
              <a:extLst>
                <a:ext uri="{FF2B5EF4-FFF2-40B4-BE49-F238E27FC236}">
                  <a16:creationId xmlns:a16="http://schemas.microsoft.com/office/drawing/2014/main" id="{0429C8DC-2C26-7D16-04D9-D55D490A43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183" name="Graphic 1182" descr="Deciduous tree with solid fill">
              <a:extLst>
                <a:ext uri="{FF2B5EF4-FFF2-40B4-BE49-F238E27FC236}">
                  <a16:creationId xmlns:a16="http://schemas.microsoft.com/office/drawing/2014/main" id="{F15C010C-361B-9C77-6905-E53A810370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184" name="Graphic 1183" descr="Deciduous tree with solid fill">
              <a:extLst>
                <a:ext uri="{FF2B5EF4-FFF2-40B4-BE49-F238E27FC236}">
                  <a16:creationId xmlns:a16="http://schemas.microsoft.com/office/drawing/2014/main" id="{572711C2-AC33-199D-662E-F05DA61D6C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185" name="Graphic 1184" descr="Deciduous tree with solid fill">
              <a:extLst>
                <a:ext uri="{FF2B5EF4-FFF2-40B4-BE49-F238E27FC236}">
                  <a16:creationId xmlns:a16="http://schemas.microsoft.com/office/drawing/2014/main" id="{36E096AD-C25A-4A00-EDAE-678E25B709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1186" name="Graphic 1185" descr="Deciduous tree with solid fill">
              <a:extLst>
                <a:ext uri="{FF2B5EF4-FFF2-40B4-BE49-F238E27FC236}">
                  <a16:creationId xmlns:a16="http://schemas.microsoft.com/office/drawing/2014/main" id="{AC21627A-A66F-CE4B-BEE7-18DF3123F6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1187" name="Graphic 1186" descr="Deciduous tree with solid fill">
              <a:extLst>
                <a:ext uri="{FF2B5EF4-FFF2-40B4-BE49-F238E27FC236}">
                  <a16:creationId xmlns:a16="http://schemas.microsoft.com/office/drawing/2014/main" id="{92F1154E-3B82-3EB6-EC97-99471EC7B1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188" name="Graphic 1187" descr="Deciduous tree with solid fill">
              <a:extLst>
                <a:ext uri="{FF2B5EF4-FFF2-40B4-BE49-F238E27FC236}">
                  <a16:creationId xmlns:a16="http://schemas.microsoft.com/office/drawing/2014/main" id="{ADB7B5B6-EA4C-5909-3A11-735A7D8A4B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189" name="Graphic 1188" descr="Deciduous tree with solid fill">
              <a:extLst>
                <a:ext uri="{FF2B5EF4-FFF2-40B4-BE49-F238E27FC236}">
                  <a16:creationId xmlns:a16="http://schemas.microsoft.com/office/drawing/2014/main" id="{1633AB46-883E-C345-6947-CF1682B618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190" name="Graphic 1189" descr="Deciduous tree with solid fill">
              <a:extLst>
                <a:ext uri="{FF2B5EF4-FFF2-40B4-BE49-F238E27FC236}">
                  <a16:creationId xmlns:a16="http://schemas.microsoft.com/office/drawing/2014/main" id="{7C350D1A-EDF3-AAB7-716A-E6098F298D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191" name="Graphic 1190" descr="Deciduous tree with solid fill">
              <a:extLst>
                <a:ext uri="{FF2B5EF4-FFF2-40B4-BE49-F238E27FC236}">
                  <a16:creationId xmlns:a16="http://schemas.microsoft.com/office/drawing/2014/main" id="{CEFB8206-037B-BB31-CED2-E48405B507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192" name="Graphic 1191" descr="Deciduous tree with solid fill">
              <a:extLst>
                <a:ext uri="{FF2B5EF4-FFF2-40B4-BE49-F238E27FC236}">
                  <a16:creationId xmlns:a16="http://schemas.microsoft.com/office/drawing/2014/main" id="{550010CB-0741-D157-E6FF-D9557531E5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1193" name="Graphic 1192" descr="Deciduous tree with solid fill">
              <a:extLst>
                <a:ext uri="{FF2B5EF4-FFF2-40B4-BE49-F238E27FC236}">
                  <a16:creationId xmlns:a16="http://schemas.microsoft.com/office/drawing/2014/main" id="{95046A53-6DAA-3EDF-40BA-B47D1A6080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1194" name="Graphic 1193" descr="Deciduous tree with solid fill">
              <a:extLst>
                <a:ext uri="{FF2B5EF4-FFF2-40B4-BE49-F238E27FC236}">
                  <a16:creationId xmlns:a16="http://schemas.microsoft.com/office/drawing/2014/main" id="{A15BCBD9-EFD0-6EED-7292-160CAAB051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1195" name="Graphic 1194" descr="Deciduous tree with solid fill">
              <a:extLst>
                <a:ext uri="{FF2B5EF4-FFF2-40B4-BE49-F238E27FC236}">
                  <a16:creationId xmlns:a16="http://schemas.microsoft.com/office/drawing/2014/main" id="{A4CFBF9B-8583-5A8E-0832-27B841AE03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196" name="Graphic 1195" descr="Deciduous tree with solid fill">
              <a:extLst>
                <a:ext uri="{FF2B5EF4-FFF2-40B4-BE49-F238E27FC236}">
                  <a16:creationId xmlns:a16="http://schemas.microsoft.com/office/drawing/2014/main" id="{2863D7D4-ED9C-0B70-6374-203F0B1184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197" name="Graphic 1196" descr="Deciduous tree with solid fill">
              <a:extLst>
                <a:ext uri="{FF2B5EF4-FFF2-40B4-BE49-F238E27FC236}">
                  <a16:creationId xmlns:a16="http://schemas.microsoft.com/office/drawing/2014/main" id="{20033217-E1E8-A90C-89DB-B0358CC5EA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198" name="Graphic 1197" descr="Deciduous tree with solid fill">
              <a:extLst>
                <a:ext uri="{FF2B5EF4-FFF2-40B4-BE49-F238E27FC236}">
                  <a16:creationId xmlns:a16="http://schemas.microsoft.com/office/drawing/2014/main" id="{9F72C9AE-5D37-136B-A5D3-242131CC17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199" name="Graphic 1198" descr="Deciduous tree with solid fill">
              <a:extLst>
                <a:ext uri="{FF2B5EF4-FFF2-40B4-BE49-F238E27FC236}">
                  <a16:creationId xmlns:a16="http://schemas.microsoft.com/office/drawing/2014/main" id="{A8CDCF7A-001F-0F6B-D8CB-70E618DA35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1200" name="Graphic 1199" descr="Deciduous tree with solid fill">
              <a:extLst>
                <a:ext uri="{FF2B5EF4-FFF2-40B4-BE49-F238E27FC236}">
                  <a16:creationId xmlns:a16="http://schemas.microsoft.com/office/drawing/2014/main" id="{1D56868E-E636-E28D-54F7-110F856D61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1201" name="Graphic 1200" descr="Deciduous tree with solid fill">
              <a:extLst>
                <a:ext uri="{FF2B5EF4-FFF2-40B4-BE49-F238E27FC236}">
                  <a16:creationId xmlns:a16="http://schemas.microsoft.com/office/drawing/2014/main" id="{C97D20C6-2BD3-8036-06B6-6F70A61703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1202" name="Graphic 1201" descr="Deciduous tree with solid fill">
              <a:extLst>
                <a:ext uri="{FF2B5EF4-FFF2-40B4-BE49-F238E27FC236}">
                  <a16:creationId xmlns:a16="http://schemas.microsoft.com/office/drawing/2014/main" id="{E2FD005C-36E1-55FD-0543-459FDC50F7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203" name="Graphic 1202" descr="Deciduous tree with solid fill">
              <a:extLst>
                <a:ext uri="{FF2B5EF4-FFF2-40B4-BE49-F238E27FC236}">
                  <a16:creationId xmlns:a16="http://schemas.microsoft.com/office/drawing/2014/main" id="{EA15AC49-6985-3F87-7588-AB7186E249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204" name="Graphic 1203" descr="Deciduous tree with solid fill">
              <a:extLst>
                <a:ext uri="{FF2B5EF4-FFF2-40B4-BE49-F238E27FC236}">
                  <a16:creationId xmlns:a16="http://schemas.microsoft.com/office/drawing/2014/main" id="{9BB2E05A-9999-33CB-F103-811E143149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205" name="Graphic 1204" descr="Deciduous tree with solid fill">
              <a:extLst>
                <a:ext uri="{FF2B5EF4-FFF2-40B4-BE49-F238E27FC236}">
                  <a16:creationId xmlns:a16="http://schemas.microsoft.com/office/drawing/2014/main" id="{FA8A0878-377F-655F-C43F-5FE04D0D51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206" name="Graphic 1205" descr="Deciduous tree with solid fill">
              <a:extLst>
                <a:ext uri="{FF2B5EF4-FFF2-40B4-BE49-F238E27FC236}">
                  <a16:creationId xmlns:a16="http://schemas.microsoft.com/office/drawing/2014/main" id="{6957331F-86C8-D94E-2730-ED0EF22A1D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207" name="Graphic 1206" descr="Deciduous tree with solid fill">
              <a:extLst>
                <a:ext uri="{FF2B5EF4-FFF2-40B4-BE49-F238E27FC236}">
                  <a16:creationId xmlns:a16="http://schemas.microsoft.com/office/drawing/2014/main" id="{BD96043B-760A-25BC-BAFA-3D751EE665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08" name="Graphic 1207" descr="Deciduous tree with solid fill">
              <a:extLst>
                <a:ext uri="{FF2B5EF4-FFF2-40B4-BE49-F238E27FC236}">
                  <a16:creationId xmlns:a16="http://schemas.microsoft.com/office/drawing/2014/main" id="{CD1363AF-7B16-7198-5E80-2A833D2B59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1209" name="Graphic 1208" descr="Deciduous tree with solid fill">
              <a:extLst>
                <a:ext uri="{FF2B5EF4-FFF2-40B4-BE49-F238E27FC236}">
                  <a16:creationId xmlns:a16="http://schemas.microsoft.com/office/drawing/2014/main" id="{69BCDA6D-C101-F437-7DE0-F9DCDA43E6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210" name="Graphic 1209" descr="Deciduous tree with solid fill">
              <a:extLst>
                <a:ext uri="{FF2B5EF4-FFF2-40B4-BE49-F238E27FC236}">
                  <a16:creationId xmlns:a16="http://schemas.microsoft.com/office/drawing/2014/main" id="{F97F6587-9694-47CB-A370-4D10719573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211" name="Graphic 1210" descr="Deciduous tree with solid fill">
              <a:extLst>
                <a:ext uri="{FF2B5EF4-FFF2-40B4-BE49-F238E27FC236}">
                  <a16:creationId xmlns:a16="http://schemas.microsoft.com/office/drawing/2014/main" id="{475E1F89-36EF-5968-57DD-1081343C85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212" name="Graphic 1211" descr="Deciduous tree with solid fill">
              <a:extLst>
                <a:ext uri="{FF2B5EF4-FFF2-40B4-BE49-F238E27FC236}">
                  <a16:creationId xmlns:a16="http://schemas.microsoft.com/office/drawing/2014/main" id="{28320A9F-1A8F-F6F9-4211-3085A89DE3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213" name="Graphic 1212" descr="Deciduous tree with solid fill">
              <a:extLst>
                <a:ext uri="{FF2B5EF4-FFF2-40B4-BE49-F238E27FC236}">
                  <a16:creationId xmlns:a16="http://schemas.microsoft.com/office/drawing/2014/main" id="{13717AD7-FEE9-D0BD-0E7C-B1FF093800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214" name="Graphic 1213" descr="Deciduous tree with solid fill">
              <a:extLst>
                <a:ext uri="{FF2B5EF4-FFF2-40B4-BE49-F238E27FC236}">
                  <a16:creationId xmlns:a16="http://schemas.microsoft.com/office/drawing/2014/main" id="{E212BE17-592C-EBEC-DA6D-B749C7E313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1215" name="Graphic 1214" descr="Deciduous tree with solid fill">
              <a:extLst>
                <a:ext uri="{FF2B5EF4-FFF2-40B4-BE49-F238E27FC236}">
                  <a16:creationId xmlns:a16="http://schemas.microsoft.com/office/drawing/2014/main" id="{57733797-9E30-1C93-2A21-C96961FC83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1216" name="Graphic 1215" descr="Deciduous tree with solid fill">
              <a:extLst>
                <a:ext uri="{FF2B5EF4-FFF2-40B4-BE49-F238E27FC236}">
                  <a16:creationId xmlns:a16="http://schemas.microsoft.com/office/drawing/2014/main" id="{AC7E94BE-506A-4F02-030D-991473B94E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217" name="Graphic 1216" descr="Deciduous tree with solid fill">
              <a:extLst>
                <a:ext uri="{FF2B5EF4-FFF2-40B4-BE49-F238E27FC236}">
                  <a16:creationId xmlns:a16="http://schemas.microsoft.com/office/drawing/2014/main" id="{0E69D9C5-3EF4-844B-DF93-3C4CFFE5CE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218" name="Graphic 1217" descr="Deciduous tree with solid fill">
              <a:extLst>
                <a:ext uri="{FF2B5EF4-FFF2-40B4-BE49-F238E27FC236}">
                  <a16:creationId xmlns:a16="http://schemas.microsoft.com/office/drawing/2014/main" id="{0C8915B9-E8B4-E2D8-4481-F44C1EF8A0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219" name="Graphic 1218" descr="Deciduous tree with solid fill">
              <a:extLst>
                <a:ext uri="{FF2B5EF4-FFF2-40B4-BE49-F238E27FC236}">
                  <a16:creationId xmlns:a16="http://schemas.microsoft.com/office/drawing/2014/main" id="{1087A9EC-B66D-3FDA-503F-B43D34ABF3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20" name="Graphic 1219" descr="Deciduous tree with solid fill">
              <a:extLst>
                <a:ext uri="{FF2B5EF4-FFF2-40B4-BE49-F238E27FC236}">
                  <a16:creationId xmlns:a16="http://schemas.microsoft.com/office/drawing/2014/main" id="{DE52401D-238C-4B81-ED03-1566017D56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221" name="Graphic 1220" descr="Deciduous tree with solid fill">
              <a:extLst>
                <a:ext uri="{FF2B5EF4-FFF2-40B4-BE49-F238E27FC236}">
                  <a16:creationId xmlns:a16="http://schemas.microsoft.com/office/drawing/2014/main" id="{9C2CDC87-2865-2BCC-A2C6-59E1AC7F90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222" name="Graphic 1221" descr="Deciduous tree with solid fill">
              <a:extLst>
                <a:ext uri="{FF2B5EF4-FFF2-40B4-BE49-F238E27FC236}">
                  <a16:creationId xmlns:a16="http://schemas.microsoft.com/office/drawing/2014/main" id="{ED02110B-52A5-2E3A-F8A0-916250D223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1223" name="Graphic 1222" descr="Deciduous tree with solid fill">
              <a:extLst>
                <a:ext uri="{FF2B5EF4-FFF2-40B4-BE49-F238E27FC236}">
                  <a16:creationId xmlns:a16="http://schemas.microsoft.com/office/drawing/2014/main" id="{81808EDB-5966-FE00-8832-48CE493258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1224" name="Graphic 1223" descr="Deciduous tree with solid fill">
              <a:extLst>
                <a:ext uri="{FF2B5EF4-FFF2-40B4-BE49-F238E27FC236}">
                  <a16:creationId xmlns:a16="http://schemas.microsoft.com/office/drawing/2014/main" id="{2916875E-9316-9625-A410-22FF66A9A8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225" name="Graphic 1224" descr="Deciduous tree with solid fill">
              <a:extLst>
                <a:ext uri="{FF2B5EF4-FFF2-40B4-BE49-F238E27FC236}">
                  <a16:creationId xmlns:a16="http://schemas.microsoft.com/office/drawing/2014/main" id="{9088C197-5906-23CB-4AF6-23948C05D6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226" name="Graphic 1225" descr="Deciduous tree with solid fill">
              <a:extLst>
                <a:ext uri="{FF2B5EF4-FFF2-40B4-BE49-F238E27FC236}">
                  <a16:creationId xmlns:a16="http://schemas.microsoft.com/office/drawing/2014/main" id="{28E4F34E-763D-D27A-B155-743BA1BDD1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227" name="Graphic 1226" descr="Deciduous tree with solid fill">
              <a:extLst>
                <a:ext uri="{FF2B5EF4-FFF2-40B4-BE49-F238E27FC236}">
                  <a16:creationId xmlns:a16="http://schemas.microsoft.com/office/drawing/2014/main" id="{BC4381F8-38AE-F1BC-6FC7-12DF4E3B31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28" name="Graphic 1227" descr="Deciduous tree with solid fill">
              <a:extLst>
                <a:ext uri="{FF2B5EF4-FFF2-40B4-BE49-F238E27FC236}">
                  <a16:creationId xmlns:a16="http://schemas.microsoft.com/office/drawing/2014/main" id="{090DBAF6-C932-0733-8CA7-58B5651DBD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229" name="Graphic 1228" descr="Deciduous tree with solid fill">
              <a:extLst>
                <a:ext uri="{FF2B5EF4-FFF2-40B4-BE49-F238E27FC236}">
                  <a16:creationId xmlns:a16="http://schemas.microsoft.com/office/drawing/2014/main" id="{14D58A43-D401-B830-2642-3C9DC001EC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230" name="Graphic 1229" descr="Deciduous tree with solid fill">
              <a:extLst>
                <a:ext uri="{FF2B5EF4-FFF2-40B4-BE49-F238E27FC236}">
                  <a16:creationId xmlns:a16="http://schemas.microsoft.com/office/drawing/2014/main" id="{20196AD9-2D7D-C37C-8C53-B77CCE886B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231" name="Graphic 1230" descr="Deciduous tree with solid fill">
              <a:extLst>
                <a:ext uri="{FF2B5EF4-FFF2-40B4-BE49-F238E27FC236}">
                  <a16:creationId xmlns:a16="http://schemas.microsoft.com/office/drawing/2014/main" id="{E586B8E0-933A-B761-1AF2-8FE1D0ABEF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232" name="Graphic 1231" descr="Deciduous tree with solid fill">
              <a:extLst>
                <a:ext uri="{FF2B5EF4-FFF2-40B4-BE49-F238E27FC236}">
                  <a16:creationId xmlns:a16="http://schemas.microsoft.com/office/drawing/2014/main" id="{7C34717A-3421-2117-C140-9645471E89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233" name="Graphic 1232" descr="Deciduous tree with solid fill">
              <a:extLst>
                <a:ext uri="{FF2B5EF4-FFF2-40B4-BE49-F238E27FC236}">
                  <a16:creationId xmlns:a16="http://schemas.microsoft.com/office/drawing/2014/main" id="{6EDA4E57-5828-234A-3E61-1A714415AA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1234" name="Graphic 1233" descr="Deciduous tree with solid fill">
              <a:extLst>
                <a:ext uri="{FF2B5EF4-FFF2-40B4-BE49-F238E27FC236}">
                  <a16:creationId xmlns:a16="http://schemas.microsoft.com/office/drawing/2014/main" id="{05C18DA6-E081-ADFF-3D56-2336E99E8C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235" name="Graphic 1234" descr="Deciduous tree with solid fill">
              <a:extLst>
                <a:ext uri="{FF2B5EF4-FFF2-40B4-BE49-F238E27FC236}">
                  <a16:creationId xmlns:a16="http://schemas.microsoft.com/office/drawing/2014/main" id="{409C1BF6-5D91-945B-5409-8CC1673670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236" name="Graphic 1235" descr="Deciduous tree with solid fill">
              <a:extLst>
                <a:ext uri="{FF2B5EF4-FFF2-40B4-BE49-F238E27FC236}">
                  <a16:creationId xmlns:a16="http://schemas.microsoft.com/office/drawing/2014/main" id="{D85AC6B3-6700-9345-FCC8-841D801449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237" name="Graphic 1236" descr="Deciduous tree with solid fill">
              <a:extLst>
                <a:ext uri="{FF2B5EF4-FFF2-40B4-BE49-F238E27FC236}">
                  <a16:creationId xmlns:a16="http://schemas.microsoft.com/office/drawing/2014/main" id="{4F3A6E29-B52E-6840-276C-2AC9ED1C68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38" name="Graphic 1237" descr="Deciduous tree with solid fill">
              <a:extLst>
                <a:ext uri="{FF2B5EF4-FFF2-40B4-BE49-F238E27FC236}">
                  <a16:creationId xmlns:a16="http://schemas.microsoft.com/office/drawing/2014/main" id="{45812B73-2E9B-C3EC-1E8F-E9E0C8567E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1239" name="Graphic 1238" descr="Deciduous tree with solid fill">
              <a:extLst>
                <a:ext uri="{FF2B5EF4-FFF2-40B4-BE49-F238E27FC236}">
                  <a16:creationId xmlns:a16="http://schemas.microsoft.com/office/drawing/2014/main" id="{08428F9D-FD1F-8A2C-E7D4-92A178A09D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240" name="Graphic 1239" descr="Deciduous tree with solid fill">
              <a:extLst>
                <a:ext uri="{FF2B5EF4-FFF2-40B4-BE49-F238E27FC236}">
                  <a16:creationId xmlns:a16="http://schemas.microsoft.com/office/drawing/2014/main" id="{5EED3AAE-8A85-3EB3-40DB-04974CF4A4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241" name="Graphic 1240" descr="Deciduous tree with solid fill">
              <a:extLst>
                <a:ext uri="{FF2B5EF4-FFF2-40B4-BE49-F238E27FC236}">
                  <a16:creationId xmlns:a16="http://schemas.microsoft.com/office/drawing/2014/main" id="{417BE050-5E0D-E3A9-743E-CF3AF40CC1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242" name="Graphic 1241" descr="Deciduous tree with solid fill">
              <a:extLst>
                <a:ext uri="{FF2B5EF4-FFF2-40B4-BE49-F238E27FC236}">
                  <a16:creationId xmlns:a16="http://schemas.microsoft.com/office/drawing/2014/main" id="{4214E82F-7C60-DB48-7E7D-4B77C8F77B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243" name="Graphic 1242" descr="Deciduous tree with solid fill">
              <a:extLst>
                <a:ext uri="{FF2B5EF4-FFF2-40B4-BE49-F238E27FC236}">
                  <a16:creationId xmlns:a16="http://schemas.microsoft.com/office/drawing/2014/main" id="{54EF17B1-A110-EF8A-5AA0-46A1936B17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244" name="Graphic 1243" descr="Deciduous tree with solid fill">
              <a:extLst>
                <a:ext uri="{FF2B5EF4-FFF2-40B4-BE49-F238E27FC236}">
                  <a16:creationId xmlns:a16="http://schemas.microsoft.com/office/drawing/2014/main" id="{B1287610-ABA1-611C-4094-8C9DBF9652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45" name="Graphic 1244" descr="Deciduous tree with solid fill">
              <a:extLst>
                <a:ext uri="{FF2B5EF4-FFF2-40B4-BE49-F238E27FC236}">
                  <a16:creationId xmlns:a16="http://schemas.microsoft.com/office/drawing/2014/main" id="{3D4A7D2B-B3AE-13DF-A8CD-78491CB235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1246" name="Graphic 1245" descr="Deciduous tree with solid fill">
              <a:extLst>
                <a:ext uri="{FF2B5EF4-FFF2-40B4-BE49-F238E27FC236}">
                  <a16:creationId xmlns:a16="http://schemas.microsoft.com/office/drawing/2014/main" id="{94174055-7805-4940-9E1C-58720629BA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247" name="Graphic 1246" descr="Deciduous tree with solid fill">
              <a:extLst>
                <a:ext uri="{FF2B5EF4-FFF2-40B4-BE49-F238E27FC236}">
                  <a16:creationId xmlns:a16="http://schemas.microsoft.com/office/drawing/2014/main" id="{3AE4C4A0-D6F2-ED8A-CE2B-8D39240876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248" name="Graphic 1247" descr="Deciduous tree with solid fill">
              <a:extLst>
                <a:ext uri="{FF2B5EF4-FFF2-40B4-BE49-F238E27FC236}">
                  <a16:creationId xmlns:a16="http://schemas.microsoft.com/office/drawing/2014/main" id="{13D5F324-9244-0808-9E49-04FB7666A0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249" name="Graphic 1248" descr="Deciduous tree with solid fill">
              <a:extLst>
                <a:ext uri="{FF2B5EF4-FFF2-40B4-BE49-F238E27FC236}">
                  <a16:creationId xmlns:a16="http://schemas.microsoft.com/office/drawing/2014/main" id="{2977AE4D-A83B-7772-609E-52B0A129D0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250" name="Graphic 1249" descr="Deciduous tree with solid fill">
              <a:extLst>
                <a:ext uri="{FF2B5EF4-FFF2-40B4-BE49-F238E27FC236}">
                  <a16:creationId xmlns:a16="http://schemas.microsoft.com/office/drawing/2014/main" id="{8DB770F3-5EF2-E506-75F4-DA9D95DB39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251" name="Graphic 1250" descr="Deciduous tree with solid fill">
              <a:extLst>
                <a:ext uri="{FF2B5EF4-FFF2-40B4-BE49-F238E27FC236}">
                  <a16:creationId xmlns:a16="http://schemas.microsoft.com/office/drawing/2014/main" id="{7AF8A38C-77D9-CC5E-F565-16BBBA4FFF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252" name="Graphic 1251" descr="Deciduous tree with solid fill">
              <a:extLst>
                <a:ext uri="{FF2B5EF4-FFF2-40B4-BE49-F238E27FC236}">
                  <a16:creationId xmlns:a16="http://schemas.microsoft.com/office/drawing/2014/main" id="{449C5913-A985-28A4-05A9-3A19DEBE00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53" name="Graphic 1252" descr="Deciduous tree with solid fill">
              <a:extLst>
                <a:ext uri="{FF2B5EF4-FFF2-40B4-BE49-F238E27FC236}">
                  <a16:creationId xmlns:a16="http://schemas.microsoft.com/office/drawing/2014/main" id="{EB0C322B-4EA9-3449-356D-23D79F921D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254" name="Graphic 1253" descr="Deciduous tree with solid fill">
              <a:extLst>
                <a:ext uri="{FF2B5EF4-FFF2-40B4-BE49-F238E27FC236}">
                  <a16:creationId xmlns:a16="http://schemas.microsoft.com/office/drawing/2014/main" id="{3A29FEC6-6CC9-FAE9-124F-1B422B740E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1255" name="Graphic 1254" descr="Deciduous tree with solid fill">
              <a:extLst>
                <a:ext uri="{FF2B5EF4-FFF2-40B4-BE49-F238E27FC236}">
                  <a16:creationId xmlns:a16="http://schemas.microsoft.com/office/drawing/2014/main" id="{2FCA2DA9-5E6F-56FA-EA21-B58C74342B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256" name="Graphic 1255" descr="Deciduous tree with solid fill">
              <a:extLst>
                <a:ext uri="{FF2B5EF4-FFF2-40B4-BE49-F238E27FC236}">
                  <a16:creationId xmlns:a16="http://schemas.microsoft.com/office/drawing/2014/main" id="{26FF0A6D-9A35-4932-7E8A-BD191B1086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257" name="Graphic 1256" descr="Deciduous tree with solid fill">
              <a:extLst>
                <a:ext uri="{FF2B5EF4-FFF2-40B4-BE49-F238E27FC236}">
                  <a16:creationId xmlns:a16="http://schemas.microsoft.com/office/drawing/2014/main" id="{743203E5-77AB-90D4-573B-85D359B5CA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258" name="Graphic 1257" descr="Deciduous tree with solid fill">
              <a:extLst>
                <a:ext uri="{FF2B5EF4-FFF2-40B4-BE49-F238E27FC236}">
                  <a16:creationId xmlns:a16="http://schemas.microsoft.com/office/drawing/2014/main" id="{1F2BA0AC-C12D-17E2-A380-9EF1DB50F0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59" name="Graphic 1258" descr="Deciduous tree with solid fill">
              <a:extLst>
                <a:ext uri="{FF2B5EF4-FFF2-40B4-BE49-F238E27FC236}">
                  <a16:creationId xmlns:a16="http://schemas.microsoft.com/office/drawing/2014/main" id="{AB1DE35A-B745-4684-CAC4-3E60EBE078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260" name="Graphic 1259" descr="Deciduous tree with solid fill">
              <a:extLst>
                <a:ext uri="{FF2B5EF4-FFF2-40B4-BE49-F238E27FC236}">
                  <a16:creationId xmlns:a16="http://schemas.microsoft.com/office/drawing/2014/main" id="{3C1E152C-8100-A227-CC57-1FFF57559A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261" name="Graphic 1260" descr="Deciduous tree with solid fill">
              <a:extLst>
                <a:ext uri="{FF2B5EF4-FFF2-40B4-BE49-F238E27FC236}">
                  <a16:creationId xmlns:a16="http://schemas.microsoft.com/office/drawing/2014/main" id="{1099B6DC-BFF2-0455-63B2-181903CC90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262" name="Graphic 1261" descr="Deciduous tree with solid fill">
              <a:extLst>
                <a:ext uri="{FF2B5EF4-FFF2-40B4-BE49-F238E27FC236}">
                  <a16:creationId xmlns:a16="http://schemas.microsoft.com/office/drawing/2014/main" id="{C2FC0581-B8CA-A80D-0CD6-637ADBBF70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263" name="Graphic 1262" descr="Deciduous tree with solid fill">
              <a:extLst>
                <a:ext uri="{FF2B5EF4-FFF2-40B4-BE49-F238E27FC236}">
                  <a16:creationId xmlns:a16="http://schemas.microsoft.com/office/drawing/2014/main" id="{3539AF01-5EF8-FD53-6709-89E5E3F6D7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264" name="Graphic 1263" descr="Deciduous tree with solid fill">
              <a:extLst>
                <a:ext uri="{FF2B5EF4-FFF2-40B4-BE49-F238E27FC236}">
                  <a16:creationId xmlns:a16="http://schemas.microsoft.com/office/drawing/2014/main" id="{83644E68-FD44-E14F-479D-CCE6651D2B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65" name="Graphic 1264" descr="Deciduous tree with solid fill">
              <a:extLst>
                <a:ext uri="{FF2B5EF4-FFF2-40B4-BE49-F238E27FC236}">
                  <a16:creationId xmlns:a16="http://schemas.microsoft.com/office/drawing/2014/main" id="{07378474-C689-50B6-E682-CF6B4CD6F6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266" name="Graphic 1265" descr="Deciduous tree with solid fill">
              <a:extLst>
                <a:ext uri="{FF2B5EF4-FFF2-40B4-BE49-F238E27FC236}">
                  <a16:creationId xmlns:a16="http://schemas.microsoft.com/office/drawing/2014/main" id="{0EED6E6D-2D9A-306B-F801-68AB0387C6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267" name="Graphic 1266" descr="Deciduous tree with solid fill">
              <a:extLst>
                <a:ext uri="{FF2B5EF4-FFF2-40B4-BE49-F238E27FC236}">
                  <a16:creationId xmlns:a16="http://schemas.microsoft.com/office/drawing/2014/main" id="{90C69658-8FD1-9BED-1BF3-17628F3C49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268" name="Graphic 1267" descr="Deciduous tree with solid fill">
              <a:extLst>
                <a:ext uri="{FF2B5EF4-FFF2-40B4-BE49-F238E27FC236}">
                  <a16:creationId xmlns:a16="http://schemas.microsoft.com/office/drawing/2014/main" id="{75847C2E-91AD-993B-4EA2-4EEB38B5D6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269" name="Graphic 1268" descr="Deciduous tree with solid fill">
              <a:extLst>
                <a:ext uri="{FF2B5EF4-FFF2-40B4-BE49-F238E27FC236}">
                  <a16:creationId xmlns:a16="http://schemas.microsoft.com/office/drawing/2014/main" id="{07DAD110-0AD6-BC34-FFA8-9398E09B56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70" name="Graphic 1269" descr="Deciduous tree with solid fill">
              <a:extLst>
                <a:ext uri="{FF2B5EF4-FFF2-40B4-BE49-F238E27FC236}">
                  <a16:creationId xmlns:a16="http://schemas.microsoft.com/office/drawing/2014/main" id="{D47E3779-C913-9935-FB31-2871AEB918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1271" name="Graphic 1270" descr="Deciduous tree with solid fill">
              <a:extLst>
                <a:ext uri="{FF2B5EF4-FFF2-40B4-BE49-F238E27FC236}">
                  <a16:creationId xmlns:a16="http://schemas.microsoft.com/office/drawing/2014/main" id="{CD7C31A6-DB18-988A-3679-52BF1E3261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272" name="Graphic 1271" descr="Deciduous tree with solid fill">
              <a:extLst>
                <a:ext uri="{FF2B5EF4-FFF2-40B4-BE49-F238E27FC236}">
                  <a16:creationId xmlns:a16="http://schemas.microsoft.com/office/drawing/2014/main" id="{3424C9A8-3F77-84D3-F9C7-2A990723AA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273" name="Graphic 1272" descr="Deciduous tree with solid fill">
              <a:extLst>
                <a:ext uri="{FF2B5EF4-FFF2-40B4-BE49-F238E27FC236}">
                  <a16:creationId xmlns:a16="http://schemas.microsoft.com/office/drawing/2014/main" id="{FF81503A-76CF-0408-05BE-0BDD97C552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74" name="Graphic 1273" descr="Deciduous tree with solid fill">
              <a:extLst>
                <a:ext uri="{FF2B5EF4-FFF2-40B4-BE49-F238E27FC236}">
                  <a16:creationId xmlns:a16="http://schemas.microsoft.com/office/drawing/2014/main" id="{1627EECB-0010-7ED1-1753-278875E136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275" name="Graphic 1274" descr="Deciduous tree with solid fill">
              <a:extLst>
                <a:ext uri="{FF2B5EF4-FFF2-40B4-BE49-F238E27FC236}">
                  <a16:creationId xmlns:a16="http://schemas.microsoft.com/office/drawing/2014/main" id="{B9E89FAC-BF93-5522-AC02-75AE9110A3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1276" name="Graphic 1275" descr="Deciduous tree with solid fill">
              <a:extLst>
                <a:ext uri="{FF2B5EF4-FFF2-40B4-BE49-F238E27FC236}">
                  <a16:creationId xmlns:a16="http://schemas.microsoft.com/office/drawing/2014/main" id="{1853AF6F-D293-4C4A-44B3-2FBADDB7B5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1277" name="Graphic 1276" descr="Deciduous tree with solid fill">
              <a:extLst>
                <a:ext uri="{FF2B5EF4-FFF2-40B4-BE49-F238E27FC236}">
                  <a16:creationId xmlns:a16="http://schemas.microsoft.com/office/drawing/2014/main" id="{34033FD5-9FD0-88CB-2096-F7A0B3063F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78" name="Graphic 1277" descr="Deciduous tree with solid fill">
              <a:extLst>
                <a:ext uri="{FF2B5EF4-FFF2-40B4-BE49-F238E27FC236}">
                  <a16:creationId xmlns:a16="http://schemas.microsoft.com/office/drawing/2014/main" id="{A4B54206-46EB-A7EF-CD6D-DAB03B025C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1279" name="Graphic 1278" descr="Deciduous tree with solid fill">
              <a:extLst>
                <a:ext uri="{FF2B5EF4-FFF2-40B4-BE49-F238E27FC236}">
                  <a16:creationId xmlns:a16="http://schemas.microsoft.com/office/drawing/2014/main" id="{0DBCDD15-FED4-343F-1965-CC716A13DA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80" name="Graphic 1279" descr="Deciduous tree with solid fill">
              <a:extLst>
                <a:ext uri="{FF2B5EF4-FFF2-40B4-BE49-F238E27FC236}">
                  <a16:creationId xmlns:a16="http://schemas.microsoft.com/office/drawing/2014/main" id="{26404850-C887-4C51-6E77-3EFE279C7C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281" name="Graphic 1280" descr="Deciduous tree with solid fill">
              <a:extLst>
                <a:ext uri="{FF2B5EF4-FFF2-40B4-BE49-F238E27FC236}">
                  <a16:creationId xmlns:a16="http://schemas.microsoft.com/office/drawing/2014/main" id="{DEFF27A6-8B19-7942-9A3C-A42E66972D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1282" name="Graphic 1281" descr="Deciduous tree with solid fill">
              <a:extLst>
                <a:ext uri="{FF2B5EF4-FFF2-40B4-BE49-F238E27FC236}">
                  <a16:creationId xmlns:a16="http://schemas.microsoft.com/office/drawing/2014/main" id="{9111618E-48CF-FF94-E775-95BBBF2EC7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1283" name="Graphic 1282" descr="Deciduous tree with solid fill">
              <a:extLst>
                <a:ext uri="{FF2B5EF4-FFF2-40B4-BE49-F238E27FC236}">
                  <a16:creationId xmlns:a16="http://schemas.microsoft.com/office/drawing/2014/main" id="{8D29A62B-1117-195B-4C7E-DDD1BB1A94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31734" y="1572825"/>
              <a:ext cx="209457" cy="196411"/>
            </a:xfrm>
            <a:prstGeom prst="rect">
              <a:avLst/>
            </a:prstGeom>
          </p:spPr>
        </p:pic>
        <p:pic>
          <p:nvPicPr>
            <p:cNvPr id="1284" name="Graphic 1283" descr="Deciduous tree with solid fill">
              <a:extLst>
                <a:ext uri="{FF2B5EF4-FFF2-40B4-BE49-F238E27FC236}">
                  <a16:creationId xmlns:a16="http://schemas.microsoft.com/office/drawing/2014/main" id="{67A33BA7-8F9C-79FA-6CF0-58DFBCA84D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6107" y="1668685"/>
              <a:ext cx="209457" cy="196411"/>
            </a:xfrm>
            <a:prstGeom prst="rect">
              <a:avLst/>
            </a:prstGeom>
          </p:spPr>
        </p:pic>
        <p:pic>
          <p:nvPicPr>
            <p:cNvPr id="1285" name="Graphic 1284" descr="Deciduous tree with solid fill">
              <a:extLst>
                <a:ext uri="{FF2B5EF4-FFF2-40B4-BE49-F238E27FC236}">
                  <a16:creationId xmlns:a16="http://schemas.microsoft.com/office/drawing/2014/main" id="{48DA7048-D1D6-50FB-30A4-D576E76EA1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02311" y="1484787"/>
              <a:ext cx="209457" cy="196411"/>
            </a:xfrm>
            <a:prstGeom prst="rect">
              <a:avLst/>
            </a:prstGeom>
          </p:spPr>
        </p:pic>
        <p:pic>
          <p:nvPicPr>
            <p:cNvPr id="1286" name="Graphic 1285" descr="Deciduous tree with solid fill">
              <a:extLst>
                <a:ext uri="{FF2B5EF4-FFF2-40B4-BE49-F238E27FC236}">
                  <a16:creationId xmlns:a16="http://schemas.microsoft.com/office/drawing/2014/main" id="{7E268D2C-73B9-7C1B-C031-BC442B9B18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23834" y="3581200"/>
              <a:ext cx="209457" cy="196411"/>
            </a:xfrm>
            <a:prstGeom prst="rect">
              <a:avLst/>
            </a:prstGeom>
          </p:spPr>
        </p:pic>
        <p:pic>
          <p:nvPicPr>
            <p:cNvPr id="1287" name="Graphic 1286" descr="Deciduous tree with solid fill">
              <a:extLst>
                <a:ext uri="{FF2B5EF4-FFF2-40B4-BE49-F238E27FC236}">
                  <a16:creationId xmlns:a16="http://schemas.microsoft.com/office/drawing/2014/main" id="{855632FE-713C-960A-0F53-82A60245D9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77803" y="1792177"/>
              <a:ext cx="209457" cy="196411"/>
            </a:xfrm>
            <a:prstGeom prst="rect">
              <a:avLst/>
            </a:prstGeom>
          </p:spPr>
        </p:pic>
        <p:pic>
          <p:nvPicPr>
            <p:cNvPr id="1288" name="Graphic 1287" descr="Deciduous tree with solid fill">
              <a:extLst>
                <a:ext uri="{FF2B5EF4-FFF2-40B4-BE49-F238E27FC236}">
                  <a16:creationId xmlns:a16="http://schemas.microsoft.com/office/drawing/2014/main" id="{489FADC4-F8A7-C959-7DDD-57435F75D8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9" y="1915668"/>
              <a:ext cx="209457" cy="196411"/>
            </a:xfrm>
            <a:prstGeom prst="rect">
              <a:avLst/>
            </a:prstGeom>
          </p:spPr>
        </p:pic>
        <p:pic>
          <p:nvPicPr>
            <p:cNvPr id="1289" name="Graphic 1288" descr="Deciduous tree with solid fill">
              <a:extLst>
                <a:ext uri="{FF2B5EF4-FFF2-40B4-BE49-F238E27FC236}">
                  <a16:creationId xmlns:a16="http://schemas.microsoft.com/office/drawing/2014/main" id="{9612608A-F91C-136E-5DBE-A3E8378777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41192" y="2039159"/>
              <a:ext cx="209457" cy="196411"/>
            </a:xfrm>
            <a:prstGeom prst="rect">
              <a:avLst/>
            </a:prstGeom>
          </p:spPr>
        </p:pic>
        <p:pic>
          <p:nvPicPr>
            <p:cNvPr id="1290" name="Graphic 1289" descr="Deciduous tree with solid fill">
              <a:extLst>
                <a:ext uri="{FF2B5EF4-FFF2-40B4-BE49-F238E27FC236}">
                  <a16:creationId xmlns:a16="http://schemas.microsoft.com/office/drawing/2014/main" id="{7F4EECA5-086D-5A48-6E16-83353CB342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2887" y="2162650"/>
              <a:ext cx="209457" cy="196411"/>
            </a:xfrm>
            <a:prstGeom prst="rect">
              <a:avLst/>
            </a:prstGeom>
          </p:spPr>
        </p:pic>
        <p:pic>
          <p:nvPicPr>
            <p:cNvPr id="1291" name="Graphic 1290" descr="Deciduous tree with solid fill">
              <a:extLst>
                <a:ext uri="{FF2B5EF4-FFF2-40B4-BE49-F238E27FC236}">
                  <a16:creationId xmlns:a16="http://schemas.microsoft.com/office/drawing/2014/main" id="{2B4D9FD5-08E3-E8B5-2170-645DDC601E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04582" y="2286141"/>
              <a:ext cx="209457" cy="196411"/>
            </a:xfrm>
            <a:prstGeom prst="rect">
              <a:avLst/>
            </a:prstGeom>
          </p:spPr>
        </p:pic>
        <p:pic>
          <p:nvPicPr>
            <p:cNvPr id="1292" name="Graphic 1291" descr="Deciduous tree with solid fill">
              <a:extLst>
                <a:ext uri="{FF2B5EF4-FFF2-40B4-BE49-F238E27FC236}">
                  <a16:creationId xmlns:a16="http://schemas.microsoft.com/office/drawing/2014/main" id="{02FDE21F-38CB-A4EB-230B-0E475641CB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6276" y="2409633"/>
              <a:ext cx="209457" cy="196411"/>
            </a:xfrm>
            <a:prstGeom prst="rect">
              <a:avLst/>
            </a:prstGeom>
          </p:spPr>
        </p:pic>
        <p:pic>
          <p:nvPicPr>
            <p:cNvPr id="1293" name="Graphic 1292" descr="Deciduous tree with solid fill">
              <a:extLst>
                <a:ext uri="{FF2B5EF4-FFF2-40B4-BE49-F238E27FC236}">
                  <a16:creationId xmlns:a16="http://schemas.microsoft.com/office/drawing/2014/main" id="{DFA837EE-9E88-26FF-550F-4ECD4B94BB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67971" y="2533124"/>
              <a:ext cx="209457" cy="196411"/>
            </a:xfrm>
            <a:prstGeom prst="rect">
              <a:avLst/>
            </a:prstGeom>
          </p:spPr>
        </p:pic>
        <p:pic>
          <p:nvPicPr>
            <p:cNvPr id="1294" name="Graphic 1293" descr="Deciduous tree with solid fill">
              <a:extLst>
                <a:ext uri="{FF2B5EF4-FFF2-40B4-BE49-F238E27FC236}">
                  <a16:creationId xmlns:a16="http://schemas.microsoft.com/office/drawing/2014/main" id="{DC130EFA-797B-248D-9ECF-42B4C03AE7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99667" y="2656616"/>
              <a:ext cx="209457" cy="196411"/>
            </a:xfrm>
            <a:prstGeom prst="rect">
              <a:avLst/>
            </a:prstGeom>
          </p:spPr>
        </p:pic>
        <p:pic>
          <p:nvPicPr>
            <p:cNvPr id="1295" name="Graphic 1294" descr="Deciduous tree with solid fill">
              <a:extLst>
                <a:ext uri="{FF2B5EF4-FFF2-40B4-BE49-F238E27FC236}">
                  <a16:creationId xmlns:a16="http://schemas.microsoft.com/office/drawing/2014/main" id="{9D67D98D-3D8F-6B4E-C4F9-3B245E85BE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61" y="2780107"/>
              <a:ext cx="209457" cy="196411"/>
            </a:xfrm>
            <a:prstGeom prst="rect">
              <a:avLst/>
            </a:prstGeom>
          </p:spPr>
        </p:pic>
        <p:pic>
          <p:nvPicPr>
            <p:cNvPr id="1296" name="Graphic 1295" descr="Deciduous tree with solid fill">
              <a:extLst>
                <a:ext uri="{FF2B5EF4-FFF2-40B4-BE49-F238E27FC236}">
                  <a16:creationId xmlns:a16="http://schemas.microsoft.com/office/drawing/2014/main" id="{E44A3FD9-CB1D-73CC-E332-360CFB9339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3056" y="2903598"/>
              <a:ext cx="209457" cy="196411"/>
            </a:xfrm>
            <a:prstGeom prst="rect">
              <a:avLst/>
            </a:prstGeom>
          </p:spPr>
        </p:pic>
        <p:pic>
          <p:nvPicPr>
            <p:cNvPr id="1297" name="Graphic 1296" descr="Deciduous tree with solid fill">
              <a:extLst>
                <a:ext uri="{FF2B5EF4-FFF2-40B4-BE49-F238E27FC236}">
                  <a16:creationId xmlns:a16="http://schemas.microsoft.com/office/drawing/2014/main" id="{BC414FDA-A57B-4B64-9D1E-BA5BE01585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4751" y="3027089"/>
              <a:ext cx="209457" cy="196411"/>
            </a:xfrm>
            <a:prstGeom prst="rect">
              <a:avLst/>
            </a:prstGeom>
          </p:spPr>
        </p:pic>
        <p:pic>
          <p:nvPicPr>
            <p:cNvPr id="1298" name="Graphic 1297" descr="Deciduous tree with solid fill">
              <a:extLst>
                <a:ext uri="{FF2B5EF4-FFF2-40B4-BE49-F238E27FC236}">
                  <a16:creationId xmlns:a16="http://schemas.microsoft.com/office/drawing/2014/main" id="{D92028A7-A063-1038-92DC-37CBD943BD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26446" y="3150581"/>
              <a:ext cx="209457" cy="196411"/>
            </a:xfrm>
            <a:prstGeom prst="rect">
              <a:avLst/>
            </a:prstGeom>
          </p:spPr>
        </p:pic>
        <p:pic>
          <p:nvPicPr>
            <p:cNvPr id="1299" name="Graphic 1298" descr="Deciduous tree with solid fill">
              <a:extLst>
                <a:ext uri="{FF2B5EF4-FFF2-40B4-BE49-F238E27FC236}">
                  <a16:creationId xmlns:a16="http://schemas.microsoft.com/office/drawing/2014/main" id="{17F5926F-7699-266F-A41A-4B6698B509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8139" y="3274072"/>
              <a:ext cx="209457" cy="196411"/>
            </a:xfrm>
            <a:prstGeom prst="rect">
              <a:avLst/>
            </a:prstGeom>
          </p:spPr>
        </p:pic>
        <p:pic>
          <p:nvPicPr>
            <p:cNvPr id="1300" name="Graphic 1299" descr="Deciduous tree with solid fill">
              <a:extLst>
                <a:ext uri="{FF2B5EF4-FFF2-40B4-BE49-F238E27FC236}">
                  <a16:creationId xmlns:a16="http://schemas.microsoft.com/office/drawing/2014/main" id="{7EC972F5-0ED6-D3AC-C803-BB14D30583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63429" y="1696317"/>
              <a:ext cx="209457" cy="196411"/>
            </a:xfrm>
            <a:prstGeom prst="rect">
              <a:avLst/>
            </a:prstGeom>
          </p:spPr>
        </p:pic>
        <p:pic>
          <p:nvPicPr>
            <p:cNvPr id="1301" name="Graphic 1300" descr="Deciduous tree with solid fill">
              <a:extLst>
                <a:ext uri="{FF2B5EF4-FFF2-40B4-BE49-F238E27FC236}">
                  <a16:creationId xmlns:a16="http://schemas.microsoft.com/office/drawing/2014/main" id="{1B003436-65EE-EE7D-0950-2AB4E70841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95124" y="1819808"/>
              <a:ext cx="209457" cy="196411"/>
            </a:xfrm>
            <a:prstGeom prst="rect">
              <a:avLst/>
            </a:prstGeom>
          </p:spPr>
        </p:pic>
        <p:pic>
          <p:nvPicPr>
            <p:cNvPr id="1302" name="Graphic 1301" descr="Deciduous tree with solid fill">
              <a:extLst>
                <a:ext uri="{FF2B5EF4-FFF2-40B4-BE49-F238E27FC236}">
                  <a16:creationId xmlns:a16="http://schemas.microsoft.com/office/drawing/2014/main" id="{626D3685-233D-E84E-55A4-23AA2D38D5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26819" y="1943299"/>
              <a:ext cx="209457" cy="196411"/>
            </a:xfrm>
            <a:prstGeom prst="rect">
              <a:avLst/>
            </a:prstGeom>
          </p:spPr>
        </p:pic>
        <p:pic>
          <p:nvPicPr>
            <p:cNvPr id="1303" name="Graphic 1302" descr="Deciduous tree with solid fill">
              <a:extLst>
                <a:ext uri="{FF2B5EF4-FFF2-40B4-BE49-F238E27FC236}">
                  <a16:creationId xmlns:a16="http://schemas.microsoft.com/office/drawing/2014/main" id="{CCE81D5F-B7D1-33C7-DBFC-62CBF4F700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58513" y="2066791"/>
              <a:ext cx="209457" cy="196411"/>
            </a:xfrm>
            <a:prstGeom prst="rect">
              <a:avLst/>
            </a:prstGeom>
          </p:spPr>
        </p:pic>
        <p:pic>
          <p:nvPicPr>
            <p:cNvPr id="1304" name="Graphic 1303" descr="Deciduous tree with solid fill">
              <a:extLst>
                <a:ext uri="{FF2B5EF4-FFF2-40B4-BE49-F238E27FC236}">
                  <a16:creationId xmlns:a16="http://schemas.microsoft.com/office/drawing/2014/main" id="{DA13975A-E492-2D86-640E-C7DB992C27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90209" y="2190282"/>
              <a:ext cx="209457" cy="196411"/>
            </a:xfrm>
            <a:prstGeom prst="rect">
              <a:avLst/>
            </a:prstGeom>
          </p:spPr>
        </p:pic>
        <p:pic>
          <p:nvPicPr>
            <p:cNvPr id="1305" name="Graphic 1304" descr="Deciduous tree with solid fill">
              <a:extLst>
                <a:ext uri="{FF2B5EF4-FFF2-40B4-BE49-F238E27FC236}">
                  <a16:creationId xmlns:a16="http://schemas.microsoft.com/office/drawing/2014/main" id="{362343C1-4111-0EAC-08AB-233DE2942B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21904" y="2313773"/>
              <a:ext cx="209457" cy="196411"/>
            </a:xfrm>
            <a:prstGeom prst="rect">
              <a:avLst/>
            </a:prstGeom>
          </p:spPr>
        </p:pic>
        <p:pic>
          <p:nvPicPr>
            <p:cNvPr id="1306" name="Graphic 1305" descr="Deciduous tree with solid fill">
              <a:extLst>
                <a:ext uri="{FF2B5EF4-FFF2-40B4-BE49-F238E27FC236}">
                  <a16:creationId xmlns:a16="http://schemas.microsoft.com/office/drawing/2014/main" id="{83176F33-FB96-1AA2-C266-1293E662DD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53598" y="2437265"/>
              <a:ext cx="209457" cy="196411"/>
            </a:xfrm>
            <a:prstGeom prst="rect">
              <a:avLst/>
            </a:prstGeom>
          </p:spPr>
        </p:pic>
        <p:pic>
          <p:nvPicPr>
            <p:cNvPr id="1307" name="Graphic 1306" descr="Deciduous tree with solid fill">
              <a:extLst>
                <a:ext uri="{FF2B5EF4-FFF2-40B4-BE49-F238E27FC236}">
                  <a16:creationId xmlns:a16="http://schemas.microsoft.com/office/drawing/2014/main" id="{94D5071B-CAD0-2CD0-0FF4-F667618207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85293" y="2560756"/>
              <a:ext cx="209457" cy="196411"/>
            </a:xfrm>
            <a:prstGeom prst="rect">
              <a:avLst/>
            </a:prstGeom>
          </p:spPr>
        </p:pic>
        <p:pic>
          <p:nvPicPr>
            <p:cNvPr id="1308" name="Graphic 1307" descr="Deciduous tree with solid fill">
              <a:extLst>
                <a:ext uri="{FF2B5EF4-FFF2-40B4-BE49-F238E27FC236}">
                  <a16:creationId xmlns:a16="http://schemas.microsoft.com/office/drawing/2014/main" id="{020BA116-693A-83B4-E66D-F4F1AF0FC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16988" y="2684247"/>
              <a:ext cx="209457" cy="196411"/>
            </a:xfrm>
            <a:prstGeom prst="rect">
              <a:avLst/>
            </a:prstGeom>
          </p:spPr>
        </p:pic>
        <p:pic>
          <p:nvPicPr>
            <p:cNvPr id="1309" name="Graphic 1308" descr="Deciduous tree with solid fill">
              <a:extLst>
                <a:ext uri="{FF2B5EF4-FFF2-40B4-BE49-F238E27FC236}">
                  <a16:creationId xmlns:a16="http://schemas.microsoft.com/office/drawing/2014/main" id="{2709E6F4-3FDF-6984-2049-17A05B3E14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8681" y="2807739"/>
              <a:ext cx="209457" cy="196411"/>
            </a:xfrm>
            <a:prstGeom prst="rect">
              <a:avLst/>
            </a:prstGeom>
          </p:spPr>
        </p:pic>
        <p:pic>
          <p:nvPicPr>
            <p:cNvPr id="1310" name="Graphic 1309" descr="Deciduous tree with solid fill">
              <a:extLst>
                <a:ext uri="{FF2B5EF4-FFF2-40B4-BE49-F238E27FC236}">
                  <a16:creationId xmlns:a16="http://schemas.microsoft.com/office/drawing/2014/main" id="{6171FD0B-3602-8EF0-3C78-299C89EBBE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80378" y="2931229"/>
              <a:ext cx="209457" cy="196411"/>
            </a:xfrm>
            <a:prstGeom prst="rect">
              <a:avLst/>
            </a:prstGeom>
          </p:spPr>
        </p:pic>
        <p:pic>
          <p:nvPicPr>
            <p:cNvPr id="1311" name="Graphic 1310" descr="Deciduous tree with solid fill">
              <a:extLst>
                <a:ext uri="{FF2B5EF4-FFF2-40B4-BE49-F238E27FC236}">
                  <a16:creationId xmlns:a16="http://schemas.microsoft.com/office/drawing/2014/main" id="{B70B5E07-BCC3-1D70-416C-30C161C9CB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2072" y="3054721"/>
              <a:ext cx="209457" cy="196411"/>
            </a:xfrm>
            <a:prstGeom prst="rect">
              <a:avLst/>
            </a:prstGeom>
          </p:spPr>
        </p:pic>
        <p:pic>
          <p:nvPicPr>
            <p:cNvPr id="1312" name="Graphic 1311" descr="Deciduous tree with solid fill">
              <a:extLst>
                <a:ext uri="{FF2B5EF4-FFF2-40B4-BE49-F238E27FC236}">
                  <a16:creationId xmlns:a16="http://schemas.microsoft.com/office/drawing/2014/main" id="{C9254680-F5E8-9B41-7395-18CDB8DBBA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3766" y="3178213"/>
              <a:ext cx="209457" cy="196411"/>
            </a:xfrm>
            <a:prstGeom prst="rect">
              <a:avLst/>
            </a:prstGeom>
          </p:spPr>
        </p:pic>
        <p:pic>
          <p:nvPicPr>
            <p:cNvPr id="1313" name="Graphic 1312" descr="Deciduous tree with solid fill">
              <a:extLst>
                <a:ext uri="{FF2B5EF4-FFF2-40B4-BE49-F238E27FC236}">
                  <a16:creationId xmlns:a16="http://schemas.microsoft.com/office/drawing/2014/main" id="{E06F5610-3C4B-9333-904F-2FF5282058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4006" y="1608278"/>
              <a:ext cx="209457" cy="196411"/>
            </a:xfrm>
            <a:prstGeom prst="rect">
              <a:avLst/>
            </a:prstGeom>
          </p:spPr>
        </p:pic>
        <p:pic>
          <p:nvPicPr>
            <p:cNvPr id="1314" name="Graphic 1313" descr="Deciduous tree with solid fill">
              <a:extLst>
                <a:ext uri="{FF2B5EF4-FFF2-40B4-BE49-F238E27FC236}">
                  <a16:creationId xmlns:a16="http://schemas.microsoft.com/office/drawing/2014/main" id="{88E39FFA-4BDD-4905-2E4C-FF88456879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5701" y="1731770"/>
              <a:ext cx="209457" cy="196411"/>
            </a:xfrm>
            <a:prstGeom prst="rect">
              <a:avLst/>
            </a:prstGeom>
          </p:spPr>
        </p:pic>
        <p:pic>
          <p:nvPicPr>
            <p:cNvPr id="1315" name="Graphic 1314" descr="Deciduous tree with solid fill">
              <a:extLst>
                <a:ext uri="{FF2B5EF4-FFF2-40B4-BE49-F238E27FC236}">
                  <a16:creationId xmlns:a16="http://schemas.microsoft.com/office/drawing/2014/main" id="{52E3FC88-D2CF-6A03-3C13-5696C6777B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7396" y="1855261"/>
              <a:ext cx="209457" cy="196411"/>
            </a:xfrm>
            <a:prstGeom prst="rect">
              <a:avLst/>
            </a:prstGeom>
          </p:spPr>
        </p:pic>
        <p:pic>
          <p:nvPicPr>
            <p:cNvPr id="1316" name="Graphic 1315" descr="Deciduous tree with solid fill">
              <a:extLst>
                <a:ext uri="{FF2B5EF4-FFF2-40B4-BE49-F238E27FC236}">
                  <a16:creationId xmlns:a16="http://schemas.microsoft.com/office/drawing/2014/main" id="{35D77F0A-DE27-A1A5-0823-6424398DE4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9091" y="1978752"/>
              <a:ext cx="209457" cy="196411"/>
            </a:xfrm>
            <a:prstGeom prst="rect">
              <a:avLst/>
            </a:prstGeom>
          </p:spPr>
        </p:pic>
        <p:pic>
          <p:nvPicPr>
            <p:cNvPr id="1317" name="Graphic 1316" descr="Deciduous tree with solid fill">
              <a:extLst>
                <a:ext uri="{FF2B5EF4-FFF2-40B4-BE49-F238E27FC236}">
                  <a16:creationId xmlns:a16="http://schemas.microsoft.com/office/drawing/2014/main" id="{8E1B93B1-41C8-C402-86AE-1DE557095E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60784" y="2102244"/>
              <a:ext cx="209457" cy="196411"/>
            </a:xfrm>
            <a:prstGeom prst="rect">
              <a:avLst/>
            </a:prstGeom>
          </p:spPr>
        </p:pic>
        <p:pic>
          <p:nvPicPr>
            <p:cNvPr id="1318" name="Graphic 1317" descr="Deciduous tree with solid fill">
              <a:extLst>
                <a:ext uri="{FF2B5EF4-FFF2-40B4-BE49-F238E27FC236}">
                  <a16:creationId xmlns:a16="http://schemas.microsoft.com/office/drawing/2014/main" id="{D711E2C8-50C0-309D-8EFD-B29B5DD693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81" y="2225735"/>
              <a:ext cx="209457" cy="196411"/>
            </a:xfrm>
            <a:prstGeom prst="rect">
              <a:avLst/>
            </a:prstGeom>
          </p:spPr>
        </p:pic>
        <p:pic>
          <p:nvPicPr>
            <p:cNvPr id="1319" name="Graphic 1318" descr="Deciduous tree with solid fill">
              <a:extLst>
                <a:ext uri="{FF2B5EF4-FFF2-40B4-BE49-F238E27FC236}">
                  <a16:creationId xmlns:a16="http://schemas.microsoft.com/office/drawing/2014/main" id="{7602D23C-F1E5-2B04-ADC5-DFBBF47C9E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4174" y="2349226"/>
              <a:ext cx="209457" cy="196411"/>
            </a:xfrm>
            <a:prstGeom prst="rect">
              <a:avLst/>
            </a:prstGeom>
          </p:spPr>
        </p:pic>
        <p:pic>
          <p:nvPicPr>
            <p:cNvPr id="1320" name="Graphic 1319" descr="Deciduous tree with solid fill">
              <a:extLst>
                <a:ext uri="{FF2B5EF4-FFF2-40B4-BE49-F238E27FC236}">
                  <a16:creationId xmlns:a16="http://schemas.microsoft.com/office/drawing/2014/main" id="{C8423812-188A-337D-39C7-8DDFAEAEB7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5869" y="2472717"/>
              <a:ext cx="209457" cy="196411"/>
            </a:xfrm>
            <a:prstGeom prst="rect">
              <a:avLst/>
            </a:prstGeom>
          </p:spPr>
        </p:pic>
        <p:pic>
          <p:nvPicPr>
            <p:cNvPr id="1321" name="Graphic 1320" descr="Deciduous tree with solid fill">
              <a:extLst>
                <a:ext uri="{FF2B5EF4-FFF2-40B4-BE49-F238E27FC236}">
                  <a16:creationId xmlns:a16="http://schemas.microsoft.com/office/drawing/2014/main" id="{01951491-B298-4A03-8AE7-E42EFE9A0E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87564" y="2596207"/>
              <a:ext cx="209457" cy="196411"/>
            </a:xfrm>
            <a:prstGeom prst="rect">
              <a:avLst/>
            </a:prstGeom>
          </p:spPr>
        </p:pic>
        <p:pic>
          <p:nvPicPr>
            <p:cNvPr id="1322" name="Graphic 1321" descr="Deciduous tree with solid fill">
              <a:extLst>
                <a:ext uri="{FF2B5EF4-FFF2-40B4-BE49-F238E27FC236}">
                  <a16:creationId xmlns:a16="http://schemas.microsoft.com/office/drawing/2014/main" id="{FFA6A297-1F6C-65D0-B8EE-48B9BF56CC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19259" y="2719699"/>
              <a:ext cx="209457" cy="196411"/>
            </a:xfrm>
            <a:prstGeom prst="rect">
              <a:avLst/>
            </a:prstGeom>
          </p:spPr>
        </p:pic>
        <p:pic>
          <p:nvPicPr>
            <p:cNvPr id="1323" name="Graphic 1322" descr="Deciduous tree with solid fill">
              <a:extLst>
                <a:ext uri="{FF2B5EF4-FFF2-40B4-BE49-F238E27FC236}">
                  <a16:creationId xmlns:a16="http://schemas.microsoft.com/office/drawing/2014/main" id="{C4671B13-3D5F-4BC7-5F54-F921D17A75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0953" y="2843190"/>
              <a:ext cx="209457" cy="196411"/>
            </a:xfrm>
            <a:prstGeom prst="rect">
              <a:avLst/>
            </a:prstGeom>
          </p:spPr>
        </p:pic>
        <p:pic>
          <p:nvPicPr>
            <p:cNvPr id="1324" name="Graphic 1323" descr="Deciduous tree with solid fill">
              <a:extLst>
                <a:ext uri="{FF2B5EF4-FFF2-40B4-BE49-F238E27FC236}">
                  <a16:creationId xmlns:a16="http://schemas.microsoft.com/office/drawing/2014/main" id="{CD31EF07-7245-13D3-6C7E-05DF97D113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82648" y="2966682"/>
              <a:ext cx="209457" cy="196411"/>
            </a:xfrm>
            <a:prstGeom prst="rect">
              <a:avLst/>
            </a:prstGeom>
          </p:spPr>
        </p:pic>
        <p:pic>
          <p:nvPicPr>
            <p:cNvPr id="1325" name="Graphic 1324" descr="Deciduous tree with solid fill">
              <a:extLst>
                <a:ext uri="{FF2B5EF4-FFF2-40B4-BE49-F238E27FC236}">
                  <a16:creationId xmlns:a16="http://schemas.microsoft.com/office/drawing/2014/main" id="{56976540-668A-0760-57B2-A9445AA032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14344" y="3090175"/>
              <a:ext cx="209457" cy="196411"/>
            </a:xfrm>
            <a:prstGeom prst="rect">
              <a:avLst/>
            </a:prstGeom>
          </p:spPr>
        </p:pic>
        <p:pic>
          <p:nvPicPr>
            <p:cNvPr id="1326" name="Graphic 1325" descr="Deciduous tree with solid fill">
              <a:extLst>
                <a:ext uri="{FF2B5EF4-FFF2-40B4-BE49-F238E27FC236}">
                  <a16:creationId xmlns:a16="http://schemas.microsoft.com/office/drawing/2014/main" id="{C51201B7-081A-9056-E511-96A0D79C6A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01938" y="3495472"/>
              <a:ext cx="209457" cy="196411"/>
            </a:xfrm>
            <a:prstGeom prst="rect">
              <a:avLst/>
            </a:prstGeom>
          </p:spPr>
        </p:pic>
        <p:pic>
          <p:nvPicPr>
            <p:cNvPr id="1327" name="Graphic 1326" descr="Deciduous tree with solid fill">
              <a:extLst>
                <a:ext uri="{FF2B5EF4-FFF2-40B4-BE49-F238E27FC236}">
                  <a16:creationId xmlns:a16="http://schemas.microsoft.com/office/drawing/2014/main" id="{66CFAD16-703F-2CA4-28B2-DBF5785616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219" y="3413697"/>
              <a:ext cx="209457" cy="196411"/>
            </a:xfrm>
            <a:prstGeom prst="rect">
              <a:avLst/>
            </a:prstGeom>
          </p:spPr>
        </p:pic>
        <p:pic>
          <p:nvPicPr>
            <p:cNvPr id="1328" name="Graphic 1327" descr="Deciduous tree with solid fill">
              <a:extLst>
                <a:ext uri="{FF2B5EF4-FFF2-40B4-BE49-F238E27FC236}">
                  <a16:creationId xmlns:a16="http://schemas.microsoft.com/office/drawing/2014/main" id="{A349FDC3-10A0-6B6B-1184-8050B51AEF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24298" y="4001195"/>
              <a:ext cx="209457" cy="196411"/>
            </a:xfrm>
            <a:prstGeom prst="rect">
              <a:avLst/>
            </a:prstGeom>
          </p:spPr>
        </p:pic>
      </p:grpSp>
      <p:grpSp>
        <p:nvGrpSpPr>
          <p:cNvPr id="1329" name="Group 1328">
            <a:extLst>
              <a:ext uri="{FF2B5EF4-FFF2-40B4-BE49-F238E27FC236}">
                <a16:creationId xmlns:a16="http://schemas.microsoft.com/office/drawing/2014/main" id="{A8B7E52D-47A7-F44F-8ABE-F06BA7A5463C}"/>
              </a:ext>
            </a:extLst>
          </p:cNvPr>
          <p:cNvGrpSpPr/>
          <p:nvPr/>
        </p:nvGrpSpPr>
        <p:grpSpPr>
          <a:xfrm>
            <a:off x="6600056" y="1268760"/>
            <a:ext cx="2582514" cy="1862816"/>
            <a:chOff x="335362" y="1484787"/>
            <a:chExt cx="3888439" cy="2880328"/>
          </a:xfrm>
          <a:effectLst>
            <a:outerShdw blurRad="50800" dist="38100" dir="2700000" algn="tl" rotWithShape="0">
              <a:prstClr val="black">
                <a:alpha val="40000"/>
              </a:prstClr>
            </a:outerShdw>
          </a:effectLst>
        </p:grpSpPr>
        <p:pic>
          <p:nvPicPr>
            <p:cNvPr id="1330" name="Graphic 1329" descr="Deciduous tree with solid fill">
              <a:extLst>
                <a:ext uri="{FF2B5EF4-FFF2-40B4-BE49-F238E27FC236}">
                  <a16:creationId xmlns:a16="http://schemas.microsoft.com/office/drawing/2014/main" id="{ABBB69B3-E3A5-D16F-12D3-F8D29B8F4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0989" y="2454946"/>
              <a:ext cx="209457" cy="196411"/>
            </a:xfrm>
            <a:prstGeom prst="rect">
              <a:avLst/>
            </a:prstGeom>
          </p:spPr>
        </p:pic>
        <p:pic>
          <p:nvPicPr>
            <p:cNvPr id="1331" name="Graphic 1330" descr="Deciduous tree with solid fill">
              <a:extLst>
                <a:ext uri="{FF2B5EF4-FFF2-40B4-BE49-F238E27FC236}">
                  <a16:creationId xmlns:a16="http://schemas.microsoft.com/office/drawing/2014/main" id="{5FDB2A90-9CF0-BDF6-DF11-86642BF4F4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5362" y="2550806"/>
              <a:ext cx="209457" cy="196411"/>
            </a:xfrm>
            <a:prstGeom prst="rect">
              <a:avLst/>
            </a:prstGeom>
          </p:spPr>
        </p:pic>
        <p:pic>
          <p:nvPicPr>
            <p:cNvPr id="1332" name="Graphic 1331" descr="Deciduous tree with solid fill">
              <a:extLst>
                <a:ext uri="{FF2B5EF4-FFF2-40B4-BE49-F238E27FC236}">
                  <a16:creationId xmlns:a16="http://schemas.microsoft.com/office/drawing/2014/main" id="{3046D487-F2C2-6555-E89B-2949E588BC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566" y="2366908"/>
              <a:ext cx="209457" cy="196411"/>
            </a:xfrm>
            <a:prstGeom prst="rect">
              <a:avLst/>
            </a:prstGeom>
          </p:spPr>
        </p:pic>
        <p:pic>
          <p:nvPicPr>
            <p:cNvPr id="1333" name="Graphic 1332" descr="Deciduous tree with solid fill">
              <a:extLst>
                <a:ext uri="{FF2B5EF4-FFF2-40B4-BE49-F238E27FC236}">
                  <a16:creationId xmlns:a16="http://schemas.microsoft.com/office/drawing/2014/main" id="{B7E6F7BE-B3E0-79F7-2025-72A61CC372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6" y="2674297"/>
              <a:ext cx="209457" cy="196411"/>
            </a:xfrm>
            <a:prstGeom prst="rect">
              <a:avLst/>
            </a:prstGeom>
          </p:spPr>
        </p:pic>
        <p:pic>
          <p:nvPicPr>
            <p:cNvPr id="1334" name="Graphic 1333" descr="Deciduous tree with solid fill">
              <a:extLst>
                <a:ext uri="{FF2B5EF4-FFF2-40B4-BE49-F238E27FC236}">
                  <a16:creationId xmlns:a16="http://schemas.microsoft.com/office/drawing/2014/main" id="{E91D11BA-EDC6-9944-6FFE-885644C017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52" y="2797788"/>
              <a:ext cx="209457" cy="196411"/>
            </a:xfrm>
            <a:prstGeom prst="rect">
              <a:avLst/>
            </a:prstGeom>
          </p:spPr>
        </p:pic>
        <p:pic>
          <p:nvPicPr>
            <p:cNvPr id="1335" name="Graphic 1334" descr="Deciduous tree with solid fill">
              <a:extLst>
                <a:ext uri="{FF2B5EF4-FFF2-40B4-BE49-F238E27FC236}">
                  <a16:creationId xmlns:a16="http://schemas.microsoft.com/office/drawing/2014/main" id="{529730D9-9136-E9BB-3228-E1F62A0762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1336" name="Graphic 1335" descr="Deciduous tree with solid fill">
              <a:extLst>
                <a:ext uri="{FF2B5EF4-FFF2-40B4-BE49-F238E27FC236}">
                  <a16:creationId xmlns:a16="http://schemas.microsoft.com/office/drawing/2014/main" id="{1F33CB44-F493-78FE-73ED-67ADCF74DE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337" name="Graphic 1336" descr="Deciduous tree with solid fill">
              <a:extLst>
                <a:ext uri="{FF2B5EF4-FFF2-40B4-BE49-F238E27FC236}">
                  <a16:creationId xmlns:a16="http://schemas.microsoft.com/office/drawing/2014/main" id="{44350027-182C-4958-D6DD-085DD4EFAD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338" name="Graphic 1337" descr="Deciduous tree with solid fill">
              <a:extLst>
                <a:ext uri="{FF2B5EF4-FFF2-40B4-BE49-F238E27FC236}">
                  <a16:creationId xmlns:a16="http://schemas.microsoft.com/office/drawing/2014/main" id="{B0F17302-6127-F947-E12B-16ED91470E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339" name="Graphic 1338" descr="Deciduous tree with solid fill">
              <a:extLst>
                <a:ext uri="{FF2B5EF4-FFF2-40B4-BE49-F238E27FC236}">
                  <a16:creationId xmlns:a16="http://schemas.microsoft.com/office/drawing/2014/main" id="{2BA6734D-AA2D-34F6-B16C-4645E7E2EE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340" name="Graphic 1339" descr="Deciduous tree with solid fill">
              <a:extLst>
                <a:ext uri="{FF2B5EF4-FFF2-40B4-BE49-F238E27FC236}">
                  <a16:creationId xmlns:a16="http://schemas.microsoft.com/office/drawing/2014/main" id="{9CDF18FA-75CB-0C18-B17A-0074B0D71E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341" name="Graphic 1340" descr="Deciduous tree with solid fill">
              <a:extLst>
                <a:ext uri="{FF2B5EF4-FFF2-40B4-BE49-F238E27FC236}">
                  <a16:creationId xmlns:a16="http://schemas.microsoft.com/office/drawing/2014/main" id="{43A86DC6-F1F7-731F-4056-DE29351AE4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6" y="3662226"/>
              <a:ext cx="209457" cy="196411"/>
            </a:xfrm>
            <a:prstGeom prst="rect">
              <a:avLst/>
            </a:prstGeom>
          </p:spPr>
        </p:pic>
        <p:pic>
          <p:nvPicPr>
            <p:cNvPr id="1342" name="Graphic 1341" descr="Deciduous tree with solid fill">
              <a:extLst>
                <a:ext uri="{FF2B5EF4-FFF2-40B4-BE49-F238E27FC236}">
                  <a16:creationId xmlns:a16="http://schemas.microsoft.com/office/drawing/2014/main" id="{48B5F58E-5ECF-EDEE-05AC-5F77129CC8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343" name="Graphic 1342" descr="Deciduous tree with solid fill">
              <a:extLst>
                <a:ext uri="{FF2B5EF4-FFF2-40B4-BE49-F238E27FC236}">
                  <a16:creationId xmlns:a16="http://schemas.microsoft.com/office/drawing/2014/main" id="{D5F684D6-B10C-8A18-5628-9E905049F1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344" name="Graphic 1343" descr="Deciduous tree with solid fill">
              <a:extLst>
                <a:ext uri="{FF2B5EF4-FFF2-40B4-BE49-F238E27FC236}">
                  <a16:creationId xmlns:a16="http://schemas.microsoft.com/office/drawing/2014/main" id="{42176110-FE5B-E827-EC13-695D1A35FB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345" name="Graphic 1344" descr="Deciduous tree with solid fill">
              <a:extLst>
                <a:ext uri="{FF2B5EF4-FFF2-40B4-BE49-F238E27FC236}">
                  <a16:creationId xmlns:a16="http://schemas.microsoft.com/office/drawing/2014/main" id="{62C76AB4-93F8-1C44-EE18-FEEB2CA218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3" y="2578438"/>
              <a:ext cx="209457" cy="196411"/>
            </a:xfrm>
            <a:prstGeom prst="rect">
              <a:avLst/>
            </a:prstGeom>
          </p:spPr>
        </p:pic>
        <p:pic>
          <p:nvPicPr>
            <p:cNvPr id="1346" name="Graphic 1345" descr="Deciduous tree with solid fill">
              <a:extLst>
                <a:ext uri="{FF2B5EF4-FFF2-40B4-BE49-F238E27FC236}">
                  <a16:creationId xmlns:a16="http://schemas.microsoft.com/office/drawing/2014/main" id="{BC255222-FD67-5B0F-3C91-816470CC39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8" y="2701929"/>
              <a:ext cx="209457" cy="196411"/>
            </a:xfrm>
            <a:prstGeom prst="rect">
              <a:avLst/>
            </a:prstGeom>
          </p:spPr>
        </p:pic>
        <p:pic>
          <p:nvPicPr>
            <p:cNvPr id="1347" name="Graphic 1346" descr="Deciduous tree with solid fill">
              <a:extLst>
                <a:ext uri="{FF2B5EF4-FFF2-40B4-BE49-F238E27FC236}">
                  <a16:creationId xmlns:a16="http://schemas.microsoft.com/office/drawing/2014/main" id="{6AB8C172-EEA7-DFA7-87C5-DA042AE7F7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1348" name="Graphic 1347" descr="Deciduous tree with solid fill">
              <a:extLst>
                <a:ext uri="{FF2B5EF4-FFF2-40B4-BE49-F238E27FC236}">
                  <a16:creationId xmlns:a16="http://schemas.microsoft.com/office/drawing/2014/main" id="{C2D353BB-ECC0-B098-8750-4126EFC172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8" y="2948910"/>
              <a:ext cx="209457" cy="196411"/>
            </a:xfrm>
            <a:prstGeom prst="rect">
              <a:avLst/>
            </a:prstGeom>
          </p:spPr>
        </p:pic>
        <p:pic>
          <p:nvPicPr>
            <p:cNvPr id="1349" name="Graphic 1348" descr="Deciduous tree with solid fill">
              <a:extLst>
                <a:ext uri="{FF2B5EF4-FFF2-40B4-BE49-F238E27FC236}">
                  <a16:creationId xmlns:a16="http://schemas.microsoft.com/office/drawing/2014/main" id="{809BBF53-853E-D2E3-D4E8-880CC5F529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3" y="3072401"/>
              <a:ext cx="209457" cy="196411"/>
            </a:xfrm>
            <a:prstGeom prst="rect">
              <a:avLst/>
            </a:prstGeom>
          </p:spPr>
        </p:pic>
        <p:pic>
          <p:nvPicPr>
            <p:cNvPr id="1350" name="Graphic 1349" descr="Deciduous tree with solid fill">
              <a:extLst>
                <a:ext uri="{FF2B5EF4-FFF2-40B4-BE49-F238E27FC236}">
                  <a16:creationId xmlns:a16="http://schemas.microsoft.com/office/drawing/2014/main" id="{7A88D448-1399-8A35-18A0-EDD94AA9F9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351" name="Graphic 1350" descr="Deciduous tree with solid fill">
              <a:extLst>
                <a:ext uri="{FF2B5EF4-FFF2-40B4-BE49-F238E27FC236}">
                  <a16:creationId xmlns:a16="http://schemas.microsoft.com/office/drawing/2014/main" id="{811E1D35-07B7-3A08-020D-B8B4E409C1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352" name="Graphic 1351" descr="Deciduous tree with solid fill">
              <a:extLst>
                <a:ext uri="{FF2B5EF4-FFF2-40B4-BE49-F238E27FC236}">
                  <a16:creationId xmlns:a16="http://schemas.microsoft.com/office/drawing/2014/main" id="{165A5BA1-5E9B-B2CC-9847-8AED04EB99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353" name="Graphic 1352" descr="Deciduous tree with solid fill">
              <a:extLst>
                <a:ext uri="{FF2B5EF4-FFF2-40B4-BE49-F238E27FC236}">
                  <a16:creationId xmlns:a16="http://schemas.microsoft.com/office/drawing/2014/main" id="{2BCD63E8-836D-3EA0-CE65-65A821F2B4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354" name="Graphic 1353" descr="Deciduous tree with solid fill">
              <a:extLst>
                <a:ext uri="{FF2B5EF4-FFF2-40B4-BE49-F238E27FC236}">
                  <a16:creationId xmlns:a16="http://schemas.microsoft.com/office/drawing/2014/main" id="{29FEB44E-94CC-23A9-B133-83D70331B7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355" name="Graphic 1354" descr="Deciduous tree with solid fill">
              <a:extLst>
                <a:ext uri="{FF2B5EF4-FFF2-40B4-BE49-F238E27FC236}">
                  <a16:creationId xmlns:a16="http://schemas.microsoft.com/office/drawing/2014/main" id="{73F68641-7377-487F-B1AD-8DAC20DE19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356" name="Graphic 1355" descr="Deciduous tree with solid fill">
              <a:extLst>
                <a:ext uri="{FF2B5EF4-FFF2-40B4-BE49-F238E27FC236}">
                  <a16:creationId xmlns:a16="http://schemas.microsoft.com/office/drawing/2014/main" id="{BA169BDB-BE79-CDB3-4F93-F7E5F85974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357" name="Graphic 1356" descr="Deciduous tree with solid fill">
              <a:extLst>
                <a:ext uri="{FF2B5EF4-FFF2-40B4-BE49-F238E27FC236}">
                  <a16:creationId xmlns:a16="http://schemas.microsoft.com/office/drawing/2014/main" id="{9D06D808-63E4-ED94-0FF0-4688D5F7A8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61" y="2490399"/>
              <a:ext cx="209457" cy="196411"/>
            </a:xfrm>
            <a:prstGeom prst="rect">
              <a:avLst/>
            </a:prstGeom>
          </p:spPr>
        </p:pic>
        <p:pic>
          <p:nvPicPr>
            <p:cNvPr id="1358" name="Graphic 1357" descr="Deciduous tree with solid fill">
              <a:extLst>
                <a:ext uri="{FF2B5EF4-FFF2-40B4-BE49-F238E27FC236}">
                  <a16:creationId xmlns:a16="http://schemas.microsoft.com/office/drawing/2014/main" id="{D279FC6F-FDF5-CB49-6061-A891026863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1359" name="Graphic 1358" descr="Deciduous tree with solid fill">
              <a:extLst>
                <a:ext uri="{FF2B5EF4-FFF2-40B4-BE49-F238E27FC236}">
                  <a16:creationId xmlns:a16="http://schemas.microsoft.com/office/drawing/2014/main" id="{CE41DD61-3DC2-04DF-591C-EA55138C39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1360" name="Graphic 1359" descr="Deciduous tree with solid fill">
              <a:extLst>
                <a:ext uri="{FF2B5EF4-FFF2-40B4-BE49-F238E27FC236}">
                  <a16:creationId xmlns:a16="http://schemas.microsoft.com/office/drawing/2014/main" id="{42AAA0A9-C5D8-5B2E-7F86-746E5E360B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1361" name="Graphic 1360" descr="Deciduous tree with solid fill">
              <a:extLst>
                <a:ext uri="{FF2B5EF4-FFF2-40B4-BE49-F238E27FC236}">
                  <a16:creationId xmlns:a16="http://schemas.microsoft.com/office/drawing/2014/main" id="{FADAB04B-FD1F-7EB2-C886-D38AEFB501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362" name="Graphic 1361" descr="Deciduous tree with solid fill">
              <a:extLst>
                <a:ext uri="{FF2B5EF4-FFF2-40B4-BE49-F238E27FC236}">
                  <a16:creationId xmlns:a16="http://schemas.microsoft.com/office/drawing/2014/main" id="{60C5EED4-B878-5A92-4E5A-82DD3D3604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363" name="Graphic 1362" descr="Deciduous tree with solid fill">
              <a:extLst>
                <a:ext uri="{FF2B5EF4-FFF2-40B4-BE49-F238E27FC236}">
                  <a16:creationId xmlns:a16="http://schemas.microsoft.com/office/drawing/2014/main" id="{29926BFE-B518-1985-0E6E-93CDAB7CFA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364" name="Graphic 1363" descr="Deciduous tree with solid fill">
              <a:extLst>
                <a:ext uri="{FF2B5EF4-FFF2-40B4-BE49-F238E27FC236}">
                  <a16:creationId xmlns:a16="http://schemas.microsoft.com/office/drawing/2014/main" id="{F5B21B82-94E0-61D2-148F-E8584B7C04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3" y="3354837"/>
              <a:ext cx="209457" cy="196411"/>
            </a:xfrm>
            <a:prstGeom prst="rect">
              <a:avLst/>
            </a:prstGeom>
          </p:spPr>
        </p:pic>
        <p:pic>
          <p:nvPicPr>
            <p:cNvPr id="1365" name="Graphic 1364" descr="Deciduous tree with solid fill">
              <a:extLst>
                <a:ext uri="{FF2B5EF4-FFF2-40B4-BE49-F238E27FC236}">
                  <a16:creationId xmlns:a16="http://schemas.microsoft.com/office/drawing/2014/main" id="{63B01D86-95AE-BC63-4705-65D3F64EA5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8" y="3478328"/>
              <a:ext cx="209457" cy="196411"/>
            </a:xfrm>
            <a:prstGeom prst="rect">
              <a:avLst/>
            </a:prstGeom>
          </p:spPr>
        </p:pic>
        <p:pic>
          <p:nvPicPr>
            <p:cNvPr id="1366" name="Graphic 1365" descr="Deciduous tree with solid fill">
              <a:extLst>
                <a:ext uri="{FF2B5EF4-FFF2-40B4-BE49-F238E27FC236}">
                  <a16:creationId xmlns:a16="http://schemas.microsoft.com/office/drawing/2014/main" id="{B854E947-6CCD-94B6-D107-A0C26D85F8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3" y="3601820"/>
              <a:ext cx="209457" cy="196411"/>
            </a:xfrm>
            <a:prstGeom prst="rect">
              <a:avLst/>
            </a:prstGeom>
          </p:spPr>
        </p:pic>
        <p:pic>
          <p:nvPicPr>
            <p:cNvPr id="1367" name="Graphic 1366" descr="Deciduous tree with solid fill">
              <a:extLst>
                <a:ext uri="{FF2B5EF4-FFF2-40B4-BE49-F238E27FC236}">
                  <a16:creationId xmlns:a16="http://schemas.microsoft.com/office/drawing/2014/main" id="{CC3F0DF6-97CC-29B1-9AB3-A307436EF6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8" y="3725311"/>
              <a:ext cx="209457" cy="196411"/>
            </a:xfrm>
            <a:prstGeom prst="rect">
              <a:avLst/>
            </a:prstGeom>
          </p:spPr>
        </p:pic>
        <p:pic>
          <p:nvPicPr>
            <p:cNvPr id="1368" name="Graphic 1367" descr="Deciduous tree with solid fill">
              <a:extLst>
                <a:ext uri="{FF2B5EF4-FFF2-40B4-BE49-F238E27FC236}">
                  <a16:creationId xmlns:a16="http://schemas.microsoft.com/office/drawing/2014/main" id="{F1174FF8-2408-35E6-D94E-547AC1F8F7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3" y="3848803"/>
              <a:ext cx="209457" cy="196411"/>
            </a:xfrm>
            <a:prstGeom prst="rect">
              <a:avLst/>
            </a:prstGeom>
          </p:spPr>
        </p:pic>
        <p:pic>
          <p:nvPicPr>
            <p:cNvPr id="1369" name="Graphic 1368" descr="Deciduous tree with solid fill">
              <a:extLst>
                <a:ext uri="{FF2B5EF4-FFF2-40B4-BE49-F238E27FC236}">
                  <a16:creationId xmlns:a16="http://schemas.microsoft.com/office/drawing/2014/main" id="{59C1C686-5574-4EAB-3054-E187FD2BFD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683" y="2578438"/>
              <a:ext cx="209457" cy="196411"/>
            </a:xfrm>
            <a:prstGeom prst="rect">
              <a:avLst/>
            </a:prstGeom>
          </p:spPr>
        </p:pic>
        <p:pic>
          <p:nvPicPr>
            <p:cNvPr id="1370" name="Graphic 1369" descr="Deciduous tree with solid fill">
              <a:extLst>
                <a:ext uri="{FF2B5EF4-FFF2-40B4-BE49-F238E27FC236}">
                  <a16:creationId xmlns:a16="http://schemas.microsoft.com/office/drawing/2014/main" id="{E3F9D86D-2F51-199F-DCB5-F35DA2AF9C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056" y="2674297"/>
              <a:ext cx="209457" cy="196411"/>
            </a:xfrm>
            <a:prstGeom prst="rect">
              <a:avLst/>
            </a:prstGeom>
          </p:spPr>
        </p:pic>
        <p:pic>
          <p:nvPicPr>
            <p:cNvPr id="1371" name="Graphic 1370" descr="Deciduous tree with solid fill">
              <a:extLst>
                <a:ext uri="{FF2B5EF4-FFF2-40B4-BE49-F238E27FC236}">
                  <a16:creationId xmlns:a16="http://schemas.microsoft.com/office/drawing/2014/main" id="{9CB564EA-32F4-2642-24C1-BD800754AF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260" y="2490399"/>
              <a:ext cx="209457" cy="196411"/>
            </a:xfrm>
            <a:prstGeom prst="rect">
              <a:avLst/>
            </a:prstGeom>
          </p:spPr>
        </p:pic>
        <p:pic>
          <p:nvPicPr>
            <p:cNvPr id="1372" name="Graphic 1371" descr="Deciduous tree with solid fill">
              <a:extLst>
                <a:ext uri="{FF2B5EF4-FFF2-40B4-BE49-F238E27FC236}">
                  <a16:creationId xmlns:a16="http://schemas.microsoft.com/office/drawing/2014/main" id="{0DF5B859-3245-3A38-B867-BB908ACEBA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52" y="2797788"/>
              <a:ext cx="209457" cy="196411"/>
            </a:xfrm>
            <a:prstGeom prst="rect">
              <a:avLst/>
            </a:prstGeom>
          </p:spPr>
        </p:pic>
        <p:pic>
          <p:nvPicPr>
            <p:cNvPr id="1373" name="Graphic 1372" descr="Deciduous tree with solid fill">
              <a:extLst>
                <a:ext uri="{FF2B5EF4-FFF2-40B4-BE49-F238E27FC236}">
                  <a16:creationId xmlns:a16="http://schemas.microsoft.com/office/drawing/2014/main" id="{829BEE28-72EF-FD08-0D91-4E0C516148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1374" name="Graphic 1373" descr="Deciduous tree with solid fill">
              <a:extLst>
                <a:ext uri="{FF2B5EF4-FFF2-40B4-BE49-F238E27FC236}">
                  <a16:creationId xmlns:a16="http://schemas.microsoft.com/office/drawing/2014/main" id="{8B663EA8-22AD-2220-69EB-D42AA3462A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375" name="Graphic 1374" descr="Deciduous tree with solid fill">
              <a:extLst>
                <a:ext uri="{FF2B5EF4-FFF2-40B4-BE49-F238E27FC236}">
                  <a16:creationId xmlns:a16="http://schemas.microsoft.com/office/drawing/2014/main" id="{D7050E56-56EC-1499-805A-BC9519E979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376" name="Graphic 1375" descr="Deciduous tree with solid fill">
              <a:extLst>
                <a:ext uri="{FF2B5EF4-FFF2-40B4-BE49-F238E27FC236}">
                  <a16:creationId xmlns:a16="http://schemas.microsoft.com/office/drawing/2014/main" id="{B1AD1467-8FAB-9A45-CB80-BF6E7DEE95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377" name="Graphic 1376" descr="Deciduous tree with solid fill">
              <a:extLst>
                <a:ext uri="{FF2B5EF4-FFF2-40B4-BE49-F238E27FC236}">
                  <a16:creationId xmlns:a16="http://schemas.microsoft.com/office/drawing/2014/main" id="{256298B8-DC55-FAFF-E0D5-E6FC056FCD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378" name="Graphic 1377" descr="Deciduous tree with solid fill">
              <a:extLst>
                <a:ext uri="{FF2B5EF4-FFF2-40B4-BE49-F238E27FC236}">
                  <a16:creationId xmlns:a16="http://schemas.microsoft.com/office/drawing/2014/main" id="{4466B282-2E1F-F73E-FEC4-E875CD301F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379" name="Graphic 1378" descr="Deciduous tree with solid fill">
              <a:extLst>
                <a:ext uri="{FF2B5EF4-FFF2-40B4-BE49-F238E27FC236}">
                  <a16:creationId xmlns:a16="http://schemas.microsoft.com/office/drawing/2014/main" id="{3F2DBC9F-0700-9DE1-FDC8-B2189473DC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380" name="Graphic 1379" descr="Deciduous tree with solid fill">
              <a:extLst>
                <a:ext uri="{FF2B5EF4-FFF2-40B4-BE49-F238E27FC236}">
                  <a16:creationId xmlns:a16="http://schemas.microsoft.com/office/drawing/2014/main" id="{4360A0D7-5D6F-7010-97F1-73E3DF68A2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381" name="Graphic 1380" descr="Deciduous tree with solid fill">
              <a:extLst>
                <a:ext uri="{FF2B5EF4-FFF2-40B4-BE49-F238E27FC236}">
                  <a16:creationId xmlns:a16="http://schemas.microsoft.com/office/drawing/2014/main" id="{BF196C06-4261-7D77-2754-E84E4DE178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382" name="Graphic 1381" descr="Deciduous tree with solid fill">
              <a:extLst>
                <a:ext uri="{FF2B5EF4-FFF2-40B4-BE49-F238E27FC236}">
                  <a16:creationId xmlns:a16="http://schemas.microsoft.com/office/drawing/2014/main" id="{219A73CB-42C6-B873-94DF-3D51B4BE82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383" name="Graphic 1382" descr="Deciduous tree with solid fill">
              <a:extLst>
                <a:ext uri="{FF2B5EF4-FFF2-40B4-BE49-F238E27FC236}">
                  <a16:creationId xmlns:a16="http://schemas.microsoft.com/office/drawing/2014/main" id="{F8EC1700-4920-80FE-4226-5F10EA93B2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7" y="2701929"/>
              <a:ext cx="209457" cy="196411"/>
            </a:xfrm>
            <a:prstGeom prst="rect">
              <a:avLst/>
            </a:prstGeom>
          </p:spPr>
        </p:pic>
        <p:pic>
          <p:nvPicPr>
            <p:cNvPr id="1384" name="Graphic 1383" descr="Deciduous tree with solid fill">
              <a:extLst>
                <a:ext uri="{FF2B5EF4-FFF2-40B4-BE49-F238E27FC236}">
                  <a16:creationId xmlns:a16="http://schemas.microsoft.com/office/drawing/2014/main" id="{69A8319D-B9BA-E90E-E4FA-68CBC20ADD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1385" name="Graphic 1384" descr="Deciduous tree with solid fill">
              <a:extLst>
                <a:ext uri="{FF2B5EF4-FFF2-40B4-BE49-F238E27FC236}">
                  <a16:creationId xmlns:a16="http://schemas.microsoft.com/office/drawing/2014/main" id="{D5BE75E6-3F19-995D-70AF-AA8BAF39F7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7" y="2948910"/>
              <a:ext cx="209457" cy="196411"/>
            </a:xfrm>
            <a:prstGeom prst="rect">
              <a:avLst/>
            </a:prstGeom>
          </p:spPr>
        </p:pic>
        <p:pic>
          <p:nvPicPr>
            <p:cNvPr id="1386" name="Graphic 1385" descr="Deciduous tree with solid fill">
              <a:extLst>
                <a:ext uri="{FF2B5EF4-FFF2-40B4-BE49-F238E27FC236}">
                  <a16:creationId xmlns:a16="http://schemas.microsoft.com/office/drawing/2014/main" id="{54A6DC01-DFF3-2EC1-CCCB-A0925CB145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1387" name="Graphic 1386" descr="Deciduous tree with solid fill">
              <a:extLst>
                <a:ext uri="{FF2B5EF4-FFF2-40B4-BE49-F238E27FC236}">
                  <a16:creationId xmlns:a16="http://schemas.microsoft.com/office/drawing/2014/main" id="{90306B9A-49F9-4D4C-B8CE-FD77D77DDC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388" name="Graphic 1387" descr="Deciduous tree with solid fill">
              <a:extLst>
                <a:ext uri="{FF2B5EF4-FFF2-40B4-BE49-F238E27FC236}">
                  <a16:creationId xmlns:a16="http://schemas.microsoft.com/office/drawing/2014/main" id="{F21F0AD7-0F39-5965-C5BC-6BBF2FA5E2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389" name="Graphic 1388" descr="Deciduous tree with solid fill">
              <a:extLst>
                <a:ext uri="{FF2B5EF4-FFF2-40B4-BE49-F238E27FC236}">
                  <a16:creationId xmlns:a16="http://schemas.microsoft.com/office/drawing/2014/main" id="{DBEAB340-A631-3191-7EB6-9591F943F2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390" name="Graphic 1389" descr="Deciduous tree with solid fill">
              <a:extLst>
                <a:ext uri="{FF2B5EF4-FFF2-40B4-BE49-F238E27FC236}">
                  <a16:creationId xmlns:a16="http://schemas.microsoft.com/office/drawing/2014/main" id="{45B9B1AE-D46A-9214-BB67-C56C2EDD7C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391" name="Graphic 1390" descr="Deciduous tree with solid fill">
              <a:extLst>
                <a:ext uri="{FF2B5EF4-FFF2-40B4-BE49-F238E27FC236}">
                  <a16:creationId xmlns:a16="http://schemas.microsoft.com/office/drawing/2014/main" id="{BA5FEC0D-7979-6B2E-CB35-F416E13130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392" name="Graphic 1391" descr="Deciduous tree with solid fill">
              <a:extLst>
                <a:ext uri="{FF2B5EF4-FFF2-40B4-BE49-F238E27FC236}">
                  <a16:creationId xmlns:a16="http://schemas.microsoft.com/office/drawing/2014/main" id="{6FD9A3F5-A605-7DFB-EBA6-211DB8946B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393" name="Graphic 1392" descr="Deciduous tree with solid fill">
              <a:extLst>
                <a:ext uri="{FF2B5EF4-FFF2-40B4-BE49-F238E27FC236}">
                  <a16:creationId xmlns:a16="http://schemas.microsoft.com/office/drawing/2014/main" id="{ADF0690A-93DD-E624-E951-B77727FC73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394" name="Graphic 1393" descr="Deciduous tree with solid fill">
              <a:extLst>
                <a:ext uri="{FF2B5EF4-FFF2-40B4-BE49-F238E27FC236}">
                  <a16:creationId xmlns:a16="http://schemas.microsoft.com/office/drawing/2014/main" id="{6B320074-89E5-E8FE-816A-03D87A0845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1395" name="Graphic 1394" descr="Deciduous tree with solid fill">
              <a:extLst>
                <a:ext uri="{FF2B5EF4-FFF2-40B4-BE49-F238E27FC236}">
                  <a16:creationId xmlns:a16="http://schemas.microsoft.com/office/drawing/2014/main" id="{664238CD-E6A2-B97F-8DFA-F1CA548F13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1396" name="Graphic 1395" descr="Deciduous tree with solid fill">
              <a:extLst>
                <a:ext uri="{FF2B5EF4-FFF2-40B4-BE49-F238E27FC236}">
                  <a16:creationId xmlns:a16="http://schemas.microsoft.com/office/drawing/2014/main" id="{B61EC5E1-DC5D-6BEB-151E-5EC5602B63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1397" name="Graphic 1396" descr="Deciduous tree with solid fill">
              <a:extLst>
                <a:ext uri="{FF2B5EF4-FFF2-40B4-BE49-F238E27FC236}">
                  <a16:creationId xmlns:a16="http://schemas.microsoft.com/office/drawing/2014/main" id="{5FE0F44A-C568-9315-3C09-79AD68F2A1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398" name="Graphic 1397" descr="Deciduous tree with solid fill">
              <a:extLst>
                <a:ext uri="{FF2B5EF4-FFF2-40B4-BE49-F238E27FC236}">
                  <a16:creationId xmlns:a16="http://schemas.microsoft.com/office/drawing/2014/main" id="{55CBA735-17A5-56BA-2895-A88C0EEBAF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399" name="Graphic 1398" descr="Deciduous tree with solid fill">
              <a:extLst>
                <a:ext uri="{FF2B5EF4-FFF2-40B4-BE49-F238E27FC236}">
                  <a16:creationId xmlns:a16="http://schemas.microsoft.com/office/drawing/2014/main" id="{F3253642-2035-6D8D-D371-D2600A710A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400" name="Graphic 1399" descr="Deciduous tree with solid fill">
              <a:extLst>
                <a:ext uri="{FF2B5EF4-FFF2-40B4-BE49-F238E27FC236}">
                  <a16:creationId xmlns:a16="http://schemas.microsoft.com/office/drawing/2014/main" id="{1F71E6DC-A45B-ED76-E8C5-8FF7FDDAD1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401" name="Graphic 1400" descr="Deciduous tree with solid fill">
              <a:extLst>
                <a:ext uri="{FF2B5EF4-FFF2-40B4-BE49-F238E27FC236}">
                  <a16:creationId xmlns:a16="http://schemas.microsoft.com/office/drawing/2014/main" id="{DFA48262-2702-C9E2-7D61-B5AA2279A0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402" name="Graphic 1401" descr="Deciduous tree with solid fill">
              <a:extLst>
                <a:ext uri="{FF2B5EF4-FFF2-40B4-BE49-F238E27FC236}">
                  <a16:creationId xmlns:a16="http://schemas.microsoft.com/office/drawing/2014/main" id="{BF3D07E7-D46B-13E7-EB4A-91A7B8995A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403" name="Graphic 1402" descr="Deciduous tree with solid fill">
              <a:extLst>
                <a:ext uri="{FF2B5EF4-FFF2-40B4-BE49-F238E27FC236}">
                  <a16:creationId xmlns:a16="http://schemas.microsoft.com/office/drawing/2014/main" id="{21F44AD8-F1AE-2AD0-E1F6-FDDEFF90BC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404" name="Graphic 1403" descr="Deciduous tree with solid fill">
              <a:extLst>
                <a:ext uri="{FF2B5EF4-FFF2-40B4-BE49-F238E27FC236}">
                  <a16:creationId xmlns:a16="http://schemas.microsoft.com/office/drawing/2014/main" id="{AE24273B-1B55-9183-519F-B771D74650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405" name="Graphic 1404" descr="Deciduous tree with solid fill">
              <a:extLst>
                <a:ext uri="{FF2B5EF4-FFF2-40B4-BE49-F238E27FC236}">
                  <a16:creationId xmlns:a16="http://schemas.microsoft.com/office/drawing/2014/main" id="{0498130A-F6B5-D1DF-CAEF-94F2B58BEF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377" y="2701929"/>
              <a:ext cx="209457" cy="196411"/>
            </a:xfrm>
            <a:prstGeom prst="rect">
              <a:avLst/>
            </a:prstGeom>
          </p:spPr>
        </p:pic>
        <p:pic>
          <p:nvPicPr>
            <p:cNvPr id="1406" name="Graphic 1405" descr="Deciduous tree with solid fill">
              <a:extLst>
                <a:ext uri="{FF2B5EF4-FFF2-40B4-BE49-F238E27FC236}">
                  <a16:creationId xmlns:a16="http://schemas.microsoft.com/office/drawing/2014/main" id="{E189F9FA-A63C-0583-0AAB-26A6C2EE70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52" y="2797788"/>
              <a:ext cx="209457" cy="196411"/>
            </a:xfrm>
            <a:prstGeom prst="rect">
              <a:avLst/>
            </a:prstGeom>
          </p:spPr>
        </p:pic>
        <p:pic>
          <p:nvPicPr>
            <p:cNvPr id="1407" name="Graphic 1406" descr="Deciduous tree with solid fill">
              <a:extLst>
                <a:ext uri="{FF2B5EF4-FFF2-40B4-BE49-F238E27FC236}">
                  <a16:creationId xmlns:a16="http://schemas.microsoft.com/office/drawing/2014/main" id="{E19FD5DE-92E4-5CC8-BB08-14725E40E0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954" y="2613890"/>
              <a:ext cx="209457" cy="196411"/>
            </a:xfrm>
            <a:prstGeom prst="rect">
              <a:avLst/>
            </a:prstGeom>
          </p:spPr>
        </p:pic>
        <p:pic>
          <p:nvPicPr>
            <p:cNvPr id="1408" name="Graphic 1407" descr="Deciduous tree with solid fill">
              <a:extLst>
                <a:ext uri="{FF2B5EF4-FFF2-40B4-BE49-F238E27FC236}">
                  <a16:creationId xmlns:a16="http://schemas.microsoft.com/office/drawing/2014/main" id="{793E1E91-0789-C4E8-B709-FFD892E292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1409" name="Graphic 1408" descr="Deciduous tree with solid fill">
              <a:extLst>
                <a:ext uri="{FF2B5EF4-FFF2-40B4-BE49-F238E27FC236}">
                  <a16:creationId xmlns:a16="http://schemas.microsoft.com/office/drawing/2014/main" id="{FDC5A47C-352C-F1A9-0B9E-BB696FD597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410" name="Graphic 1409" descr="Deciduous tree with solid fill">
              <a:extLst>
                <a:ext uri="{FF2B5EF4-FFF2-40B4-BE49-F238E27FC236}">
                  <a16:creationId xmlns:a16="http://schemas.microsoft.com/office/drawing/2014/main" id="{D3C3D893-4F1A-7E39-00B6-5B21B54363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411" name="Graphic 1410" descr="Deciduous tree with solid fill">
              <a:extLst>
                <a:ext uri="{FF2B5EF4-FFF2-40B4-BE49-F238E27FC236}">
                  <a16:creationId xmlns:a16="http://schemas.microsoft.com/office/drawing/2014/main" id="{1A50A4FC-96F6-16BF-6522-8A9B211BCE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412" name="Graphic 1411" descr="Deciduous tree with solid fill">
              <a:extLst>
                <a:ext uri="{FF2B5EF4-FFF2-40B4-BE49-F238E27FC236}">
                  <a16:creationId xmlns:a16="http://schemas.microsoft.com/office/drawing/2014/main" id="{A3024C11-4D20-DAF4-061A-086613C2AB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413" name="Graphic 1412" descr="Deciduous tree with solid fill">
              <a:extLst>
                <a:ext uri="{FF2B5EF4-FFF2-40B4-BE49-F238E27FC236}">
                  <a16:creationId xmlns:a16="http://schemas.microsoft.com/office/drawing/2014/main" id="{04DCC11E-8C02-1E6A-E29E-5E5699CCBB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414" name="Graphic 1413" descr="Deciduous tree with solid fill">
              <a:extLst>
                <a:ext uri="{FF2B5EF4-FFF2-40B4-BE49-F238E27FC236}">
                  <a16:creationId xmlns:a16="http://schemas.microsoft.com/office/drawing/2014/main" id="{ABD5855D-CB19-3F42-8CA6-CA4B1FFFE0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6" y="3662226"/>
              <a:ext cx="209457" cy="196411"/>
            </a:xfrm>
            <a:prstGeom prst="rect">
              <a:avLst/>
            </a:prstGeom>
          </p:spPr>
        </p:pic>
        <p:pic>
          <p:nvPicPr>
            <p:cNvPr id="1415" name="Graphic 1414" descr="Deciduous tree with solid fill">
              <a:extLst>
                <a:ext uri="{FF2B5EF4-FFF2-40B4-BE49-F238E27FC236}">
                  <a16:creationId xmlns:a16="http://schemas.microsoft.com/office/drawing/2014/main" id="{7D009EA9-8923-4F2A-2D04-198FF999B0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416" name="Graphic 1415" descr="Deciduous tree with solid fill">
              <a:extLst>
                <a:ext uri="{FF2B5EF4-FFF2-40B4-BE49-F238E27FC236}">
                  <a16:creationId xmlns:a16="http://schemas.microsoft.com/office/drawing/2014/main" id="{2B2FB864-B4AC-C5C8-D0C2-59622A574A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417" name="Graphic 1416" descr="Deciduous tree with solid fill">
              <a:extLst>
                <a:ext uri="{FF2B5EF4-FFF2-40B4-BE49-F238E27FC236}">
                  <a16:creationId xmlns:a16="http://schemas.microsoft.com/office/drawing/2014/main" id="{4A294368-9B1B-F645-E6BA-E81F73F733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418" name="Graphic 1417" descr="Deciduous tree with solid fill">
              <a:extLst>
                <a:ext uri="{FF2B5EF4-FFF2-40B4-BE49-F238E27FC236}">
                  <a16:creationId xmlns:a16="http://schemas.microsoft.com/office/drawing/2014/main" id="{7345E7FF-2C20-A011-CF1D-C043245EAB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1419" name="Graphic 1418" descr="Deciduous tree with solid fill">
              <a:extLst>
                <a:ext uri="{FF2B5EF4-FFF2-40B4-BE49-F238E27FC236}">
                  <a16:creationId xmlns:a16="http://schemas.microsoft.com/office/drawing/2014/main" id="{24EAC9F5-0037-E30A-6421-E656BB7437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7" y="2948910"/>
              <a:ext cx="209457" cy="196411"/>
            </a:xfrm>
            <a:prstGeom prst="rect">
              <a:avLst/>
            </a:prstGeom>
          </p:spPr>
        </p:pic>
        <p:pic>
          <p:nvPicPr>
            <p:cNvPr id="1420" name="Graphic 1419" descr="Deciduous tree with solid fill">
              <a:extLst>
                <a:ext uri="{FF2B5EF4-FFF2-40B4-BE49-F238E27FC236}">
                  <a16:creationId xmlns:a16="http://schemas.microsoft.com/office/drawing/2014/main" id="{2E15722B-09A3-4586-1640-FBE85E4514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1421" name="Graphic 1420" descr="Deciduous tree with solid fill">
              <a:extLst>
                <a:ext uri="{FF2B5EF4-FFF2-40B4-BE49-F238E27FC236}">
                  <a16:creationId xmlns:a16="http://schemas.microsoft.com/office/drawing/2014/main" id="{73ED94CD-7A17-09F9-846B-936AE9DA71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422" name="Graphic 1421" descr="Deciduous tree with solid fill">
              <a:extLst>
                <a:ext uri="{FF2B5EF4-FFF2-40B4-BE49-F238E27FC236}">
                  <a16:creationId xmlns:a16="http://schemas.microsoft.com/office/drawing/2014/main" id="{82ECDB1D-4EBD-6B39-34FD-0E459EA942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423" name="Graphic 1422" descr="Deciduous tree with solid fill">
              <a:extLst>
                <a:ext uri="{FF2B5EF4-FFF2-40B4-BE49-F238E27FC236}">
                  <a16:creationId xmlns:a16="http://schemas.microsoft.com/office/drawing/2014/main" id="{E89EF69E-051B-9F3C-7856-8789E5D041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424" name="Graphic 1423" descr="Deciduous tree with solid fill">
              <a:extLst>
                <a:ext uri="{FF2B5EF4-FFF2-40B4-BE49-F238E27FC236}">
                  <a16:creationId xmlns:a16="http://schemas.microsoft.com/office/drawing/2014/main" id="{790E3756-DEFE-74D5-6A77-0C0057BFD3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425" name="Graphic 1424" descr="Deciduous tree with solid fill">
              <a:extLst>
                <a:ext uri="{FF2B5EF4-FFF2-40B4-BE49-F238E27FC236}">
                  <a16:creationId xmlns:a16="http://schemas.microsoft.com/office/drawing/2014/main" id="{035F7094-CDFD-5C7A-EF4F-5F53C21AE9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426" name="Graphic 1425" descr="Deciduous tree with solid fill">
              <a:extLst>
                <a:ext uri="{FF2B5EF4-FFF2-40B4-BE49-F238E27FC236}">
                  <a16:creationId xmlns:a16="http://schemas.microsoft.com/office/drawing/2014/main" id="{436C3FB7-66CF-E061-95C5-7A853FA945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427" name="Graphic 1426" descr="Deciduous tree with solid fill">
              <a:extLst>
                <a:ext uri="{FF2B5EF4-FFF2-40B4-BE49-F238E27FC236}">
                  <a16:creationId xmlns:a16="http://schemas.microsoft.com/office/drawing/2014/main" id="{3A3E915C-F800-3494-7E7A-5DF685B457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428" name="Graphic 1427" descr="Deciduous tree with solid fill">
              <a:extLst>
                <a:ext uri="{FF2B5EF4-FFF2-40B4-BE49-F238E27FC236}">
                  <a16:creationId xmlns:a16="http://schemas.microsoft.com/office/drawing/2014/main" id="{A6E69CBB-F0B2-7866-6400-0B15F1096F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1429" name="Graphic 1428" descr="Deciduous tree with solid fill">
              <a:extLst>
                <a:ext uri="{FF2B5EF4-FFF2-40B4-BE49-F238E27FC236}">
                  <a16:creationId xmlns:a16="http://schemas.microsoft.com/office/drawing/2014/main" id="{B4E06508-CDFE-091D-EC8B-AE449235B9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5" y="2860873"/>
              <a:ext cx="209457" cy="196411"/>
            </a:xfrm>
            <a:prstGeom prst="rect">
              <a:avLst/>
            </a:prstGeom>
          </p:spPr>
        </p:pic>
        <p:pic>
          <p:nvPicPr>
            <p:cNvPr id="1430" name="Graphic 1429" descr="Deciduous tree with solid fill">
              <a:extLst>
                <a:ext uri="{FF2B5EF4-FFF2-40B4-BE49-F238E27FC236}">
                  <a16:creationId xmlns:a16="http://schemas.microsoft.com/office/drawing/2014/main" id="{D210D28B-69AD-4CD8-DB97-7559ECFCB6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431" name="Graphic 1430" descr="Deciduous tree with solid fill">
              <a:extLst>
                <a:ext uri="{FF2B5EF4-FFF2-40B4-BE49-F238E27FC236}">
                  <a16:creationId xmlns:a16="http://schemas.microsoft.com/office/drawing/2014/main" id="{EE79D458-4D0F-A77F-8CE7-0759FCF25A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432" name="Graphic 1431" descr="Deciduous tree with solid fill">
              <a:extLst>
                <a:ext uri="{FF2B5EF4-FFF2-40B4-BE49-F238E27FC236}">
                  <a16:creationId xmlns:a16="http://schemas.microsoft.com/office/drawing/2014/main" id="{4AC1E5FF-C49E-21C0-A885-39E8544B4B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433" name="Graphic 1432" descr="Deciduous tree with solid fill">
              <a:extLst>
                <a:ext uri="{FF2B5EF4-FFF2-40B4-BE49-F238E27FC236}">
                  <a16:creationId xmlns:a16="http://schemas.microsoft.com/office/drawing/2014/main" id="{566256AE-E1C5-EECF-026B-96BC4EA7C3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434" name="Graphic 1433" descr="Deciduous tree with solid fill">
              <a:extLst>
                <a:ext uri="{FF2B5EF4-FFF2-40B4-BE49-F238E27FC236}">
                  <a16:creationId xmlns:a16="http://schemas.microsoft.com/office/drawing/2014/main" id="{4855B469-629F-C347-C2AE-AF5B6CD314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435" name="Graphic 1434" descr="Deciduous tree with solid fill">
              <a:extLst>
                <a:ext uri="{FF2B5EF4-FFF2-40B4-BE49-F238E27FC236}">
                  <a16:creationId xmlns:a16="http://schemas.microsoft.com/office/drawing/2014/main" id="{92CEF54E-F58E-ED6E-6E74-6CDEF0A1C8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436" name="Graphic 1435" descr="Deciduous tree with solid fill">
              <a:extLst>
                <a:ext uri="{FF2B5EF4-FFF2-40B4-BE49-F238E27FC236}">
                  <a16:creationId xmlns:a16="http://schemas.microsoft.com/office/drawing/2014/main" id="{C207CD0A-0A4F-8C71-112A-C831355D5D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437" name="Graphic 1436" descr="Deciduous tree with solid fill">
              <a:extLst>
                <a:ext uri="{FF2B5EF4-FFF2-40B4-BE49-F238E27FC236}">
                  <a16:creationId xmlns:a16="http://schemas.microsoft.com/office/drawing/2014/main" id="{B5157CD3-07D3-5D2F-5EA0-52300D8405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438" name="Graphic 1437" descr="Deciduous tree with solid fill">
              <a:extLst>
                <a:ext uri="{FF2B5EF4-FFF2-40B4-BE49-F238E27FC236}">
                  <a16:creationId xmlns:a16="http://schemas.microsoft.com/office/drawing/2014/main" id="{D54F68B8-C1F4-60A3-89C3-51B68D7F5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74" y="2825420"/>
              <a:ext cx="209457" cy="196411"/>
            </a:xfrm>
            <a:prstGeom prst="rect">
              <a:avLst/>
            </a:prstGeom>
          </p:spPr>
        </p:pic>
        <p:pic>
          <p:nvPicPr>
            <p:cNvPr id="1439" name="Graphic 1438" descr="Deciduous tree with solid fill">
              <a:extLst>
                <a:ext uri="{FF2B5EF4-FFF2-40B4-BE49-F238E27FC236}">
                  <a16:creationId xmlns:a16="http://schemas.microsoft.com/office/drawing/2014/main" id="{08E53A08-A478-06FB-4BC6-7603EEFE1F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7" y="2921280"/>
              <a:ext cx="209457" cy="196411"/>
            </a:xfrm>
            <a:prstGeom prst="rect">
              <a:avLst/>
            </a:prstGeom>
          </p:spPr>
        </p:pic>
        <p:pic>
          <p:nvPicPr>
            <p:cNvPr id="1440" name="Graphic 1439" descr="Deciduous tree with solid fill">
              <a:extLst>
                <a:ext uri="{FF2B5EF4-FFF2-40B4-BE49-F238E27FC236}">
                  <a16:creationId xmlns:a16="http://schemas.microsoft.com/office/drawing/2014/main" id="{CED9FBE0-9F61-B252-0411-3C30749E7C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1441" name="Graphic 1440" descr="Deciduous tree with solid fill">
              <a:extLst>
                <a:ext uri="{FF2B5EF4-FFF2-40B4-BE49-F238E27FC236}">
                  <a16:creationId xmlns:a16="http://schemas.microsoft.com/office/drawing/2014/main" id="{A36D093F-13B1-D207-389E-E846F829CD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442" name="Graphic 1441" descr="Deciduous tree with solid fill">
              <a:extLst>
                <a:ext uri="{FF2B5EF4-FFF2-40B4-BE49-F238E27FC236}">
                  <a16:creationId xmlns:a16="http://schemas.microsoft.com/office/drawing/2014/main" id="{43207154-651E-661F-E53F-CFC32CCBE3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443" name="Graphic 1442" descr="Deciduous tree with solid fill">
              <a:extLst>
                <a:ext uri="{FF2B5EF4-FFF2-40B4-BE49-F238E27FC236}">
                  <a16:creationId xmlns:a16="http://schemas.microsoft.com/office/drawing/2014/main" id="{A5130D69-58E5-E0F6-6404-718764FCB0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444" name="Graphic 1443" descr="Deciduous tree with solid fill">
              <a:extLst>
                <a:ext uri="{FF2B5EF4-FFF2-40B4-BE49-F238E27FC236}">
                  <a16:creationId xmlns:a16="http://schemas.microsoft.com/office/drawing/2014/main" id="{53EEFE24-64CC-7F3D-CDBB-EB8E3CFF00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5" y="3415245"/>
              <a:ext cx="209457" cy="196411"/>
            </a:xfrm>
            <a:prstGeom prst="rect">
              <a:avLst/>
            </a:prstGeom>
          </p:spPr>
        </p:pic>
        <p:pic>
          <p:nvPicPr>
            <p:cNvPr id="1445" name="Graphic 1444" descr="Deciduous tree with solid fill">
              <a:extLst>
                <a:ext uri="{FF2B5EF4-FFF2-40B4-BE49-F238E27FC236}">
                  <a16:creationId xmlns:a16="http://schemas.microsoft.com/office/drawing/2014/main" id="{BABEBD8D-7BF2-03B8-D339-1088659598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446" name="Graphic 1445" descr="Deciduous tree with solid fill">
              <a:extLst>
                <a:ext uri="{FF2B5EF4-FFF2-40B4-BE49-F238E27FC236}">
                  <a16:creationId xmlns:a16="http://schemas.microsoft.com/office/drawing/2014/main" id="{6A6DB696-8AF4-27AC-D822-F5C9C3679E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6" y="3662226"/>
              <a:ext cx="209457" cy="196411"/>
            </a:xfrm>
            <a:prstGeom prst="rect">
              <a:avLst/>
            </a:prstGeom>
          </p:spPr>
        </p:pic>
        <p:pic>
          <p:nvPicPr>
            <p:cNvPr id="1447" name="Graphic 1446" descr="Deciduous tree with solid fill">
              <a:extLst>
                <a:ext uri="{FF2B5EF4-FFF2-40B4-BE49-F238E27FC236}">
                  <a16:creationId xmlns:a16="http://schemas.microsoft.com/office/drawing/2014/main" id="{C75103AB-F129-9C87-14C8-0AA822554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448" name="Graphic 1447" descr="Deciduous tree with solid fill">
              <a:extLst>
                <a:ext uri="{FF2B5EF4-FFF2-40B4-BE49-F238E27FC236}">
                  <a16:creationId xmlns:a16="http://schemas.microsoft.com/office/drawing/2014/main" id="{3A662B4A-DD4B-2BC5-049E-0D3E12CBA8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449" name="Graphic 1448" descr="Deciduous tree with solid fill">
              <a:extLst>
                <a:ext uri="{FF2B5EF4-FFF2-40B4-BE49-F238E27FC236}">
                  <a16:creationId xmlns:a16="http://schemas.microsoft.com/office/drawing/2014/main" id="{B1E8ABAB-5425-D5D2-23D5-DFAC6C1F05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450" name="Graphic 1449" descr="Deciduous tree with solid fill">
              <a:extLst>
                <a:ext uri="{FF2B5EF4-FFF2-40B4-BE49-F238E27FC236}">
                  <a16:creationId xmlns:a16="http://schemas.microsoft.com/office/drawing/2014/main" id="{817B87AF-8345-B467-AC67-22AA9D8C8C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8" y="2948910"/>
              <a:ext cx="209457" cy="196411"/>
            </a:xfrm>
            <a:prstGeom prst="rect">
              <a:avLst/>
            </a:prstGeom>
          </p:spPr>
        </p:pic>
        <p:pic>
          <p:nvPicPr>
            <p:cNvPr id="1451" name="Graphic 1450" descr="Deciduous tree with solid fill">
              <a:extLst>
                <a:ext uri="{FF2B5EF4-FFF2-40B4-BE49-F238E27FC236}">
                  <a16:creationId xmlns:a16="http://schemas.microsoft.com/office/drawing/2014/main" id="{99228CC2-FAD0-D112-667B-A05AAD0F6D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3" y="3072401"/>
              <a:ext cx="209457" cy="196411"/>
            </a:xfrm>
            <a:prstGeom prst="rect">
              <a:avLst/>
            </a:prstGeom>
          </p:spPr>
        </p:pic>
        <p:pic>
          <p:nvPicPr>
            <p:cNvPr id="1452" name="Graphic 1451" descr="Deciduous tree with solid fill">
              <a:extLst>
                <a:ext uri="{FF2B5EF4-FFF2-40B4-BE49-F238E27FC236}">
                  <a16:creationId xmlns:a16="http://schemas.microsoft.com/office/drawing/2014/main" id="{D45AF8C3-E1B8-1CD1-C819-79C8D36BAC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8" y="3195893"/>
              <a:ext cx="209457" cy="196411"/>
            </a:xfrm>
            <a:prstGeom prst="rect">
              <a:avLst/>
            </a:prstGeom>
          </p:spPr>
        </p:pic>
        <p:pic>
          <p:nvPicPr>
            <p:cNvPr id="1453" name="Graphic 1452" descr="Deciduous tree with solid fill">
              <a:extLst>
                <a:ext uri="{FF2B5EF4-FFF2-40B4-BE49-F238E27FC236}">
                  <a16:creationId xmlns:a16="http://schemas.microsoft.com/office/drawing/2014/main" id="{A49E0925-4BA6-2CC8-FCCD-2AFF0EBD71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3" y="3319384"/>
              <a:ext cx="209457" cy="196411"/>
            </a:xfrm>
            <a:prstGeom prst="rect">
              <a:avLst/>
            </a:prstGeom>
          </p:spPr>
        </p:pic>
        <p:pic>
          <p:nvPicPr>
            <p:cNvPr id="1454" name="Graphic 1453" descr="Deciduous tree with solid fill">
              <a:extLst>
                <a:ext uri="{FF2B5EF4-FFF2-40B4-BE49-F238E27FC236}">
                  <a16:creationId xmlns:a16="http://schemas.microsoft.com/office/drawing/2014/main" id="{872889EF-B73A-EC27-536E-A34F57F099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455" name="Graphic 1454" descr="Deciduous tree with solid fill">
              <a:extLst>
                <a:ext uri="{FF2B5EF4-FFF2-40B4-BE49-F238E27FC236}">
                  <a16:creationId xmlns:a16="http://schemas.microsoft.com/office/drawing/2014/main" id="{0B4BD11C-356F-D8AF-75DD-64A41932AF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456" name="Graphic 1455" descr="Deciduous tree with solid fill">
              <a:extLst>
                <a:ext uri="{FF2B5EF4-FFF2-40B4-BE49-F238E27FC236}">
                  <a16:creationId xmlns:a16="http://schemas.microsoft.com/office/drawing/2014/main" id="{1E7D8F2C-7B34-75DD-DFD3-C0E1E78236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457" name="Graphic 1456" descr="Deciduous tree with solid fill">
              <a:extLst>
                <a:ext uri="{FF2B5EF4-FFF2-40B4-BE49-F238E27FC236}">
                  <a16:creationId xmlns:a16="http://schemas.microsoft.com/office/drawing/2014/main" id="{9F0CF5CC-3176-11E1-9FD1-9D986C3964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458" name="Graphic 1457" descr="Deciduous tree with solid fill">
              <a:extLst>
                <a:ext uri="{FF2B5EF4-FFF2-40B4-BE49-F238E27FC236}">
                  <a16:creationId xmlns:a16="http://schemas.microsoft.com/office/drawing/2014/main" id="{199418E4-88E1-23FE-75CF-F45D9075AA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459" name="Graphic 1458" descr="Deciduous tree with solid fill">
              <a:extLst>
                <a:ext uri="{FF2B5EF4-FFF2-40B4-BE49-F238E27FC236}">
                  <a16:creationId xmlns:a16="http://schemas.microsoft.com/office/drawing/2014/main" id="{A75899A6-B53D-D912-8884-ECA00DDBC2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8346" y="2860873"/>
              <a:ext cx="209457" cy="196411"/>
            </a:xfrm>
            <a:prstGeom prst="rect">
              <a:avLst/>
            </a:prstGeom>
          </p:spPr>
        </p:pic>
        <p:pic>
          <p:nvPicPr>
            <p:cNvPr id="1460" name="Graphic 1459" descr="Deciduous tree with solid fill">
              <a:extLst>
                <a:ext uri="{FF2B5EF4-FFF2-40B4-BE49-F238E27FC236}">
                  <a16:creationId xmlns:a16="http://schemas.microsoft.com/office/drawing/2014/main" id="{20D30EFE-2868-DBB1-9273-32897D6DF1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461" name="Graphic 1460" descr="Deciduous tree with solid fill">
              <a:extLst>
                <a:ext uri="{FF2B5EF4-FFF2-40B4-BE49-F238E27FC236}">
                  <a16:creationId xmlns:a16="http://schemas.microsoft.com/office/drawing/2014/main" id="{20908EB2-B110-1F46-CBC8-E24901BB2A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462" name="Graphic 1461" descr="Deciduous tree with solid fill">
              <a:extLst>
                <a:ext uri="{FF2B5EF4-FFF2-40B4-BE49-F238E27FC236}">
                  <a16:creationId xmlns:a16="http://schemas.microsoft.com/office/drawing/2014/main" id="{ECC2908F-9430-8FDF-BE0B-BE44630E0F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463" name="Graphic 1462" descr="Deciduous tree with solid fill">
              <a:extLst>
                <a:ext uri="{FF2B5EF4-FFF2-40B4-BE49-F238E27FC236}">
                  <a16:creationId xmlns:a16="http://schemas.microsoft.com/office/drawing/2014/main" id="{6D077677-77B9-C656-DA84-A503188876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3" y="3354837"/>
              <a:ext cx="209457" cy="196411"/>
            </a:xfrm>
            <a:prstGeom prst="rect">
              <a:avLst/>
            </a:prstGeom>
          </p:spPr>
        </p:pic>
        <p:pic>
          <p:nvPicPr>
            <p:cNvPr id="1464" name="Graphic 1463" descr="Deciduous tree with solid fill">
              <a:extLst>
                <a:ext uri="{FF2B5EF4-FFF2-40B4-BE49-F238E27FC236}">
                  <a16:creationId xmlns:a16="http://schemas.microsoft.com/office/drawing/2014/main" id="{5CE380F0-A81A-9B67-73A5-B0DDEF26B1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8" y="3478328"/>
              <a:ext cx="209457" cy="196411"/>
            </a:xfrm>
            <a:prstGeom prst="rect">
              <a:avLst/>
            </a:prstGeom>
          </p:spPr>
        </p:pic>
        <p:pic>
          <p:nvPicPr>
            <p:cNvPr id="1465" name="Graphic 1464" descr="Deciduous tree with solid fill">
              <a:extLst>
                <a:ext uri="{FF2B5EF4-FFF2-40B4-BE49-F238E27FC236}">
                  <a16:creationId xmlns:a16="http://schemas.microsoft.com/office/drawing/2014/main" id="{9CD02DA0-AFD5-B69C-EE7B-C7A53816CF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3" y="3601820"/>
              <a:ext cx="209457" cy="196411"/>
            </a:xfrm>
            <a:prstGeom prst="rect">
              <a:avLst/>
            </a:prstGeom>
          </p:spPr>
        </p:pic>
        <p:pic>
          <p:nvPicPr>
            <p:cNvPr id="1466" name="Graphic 1465" descr="Deciduous tree with solid fill">
              <a:extLst>
                <a:ext uri="{FF2B5EF4-FFF2-40B4-BE49-F238E27FC236}">
                  <a16:creationId xmlns:a16="http://schemas.microsoft.com/office/drawing/2014/main" id="{AD241869-C128-B572-1C52-23C6230C7E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8" y="3725311"/>
              <a:ext cx="209457" cy="196411"/>
            </a:xfrm>
            <a:prstGeom prst="rect">
              <a:avLst/>
            </a:prstGeom>
          </p:spPr>
        </p:pic>
        <p:pic>
          <p:nvPicPr>
            <p:cNvPr id="1467" name="Graphic 1466" descr="Deciduous tree with solid fill">
              <a:extLst>
                <a:ext uri="{FF2B5EF4-FFF2-40B4-BE49-F238E27FC236}">
                  <a16:creationId xmlns:a16="http://schemas.microsoft.com/office/drawing/2014/main" id="{5C814827-7CBB-3E54-3D5E-4F8E14118E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3" y="3848803"/>
              <a:ext cx="209457" cy="196411"/>
            </a:xfrm>
            <a:prstGeom prst="rect">
              <a:avLst/>
            </a:prstGeom>
          </p:spPr>
        </p:pic>
        <p:pic>
          <p:nvPicPr>
            <p:cNvPr id="1468" name="Graphic 1467" descr="Deciduous tree with solid fill">
              <a:extLst>
                <a:ext uri="{FF2B5EF4-FFF2-40B4-BE49-F238E27FC236}">
                  <a16:creationId xmlns:a16="http://schemas.microsoft.com/office/drawing/2014/main" id="{47C01850-7953-6F70-60AA-27BF6E96C9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68" y="2948910"/>
              <a:ext cx="209457" cy="196411"/>
            </a:xfrm>
            <a:prstGeom prst="rect">
              <a:avLst/>
            </a:prstGeom>
          </p:spPr>
        </p:pic>
        <p:pic>
          <p:nvPicPr>
            <p:cNvPr id="1469" name="Graphic 1468" descr="Deciduous tree with solid fill">
              <a:extLst>
                <a:ext uri="{FF2B5EF4-FFF2-40B4-BE49-F238E27FC236}">
                  <a16:creationId xmlns:a16="http://schemas.microsoft.com/office/drawing/2014/main" id="{9F49AE15-F03A-AD23-2D70-B05B9D9510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141" y="3044771"/>
              <a:ext cx="209457" cy="196411"/>
            </a:xfrm>
            <a:prstGeom prst="rect">
              <a:avLst/>
            </a:prstGeom>
          </p:spPr>
        </p:pic>
        <p:pic>
          <p:nvPicPr>
            <p:cNvPr id="1470" name="Graphic 1469" descr="Deciduous tree with solid fill">
              <a:extLst>
                <a:ext uri="{FF2B5EF4-FFF2-40B4-BE49-F238E27FC236}">
                  <a16:creationId xmlns:a16="http://schemas.microsoft.com/office/drawing/2014/main" id="{9BC8601A-95DB-2743-E6CA-D2D50FAF5E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1471" name="Graphic 1470" descr="Deciduous tree with solid fill">
              <a:extLst>
                <a:ext uri="{FF2B5EF4-FFF2-40B4-BE49-F238E27FC236}">
                  <a16:creationId xmlns:a16="http://schemas.microsoft.com/office/drawing/2014/main" id="{5293121F-0E34-C565-48FB-6679A7C1E4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1472" name="Graphic 1471" descr="Deciduous tree with solid fill">
              <a:extLst>
                <a:ext uri="{FF2B5EF4-FFF2-40B4-BE49-F238E27FC236}">
                  <a16:creationId xmlns:a16="http://schemas.microsoft.com/office/drawing/2014/main" id="{E741A736-22E2-042D-C72A-8B08F02BDD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473" name="Graphic 1472" descr="Deciduous tree with solid fill">
              <a:extLst>
                <a:ext uri="{FF2B5EF4-FFF2-40B4-BE49-F238E27FC236}">
                  <a16:creationId xmlns:a16="http://schemas.microsoft.com/office/drawing/2014/main" id="{533659AA-713E-8A34-2C12-9977C60B15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474" name="Graphic 1473" descr="Deciduous tree with solid fill">
              <a:extLst>
                <a:ext uri="{FF2B5EF4-FFF2-40B4-BE49-F238E27FC236}">
                  <a16:creationId xmlns:a16="http://schemas.microsoft.com/office/drawing/2014/main" id="{A96626C6-EFD8-5ED9-3976-E16E426A8E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475" name="Graphic 1474" descr="Deciduous tree with solid fill">
              <a:extLst>
                <a:ext uri="{FF2B5EF4-FFF2-40B4-BE49-F238E27FC236}">
                  <a16:creationId xmlns:a16="http://schemas.microsoft.com/office/drawing/2014/main" id="{A797EAD7-64ED-3410-D0E5-878460B0D7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476" name="Graphic 1475" descr="Deciduous tree with solid fill">
              <a:extLst>
                <a:ext uri="{FF2B5EF4-FFF2-40B4-BE49-F238E27FC236}">
                  <a16:creationId xmlns:a16="http://schemas.microsoft.com/office/drawing/2014/main" id="{551C424A-FC73-2FF1-F917-CCB4413370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477" name="Graphic 1476" descr="Deciduous tree with solid fill">
              <a:extLst>
                <a:ext uri="{FF2B5EF4-FFF2-40B4-BE49-F238E27FC236}">
                  <a16:creationId xmlns:a16="http://schemas.microsoft.com/office/drawing/2014/main" id="{FF93DA5A-E314-0A52-E218-7E26081D4A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478" name="Graphic 1477" descr="Deciduous tree with solid fill">
              <a:extLst>
                <a:ext uri="{FF2B5EF4-FFF2-40B4-BE49-F238E27FC236}">
                  <a16:creationId xmlns:a16="http://schemas.microsoft.com/office/drawing/2014/main" id="{398CF994-79B9-C9AA-5C29-9762F4F680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479" name="Graphic 1478" descr="Deciduous tree with solid fill">
              <a:extLst>
                <a:ext uri="{FF2B5EF4-FFF2-40B4-BE49-F238E27FC236}">
                  <a16:creationId xmlns:a16="http://schemas.microsoft.com/office/drawing/2014/main" id="{B25D8E4C-1447-AF06-2090-C139CEF4F1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1480" name="Graphic 1479" descr="Deciduous tree with solid fill">
              <a:extLst>
                <a:ext uri="{FF2B5EF4-FFF2-40B4-BE49-F238E27FC236}">
                  <a16:creationId xmlns:a16="http://schemas.microsoft.com/office/drawing/2014/main" id="{7890B612-4514-FB7D-5F15-360FE5A8CD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481" name="Graphic 1480" descr="Deciduous tree with solid fill">
              <a:extLst>
                <a:ext uri="{FF2B5EF4-FFF2-40B4-BE49-F238E27FC236}">
                  <a16:creationId xmlns:a16="http://schemas.microsoft.com/office/drawing/2014/main" id="{8BEF6D0B-57EB-EC88-5C7A-C50E326C1C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482" name="Graphic 1481" descr="Deciduous tree with solid fill">
              <a:extLst>
                <a:ext uri="{FF2B5EF4-FFF2-40B4-BE49-F238E27FC236}">
                  <a16:creationId xmlns:a16="http://schemas.microsoft.com/office/drawing/2014/main" id="{F7A369D9-8B6D-4C03-B5C6-BD86FE4810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483" name="Graphic 1482" descr="Deciduous tree with solid fill">
              <a:extLst>
                <a:ext uri="{FF2B5EF4-FFF2-40B4-BE49-F238E27FC236}">
                  <a16:creationId xmlns:a16="http://schemas.microsoft.com/office/drawing/2014/main" id="{7C372995-2A7C-4E57-8567-0B34798E87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484" name="Graphic 1483" descr="Deciduous tree with solid fill">
              <a:extLst>
                <a:ext uri="{FF2B5EF4-FFF2-40B4-BE49-F238E27FC236}">
                  <a16:creationId xmlns:a16="http://schemas.microsoft.com/office/drawing/2014/main" id="{243A6700-8685-31B8-AA24-AC3224FD69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485" name="Graphic 1484" descr="Deciduous tree with solid fill">
              <a:extLst>
                <a:ext uri="{FF2B5EF4-FFF2-40B4-BE49-F238E27FC236}">
                  <a16:creationId xmlns:a16="http://schemas.microsoft.com/office/drawing/2014/main" id="{8B972507-6272-BB59-F490-EAF20986B3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486" name="Graphic 1485" descr="Deciduous tree with solid fill">
              <a:extLst>
                <a:ext uri="{FF2B5EF4-FFF2-40B4-BE49-F238E27FC236}">
                  <a16:creationId xmlns:a16="http://schemas.microsoft.com/office/drawing/2014/main" id="{D6068E8C-6F79-7669-0FBC-AE1919FA71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487" name="Graphic 1486" descr="Deciduous tree with solid fill">
              <a:extLst>
                <a:ext uri="{FF2B5EF4-FFF2-40B4-BE49-F238E27FC236}">
                  <a16:creationId xmlns:a16="http://schemas.microsoft.com/office/drawing/2014/main" id="{D738A4FC-AC97-B6E4-ADFF-035BDB8454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1488" name="Graphic 1487" descr="Deciduous tree with solid fill">
              <a:extLst>
                <a:ext uri="{FF2B5EF4-FFF2-40B4-BE49-F238E27FC236}">
                  <a16:creationId xmlns:a16="http://schemas.microsoft.com/office/drawing/2014/main" id="{81EA46BE-A0A5-086E-AC0B-A988AE8455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489" name="Graphic 1488" descr="Deciduous tree with solid fill">
              <a:extLst>
                <a:ext uri="{FF2B5EF4-FFF2-40B4-BE49-F238E27FC236}">
                  <a16:creationId xmlns:a16="http://schemas.microsoft.com/office/drawing/2014/main" id="{85C0FABA-5A31-0486-04FF-0182C494DC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490" name="Graphic 1489" descr="Deciduous tree with solid fill">
              <a:extLst>
                <a:ext uri="{FF2B5EF4-FFF2-40B4-BE49-F238E27FC236}">
                  <a16:creationId xmlns:a16="http://schemas.microsoft.com/office/drawing/2014/main" id="{F12B9B1C-E1B0-EE7B-4277-C67D1A8037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491" name="Graphic 1490" descr="Deciduous tree with solid fill">
              <a:extLst>
                <a:ext uri="{FF2B5EF4-FFF2-40B4-BE49-F238E27FC236}">
                  <a16:creationId xmlns:a16="http://schemas.microsoft.com/office/drawing/2014/main" id="{D542311C-511E-7D54-D70D-91A9E9E612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492" name="Graphic 1491" descr="Deciduous tree with solid fill">
              <a:extLst>
                <a:ext uri="{FF2B5EF4-FFF2-40B4-BE49-F238E27FC236}">
                  <a16:creationId xmlns:a16="http://schemas.microsoft.com/office/drawing/2014/main" id="{54E265E7-05AF-C846-8040-F74BB6229E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493" name="Graphic 1492" descr="Deciduous tree with solid fill">
              <a:extLst>
                <a:ext uri="{FF2B5EF4-FFF2-40B4-BE49-F238E27FC236}">
                  <a16:creationId xmlns:a16="http://schemas.microsoft.com/office/drawing/2014/main" id="{A67976D9-143A-0950-DAFE-F82733A10B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494" name="Graphic 1493" descr="Deciduous tree with solid fill">
              <a:extLst>
                <a:ext uri="{FF2B5EF4-FFF2-40B4-BE49-F238E27FC236}">
                  <a16:creationId xmlns:a16="http://schemas.microsoft.com/office/drawing/2014/main" id="{22903E11-C328-69BA-3DA9-C828D708DE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495" name="Graphic 1494" descr="Deciduous tree with solid fill">
              <a:extLst>
                <a:ext uri="{FF2B5EF4-FFF2-40B4-BE49-F238E27FC236}">
                  <a16:creationId xmlns:a16="http://schemas.microsoft.com/office/drawing/2014/main" id="{F161F949-7387-F1E9-7D5F-3FBF37B998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462" y="3072401"/>
              <a:ext cx="209457" cy="196411"/>
            </a:xfrm>
            <a:prstGeom prst="rect">
              <a:avLst/>
            </a:prstGeom>
          </p:spPr>
        </p:pic>
        <p:pic>
          <p:nvPicPr>
            <p:cNvPr id="1496" name="Graphic 1495" descr="Deciduous tree with solid fill">
              <a:extLst>
                <a:ext uri="{FF2B5EF4-FFF2-40B4-BE49-F238E27FC236}">
                  <a16:creationId xmlns:a16="http://schemas.microsoft.com/office/drawing/2014/main" id="{94107DF0-68BB-CD0C-160E-22F4A991B8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1497" name="Graphic 1496" descr="Deciduous tree with solid fill">
              <a:extLst>
                <a:ext uri="{FF2B5EF4-FFF2-40B4-BE49-F238E27FC236}">
                  <a16:creationId xmlns:a16="http://schemas.microsoft.com/office/drawing/2014/main" id="{D7E238B3-EE63-8F99-3E73-AC069A6A5B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1498" name="Graphic 1497" descr="Deciduous tree with solid fill">
              <a:extLst>
                <a:ext uri="{FF2B5EF4-FFF2-40B4-BE49-F238E27FC236}">
                  <a16:creationId xmlns:a16="http://schemas.microsoft.com/office/drawing/2014/main" id="{00317165-BC20-6796-52D3-C33B67BFA0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499" name="Graphic 1498" descr="Deciduous tree with solid fill">
              <a:extLst>
                <a:ext uri="{FF2B5EF4-FFF2-40B4-BE49-F238E27FC236}">
                  <a16:creationId xmlns:a16="http://schemas.microsoft.com/office/drawing/2014/main" id="{B8340125-9A70-2C02-12DC-900F1F0DAC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500" name="Graphic 1499" descr="Deciduous tree with solid fill">
              <a:extLst>
                <a:ext uri="{FF2B5EF4-FFF2-40B4-BE49-F238E27FC236}">
                  <a16:creationId xmlns:a16="http://schemas.microsoft.com/office/drawing/2014/main" id="{E4FDF2A4-3A1C-98AD-7B83-82C5599BCD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501" name="Graphic 1500" descr="Deciduous tree with solid fill">
              <a:extLst>
                <a:ext uri="{FF2B5EF4-FFF2-40B4-BE49-F238E27FC236}">
                  <a16:creationId xmlns:a16="http://schemas.microsoft.com/office/drawing/2014/main" id="{9D296C71-2D03-D4B5-A5DD-C67F239EEC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502" name="Graphic 1501" descr="Deciduous tree with solid fill">
              <a:extLst>
                <a:ext uri="{FF2B5EF4-FFF2-40B4-BE49-F238E27FC236}">
                  <a16:creationId xmlns:a16="http://schemas.microsoft.com/office/drawing/2014/main" id="{8EFCC666-D3C0-A45F-1F96-142188E2D0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503" name="Graphic 1502" descr="Deciduous tree with solid fill">
              <a:extLst>
                <a:ext uri="{FF2B5EF4-FFF2-40B4-BE49-F238E27FC236}">
                  <a16:creationId xmlns:a16="http://schemas.microsoft.com/office/drawing/2014/main" id="{06366278-E9B4-FD5B-5985-75C1244C5C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04" name="Graphic 1503" descr="Deciduous tree with solid fill">
              <a:extLst>
                <a:ext uri="{FF2B5EF4-FFF2-40B4-BE49-F238E27FC236}">
                  <a16:creationId xmlns:a16="http://schemas.microsoft.com/office/drawing/2014/main" id="{19A88CB9-AA9A-E527-AEEA-CA2BF45475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05" name="Graphic 1504" descr="Deciduous tree with solid fill">
              <a:extLst>
                <a:ext uri="{FF2B5EF4-FFF2-40B4-BE49-F238E27FC236}">
                  <a16:creationId xmlns:a16="http://schemas.microsoft.com/office/drawing/2014/main" id="{74B4E55D-F406-448C-3EA1-69BF9DA515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506" name="Graphic 1505" descr="Deciduous tree with solid fill">
              <a:extLst>
                <a:ext uri="{FF2B5EF4-FFF2-40B4-BE49-F238E27FC236}">
                  <a16:creationId xmlns:a16="http://schemas.microsoft.com/office/drawing/2014/main" id="{4D4B0B42-01F7-01B0-B19C-22A363969D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507" name="Graphic 1506" descr="Deciduous tree with solid fill">
              <a:extLst>
                <a:ext uri="{FF2B5EF4-FFF2-40B4-BE49-F238E27FC236}">
                  <a16:creationId xmlns:a16="http://schemas.microsoft.com/office/drawing/2014/main" id="{796F476C-1BF5-5955-B3F8-3609E9EB75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508" name="Graphic 1507" descr="Deciduous tree with solid fill">
              <a:extLst>
                <a:ext uri="{FF2B5EF4-FFF2-40B4-BE49-F238E27FC236}">
                  <a16:creationId xmlns:a16="http://schemas.microsoft.com/office/drawing/2014/main" id="{8009A379-6D59-2680-32B9-D7FFA13A48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509" name="Graphic 1508" descr="Deciduous tree with solid fill">
              <a:extLst>
                <a:ext uri="{FF2B5EF4-FFF2-40B4-BE49-F238E27FC236}">
                  <a16:creationId xmlns:a16="http://schemas.microsoft.com/office/drawing/2014/main" id="{6BF636F8-385F-870E-A91A-5F37149534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510" name="Graphic 1509" descr="Deciduous tree with solid fill">
              <a:extLst>
                <a:ext uri="{FF2B5EF4-FFF2-40B4-BE49-F238E27FC236}">
                  <a16:creationId xmlns:a16="http://schemas.microsoft.com/office/drawing/2014/main" id="{F477C69D-F834-5631-880B-FC02D5E9FF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11" name="Graphic 1510" descr="Deciduous tree with solid fill">
              <a:extLst>
                <a:ext uri="{FF2B5EF4-FFF2-40B4-BE49-F238E27FC236}">
                  <a16:creationId xmlns:a16="http://schemas.microsoft.com/office/drawing/2014/main" id="{A900988B-A055-87C2-1E28-7627975BE9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12" name="Graphic 1511" descr="Deciduous tree with solid fill">
              <a:extLst>
                <a:ext uri="{FF2B5EF4-FFF2-40B4-BE49-F238E27FC236}">
                  <a16:creationId xmlns:a16="http://schemas.microsoft.com/office/drawing/2014/main" id="{B62DB8F4-E36F-B939-13A9-C5BEA6B124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734" y="3107854"/>
              <a:ext cx="209457" cy="196411"/>
            </a:xfrm>
            <a:prstGeom prst="rect">
              <a:avLst/>
            </a:prstGeom>
          </p:spPr>
        </p:pic>
        <p:pic>
          <p:nvPicPr>
            <p:cNvPr id="1513" name="Graphic 1512" descr="Deciduous tree with solid fill">
              <a:extLst>
                <a:ext uri="{FF2B5EF4-FFF2-40B4-BE49-F238E27FC236}">
                  <a16:creationId xmlns:a16="http://schemas.microsoft.com/office/drawing/2014/main" id="{2B54CF3B-E3D3-999E-3C03-85603A810C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514" name="Graphic 1513" descr="Deciduous tree with solid fill">
              <a:extLst>
                <a:ext uri="{FF2B5EF4-FFF2-40B4-BE49-F238E27FC236}">
                  <a16:creationId xmlns:a16="http://schemas.microsoft.com/office/drawing/2014/main" id="{DDF81157-511F-5364-E544-C0943EBDC0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515" name="Graphic 1514" descr="Deciduous tree with solid fill">
              <a:extLst>
                <a:ext uri="{FF2B5EF4-FFF2-40B4-BE49-F238E27FC236}">
                  <a16:creationId xmlns:a16="http://schemas.microsoft.com/office/drawing/2014/main" id="{CE7F14F4-B3BE-E5D4-5EAA-EDFC722EC2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516" name="Graphic 1515" descr="Deciduous tree with solid fill">
              <a:extLst>
                <a:ext uri="{FF2B5EF4-FFF2-40B4-BE49-F238E27FC236}">
                  <a16:creationId xmlns:a16="http://schemas.microsoft.com/office/drawing/2014/main" id="{0D132288-68D2-61D9-F3E0-90E82A348B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517" name="Graphic 1516" descr="Deciduous tree with solid fill">
              <a:extLst>
                <a:ext uri="{FF2B5EF4-FFF2-40B4-BE49-F238E27FC236}">
                  <a16:creationId xmlns:a16="http://schemas.microsoft.com/office/drawing/2014/main" id="{AFBC0C3F-31EE-96F3-33BC-948B22E8F7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18" name="Graphic 1517" descr="Deciduous tree with solid fill">
              <a:extLst>
                <a:ext uri="{FF2B5EF4-FFF2-40B4-BE49-F238E27FC236}">
                  <a16:creationId xmlns:a16="http://schemas.microsoft.com/office/drawing/2014/main" id="{6770C8AA-C53A-9EC8-A6D1-A865E9DF64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519" name="Graphic 1518" descr="Deciduous tree with solid fill">
              <a:extLst>
                <a:ext uri="{FF2B5EF4-FFF2-40B4-BE49-F238E27FC236}">
                  <a16:creationId xmlns:a16="http://schemas.microsoft.com/office/drawing/2014/main" id="{2C2D1A39-1CB5-08BB-7C01-1B2F2A44EA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1157" y="3195893"/>
              <a:ext cx="209457" cy="196411"/>
            </a:xfrm>
            <a:prstGeom prst="rect">
              <a:avLst/>
            </a:prstGeom>
          </p:spPr>
        </p:pic>
        <p:pic>
          <p:nvPicPr>
            <p:cNvPr id="1520" name="Graphic 1519" descr="Deciduous tree with solid fill">
              <a:extLst>
                <a:ext uri="{FF2B5EF4-FFF2-40B4-BE49-F238E27FC236}">
                  <a16:creationId xmlns:a16="http://schemas.microsoft.com/office/drawing/2014/main" id="{7CE3D1F3-0C91-1290-F9AE-1A09CAE609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5531" y="3291754"/>
              <a:ext cx="209457" cy="196411"/>
            </a:xfrm>
            <a:prstGeom prst="rect">
              <a:avLst/>
            </a:prstGeom>
          </p:spPr>
        </p:pic>
        <p:pic>
          <p:nvPicPr>
            <p:cNvPr id="1521" name="Graphic 1520" descr="Deciduous tree with solid fill">
              <a:extLst>
                <a:ext uri="{FF2B5EF4-FFF2-40B4-BE49-F238E27FC236}">
                  <a16:creationId xmlns:a16="http://schemas.microsoft.com/office/drawing/2014/main" id="{1B9C49AC-B42F-5F4B-E548-C0C9A9DC0D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1522" name="Graphic 1521" descr="Deciduous tree with solid fill">
              <a:extLst>
                <a:ext uri="{FF2B5EF4-FFF2-40B4-BE49-F238E27FC236}">
                  <a16:creationId xmlns:a16="http://schemas.microsoft.com/office/drawing/2014/main" id="{871CA546-F5C6-32B5-F9CD-06465A8A8B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7224" y="3415245"/>
              <a:ext cx="209457" cy="196411"/>
            </a:xfrm>
            <a:prstGeom prst="rect">
              <a:avLst/>
            </a:prstGeom>
          </p:spPr>
        </p:pic>
        <p:pic>
          <p:nvPicPr>
            <p:cNvPr id="1523" name="Graphic 1522" descr="Deciduous tree with solid fill">
              <a:extLst>
                <a:ext uri="{FF2B5EF4-FFF2-40B4-BE49-F238E27FC236}">
                  <a16:creationId xmlns:a16="http://schemas.microsoft.com/office/drawing/2014/main" id="{63A097DD-486A-B7D5-6A5F-61A9A6E80F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524" name="Graphic 1523" descr="Deciduous tree with solid fill">
              <a:extLst>
                <a:ext uri="{FF2B5EF4-FFF2-40B4-BE49-F238E27FC236}">
                  <a16:creationId xmlns:a16="http://schemas.microsoft.com/office/drawing/2014/main" id="{6A69D514-5FB0-F579-C562-788C237D3E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525" name="Graphic 1524" descr="Deciduous tree with solid fill">
              <a:extLst>
                <a:ext uri="{FF2B5EF4-FFF2-40B4-BE49-F238E27FC236}">
                  <a16:creationId xmlns:a16="http://schemas.microsoft.com/office/drawing/2014/main" id="{73343B7A-3649-2842-B390-D75A3755B1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526" name="Graphic 1525" descr="Deciduous tree with solid fill">
              <a:extLst>
                <a:ext uri="{FF2B5EF4-FFF2-40B4-BE49-F238E27FC236}">
                  <a16:creationId xmlns:a16="http://schemas.microsoft.com/office/drawing/2014/main" id="{C6AF1685-D53A-BCFA-C9E9-1818D147E7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27" name="Graphic 1526" descr="Deciduous tree with solid fill">
              <a:extLst>
                <a:ext uri="{FF2B5EF4-FFF2-40B4-BE49-F238E27FC236}">
                  <a16:creationId xmlns:a16="http://schemas.microsoft.com/office/drawing/2014/main" id="{796F209B-B0C3-C97C-C738-F5E7EB244F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28" name="Graphic 1527" descr="Deciduous tree with solid fill">
              <a:extLst>
                <a:ext uri="{FF2B5EF4-FFF2-40B4-BE49-F238E27FC236}">
                  <a16:creationId xmlns:a16="http://schemas.microsoft.com/office/drawing/2014/main" id="{5CD93993-31A6-C557-1973-F84BD24C2A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529" name="Graphic 1528" descr="Deciduous tree with solid fill">
              <a:extLst>
                <a:ext uri="{FF2B5EF4-FFF2-40B4-BE49-F238E27FC236}">
                  <a16:creationId xmlns:a16="http://schemas.microsoft.com/office/drawing/2014/main" id="{3B30B4F2-063E-347E-010C-4CF209B3D8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530" name="Graphic 1529" descr="Deciduous tree with solid fill">
              <a:extLst>
                <a:ext uri="{FF2B5EF4-FFF2-40B4-BE49-F238E27FC236}">
                  <a16:creationId xmlns:a16="http://schemas.microsoft.com/office/drawing/2014/main" id="{52F94E12-BA2D-11A7-515B-B26271EB9A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531" name="Graphic 1530" descr="Deciduous tree with solid fill">
              <a:extLst>
                <a:ext uri="{FF2B5EF4-FFF2-40B4-BE49-F238E27FC236}">
                  <a16:creationId xmlns:a16="http://schemas.microsoft.com/office/drawing/2014/main" id="{C81228BB-8FB5-FC01-B662-FDF3FD0ADB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532" name="Graphic 1531" descr="Deciduous tree with solid fill">
              <a:extLst>
                <a:ext uri="{FF2B5EF4-FFF2-40B4-BE49-F238E27FC236}">
                  <a16:creationId xmlns:a16="http://schemas.microsoft.com/office/drawing/2014/main" id="{9A8BE39A-8E74-1D79-C51E-2F73E9F19A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33" name="Graphic 1532" descr="Deciduous tree with solid fill">
              <a:extLst>
                <a:ext uri="{FF2B5EF4-FFF2-40B4-BE49-F238E27FC236}">
                  <a16:creationId xmlns:a16="http://schemas.microsoft.com/office/drawing/2014/main" id="{B6257B38-F880-F732-A973-D37561F725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34" name="Graphic 1533" descr="Deciduous tree with solid fill">
              <a:extLst>
                <a:ext uri="{FF2B5EF4-FFF2-40B4-BE49-F238E27FC236}">
                  <a16:creationId xmlns:a16="http://schemas.microsoft.com/office/drawing/2014/main" id="{E66A8F28-55C1-2EA7-DF0F-9CB37CBC08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535" name="Graphic 1534" descr="Deciduous tree with solid fill">
              <a:extLst>
                <a:ext uri="{FF2B5EF4-FFF2-40B4-BE49-F238E27FC236}">
                  <a16:creationId xmlns:a16="http://schemas.microsoft.com/office/drawing/2014/main" id="{3D283D10-153A-43E2-F978-6784095EAA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536" name="Graphic 1535" descr="Deciduous tree with solid fill">
              <a:extLst>
                <a:ext uri="{FF2B5EF4-FFF2-40B4-BE49-F238E27FC236}">
                  <a16:creationId xmlns:a16="http://schemas.microsoft.com/office/drawing/2014/main" id="{8193370F-A00E-8F42-8A74-15AB4E15E8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537" name="Graphic 1536" descr="Deciduous tree with solid fill">
              <a:extLst>
                <a:ext uri="{FF2B5EF4-FFF2-40B4-BE49-F238E27FC236}">
                  <a16:creationId xmlns:a16="http://schemas.microsoft.com/office/drawing/2014/main" id="{EFE88F96-CF47-1BDF-E375-32C7700BDE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538" name="Graphic 1537" descr="Deciduous tree with solid fill">
              <a:extLst>
                <a:ext uri="{FF2B5EF4-FFF2-40B4-BE49-F238E27FC236}">
                  <a16:creationId xmlns:a16="http://schemas.microsoft.com/office/drawing/2014/main" id="{4FCD61C1-8157-F022-6AB5-EB7631251D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39" name="Graphic 1538" descr="Deciduous tree with solid fill">
              <a:extLst>
                <a:ext uri="{FF2B5EF4-FFF2-40B4-BE49-F238E27FC236}">
                  <a16:creationId xmlns:a16="http://schemas.microsoft.com/office/drawing/2014/main" id="{14AE1F07-DAA9-8A39-0573-2005889D04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540" name="Graphic 1539" descr="Deciduous tree with solid fill">
              <a:extLst>
                <a:ext uri="{FF2B5EF4-FFF2-40B4-BE49-F238E27FC236}">
                  <a16:creationId xmlns:a16="http://schemas.microsoft.com/office/drawing/2014/main" id="{943485D0-3C1D-5A0B-35AC-6FD0E2EBE4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852" y="3319384"/>
              <a:ext cx="209457" cy="196411"/>
            </a:xfrm>
            <a:prstGeom prst="rect">
              <a:avLst/>
            </a:prstGeom>
          </p:spPr>
        </p:pic>
        <p:pic>
          <p:nvPicPr>
            <p:cNvPr id="1541" name="Graphic 1540" descr="Deciduous tree with solid fill">
              <a:extLst>
                <a:ext uri="{FF2B5EF4-FFF2-40B4-BE49-F238E27FC236}">
                  <a16:creationId xmlns:a16="http://schemas.microsoft.com/office/drawing/2014/main" id="{D0F4D031-53C9-5583-F7E7-7CD5C4363B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1542" name="Graphic 1541" descr="Deciduous tree with solid fill">
              <a:extLst>
                <a:ext uri="{FF2B5EF4-FFF2-40B4-BE49-F238E27FC236}">
                  <a16:creationId xmlns:a16="http://schemas.microsoft.com/office/drawing/2014/main" id="{6FA0BAAC-5952-1142-B5DA-3F8576CC83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3429" y="3231346"/>
              <a:ext cx="209457" cy="196411"/>
            </a:xfrm>
            <a:prstGeom prst="rect">
              <a:avLst/>
            </a:prstGeom>
          </p:spPr>
        </p:pic>
        <p:pic>
          <p:nvPicPr>
            <p:cNvPr id="1543" name="Graphic 1542" descr="Deciduous tree with solid fill">
              <a:extLst>
                <a:ext uri="{FF2B5EF4-FFF2-40B4-BE49-F238E27FC236}">
                  <a16:creationId xmlns:a16="http://schemas.microsoft.com/office/drawing/2014/main" id="{316E336F-785C-F260-132B-E5908858C3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544" name="Graphic 1543" descr="Deciduous tree with solid fill">
              <a:extLst>
                <a:ext uri="{FF2B5EF4-FFF2-40B4-BE49-F238E27FC236}">
                  <a16:creationId xmlns:a16="http://schemas.microsoft.com/office/drawing/2014/main" id="{2C21EC8E-A338-D458-DA79-581A2754EA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545" name="Graphic 1544" descr="Deciduous tree with solid fill">
              <a:extLst>
                <a:ext uri="{FF2B5EF4-FFF2-40B4-BE49-F238E27FC236}">
                  <a16:creationId xmlns:a16="http://schemas.microsoft.com/office/drawing/2014/main" id="{1296530F-355C-E121-51CA-58669020B9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546" name="Graphic 1545" descr="Deciduous tree with solid fill">
              <a:extLst>
                <a:ext uri="{FF2B5EF4-FFF2-40B4-BE49-F238E27FC236}">
                  <a16:creationId xmlns:a16="http://schemas.microsoft.com/office/drawing/2014/main" id="{35D0CC31-35F9-61D1-029C-F94771A91B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47" name="Graphic 1546" descr="Deciduous tree with solid fill">
              <a:extLst>
                <a:ext uri="{FF2B5EF4-FFF2-40B4-BE49-F238E27FC236}">
                  <a16:creationId xmlns:a16="http://schemas.microsoft.com/office/drawing/2014/main" id="{8E69FA0E-36A7-F3F8-FA0C-CBDE4CF947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48" name="Graphic 1547" descr="Deciduous tree with solid fill">
              <a:extLst>
                <a:ext uri="{FF2B5EF4-FFF2-40B4-BE49-F238E27FC236}">
                  <a16:creationId xmlns:a16="http://schemas.microsoft.com/office/drawing/2014/main" id="{8A0E71DC-9A25-DD0A-5533-B7005A03A9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549" name="Graphic 1548" descr="Deciduous tree with solid fill">
              <a:extLst>
                <a:ext uri="{FF2B5EF4-FFF2-40B4-BE49-F238E27FC236}">
                  <a16:creationId xmlns:a16="http://schemas.microsoft.com/office/drawing/2014/main" id="{B768C7E9-2C27-E337-ABF7-1E494F6B00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550" name="Graphic 1549" descr="Deciduous tree with solid fill">
              <a:extLst>
                <a:ext uri="{FF2B5EF4-FFF2-40B4-BE49-F238E27FC236}">
                  <a16:creationId xmlns:a16="http://schemas.microsoft.com/office/drawing/2014/main" id="{67F1B854-7CE8-19AB-E1DF-36BF0A1AE6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551" name="Graphic 1550" descr="Deciduous tree with solid fill">
              <a:extLst>
                <a:ext uri="{FF2B5EF4-FFF2-40B4-BE49-F238E27FC236}">
                  <a16:creationId xmlns:a16="http://schemas.microsoft.com/office/drawing/2014/main" id="{4EC7D1D7-7808-B7CD-9AD6-02824AAEC5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52" name="Graphic 1551" descr="Deciduous tree with solid fill">
              <a:extLst>
                <a:ext uri="{FF2B5EF4-FFF2-40B4-BE49-F238E27FC236}">
                  <a16:creationId xmlns:a16="http://schemas.microsoft.com/office/drawing/2014/main" id="{83332952-C5B6-05AE-3BC1-05D9034FA8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53" name="Graphic 1552" descr="Deciduous tree with solid fill">
              <a:extLst>
                <a:ext uri="{FF2B5EF4-FFF2-40B4-BE49-F238E27FC236}">
                  <a16:creationId xmlns:a16="http://schemas.microsoft.com/office/drawing/2014/main" id="{4BF4AFFD-D2DB-B03B-3F2A-D269117841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554" name="Graphic 1553" descr="Deciduous tree with solid fill">
              <a:extLst>
                <a:ext uri="{FF2B5EF4-FFF2-40B4-BE49-F238E27FC236}">
                  <a16:creationId xmlns:a16="http://schemas.microsoft.com/office/drawing/2014/main" id="{9DCE26AB-C87A-A7A7-6160-67A909E470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555" name="Graphic 1554" descr="Deciduous tree with solid fill">
              <a:extLst>
                <a:ext uri="{FF2B5EF4-FFF2-40B4-BE49-F238E27FC236}">
                  <a16:creationId xmlns:a16="http://schemas.microsoft.com/office/drawing/2014/main" id="{8AB2469F-4DD5-09EE-2AAE-EB1337511B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556" name="Graphic 1555" descr="Deciduous tree with solid fill">
              <a:extLst>
                <a:ext uri="{FF2B5EF4-FFF2-40B4-BE49-F238E27FC236}">
                  <a16:creationId xmlns:a16="http://schemas.microsoft.com/office/drawing/2014/main" id="{419BF8AF-AA10-B419-1FFA-339C7BB911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57" name="Graphic 1556" descr="Deciduous tree with solid fill">
              <a:extLst>
                <a:ext uri="{FF2B5EF4-FFF2-40B4-BE49-F238E27FC236}">
                  <a16:creationId xmlns:a16="http://schemas.microsoft.com/office/drawing/2014/main" id="{EC15E064-2674-9E81-960E-53A4AD7567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558" name="Graphic 1557" descr="Deciduous tree with solid fill">
              <a:extLst>
                <a:ext uri="{FF2B5EF4-FFF2-40B4-BE49-F238E27FC236}">
                  <a16:creationId xmlns:a16="http://schemas.microsoft.com/office/drawing/2014/main" id="{7FCC9ABA-92D2-A284-51A6-D3CC75E1E3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547" y="3442875"/>
              <a:ext cx="209457" cy="196411"/>
            </a:xfrm>
            <a:prstGeom prst="rect">
              <a:avLst/>
            </a:prstGeom>
          </p:spPr>
        </p:pic>
        <p:pic>
          <p:nvPicPr>
            <p:cNvPr id="1559" name="Graphic 1558" descr="Deciduous tree with solid fill">
              <a:extLst>
                <a:ext uri="{FF2B5EF4-FFF2-40B4-BE49-F238E27FC236}">
                  <a16:creationId xmlns:a16="http://schemas.microsoft.com/office/drawing/2014/main" id="{422970B6-8C5D-917F-C468-1317CBD9AC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8921" y="3538735"/>
              <a:ext cx="209457" cy="196411"/>
            </a:xfrm>
            <a:prstGeom prst="rect">
              <a:avLst/>
            </a:prstGeom>
          </p:spPr>
        </p:pic>
        <p:pic>
          <p:nvPicPr>
            <p:cNvPr id="1560" name="Graphic 1559" descr="Deciduous tree with solid fill">
              <a:extLst>
                <a:ext uri="{FF2B5EF4-FFF2-40B4-BE49-F238E27FC236}">
                  <a16:creationId xmlns:a16="http://schemas.microsoft.com/office/drawing/2014/main" id="{55703664-C427-43A2-88AE-E77C232D88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1561" name="Graphic 1560" descr="Deciduous tree with solid fill">
              <a:extLst>
                <a:ext uri="{FF2B5EF4-FFF2-40B4-BE49-F238E27FC236}">
                  <a16:creationId xmlns:a16="http://schemas.microsoft.com/office/drawing/2014/main" id="{BBABA615-23DA-3A7F-2718-BD41E12198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562" name="Graphic 1561" descr="Deciduous tree with solid fill">
              <a:extLst>
                <a:ext uri="{FF2B5EF4-FFF2-40B4-BE49-F238E27FC236}">
                  <a16:creationId xmlns:a16="http://schemas.microsoft.com/office/drawing/2014/main" id="{56AF0D3F-0A4C-91EC-22CB-FFC17406A1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563" name="Graphic 1562" descr="Deciduous tree with solid fill">
              <a:extLst>
                <a:ext uri="{FF2B5EF4-FFF2-40B4-BE49-F238E27FC236}">
                  <a16:creationId xmlns:a16="http://schemas.microsoft.com/office/drawing/2014/main" id="{EFD398F9-9A8A-AB48-6829-3338054E80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64" name="Graphic 1563" descr="Deciduous tree with solid fill">
              <a:extLst>
                <a:ext uri="{FF2B5EF4-FFF2-40B4-BE49-F238E27FC236}">
                  <a16:creationId xmlns:a16="http://schemas.microsoft.com/office/drawing/2014/main" id="{F60A81BF-3D71-8647-7224-636F51207E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65" name="Graphic 1564" descr="Deciduous tree with solid fill">
              <a:extLst>
                <a:ext uri="{FF2B5EF4-FFF2-40B4-BE49-F238E27FC236}">
                  <a16:creationId xmlns:a16="http://schemas.microsoft.com/office/drawing/2014/main" id="{287165FE-B4A5-D842-8DF6-4A747766E7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566" name="Graphic 1565" descr="Deciduous tree with solid fill">
              <a:extLst>
                <a:ext uri="{FF2B5EF4-FFF2-40B4-BE49-F238E27FC236}">
                  <a16:creationId xmlns:a16="http://schemas.microsoft.com/office/drawing/2014/main" id="{D7AF744B-D7F9-4495-C0DB-A5573B92F8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567" name="Graphic 1566" descr="Deciduous tree with solid fill">
              <a:extLst>
                <a:ext uri="{FF2B5EF4-FFF2-40B4-BE49-F238E27FC236}">
                  <a16:creationId xmlns:a16="http://schemas.microsoft.com/office/drawing/2014/main" id="{9FB1A6BE-6B2C-5F1D-62F2-348780CD59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68" name="Graphic 1567" descr="Deciduous tree with solid fill">
              <a:extLst>
                <a:ext uri="{FF2B5EF4-FFF2-40B4-BE49-F238E27FC236}">
                  <a16:creationId xmlns:a16="http://schemas.microsoft.com/office/drawing/2014/main" id="{E3DD5704-7568-0882-9C49-3B0091C63F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69" name="Graphic 1568" descr="Deciduous tree with solid fill">
              <a:extLst>
                <a:ext uri="{FF2B5EF4-FFF2-40B4-BE49-F238E27FC236}">
                  <a16:creationId xmlns:a16="http://schemas.microsoft.com/office/drawing/2014/main" id="{9D9B0A06-5412-DBA2-3135-A6AC157980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570" name="Graphic 1569" descr="Deciduous tree with solid fill">
              <a:extLst>
                <a:ext uri="{FF2B5EF4-FFF2-40B4-BE49-F238E27FC236}">
                  <a16:creationId xmlns:a16="http://schemas.microsoft.com/office/drawing/2014/main" id="{2E4E913C-1682-89C7-CDC3-D712EEA5F3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571" name="Graphic 1570" descr="Deciduous tree with solid fill">
              <a:extLst>
                <a:ext uri="{FF2B5EF4-FFF2-40B4-BE49-F238E27FC236}">
                  <a16:creationId xmlns:a16="http://schemas.microsoft.com/office/drawing/2014/main" id="{DA04B325-0FBB-9ED4-1CFF-96AFFFA422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72" name="Graphic 1571" descr="Deciduous tree with solid fill">
              <a:extLst>
                <a:ext uri="{FF2B5EF4-FFF2-40B4-BE49-F238E27FC236}">
                  <a16:creationId xmlns:a16="http://schemas.microsoft.com/office/drawing/2014/main" id="{7D83E40B-25C0-622A-1691-43861C0E3F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573" name="Graphic 1572" descr="Deciduous tree with solid fill">
              <a:extLst>
                <a:ext uri="{FF2B5EF4-FFF2-40B4-BE49-F238E27FC236}">
                  <a16:creationId xmlns:a16="http://schemas.microsoft.com/office/drawing/2014/main" id="{8656178B-8C20-5D0A-A37F-A4B29799DC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1574" name="Graphic 1573" descr="Deciduous tree with solid fill">
              <a:extLst>
                <a:ext uri="{FF2B5EF4-FFF2-40B4-BE49-F238E27FC236}">
                  <a16:creationId xmlns:a16="http://schemas.microsoft.com/office/drawing/2014/main" id="{5B86C33D-D65F-2254-0212-171AD1BAE5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615" y="3662226"/>
              <a:ext cx="209457" cy="196411"/>
            </a:xfrm>
            <a:prstGeom prst="rect">
              <a:avLst/>
            </a:prstGeom>
          </p:spPr>
        </p:pic>
        <p:pic>
          <p:nvPicPr>
            <p:cNvPr id="1575" name="Graphic 1574" descr="Deciduous tree with solid fill">
              <a:extLst>
                <a:ext uri="{FF2B5EF4-FFF2-40B4-BE49-F238E27FC236}">
                  <a16:creationId xmlns:a16="http://schemas.microsoft.com/office/drawing/2014/main" id="{AAABF7D3-1300-A183-9642-37E10E125F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6817" y="3478328"/>
              <a:ext cx="209457" cy="196411"/>
            </a:xfrm>
            <a:prstGeom prst="rect">
              <a:avLst/>
            </a:prstGeom>
          </p:spPr>
        </p:pic>
        <p:pic>
          <p:nvPicPr>
            <p:cNvPr id="1576" name="Graphic 1575" descr="Deciduous tree with solid fill">
              <a:extLst>
                <a:ext uri="{FF2B5EF4-FFF2-40B4-BE49-F238E27FC236}">
                  <a16:creationId xmlns:a16="http://schemas.microsoft.com/office/drawing/2014/main" id="{4FBBF154-56B4-4C66-1ECC-CC668E427F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2309" y="3785717"/>
              <a:ext cx="209457" cy="196411"/>
            </a:xfrm>
            <a:prstGeom prst="rect">
              <a:avLst/>
            </a:prstGeom>
          </p:spPr>
        </p:pic>
        <p:pic>
          <p:nvPicPr>
            <p:cNvPr id="1577" name="Graphic 1576" descr="Deciduous tree with solid fill">
              <a:extLst>
                <a:ext uri="{FF2B5EF4-FFF2-40B4-BE49-F238E27FC236}">
                  <a16:creationId xmlns:a16="http://schemas.microsoft.com/office/drawing/2014/main" id="{E504ABE7-77E5-582D-2C5B-7A6F20D836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78" name="Graphic 1577" descr="Deciduous tree with solid fill">
              <a:extLst>
                <a:ext uri="{FF2B5EF4-FFF2-40B4-BE49-F238E27FC236}">
                  <a16:creationId xmlns:a16="http://schemas.microsoft.com/office/drawing/2014/main" id="{69057295-5546-A5C3-135F-8FB1C1CA3F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79" name="Graphic 1578" descr="Deciduous tree with solid fill">
              <a:extLst>
                <a:ext uri="{FF2B5EF4-FFF2-40B4-BE49-F238E27FC236}">
                  <a16:creationId xmlns:a16="http://schemas.microsoft.com/office/drawing/2014/main" id="{36FC042F-421A-D297-A0E5-AEB08FB7F5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7936" y="3689858"/>
              <a:ext cx="209457" cy="196411"/>
            </a:xfrm>
            <a:prstGeom prst="rect">
              <a:avLst/>
            </a:prstGeom>
          </p:spPr>
        </p:pic>
        <p:pic>
          <p:nvPicPr>
            <p:cNvPr id="1580" name="Graphic 1579" descr="Deciduous tree with solid fill">
              <a:extLst>
                <a:ext uri="{FF2B5EF4-FFF2-40B4-BE49-F238E27FC236}">
                  <a16:creationId xmlns:a16="http://schemas.microsoft.com/office/drawing/2014/main" id="{9552BA51-C2FB-4125-620C-8B18BEFD20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81" name="Graphic 1580" descr="Deciduous tree with solid fill">
              <a:extLst>
                <a:ext uri="{FF2B5EF4-FFF2-40B4-BE49-F238E27FC236}">
                  <a16:creationId xmlns:a16="http://schemas.microsoft.com/office/drawing/2014/main" id="{013AB5C3-1E8A-E4F7-B4E8-5649E976E1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82" name="Graphic 1581" descr="Deciduous tree with solid fill">
              <a:extLst>
                <a:ext uri="{FF2B5EF4-FFF2-40B4-BE49-F238E27FC236}">
                  <a16:creationId xmlns:a16="http://schemas.microsoft.com/office/drawing/2014/main" id="{D9DD359F-49E0-BBE2-1A17-48B526BC1C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583" name="Graphic 1582" descr="Deciduous tree with solid fill">
              <a:extLst>
                <a:ext uri="{FF2B5EF4-FFF2-40B4-BE49-F238E27FC236}">
                  <a16:creationId xmlns:a16="http://schemas.microsoft.com/office/drawing/2014/main" id="{B564993B-8106-8B51-82EB-9D329FFE06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84" name="Graphic 1583" descr="Deciduous tree with solid fill">
              <a:extLst>
                <a:ext uri="{FF2B5EF4-FFF2-40B4-BE49-F238E27FC236}">
                  <a16:creationId xmlns:a16="http://schemas.microsoft.com/office/drawing/2014/main" id="{125AEAE7-07C9-ADA4-E53E-56D4758FE5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585" name="Graphic 1584" descr="Deciduous tree with solid fill">
              <a:extLst>
                <a:ext uri="{FF2B5EF4-FFF2-40B4-BE49-F238E27FC236}">
                  <a16:creationId xmlns:a16="http://schemas.microsoft.com/office/drawing/2014/main" id="{E02DFF8D-1867-CF78-2E29-8770F35C1A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1586" name="Graphic 1585" descr="Deciduous tree with solid fill">
              <a:extLst>
                <a:ext uri="{FF2B5EF4-FFF2-40B4-BE49-F238E27FC236}">
                  <a16:creationId xmlns:a16="http://schemas.microsoft.com/office/drawing/2014/main" id="{D8E99D89-E871-F068-4188-9B02439812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1587" name="Graphic 1586" descr="Deciduous tree with solid fill">
              <a:extLst>
                <a:ext uri="{FF2B5EF4-FFF2-40B4-BE49-F238E27FC236}">
                  <a16:creationId xmlns:a16="http://schemas.microsoft.com/office/drawing/2014/main" id="{AB08A095-8D41-FF8F-A79F-C31B3EBE9B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8512" y="3601820"/>
              <a:ext cx="209457" cy="196411"/>
            </a:xfrm>
            <a:prstGeom prst="rect">
              <a:avLst/>
            </a:prstGeom>
          </p:spPr>
        </p:pic>
        <p:pic>
          <p:nvPicPr>
            <p:cNvPr id="1588" name="Graphic 1587" descr="Deciduous tree with solid fill">
              <a:extLst>
                <a:ext uri="{FF2B5EF4-FFF2-40B4-BE49-F238E27FC236}">
                  <a16:creationId xmlns:a16="http://schemas.microsoft.com/office/drawing/2014/main" id="{9753DF14-CC5A-54F5-2E8C-EF5D005BA9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89" name="Graphic 1588" descr="Deciduous tree with solid fill">
              <a:extLst>
                <a:ext uri="{FF2B5EF4-FFF2-40B4-BE49-F238E27FC236}">
                  <a16:creationId xmlns:a16="http://schemas.microsoft.com/office/drawing/2014/main" id="{8151AD36-066B-9F18-1766-D2C1650754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90" name="Graphic 1589" descr="Deciduous tree with solid fill">
              <a:extLst>
                <a:ext uri="{FF2B5EF4-FFF2-40B4-BE49-F238E27FC236}">
                  <a16:creationId xmlns:a16="http://schemas.microsoft.com/office/drawing/2014/main" id="{27297841-56AA-4878-64A9-4D8487A5EA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91" name="Graphic 1590" descr="Deciduous tree with solid fill">
              <a:extLst>
                <a:ext uri="{FF2B5EF4-FFF2-40B4-BE49-F238E27FC236}">
                  <a16:creationId xmlns:a16="http://schemas.microsoft.com/office/drawing/2014/main" id="{6A422A82-ADF5-629E-B7CC-6FB0500D6C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92" name="Graphic 1591" descr="Deciduous tree with solid fill">
              <a:extLst>
                <a:ext uri="{FF2B5EF4-FFF2-40B4-BE49-F238E27FC236}">
                  <a16:creationId xmlns:a16="http://schemas.microsoft.com/office/drawing/2014/main" id="{F92EF471-7612-9EE4-F6F4-CE9864E61F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93" name="Graphic 1592" descr="Deciduous tree with solid fill">
              <a:extLst>
                <a:ext uri="{FF2B5EF4-FFF2-40B4-BE49-F238E27FC236}">
                  <a16:creationId xmlns:a16="http://schemas.microsoft.com/office/drawing/2014/main" id="{920D212C-56B6-69F4-E012-8B68A6AC85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594" name="Graphic 1593" descr="Deciduous tree with solid fill">
              <a:extLst>
                <a:ext uri="{FF2B5EF4-FFF2-40B4-BE49-F238E27FC236}">
                  <a16:creationId xmlns:a16="http://schemas.microsoft.com/office/drawing/2014/main" id="{EC66830D-F900-A3F8-8CC1-F7287ED2F9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9631" y="3813349"/>
              <a:ext cx="209457" cy="196411"/>
            </a:xfrm>
            <a:prstGeom prst="rect">
              <a:avLst/>
            </a:prstGeom>
          </p:spPr>
        </p:pic>
        <p:pic>
          <p:nvPicPr>
            <p:cNvPr id="1595" name="Graphic 1594" descr="Deciduous tree with solid fill">
              <a:extLst>
                <a:ext uri="{FF2B5EF4-FFF2-40B4-BE49-F238E27FC236}">
                  <a16:creationId xmlns:a16="http://schemas.microsoft.com/office/drawing/2014/main" id="{C9E2030B-F990-61B3-FD3E-BC0CC30565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4004" y="3909209"/>
              <a:ext cx="209457" cy="196411"/>
            </a:xfrm>
            <a:prstGeom prst="rect">
              <a:avLst/>
            </a:prstGeom>
          </p:spPr>
        </p:pic>
        <p:pic>
          <p:nvPicPr>
            <p:cNvPr id="1596" name="Graphic 1595" descr="Deciduous tree with solid fill">
              <a:extLst>
                <a:ext uri="{FF2B5EF4-FFF2-40B4-BE49-F238E27FC236}">
                  <a16:creationId xmlns:a16="http://schemas.microsoft.com/office/drawing/2014/main" id="{39736756-A54A-D3ED-D1F4-CC310426B8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0207" y="3725311"/>
              <a:ext cx="209457" cy="196411"/>
            </a:xfrm>
            <a:prstGeom prst="rect">
              <a:avLst/>
            </a:prstGeom>
          </p:spPr>
        </p:pic>
        <p:pic>
          <p:nvPicPr>
            <p:cNvPr id="1597" name="Graphic 1596" descr="Deciduous tree with solid fill">
              <a:extLst>
                <a:ext uri="{FF2B5EF4-FFF2-40B4-BE49-F238E27FC236}">
                  <a16:creationId xmlns:a16="http://schemas.microsoft.com/office/drawing/2014/main" id="{38468846-3188-1CBE-2493-D557532E95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598" name="Graphic 1597" descr="Deciduous tree with solid fill">
              <a:extLst>
                <a:ext uri="{FF2B5EF4-FFF2-40B4-BE49-F238E27FC236}">
                  <a16:creationId xmlns:a16="http://schemas.microsoft.com/office/drawing/2014/main" id="{721C2B9F-75FD-BC6C-D000-BE5CF756BC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599" name="Graphic 1598" descr="Deciduous tree with solid fill">
              <a:extLst>
                <a:ext uri="{FF2B5EF4-FFF2-40B4-BE49-F238E27FC236}">
                  <a16:creationId xmlns:a16="http://schemas.microsoft.com/office/drawing/2014/main" id="{A0DB975E-4F88-679F-EA86-A1D049AB0D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600" name="Graphic 1599" descr="Deciduous tree with solid fill">
              <a:extLst>
                <a:ext uri="{FF2B5EF4-FFF2-40B4-BE49-F238E27FC236}">
                  <a16:creationId xmlns:a16="http://schemas.microsoft.com/office/drawing/2014/main" id="{9F9665C8-8E3D-8435-91D4-F6EDFC0D1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1326" y="3936841"/>
              <a:ext cx="209457" cy="196411"/>
            </a:xfrm>
            <a:prstGeom prst="rect">
              <a:avLst/>
            </a:prstGeom>
          </p:spPr>
        </p:pic>
        <p:pic>
          <p:nvPicPr>
            <p:cNvPr id="1601" name="Graphic 1600" descr="Deciduous tree with solid fill">
              <a:extLst>
                <a:ext uri="{FF2B5EF4-FFF2-40B4-BE49-F238E27FC236}">
                  <a16:creationId xmlns:a16="http://schemas.microsoft.com/office/drawing/2014/main" id="{5667BC21-0624-170D-D276-708F9DA5A9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5699" y="4032701"/>
              <a:ext cx="209457" cy="196411"/>
            </a:xfrm>
            <a:prstGeom prst="rect">
              <a:avLst/>
            </a:prstGeom>
          </p:spPr>
        </p:pic>
        <p:pic>
          <p:nvPicPr>
            <p:cNvPr id="1602" name="Graphic 1601" descr="Deciduous tree with solid fill">
              <a:extLst>
                <a:ext uri="{FF2B5EF4-FFF2-40B4-BE49-F238E27FC236}">
                  <a16:creationId xmlns:a16="http://schemas.microsoft.com/office/drawing/2014/main" id="{E9973F41-7629-4E0F-3D55-3741DF22EF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1603" name="Graphic 1602" descr="Deciduous tree with solid fill">
              <a:extLst>
                <a:ext uri="{FF2B5EF4-FFF2-40B4-BE49-F238E27FC236}">
                  <a16:creationId xmlns:a16="http://schemas.microsoft.com/office/drawing/2014/main" id="{8A8C2566-CD07-98A9-1A84-145CEFFCD7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819" y="2160331"/>
              <a:ext cx="209457" cy="196411"/>
            </a:xfrm>
            <a:prstGeom prst="rect">
              <a:avLst/>
            </a:prstGeom>
          </p:spPr>
        </p:pic>
        <p:pic>
          <p:nvPicPr>
            <p:cNvPr id="1604" name="Graphic 1603" descr="Deciduous tree with solid fill">
              <a:extLst>
                <a:ext uri="{FF2B5EF4-FFF2-40B4-BE49-F238E27FC236}">
                  <a16:creationId xmlns:a16="http://schemas.microsoft.com/office/drawing/2014/main" id="{ABE03AA6-F457-E049-B822-B19C78F8E4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7192" y="2256190"/>
              <a:ext cx="209457" cy="196411"/>
            </a:xfrm>
            <a:prstGeom prst="rect">
              <a:avLst/>
            </a:prstGeom>
          </p:spPr>
        </p:pic>
        <p:pic>
          <p:nvPicPr>
            <p:cNvPr id="1605" name="Graphic 1604" descr="Deciduous tree with solid fill">
              <a:extLst>
                <a:ext uri="{FF2B5EF4-FFF2-40B4-BE49-F238E27FC236}">
                  <a16:creationId xmlns:a16="http://schemas.microsoft.com/office/drawing/2014/main" id="{EBC1165F-AEBA-40A6-9880-0D091DCD1D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3396" y="2072292"/>
              <a:ext cx="209457" cy="196411"/>
            </a:xfrm>
            <a:prstGeom prst="rect">
              <a:avLst/>
            </a:prstGeom>
          </p:spPr>
        </p:pic>
        <p:pic>
          <p:nvPicPr>
            <p:cNvPr id="1606" name="Graphic 1605" descr="Deciduous tree with solid fill">
              <a:extLst>
                <a:ext uri="{FF2B5EF4-FFF2-40B4-BE49-F238E27FC236}">
                  <a16:creationId xmlns:a16="http://schemas.microsoft.com/office/drawing/2014/main" id="{5A5410CB-31EF-63DD-759A-8CB50E4BE8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54920" y="4168704"/>
              <a:ext cx="209457" cy="196411"/>
            </a:xfrm>
            <a:prstGeom prst="rect">
              <a:avLst/>
            </a:prstGeom>
          </p:spPr>
        </p:pic>
        <p:pic>
          <p:nvPicPr>
            <p:cNvPr id="1607" name="Graphic 1606" descr="Deciduous tree with solid fill">
              <a:extLst>
                <a:ext uri="{FF2B5EF4-FFF2-40B4-BE49-F238E27FC236}">
                  <a16:creationId xmlns:a16="http://schemas.microsoft.com/office/drawing/2014/main" id="{A461B7C8-F337-5B98-A2F1-462CBBB7A6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8886" y="2379681"/>
              <a:ext cx="209457" cy="196411"/>
            </a:xfrm>
            <a:prstGeom prst="rect">
              <a:avLst/>
            </a:prstGeom>
          </p:spPr>
        </p:pic>
        <p:pic>
          <p:nvPicPr>
            <p:cNvPr id="1608" name="Graphic 1607" descr="Deciduous tree with solid fill">
              <a:extLst>
                <a:ext uri="{FF2B5EF4-FFF2-40B4-BE49-F238E27FC236}">
                  <a16:creationId xmlns:a16="http://schemas.microsoft.com/office/drawing/2014/main" id="{99F7239A-135D-93F0-8E4E-414BEB92CD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0581" y="2503173"/>
              <a:ext cx="209457" cy="196411"/>
            </a:xfrm>
            <a:prstGeom prst="rect">
              <a:avLst/>
            </a:prstGeom>
          </p:spPr>
        </p:pic>
        <p:pic>
          <p:nvPicPr>
            <p:cNvPr id="1609" name="Graphic 1608" descr="Deciduous tree with solid fill">
              <a:extLst>
                <a:ext uri="{FF2B5EF4-FFF2-40B4-BE49-F238E27FC236}">
                  <a16:creationId xmlns:a16="http://schemas.microsoft.com/office/drawing/2014/main" id="{517DB29E-05CB-FB5B-795D-F8501D35C8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8" y="2626664"/>
              <a:ext cx="209457" cy="196411"/>
            </a:xfrm>
            <a:prstGeom prst="rect">
              <a:avLst/>
            </a:prstGeom>
          </p:spPr>
        </p:pic>
        <p:pic>
          <p:nvPicPr>
            <p:cNvPr id="1610" name="Graphic 1609" descr="Deciduous tree with solid fill">
              <a:extLst>
                <a:ext uri="{FF2B5EF4-FFF2-40B4-BE49-F238E27FC236}">
                  <a16:creationId xmlns:a16="http://schemas.microsoft.com/office/drawing/2014/main" id="{CDF4E2F9-A075-F1A0-DA0C-16C7EC7301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3971" y="2750155"/>
              <a:ext cx="209457" cy="196411"/>
            </a:xfrm>
            <a:prstGeom prst="rect">
              <a:avLst/>
            </a:prstGeom>
          </p:spPr>
        </p:pic>
        <p:pic>
          <p:nvPicPr>
            <p:cNvPr id="1611" name="Graphic 1610" descr="Deciduous tree with solid fill">
              <a:extLst>
                <a:ext uri="{FF2B5EF4-FFF2-40B4-BE49-F238E27FC236}">
                  <a16:creationId xmlns:a16="http://schemas.microsoft.com/office/drawing/2014/main" id="{2A705EDA-3F27-D7F6-E807-200C17180E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666" y="2873647"/>
              <a:ext cx="209457" cy="196411"/>
            </a:xfrm>
            <a:prstGeom prst="rect">
              <a:avLst/>
            </a:prstGeom>
          </p:spPr>
        </p:pic>
        <p:pic>
          <p:nvPicPr>
            <p:cNvPr id="1612" name="Graphic 1611" descr="Deciduous tree with solid fill">
              <a:extLst>
                <a:ext uri="{FF2B5EF4-FFF2-40B4-BE49-F238E27FC236}">
                  <a16:creationId xmlns:a16="http://schemas.microsoft.com/office/drawing/2014/main" id="{55CF7DC9-C98A-DC39-A7C1-EED9D54573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361" y="2997137"/>
              <a:ext cx="209457" cy="196411"/>
            </a:xfrm>
            <a:prstGeom prst="rect">
              <a:avLst/>
            </a:prstGeom>
          </p:spPr>
        </p:pic>
        <p:pic>
          <p:nvPicPr>
            <p:cNvPr id="1613" name="Graphic 1612" descr="Deciduous tree with solid fill">
              <a:extLst>
                <a:ext uri="{FF2B5EF4-FFF2-40B4-BE49-F238E27FC236}">
                  <a16:creationId xmlns:a16="http://schemas.microsoft.com/office/drawing/2014/main" id="{5BF3FB65-3A03-F49A-334F-23947107DD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055" y="3120629"/>
              <a:ext cx="209457" cy="196411"/>
            </a:xfrm>
            <a:prstGeom prst="rect">
              <a:avLst/>
            </a:prstGeom>
          </p:spPr>
        </p:pic>
        <p:pic>
          <p:nvPicPr>
            <p:cNvPr id="1614" name="Graphic 1613" descr="Deciduous tree with solid fill">
              <a:extLst>
                <a:ext uri="{FF2B5EF4-FFF2-40B4-BE49-F238E27FC236}">
                  <a16:creationId xmlns:a16="http://schemas.microsoft.com/office/drawing/2014/main" id="{42ECF7D9-CDAC-775C-19B2-068EA199DA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0751" y="3244121"/>
              <a:ext cx="209457" cy="196411"/>
            </a:xfrm>
            <a:prstGeom prst="rect">
              <a:avLst/>
            </a:prstGeom>
          </p:spPr>
        </p:pic>
        <p:pic>
          <p:nvPicPr>
            <p:cNvPr id="1615" name="Graphic 1614" descr="Deciduous tree with solid fill">
              <a:extLst>
                <a:ext uri="{FF2B5EF4-FFF2-40B4-BE49-F238E27FC236}">
                  <a16:creationId xmlns:a16="http://schemas.microsoft.com/office/drawing/2014/main" id="{0D5D624C-805F-9176-14FF-137AF085C4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446" y="3367612"/>
              <a:ext cx="209457" cy="196411"/>
            </a:xfrm>
            <a:prstGeom prst="rect">
              <a:avLst/>
            </a:prstGeom>
          </p:spPr>
        </p:pic>
        <p:pic>
          <p:nvPicPr>
            <p:cNvPr id="1616" name="Graphic 1615" descr="Deciduous tree with solid fill">
              <a:extLst>
                <a:ext uri="{FF2B5EF4-FFF2-40B4-BE49-F238E27FC236}">
                  <a16:creationId xmlns:a16="http://schemas.microsoft.com/office/drawing/2014/main" id="{C5ED9D25-4A1C-73C6-319F-3DC182CE6D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140" y="3491103"/>
              <a:ext cx="209457" cy="196411"/>
            </a:xfrm>
            <a:prstGeom prst="rect">
              <a:avLst/>
            </a:prstGeom>
          </p:spPr>
        </p:pic>
        <p:pic>
          <p:nvPicPr>
            <p:cNvPr id="1617" name="Graphic 1616" descr="Deciduous tree with solid fill">
              <a:extLst>
                <a:ext uri="{FF2B5EF4-FFF2-40B4-BE49-F238E27FC236}">
                  <a16:creationId xmlns:a16="http://schemas.microsoft.com/office/drawing/2014/main" id="{46916F8B-BDE0-85BA-0161-050D266977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5834" y="3614593"/>
              <a:ext cx="209457" cy="196411"/>
            </a:xfrm>
            <a:prstGeom prst="rect">
              <a:avLst/>
            </a:prstGeom>
          </p:spPr>
        </p:pic>
        <p:pic>
          <p:nvPicPr>
            <p:cNvPr id="1618" name="Graphic 1617" descr="Deciduous tree with solid fill">
              <a:extLst>
                <a:ext uri="{FF2B5EF4-FFF2-40B4-BE49-F238E27FC236}">
                  <a16:creationId xmlns:a16="http://schemas.microsoft.com/office/drawing/2014/main" id="{FCAAEA10-970A-D192-2204-BF7D777CC5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529" y="3738084"/>
              <a:ext cx="209457" cy="196411"/>
            </a:xfrm>
            <a:prstGeom prst="rect">
              <a:avLst/>
            </a:prstGeom>
          </p:spPr>
        </p:pic>
        <p:pic>
          <p:nvPicPr>
            <p:cNvPr id="1619" name="Graphic 1618" descr="Deciduous tree with solid fill">
              <a:extLst>
                <a:ext uri="{FF2B5EF4-FFF2-40B4-BE49-F238E27FC236}">
                  <a16:creationId xmlns:a16="http://schemas.microsoft.com/office/drawing/2014/main" id="{329C9ADC-7C28-1E73-7060-4C75A030F0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223" y="3861576"/>
              <a:ext cx="209457" cy="196411"/>
            </a:xfrm>
            <a:prstGeom prst="rect">
              <a:avLst/>
            </a:prstGeom>
          </p:spPr>
        </p:pic>
        <p:pic>
          <p:nvPicPr>
            <p:cNvPr id="1620" name="Graphic 1619" descr="Deciduous tree with solid fill">
              <a:extLst>
                <a:ext uri="{FF2B5EF4-FFF2-40B4-BE49-F238E27FC236}">
                  <a16:creationId xmlns:a16="http://schemas.microsoft.com/office/drawing/2014/main" id="{1AEDD9E9-7B9D-F08D-FF93-469BE1500C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4513" y="2283821"/>
              <a:ext cx="209457" cy="196411"/>
            </a:xfrm>
            <a:prstGeom prst="rect">
              <a:avLst/>
            </a:prstGeom>
          </p:spPr>
        </p:pic>
        <p:pic>
          <p:nvPicPr>
            <p:cNvPr id="1621" name="Graphic 1620" descr="Deciduous tree with solid fill">
              <a:extLst>
                <a:ext uri="{FF2B5EF4-FFF2-40B4-BE49-F238E27FC236}">
                  <a16:creationId xmlns:a16="http://schemas.microsoft.com/office/drawing/2014/main" id="{54443879-8010-955D-3E36-6B91580129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6208" y="2407313"/>
              <a:ext cx="209457" cy="196411"/>
            </a:xfrm>
            <a:prstGeom prst="rect">
              <a:avLst/>
            </a:prstGeom>
          </p:spPr>
        </p:pic>
        <p:pic>
          <p:nvPicPr>
            <p:cNvPr id="1622" name="Graphic 1621" descr="Deciduous tree with solid fill">
              <a:extLst>
                <a:ext uri="{FF2B5EF4-FFF2-40B4-BE49-F238E27FC236}">
                  <a16:creationId xmlns:a16="http://schemas.microsoft.com/office/drawing/2014/main" id="{9DB5A3CE-7212-3D4E-BE85-16B3405CE8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904" y="2530805"/>
              <a:ext cx="209457" cy="196411"/>
            </a:xfrm>
            <a:prstGeom prst="rect">
              <a:avLst/>
            </a:prstGeom>
          </p:spPr>
        </p:pic>
        <p:pic>
          <p:nvPicPr>
            <p:cNvPr id="1623" name="Graphic 1622" descr="Deciduous tree with solid fill">
              <a:extLst>
                <a:ext uri="{FF2B5EF4-FFF2-40B4-BE49-F238E27FC236}">
                  <a16:creationId xmlns:a16="http://schemas.microsoft.com/office/drawing/2014/main" id="{62FE82B5-3F70-8545-2051-641E3AC5EF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598" y="2654296"/>
              <a:ext cx="209457" cy="196411"/>
            </a:xfrm>
            <a:prstGeom prst="rect">
              <a:avLst/>
            </a:prstGeom>
          </p:spPr>
        </p:pic>
        <p:pic>
          <p:nvPicPr>
            <p:cNvPr id="1624" name="Graphic 1623" descr="Deciduous tree with solid fill">
              <a:extLst>
                <a:ext uri="{FF2B5EF4-FFF2-40B4-BE49-F238E27FC236}">
                  <a16:creationId xmlns:a16="http://schemas.microsoft.com/office/drawing/2014/main" id="{164189B5-C493-AEF1-96BA-BCF4B3A11C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292" y="2777787"/>
              <a:ext cx="209457" cy="196411"/>
            </a:xfrm>
            <a:prstGeom prst="rect">
              <a:avLst/>
            </a:prstGeom>
          </p:spPr>
        </p:pic>
        <p:pic>
          <p:nvPicPr>
            <p:cNvPr id="1625" name="Graphic 1624" descr="Deciduous tree with solid fill">
              <a:extLst>
                <a:ext uri="{FF2B5EF4-FFF2-40B4-BE49-F238E27FC236}">
                  <a16:creationId xmlns:a16="http://schemas.microsoft.com/office/drawing/2014/main" id="{0221ACEC-7D69-6D18-F8DB-5A43500835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2988" y="2901278"/>
              <a:ext cx="209457" cy="196411"/>
            </a:xfrm>
            <a:prstGeom prst="rect">
              <a:avLst/>
            </a:prstGeom>
          </p:spPr>
        </p:pic>
        <p:pic>
          <p:nvPicPr>
            <p:cNvPr id="1626" name="Graphic 1625" descr="Deciduous tree with solid fill">
              <a:extLst>
                <a:ext uri="{FF2B5EF4-FFF2-40B4-BE49-F238E27FC236}">
                  <a16:creationId xmlns:a16="http://schemas.microsoft.com/office/drawing/2014/main" id="{B7692594-134E-8DC6-4504-2D9853FA10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683" y="3024768"/>
              <a:ext cx="209457" cy="196411"/>
            </a:xfrm>
            <a:prstGeom prst="rect">
              <a:avLst/>
            </a:prstGeom>
          </p:spPr>
        </p:pic>
        <p:pic>
          <p:nvPicPr>
            <p:cNvPr id="1627" name="Graphic 1626" descr="Deciduous tree with solid fill">
              <a:extLst>
                <a:ext uri="{FF2B5EF4-FFF2-40B4-BE49-F238E27FC236}">
                  <a16:creationId xmlns:a16="http://schemas.microsoft.com/office/drawing/2014/main" id="{62DD5258-6F2E-6470-780C-A2D90FA66B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376" y="3148261"/>
              <a:ext cx="209457" cy="196411"/>
            </a:xfrm>
            <a:prstGeom prst="rect">
              <a:avLst/>
            </a:prstGeom>
          </p:spPr>
        </p:pic>
        <p:pic>
          <p:nvPicPr>
            <p:cNvPr id="1628" name="Graphic 1627" descr="Deciduous tree with solid fill">
              <a:extLst>
                <a:ext uri="{FF2B5EF4-FFF2-40B4-BE49-F238E27FC236}">
                  <a16:creationId xmlns:a16="http://schemas.microsoft.com/office/drawing/2014/main" id="{D08E80D3-C9DB-1134-8F24-D5F120809F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073" y="3271751"/>
              <a:ext cx="209457" cy="196411"/>
            </a:xfrm>
            <a:prstGeom prst="rect">
              <a:avLst/>
            </a:prstGeom>
          </p:spPr>
        </p:pic>
        <p:pic>
          <p:nvPicPr>
            <p:cNvPr id="1629" name="Graphic 1628" descr="Deciduous tree with solid fill">
              <a:extLst>
                <a:ext uri="{FF2B5EF4-FFF2-40B4-BE49-F238E27FC236}">
                  <a16:creationId xmlns:a16="http://schemas.microsoft.com/office/drawing/2014/main" id="{74AB277B-4940-C26A-B84B-AF2378FDEA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9766" y="3395242"/>
              <a:ext cx="209457" cy="196411"/>
            </a:xfrm>
            <a:prstGeom prst="rect">
              <a:avLst/>
            </a:prstGeom>
          </p:spPr>
        </p:pic>
        <p:pic>
          <p:nvPicPr>
            <p:cNvPr id="1630" name="Graphic 1629" descr="Deciduous tree with solid fill">
              <a:extLst>
                <a:ext uri="{FF2B5EF4-FFF2-40B4-BE49-F238E27FC236}">
                  <a16:creationId xmlns:a16="http://schemas.microsoft.com/office/drawing/2014/main" id="{7E4A1097-A00D-7043-669F-11A4CACC05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460" y="3518734"/>
              <a:ext cx="209457" cy="196411"/>
            </a:xfrm>
            <a:prstGeom prst="rect">
              <a:avLst/>
            </a:prstGeom>
          </p:spPr>
        </p:pic>
        <p:pic>
          <p:nvPicPr>
            <p:cNvPr id="1631" name="Graphic 1630" descr="Deciduous tree with solid fill">
              <a:extLst>
                <a:ext uri="{FF2B5EF4-FFF2-40B4-BE49-F238E27FC236}">
                  <a16:creationId xmlns:a16="http://schemas.microsoft.com/office/drawing/2014/main" id="{4C8EF6F3-0A42-355E-FEE7-CBE36660B7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156" y="3642225"/>
              <a:ext cx="209457" cy="196411"/>
            </a:xfrm>
            <a:prstGeom prst="rect">
              <a:avLst/>
            </a:prstGeom>
          </p:spPr>
        </p:pic>
        <p:pic>
          <p:nvPicPr>
            <p:cNvPr id="1632" name="Graphic 1631" descr="Deciduous tree with solid fill">
              <a:extLst>
                <a:ext uri="{FF2B5EF4-FFF2-40B4-BE49-F238E27FC236}">
                  <a16:creationId xmlns:a16="http://schemas.microsoft.com/office/drawing/2014/main" id="{AB492268-8ABF-5949-816F-1955B94606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4851" y="3765716"/>
              <a:ext cx="209457" cy="196411"/>
            </a:xfrm>
            <a:prstGeom prst="rect">
              <a:avLst/>
            </a:prstGeom>
          </p:spPr>
        </p:pic>
        <p:pic>
          <p:nvPicPr>
            <p:cNvPr id="1633" name="Graphic 1632" descr="Deciduous tree with solid fill">
              <a:extLst>
                <a:ext uri="{FF2B5EF4-FFF2-40B4-BE49-F238E27FC236}">
                  <a16:creationId xmlns:a16="http://schemas.microsoft.com/office/drawing/2014/main" id="{00A868E3-5202-667B-8674-B9D7FFACFF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65091" y="2195783"/>
              <a:ext cx="209457" cy="196411"/>
            </a:xfrm>
            <a:prstGeom prst="rect">
              <a:avLst/>
            </a:prstGeom>
          </p:spPr>
        </p:pic>
        <p:pic>
          <p:nvPicPr>
            <p:cNvPr id="1634" name="Graphic 1633" descr="Deciduous tree with solid fill">
              <a:extLst>
                <a:ext uri="{FF2B5EF4-FFF2-40B4-BE49-F238E27FC236}">
                  <a16:creationId xmlns:a16="http://schemas.microsoft.com/office/drawing/2014/main" id="{1644A96D-D226-0E88-4621-D0BEF337C4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6784" y="2319274"/>
              <a:ext cx="209457" cy="196411"/>
            </a:xfrm>
            <a:prstGeom prst="rect">
              <a:avLst/>
            </a:prstGeom>
          </p:spPr>
        </p:pic>
        <p:pic>
          <p:nvPicPr>
            <p:cNvPr id="1635" name="Graphic 1634" descr="Deciduous tree with solid fill">
              <a:extLst>
                <a:ext uri="{FF2B5EF4-FFF2-40B4-BE49-F238E27FC236}">
                  <a16:creationId xmlns:a16="http://schemas.microsoft.com/office/drawing/2014/main" id="{CBFF3821-0A94-A6A5-B864-E8C9EC505C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8479" y="2442766"/>
              <a:ext cx="209457" cy="196411"/>
            </a:xfrm>
            <a:prstGeom prst="rect">
              <a:avLst/>
            </a:prstGeom>
          </p:spPr>
        </p:pic>
        <p:pic>
          <p:nvPicPr>
            <p:cNvPr id="1636" name="Graphic 1635" descr="Deciduous tree with solid fill">
              <a:extLst>
                <a:ext uri="{FF2B5EF4-FFF2-40B4-BE49-F238E27FC236}">
                  <a16:creationId xmlns:a16="http://schemas.microsoft.com/office/drawing/2014/main" id="{59C876F0-34A5-EA42-3B87-A7010C18E3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0176" y="2566257"/>
              <a:ext cx="209457" cy="196411"/>
            </a:xfrm>
            <a:prstGeom prst="rect">
              <a:avLst/>
            </a:prstGeom>
          </p:spPr>
        </p:pic>
        <p:pic>
          <p:nvPicPr>
            <p:cNvPr id="1637" name="Graphic 1636" descr="Deciduous tree with solid fill">
              <a:extLst>
                <a:ext uri="{FF2B5EF4-FFF2-40B4-BE49-F238E27FC236}">
                  <a16:creationId xmlns:a16="http://schemas.microsoft.com/office/drawing/2014/main" id="{163391FB-500E-B324-7D13-FB11732505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1869" y="2689748"/>
              <a:ext cx="209457" cy="196411"/>
            </a:xfrm>
            <a:prstGeom prst="rect">
              <a:avLst/>
            </a:prstGeom>
          </p:spPr>
        </p:pic>
        <p:pic>
          <p:nvPicPr>
            <p:cNvPr id="1638" name="Graphic 1637" descr="Deciduous tree with solid fill">
              <a:extLst>
                <a:ext uri="{FF2B5EF4-FFF2-40B4-BE49-F238E27FC236}">
                  <a16:creationId xmlns:a16="http://schemas.microsoft.com/office/drawing/2014/main" id="{F8451C82-3F20-73AF-A734-FA25E83AAF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563" y="2813240"/>
              <a:ext cx="209457" cy="196411"/>
            </a:xfrm>
            <a:prstGeom prst="rect">
              <a:avLst/>
            </a:prstGeom>
          </p:spPr>
        </p:pic>
        <p:pic>
          <p:nvPicPr>
            <p:cNvPr id="1639" name="Graphic 1638" descr="Deciduous tree with solid fill">
              <a:extLst>
                <a:ext uri="{FF2B5EF4-FFF2-40B4-BE49-F238E27FC236}">
                  <a16:creationId xmlns:a16="http://schemas.microsoft.com/office/drawing/2014/main" id="{9C721EF6-4801-5980-1F82-A6C8FBEEE6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259" y="2936731"/>
              <a:ext cx="209457" cy="196411"/>
            </a:xfrm>
            <a:prstGeom prst="rect">
              <a:avLst/>
            </a:prstGeom>
          </p:spPr>
        </p:pic>
        <p:pic>
          <p:nvPicPr>
            <p:cNvPr id="1640" name="Graphic 1639" descr="Deciduous tree with solid fill">
              <a:extLst>
                <a:ext uri="{FF2B5EF4-FFF2-40B4-BE49-F238E27FC236}">
                  <a16:creationId xmlns:a16="http://schemas.microsoft.com/office/drawing/2014/main" id="{A1A2E05F-5E72-534B-A987-B535B8108B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953" y="3060221"/>
              <a:ext cx="209457" cy="196411"/>
            </a:xfrm>
            <a:prstGeom prst="rect">
              <a:avLst/>
            </a:prstGeom>
          </p:spPr>
        </p:pic>
        <p:pic>
          <p:nvPicPr>
            <p:cNvPr id="1641" name="Graphic 1640" descr="Deciduous tree with solid fill">
              <a:extLst>
                <a:ext uri="{FF2B5EF4-FFF2-40B4-BE49-F238E27FC236}">
                  <a16:creationId xmlns:a16="http://schemas.microsoft.com/office/drawing/2014/main" id="{59485A86-221F-815D-F81F-CC8B56B73C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648" y="3183714"/>
              <a:ext cx="209457" cy="196411"/>
            </a:xfrm>
            <a:prstGeom prst="rect">
              <a:avLst/>
            </a:prstGeom>
          </p:spPr>
        </p:pic>
        <p:pic>
          <p:nvPicPr>
            <p:cNvPr id="1642" name="Graphic 1641" descr="Deciduous tree with solid fill">
              <a:extLst>
                <a:ext uri="{FF2B5EF4-FFF2-40B4-BE49-F238E27FC236}">
                  <a16:creationId xmlns:a16="http://schemas.microsoft.com/office/drawing/2014/main" id="{C7B2D581-254A-F34D-D00E-BF87694E9F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343" y="3307203"/>
              <a:ext cx="209457" cy="196411"/>
            </a:xfrm>
            <a:prstGeom prst="rect">
              <a:avLst/>
            </a:prstGeom>
          </p:spPr>
        </p:pic>
        <p:pic>
          <p:nvPicPr>
            <p:cNvPr id="1643" name="Graphic 1642" descr="Deciduous tree with solid fill">
              <a:extLst>
                <a:ext uri="{FF2B5EF4-FFF2-40B4-BE49-F238E27FC236}">
                  <a16:creationId xmlns:a16="http://schemas.microsoft.com/office/drawing/2014/main" id="{BAB82FAE-8395-C846-0962-AAA719A7EC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038" y="3430695"/>
              <a:ext cx="209457" cy="196411"/>
            </a:xfrm>
            <a:prstGeom prst="rect">
              <a:avLst/>
            </a:prstGeom>
          </p:spPr>
        </p:pic>
        <p:pic>
          <p:nvPicPr>
            <p:cNvPr id="1644" name="Graphic 1643" descr="Deciduous tree with solid fill">
              <a:extLst>
                <a:ext uri="{FF2B5EF4-FFF2-40B4-BE49-F238E27FC236}">
                  <a16:creationId xmlns:a16="http://schemas.microsoft.com/office/drawing/2014/main" id="{DF3F481F-F707-47B3-DF2E-E30E2546F1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3733" y="3554186"/>
              <a:ext cx="209457" cy="196411"/>
            </a:xfrm>
            <a:prstGeom prst="rect">
              <a:avLst/>
            </a:prstGeom>
          </p:spPr>
        </p:pic>
        <p:pic>
          <p:nvPicPr>
            <p:cNvPr id="1645" name="Graphic 1644" descr="Deciduous tree with solid fill">
              <a:extLst>
                <a:ext uri="{FF2B5EF4-FFF2-40B4-BE49-F238E27FC236}">
                  <a16:creationId xmlns:a16="http://schemas.microsoft.com/office/drawing/2014/main" id="{21BC278F-751B-C8CF-B4D5-D105DEDEA3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7" y="3677678"/>
              <a:ext cx="209457" cy="196411"/>
            </a:xfrm>
            <a:prstGeom prst="rect">
              <a:avLst/>
            </a:prstGeom>
          </p:spPr>
        </p:pic>
        <p:pic>
          <p:nvPicPr>
            <p:cNvPr id="1646" name="Graphic 1645" descr="Deciduous tree with solid fill">
              <a:extLst>
                <a:ext uri="{FF2B5EF4-FFF2-40B4-BE49-F238E27FC236}">
                  <a16:creationId xmlns:a16="http://schemas.microsoft.com/office/drawing/2014/main" id="{F11998C0-1A7F-C285-8602-94C283DA74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33021" y="4082977"/>
              <a:ext cx="209457" cy="196411"/>
            </a:xfrm>
            <a:prstGeom prst="rect">
              <a:avLst/>
            </a:prstGeom>
          </p:spPr>
        </p:pic>
        <p:pic>
          <p:nvPicPr>
            <p:cNvPr id="1647" name="Graphic 1646" descr="Deciduous tree with solid fill">
              <a:extLst>
                <a:ext uri="{FF2B5EF4-FFF2-40B4-BE49-F238E27FC236}">
                  <a16:creationId xmlns:a16="http://schemas.microsoft.com/office/drawing/2014/main" id="{03126513-297D-105D-59D3-1FE52A13B2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89906" y="1867442"/>
              <a:ext cx="209457" cy="196411"/>
            </a:xfrm>
            <a:prstGeom prst="rect">
              <a:avLst/>
            </a:prstGeom>
          </p:spPr>
        </p:pic>
        <p:pic>
          <p:nvPicPr>
            <p:cNvPr id="1648" name="Graphic 1647" descr="Deciduous tree with solid fill">
              <a:extLst>
                <a:ext uri="{FF2B5EF4-FFF2-40B4-BE49-F238E27FC236}">
                  <a16:creationId xmlns:a16="http://schemas.microsoft.com/office/drawing/2014/main" id="{769C6273-E504-E539-7542-47B0610E19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4278" y="1963301"/>
              <a:ext cx="209457" cy="196411"/>
            </a:xfrm>
            <a:prstGeom prst="rect">
              <a:avLst/>
            </a:prstGeom>
          </p:spPr>
        </p:pic>
        <p:pic>
          <p:nvPicPr>
            <p:cNvPr id="1649" name="Graphic 1648" descr="Deciduous tree with solid fill">
              <a:extLst>
                <a:ext uri="{FF2B5EF4-FFF2-40B4-BE49-F238E27FC236}">
                  <a16:creationId xmlns:a16="http://schemas.microsoft.com/office/drawing/2014/main" id="{FC905093-54C6-F89F-857E-7A3ED93159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0482" y="1779403"/>
              <a:ext cx="209457" cy="196411"/>
            </a:xfrm>
            <a:prstGeom prst="rect">
              <a:avLst/>
            </a:prstGeom>
          </p:spPr>
        </p:pic>
        <p:pic>
          <p:nvPicPr>
            <p:cNvPr id="1650" name="Graphic 1649" descr="Deciduous tree with solid fill">
              <a:extLst>
                <a:ext uri="{FF2B5EF4-FFF2-40B4-BE49-F238E27FC236}">
                  <a16:creationId xmlns:a16="http://schemas.microsoft.com/office/drawing/2014/main" id="{4C3FC3D5-3A1B-F7E2-108C-D0675CC9F7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74" y="2086792"/>
              <a:ext cx="209457" cy="196411"/>
            </a:xfrm>
            <a:prstGeom prst="rect">
              <a:avLst/>
            </a:prstGeom>
          </p:spPr>
        </p:pic>
        <p:pic>
          <p:nvPicPr>
            <p:cNvPr id="1651" name="Graphic 1650" descr="Deciduous tree with solid fill">
              <a:extLst>
                <a:ext uri="{FF2B5EF4-FFF2-40B4-BE49-F238E27FC236}">
                  <a16:creationId xmlns:a16="http://schemas.microsoft.com/office/drawing/2014/main" id="{7CEF69E9-6789-1746-9A80-99F9DFDC9D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9" y="2210283"/>
              <a:ext cx="209457" cy="196411"/>
            </a:xfrm>
            <a:prstGeom prst="rect">
              <a:avLst/>
            </a:prstGeom>
          </p:spPr>
        </p:pic>
        <p:pic>
          <p:nvPicPr>
            <p:cNvPr id="1652" name="Graphic 1651" descr="Deciduous tree with solid fill">
              <a:extLst>
                <a:ext uri="{FF2B5EF4-FFF2-40B4-BE49-F238E27FC236}">
                  <a16:creationId xmlns:a16="http://schemas.microsoft.com/office/drawing/2014/main" id="{CF3E77F6-B9DB-FB5F-3EA9-EA6155E626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3" y="2333774"/>
              <a:ext cx="209457" cy="196411"/>
            </a:xfrm>
            <a:prstGeom prst="rect">
              <a:avLst/>
            </a:prstGeom>
          </p:spPr>
        </p:pic>
        <p:pic>
          <p:nvPicPr>
            <p:cNvPr id="1653" name="Graphic 1652" descr="Deciduous tree with solid fill">
              <a:extLst>
                <a:ext uri="{FF2B5EF4-FFF2-40B4-BE49-F238E27FC236}">
                  <a16:creationId xmlns:a16="http://schemas.microsoft.com/office/drawing/2014/main" id="{4A6C70F7-3527-D861-578D-1C02F9DF1D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8" y="2457266"/>
              <a:ext cx="209457" cy="196411"/>
            </a:xfrm>
            <a:prstGeom prst="rect">
              <a:avLst/>
            </a:prstGeom>
          </p:spPr>
        </p:pic>
        <p:pic>
          <p:nvPicPr>
            <p:cNvPr id="1654" name="Graphic 1653" descr="Deciduous tree with solid fill">
              <a:extLst>
                <a:ext uri="{FF2B5EF4-FFF2-40B4-BE49-F238E27FC236}">
                  <a16:creationId xmlns:a16="http://schemas.microsoft.com/office/drawing/2014/main" id="{EEF6C98C-C3A6-25DA-E6C8-F3BAD5480D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3" y="2580758"/>
              <a:ext cx="209457" cy="196411"/>
            </a:xfrm>
            <a:prstGeom prst="rect">
              <a:avLst/>
            </a:prstGeom>
          </p:spPr>
        </p:pic>
        <p:pic>
          <p:nvPicPr>
            <p:cNvPr id="1655" name="Graphic 1654" descr="Deciduous tree with solid fill">
              <a:extLst>
                <a:ext uri="{FF2B5EF4-FFF2-40B4-BE49-F238E27FC236}">
                  <a16:creationId xmlns:a16="http://schemas.microsoft.com/office/drawing/2014/main" id="{2973D83A-49A2-6178-94EA-4D66A87E74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6" y="2704249"/>
              <a:ext cx="209457" cy="196411"/>
            </a:xfrm>
            <a:prstGeom prst="rect">
              <a:avLst/>
            </a:prstGeom>
          </p:spPr>
        </p:pic>
        <p:pic>
          <p:nvPicPr>
            <p:cNvPr id="1656" name="Graphic 1655" descr="Deciduous tree with solid fill">
              <a:extLst>
                <a:ext uri="{FF2B5EF4-FFF2-40B4-BE49-F238E27FC236}">
                  <a16:creationId xmlns:a16="http://schemas.microsoft.com/office/drawing/2014/main" id="{BE92754B-AB92-CDF6-26ED-30F3728ABF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1657" name="Graphic 1656" descr="Deciduous tree with solid fill">
              <a:extLst>
                <a:ext uri="{FF2B5EF4-FFF2-40B4-BE49-F238E27FC236}">
                  <a16:creationId xmlns:a16="http://schemas.microsoft.com/office/drawing/2014/main" id="{EE94B877-3FFC-67AE-E3A9-3D2EB4E096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658" name="Graphic 1657" descr="Deciduous tree with solid fill">
              <a:extLst>
                <a:ext uri="{FF2B5EF4-FFF2-40B4-BE49-F238E27FC236}">
                  <a16:creationId xmlns:a16="http://schemas.microsoft.com/office/drawing/2014/main" id="{61F9EAF6-72BD-1DAE-138B-B608B6B9F3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1" y="3074722"/>
              <a:ext cx="209457" cy="196411"/>
            </a:xfrm>
            <a:prstGeom prst="rect">
              <a:avLst/>
            </a:prstGeom>
          </p:spPr>
        </p:pic>
        <p:pic>
          <p:nvPicPr>
            <p:cNvPr id="1659" name="Graphic 1658" descr="Deciduous tree with solid fill">
              <a:extLst>
                <a:ext uri="{FF2B5EF4-FFF2-40B4-BE49-F238E27FC236}">
                  <a16:creationId xmlns:a16="http://schemas.microsoft.com/office/drawing/2014/main" id="{F41D8EE1-5BD4-5D84-06BF-311D14BBBF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6" y="3198214"/>
              <a:ext cx="209457" cy="196411"/>
            </a:xfrm>
            <a:prstGeom prst="rect">
              <a:avLst/>
            </a:prstGeom>
          </p:spPr>
        </p:pic>
        <p:pic>
          <p:nvPicPr>
            <p:cNvPr id="1660" name="Graphic 1659" descr="Deciduous tree with solid fill">
              <a:extLst>
                <a:ext uri="{FF2B5EF4-FFF2-40B4-BE49-F238E27FC236}">
                  <a16:creationId xmlns:a16="http://schemas.microsoft.com/office/drawing/2014/main" id="{7C771849-4112-2E8B-95FA-E903A1DB9E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1" y="3321705"/>
              <a:ext cx="209457" cy="196411"/>
            </a:xfrm>
            <a:prstGeom prst="rect">
              <a:avLst/>
            </a:prstGeom>
          </p:spPr>
        </p:pic>
        <p:pic>
          <p:nvPicPr>
            <p:cNvPr id="1661" name="Graphic 1660" descr="Deciduous tree with solid fill">
              <a:extLst>
                <a:ext uri="{FF2B5EF4-FFF2-40B4-BE49-F238E27FC236}">
                  <a16:creationId xmlns:a16="http://schemas.microsoft.com/office/drawing/2014/main" id="{C8A8E30D-4B79-4D69-6B3C-1BA17CD3A0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6" y="3445196"/>
              <a:ext cx="209457" cy="196411"/>
            </a:xfrm>
            <a:prstGeom prst="rect">
              <a:avLst/>
            </a:prstGeom>
          </p:spPr>
        </p:pic>
        <p:pic>
          <p:nvPicPr>
            <p:cNvPr id="1662" name="Graphic 1661" descr="Deciduous tree with solid fill">
              <a:extLst>
                <a:ext uri="{FF2B5EF4-FFF2-40B4-BE49-F238E27FC236}">
                  <a16:creationId xmlns:a16="http://schemas.microsoft.com/office/drawing/2014/main" id="{A9333B6C-5ED1-5310-8BD4-4E3B1B005F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601" y="1990933"/>
              <a:ext cx="209457" cy="196411"/>
            </a:xfrm>
            <a:prstGeom prst="rect">
              <a:avLst/>
            </a:prstGeom>
          </p:spPr>
        </p:pic>
        <p:pic>
          <p:nvPicPr>
            <p:cNvPr id="1663" name="Graphic 1662" descr="Deciduous tree with solid fill">
              <a:extLst>
                <a:ext uri="{FF2B5EF4-FFF2-40B4-BE49-F238E27FC236}">
                  <a16:creationId xmlns:a16="http://schemas.microsoft.com/office/drawing/2014/main" id="{4416C292-8130-F52B-B320-2684E75266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4" y="2114424"/>
              <a:ext cx="209457" cy="196411"/>
            </a:xfrm>
            <a:prstGeom prst="rect">
              <a:avLst/>
            </a:prstGeom>
          </p:spPr>
        </p:pic>
        <p:pic>
          <p:nvPicPr>
            <p:cNvPr id="1664" name="Graphic 1663" descr="Deciduous tree with solid fill">
              <a:extLst>
                <a:ext uri="{FF2B5EF4-FFF2-40B4-BE49-F238E27FC236}">
                  <a16:creationId xmlns:a16="http://schemas.microsoft.com/office/drawing/2014/main" id="{9CDD87A0-C2A2-3F58-D5BA-7C6156DE58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9" y="2237915"/>
              <a:ext cx="209457" cy="196411"/>
            </a:xfrm>
            <a:prstGeom prst="rect">
              <a:avLst/>
            </a:prstGeom>
          </p:spPr>
        </p:pic>
        <p:pic>
          <p:nvPicPr>
            <p:cNvPr id="1665" name="Graphic 1664" descr="Deciduous tree with solid fill">
              <a:extLst>
                <a:ext uri="{FF2B5EF4-FFF2-40B4-BE49-F238E27FC236}">
                  <a16:creationId xmlns:a16="http://schemas.microsoft.com/office/drawing/2014/main" id="{5B9D0CEC-9984-1F6A-CA88-6BE50F8356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1666" name="Graphic 1665" descr="Deciduous tree with solid fill">
              <a:extLst>
                <a:ext uri="{FF2B5EF4-FFF2-40B4-BE49-F238E27FC236}">
                  <a16:creationId xmlns:a16="http://schemas.microsoft.com/office/drawing/2014/main" id="{B2596257-8008-656B-D6C0-5CD4D5430B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9" y="2484898"/>
              <a:ext cx="209457" cy="196411"/>
            </a:xfrm>
            <a:prstGeom prst="rect">
              <a:avLst/>
            </a:prstGeom>
          </p:spPr>
        </p:pic>
        <p:pic>
          <p:nvPicPr>
            <p:cNvPr id="1667" name="Graphic 1666" descr="Deciduous tree with solid fill">
              <a:extLst>
                <a:ext uri="{FF2B5EF4-FFF2-40B4-BE49-F238E27FC236}">
                  <a16:creationId xmlns:a16="http://schemas.microsoft.com/office/drawing/2014/main" id="{5584B162-C409-1A48-2988-6676F53952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4" y="2608389"/>
              <a:ext cx="209457" cy="196411"/>
            </a:xfrm>
            <a:prstGeom prst="rect">
              <a:avLst/>
            </a:prstGeom>
          </p:spPr>
        </p:pic>
        <p:pic>
          <p:nvPicPr>
            <p:cNvPr id="1668" name="Graphic 1667" descr="Deciduous tree with solid fill">
              <a:extLst>
                <a:ext uri="{FF2B5EF4-FFF2-40B4-BE49-F238E27FC236}">
                  <a16:creationId xmlns:a16="http://schemas.microsoft.com/office/drawing/2014/main" id="{72D60ED3-2A3B-9495-990E-5D9425986D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9" y="2731881"/>
              <a:ext cx="209457" cy="196411"/>
            </a:xfrm>
            <a:prstGeom prst="rect">
              <a:avLst/>
            </a:prstGeom>
          </p:spPr>
        </p:pic>
        <p:pic>
          <p:nvPicPr>
            <p:cNvPr id="1669" name="Graphic 1668" descr="Deciduous tree with solid fill">
              <a:extLst>
                <a:ext uri="{FF2B5EF4-FFF2-40B4-BE49-F238E27FC236}">
                  <a16:creationId xmlns:a16="http://schemas.microsoft.com/office/drawing/2014/main" id="{9390A0D2-AF93-4694-0B0C-0E925EE2CD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3" y="2855372"/>
              <a:ext cx="209457" cy="196411"/>
            </a:xfrm>
            <a:prstGeom prst="rect">
              <a:avLst/>
            </a:prstGeom>
          </p:spPr>
        </p:pic>
        <p:pic>
          <p:nvPicPr>
            <p:cNvPr id="1670" name="Graphic 1669" descr="Deciduous tree with solid fill">
              <a:extLst>
                <a:ext uri="{FF2B5EF4-FFF2-40B4-BE49-F238E27FC236}">
                  <a16:creationId xmlns:a16="http://schemas.microsoft.com/office/drawing/2014/main" id="{76558F5F-4F32-3FC3-C119-551B0E573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8" y="2978863"/>
              <a:ext cx="209457" cy="196411"/>
            </a:xfrm>
            <a:prstGeom prst="rect">
              <a:avLst/>
            </a:prstGeom>
          </p:spPr>
        </p:pic>
        <p:pic>
          <p:nvPicPr>
            <p:cNvPr id="1671" name="Graphic 1670" descr="Deciduous tree with solid fill">
              <a:extLst>
                <a:ext uri="{FF2B5EF4-FFF2-40B4-BE49-F238E27FC236}">
                  <a16:creationId xmlns:a16="http://schemas.microsoft.com/office/drawing/2014/main" id="{6B6AAED7-9717-D3A1-4E2C-370D8E2723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3" y="3102355"/>
              <a:ext cx="209457" cy="196411"/>
            </a:xfrm>
            <a:prstGeom prst="rect">
              <a:avLst/>
            </a:prstGeom>
          </p:spPr>
        </p:pic>
        <p:pic>
          <p:nvPicPr>
            <p:cNvPr id="1672" name="Graphic 1671" descr="Deciduous tree with solid fill">
              <a:extLst>
                <a:ext uri="{FF2B5EF4-FFF2-40B4-BE49-F238E27FC236}">
                  <a16:creationId xmlns:a16="http://schemas.microsoft.com/office/drawing/2014/main" id="{8B69A04B-A9EA-F135-18AB-0CB792D5D1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8" y="3225846"/>
              <a:ext cx="209457" cy="196411"/>
            </a:xfrm>
            <a:prstGeom prst="rect">
              <a:avLst/>
            </a:prstGeom>
          </p:spPr>
        </p:pic>
        <p:pic>
          <p:nvPicPr>
            <p:cNvPr id="1673" name="Graphic 1672" descr="Deciduous tree with solid fill">
              <a:extLst>
                <a:ext uri="{FF2B5EF4-FFF2-40B4-BE49-F238E27FC236}">
                  <a16:creationId xmlns:a16="http://schemas.microsoft.com/office/drawing/2014/main" id="{A365354B-3426-9555-A189-09E3FCD692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3" y="3349337"/>
              <a:ext cx="209457" cy="196411"/>
            </a:xfrm>
            <a:prstGeom prst="rect">
              <a:avLst/>
            </a:prstGeom>
          </p:spPr>
        </p:pic>
        <p:pic>
          <p:nvPicPr>
            <p:cNvPr id="1674" name="Graphic 1673" descr="Deciduous tree with solid fill">
              <a:extLst>
                <a:ext uri="{FF2B5EF4-FFF2-40B4-BE49-F238E27FC236}">
                  <a16:creationId xmlns:a16="http://schemas.microsoft.com/office/drawing/2014/main" id="{F2E8C667-E64E-D540-DED8-4D63114A56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6" y="1902894"/>
              <a:ext cx="209457" cy="196411"/>
            </a:xfrm>
            <a:prstGeom prst="rect">
              <a:avLst/>
            </a:prstGeom>
          </p:spPr>
        </p:pic>
        <p:pic>
          <p:nvPicPr>
            <p:cNvPr id="1675" name="Graphic 1674" descr="Deciduous tree with solid fill">
              <a:extLst>
                <a:ext uri="{FF2B5EF4-FFF2-40B4-BE49-F238E27FC236}">
                  <a16:creationId xmlns:a16="http://schemas.microsoft.com/office/drawing/2014/main" id="{9C0AB3D4-AF6D-810D-E9D1-96B7158FFF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71" y="2026385"/>
              <a:ext cx="209457" cy="196411"/>
            </a:xfrm>
            <a:prstGeom prst="rect">
              <a:avLst/>
            </a:prstGeom>
          </p:spPr>
        </p:pic>
        <p:pic>
          <p:nvPicPr>
            <p:cNvPr id="1676" name="Graphic 1675" descr="Deciduous tree with solid fill">
              <a:extLst>
                <a:ext uri="{FF2B5EF4-FFF2-40B4-BE49-F238E27FC236}">
                  <a16:creationId xmlns:a16="http://schemas.microsoft.com/office/drawing/2014/main" id="{57376617-A115-1EED-47E2-492D236069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6" y="2149877"/>
              <a:ext cx="209457" cy="196411"/>
            </a:xfrm>
            <a:prstGeom prst="rect">
              <a:avLst/>
            </a:prstGeom>
          </p:spPr>
        </p:pic>
        <p:pic>
          <p:nvPicPr>
            <p:cNvPr id="1677" name="Graphic 1676" descr="Deciduous tree with solid fill">
              <a:extLst>
                <a:ext uri="{FF2B5EF4-FFF2-40B4-BE49-F238E27FC236}">
                  <a16:creationId xmlns:a16="http://schemas.microsoft.com/office/drawing/2014/main" id="{12F268DD-3154-F80D-10CC-FA1D470FA0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1" y="2273368"/>
              <a:ext cx="209457" cy="196411"/>
            </a:xfrm>
            <a:prstGeom prst="rect">
              <a:avLst/>
            </a:prstGeom>
          </p:spPr>
        </p:pic>
        <p:pic>
          <p:nvPicPr>
            <p:cNvPr id="1678" name="Graphic 1677" descr="Deciduous tree with solid fill">
              <a:extLst>
                <a:ext uri="{FF2B5EF4-FFF2-40B4-BE49-F238E27FC236}">
                  <a16:creationId xmlns:a16="http://schemas.microsoft.com/office/drawing/2014/main" id="{836B94A0-2E09-315E-5F68-A57E277973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6" y="2396860"/>
              <a:ext cx="209457" cy="196411"/>
            </a:xfrm>
            <a:prstGeom prst="rect">
              <a:avLst/>
            </a:prstGeom>
          </p:spPr>
        </p:pic>
        <p:pic>
          <p:nvPicPr>
            <p:cNvPr id="1679" name="Graphic 1678" descr="Deciduous tree with solid fill">
              <a:extLst>
                <a:ext uri="{FF2B5EF4-FFF2-40B4-BE49-F238E27FC236}">
                  <a16:creationId xmlns:a16="http://schemas.microsoft.com/office/drawing/2014/main" id="{48DDF9BE-A967-B0C9-3E35-13730169A8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1" y="2520351"/>
              <a:ext cx="209457" cy="196411"/>
            </a:xfrm>
            <a:prstGeom prst="rect">
              <a:avLst/>
            </a:prstGeom>
          </p:spPr>
        </p:pic>
        <p:pic>
          <p:nvPicPr>
            <p:cNvPr id="1680" name="Graphic 1679" descr="Deciduous tree with solid fill">
              <a:extLst>
                <a:ext uri="{FF2B5EF4-FFF2-40B4-BE49-F238E27FC236}">
                  <a16:creationId xmlns:a16="http://schemas.microsoft.com/office/drawing/2014/main" id="{A0513821-669F-DA6C-F2BB-43A7C2A9A8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6" y="2643841"/>
              <a:ext cx="209457" cy="196411"/>
            </a:xfrm>
            <a:prstGeom prst="rect">
              <a:avLst/>
            </a:prstGeom>
          </p:spPr>
        </p:pic>
        <p:pic>
          <p:nvPicPr>
            <p:cNvPr id="1681" name="Graphic 1680" descr="Deciduous tree with solid fill">
              <a:extLst>
                <a:ext uri="{FF2B5EF4-FFF2-40B4-BE49-F238E27FC236}">
                  <a16:creationId xmlns:a16="http://schemas.microsoft.com/office/drawing/2014/main" id="{EDC1D8D2-C3B9-4BB5-CE90-3A422AA081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1" y="2767333"/>
              <a:ext cx="209457" cy="196411"/>
            </a:xfrm>
            <a:prstGeom prst="rect">
              <a:avLst/>
            </a:prstGeom>
          </p:spPr>
        </p:pic>
        <p:pic>
          <p:nvPicPr>
            <p:cNvPr id="1682" name="Graphic 1681" descr="Deciduous tree with solid fill">
              <a:extLst>
                <a:ext uri="{FF2B5EF4-FFF2-40B4-BE49-F238E27FC236}">
                  <a16:creationId xmlns:a16="http://schemas.microsoft.com/office/drawing/2014/main" id="{C855F4A9-A945-E14C-2EBE-9F9D3F596D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4" y="2890825"/>
              <a:ext cx="209457" cy="196411"/>
            </a:xfrm>
            <a:prstGeom prst="rect">
              <a:avLst/>
            </a:prstGeom>
          </p:spPr>
        </p:pic>
        <p:pic>
          <p:nvPicPr>
            <p:cNvPr id="1683" name="Graphic 1682" descr="Deciduous tree with solid fill">
              <a:extLst>
                <a:ext uri="{FF2B5EF4-FFF2-40B4-BE49-F238E27FC236}">
                  <a16:creationId xmlns:a16="http://schemas.microsoft.com/office/drawing/2014/main" id="{4CC39547-3C94-1242-2653-1E35D428B8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9" y="3014316"/>
              <a:ext cx="209457" cy="196411"/>
            </a:xfrm>
            <a:prstGeom prst="rect">
              <a:avLst/>
            </a:prstGeom>
          </p:spPr>
        </p:pic>
        <p:pic>
          <p:nvPicPr>
            <p:cNvPr id="1684" name="Graphic 1683" descr="Deciduous tree with solid fill">
              <a:extLst>
                <a:ext uri="{FF2B5EF4-FFF2-40B4-BE49-F238E27FC236}">
                  <a16:creationId xmlns:a16="http://schemas.microsoft.com/office/drawing/2014/main" id="{05885146-87DE-95BC-A284-4EEC506A56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4" y="3137808"/>
              <a:ext cx="209457" cy="196411"/>
            </a:xfrm>
            <a:prstGeom prst="rect">
              <a:avLst/>
            </a:prstGeom>
          </p:spPr>
        </p:pic>
        <p:pic>
          <p:nvPicPr>
            <p:cNvPr id="1685" name="Graphic 1684" descr="Deciduous tree with solid fill">
              <a:extLst>
                <a:ext uri="{FF2B5EF4-FFF2-40B4-BE49-F238E27FC236}">
                  <a16:creationId xmlns:a16="http://schemas.microsoft.com/office/drawing/2014/main" id="{F4E6C44E-0A27-B856-1B89-6A04A1DEBB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8" y="3261298"/>
              <a:ext cx="209457" cy="196411"/>
            </a:xfrm>
            <a:prstGeom prst="rect">
              <a:avLst/>
            </a:prstGeom>
          </p:spPr>
        </p:pic>
        <p:pic>
          <p:nvPicPr>
            <p:cNvPr id="1686" name="Graphic 1685" descr="Deciduous tree with solid fill">
              <a:extLst>
                <a:ext uri="{FF2B5EF4-FFF2-40B4-BE49-F238E27FC236}">
                  <a16:creationId xmlns:a16="http://schemas.microsoft.com/office/drawing/2014/main" id="{7810D5C8-AA65-1DC1-3338-C38B68307C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601" y="1990933"/>
              <a:ext cx="209457" cy="196411"/>
            </a:xfrm>
            <a:prstGeom prst="rect">
              <a:avLst/>
            </a:prstGeom>
          </p:spPr>
        </p:pic>
        <p:pic>
          <p:nvPicPr>
            <p:cNvPr id="1687" name="Graphic 1686" descr="Deciduous tree with solid fill">
              <a:extLst>
                <a:ext uri="{FF2B5EF4-FFF2-40B4-BE49-F238E27FC236}">
                  <a16:creationId xmlns:a16="http://schemas.microsoft.com/office/drawing/2014/main" id="{9CF1C6B4-8645-F514-ECA7-EEE0DE8DAE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974" y="2086792"/>
              <a:ext cx="209457" cy="196411"/>
            </a:xfrm>
            <a:prstGeom prst="rect">
              <a:avLst/>
            </a:prstGeom>
          </p:spPr>
        </p:pic>
        <p:pic>
          <p:nvPicPr>
            <p:cNvPr id="1688" name="Graphic 1687" descr="Deciduous tree with solid fill">
              <a:extLst>
                <a:ext uri="{FF2B5EF4-FFF2-40B4-BE49-F238E27FC236}">
                  <a16:creationId xmlns:a16="http://schemas.microsoft.com/office/drawing/2014/main" id="{3F8DEEAF-98F0-7A4C-6E63-F1C50DA721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2176" y="1902894"/>
              <a:ext cx="209457" cy="196411"/>
            </a:xfrm>
            <a:prstGeom prst="rect">
              <a:avLst/>
            </a:prstGeom>
          </p:spPr>
        </p:pic>
        <p:pic>
          <p:nvPicPr>
            <p:cNvPr id="1689" name="Graphic 1688" descr="Deciduous tree with solid fill">
              <a:extLst>
                <a:ext uri="{FF2B5EF4-FFF2-40B4-BE49-F238E27FC236}">
                  <a16:creationId xmlns:a16="http://schemas.microsoft.com/office/drawing/2014/main" id="{2CC002F4-443C-E549-EA50-74907F21CF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7669" y="2210283"/>
              <a:ext cx="209457" cy="196411"/>
            </a:xfrm>
            <a:prstGeom prst="rect">
              <a:avLst/>
            </a:prstGeom>
          </p:spPr>
        </p:pic>
        <p:pic>
          <p:nvPicPr>
            <p:cNvPr id="1690" name="Graphic 1689" descr="Deciduous tree with solid fill">
              <a:extLst>
                <a:ext uri="{FF2B5EF4-FFF2-40B4-BE49-F238E27FC236}">
                  <a16:creationId xmlns:a16="http://schemas.microsoft.com/office/drawing/2014/main" id="{03EA1DD7-73C9-72EC-2664-8BC69F4D0F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3" y="2333774"/>
              <a:ext cx="209457" cy="196411"/>
            </a:xfrm>
            <a:prstGeom prst="rect">
              <a:avLst/>
            </a:prstGeom>
          </p:spPr>
        </p:pic>
        <p:pic>
          <p:nvPicPr>
            <p:cNvPr id="1691" name="Graphic 1690" descr="Deciduous tree with solid fill">
              <a:extLst>
                <a:ext uri="{FF2B5EF4-FFF2-40B4-BE49-F238E27FC236}">
                  <a16:creationId xmlns:a16="http://schemas.microsoft.com/office/drawing/2014/main" id="{B8D1418B-4B16-E69F-7181-DF9C66B003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8" y="2457266"/>
              <a:ext cx="209457" cy="196411"/>
            </a:xfrm>
            <a:prstGeom prst="rect">
              <a:avLst/>
            </a:prstGeom>
          </p:spPr>
        </p:pic>
        <p:pic>
          <p:nvPicPr>
            <p:cNvPr id="1692" name="Graphic 1691" descr="Deciduous tree with solid fill">
              <a:extLst>
                <a:ext uri="{FF2B5EF4-FFF2-40B4-BE49-F238E27FC236}">
                  <a16:creationId xmlns:a16="http://schemas.microsoft.com/office/drawing/2014/main" id="{5BCCB46A-CA95-54F4-2F20-0F5C438752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3" y="2580758"/>
              <a:ext cx="209457" cy="196411"/>
            </a:xfrm>
            <a:prstGeom prst="rect">
              <a:avLst/>
            </a:prstGeom>
          </p:spPr>
        </p:pic>
        <p:pic>
          <p:nvPicPr>
            <p:cNvPr id="1693" name="Graphic 1692" descr="Deciduous tree with solid fill">
              <a:extLst>
                <a:ext uri="{FF2B5EF4-FFF2-40B4-BE49-F238E27FC236}">
                  <a16:creationId xmlns:a16="http://schemas.microsoft.com/office/drawing/2014/main" id="{AB7E519B-EB93-3F10-0991-4A6867D54A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6" y="2704249"/>
              <a:ext cx="209457" cy="196411"/>
            </a:xfrm>
            <a:prstGeom prst="rect">
              <a:avLst/>
            </a:prstGeom>
          </p:spPr>
        </p:pic>
        <p:pic>
          <p:nvPicPr>
            <p:cNvPr id="1694" name="Graphic 1693" descr="Deciduous tree with solid fill">
              <a:extLst>
                <a:ext uri="{FF2B5EF4-FFF2-40B4-BE49-F238E27FC236}">
                  <a16:creationId xmlns:a16="http://schemas.microsoft.com/office/drawing/2014/main" id="{34909CA7-5468-7902-A414-2601039BD7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3" y="2827740"/>
              <a:ext cx="209457" cy="196411"/>
            </a:xfrm>
            <a:prstGeom prst="rect">
              <a:avLst/>
            </a:prstGeom>
          </p:spPr>
        </p:pic>
        <p:pic>
          <p:nvPicPr>
            <p:cNvPr id="1695" name="Graphic 1694" descr="Deciduous tree with solid fill">
              <a:extLst>
                <a:ext uri="{FF2B5EF4-FFF2-40B4-BE49-F238E27FC236}">
                  <a16:creationId xmlns:a16="http://schemas.microsoft.com/office/drawing/2014/main" id="{F58871BB-AA3F-3E34-DBCE-18B61B6116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8" y="2951231"/>
              <a:ext cx="209457" cy="196411"/>
            </a:xfrm>
            <a:prstGeom prst="rect">
              <a:avLst/>
            </a:prstGeom>
          </p:spPr>
        </p:pic>
        <p:pic>
          <p:nvPicPr>
            <p:cNvPr id="1696" name="Graphic 1695" descr="Deciduous tree with solid fill">
              <a:extLst>
                <a:ext uri="{FF2B5EF4-FFF2-40B4-BE49-F238E27FC236}">
                  <a16:creationId xmlns:a16="http://schemas.microsoft.com/office/drawing/2014/main" id="{10599FFC-C16B-A4DC-35C3-F083BC9ED1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1" y="3074722"/>
              <a:ext cx="209457" cy="196411"/>
            </a:xfrm>
            <a:prstGeom prst="rect">
              <a:avLst/>
            </a:prstGeom>
          </p:spPr>
        </p:pic>
        <p:pic>
          <p:nvPicPr>
            <p:cNvPr id="1697" name="Graphic 1696" descr="Deciduous tree with solid fill">
              <a:extLst>
                <a:ext uri="{FF2B5EF4-FFF2-40B4-BE49-F238E27FC236}">
                  <a16:creationId xmlns:a16="http://schemas.microsoft.com/office/drawing/2014/main" id="{B25DE961-AB78-EA8E-1F9C-A81250196A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6" y="3198214"/>
              <a:ext cx="209457" cy="196411"/>
            </a:xfrm>
            <a:prstGeom prst="rect">
              <a:avLst/>
            </a:prstGeom>
          </p:spPr>
        </p:pic>
        <p:pic>
          <p:nvPicPr>
            <p:cNvPr id="1698" name="Graphic 1697" descr="Deciduous tree with solid fill">
              <a:extLst>
                <a:ext uri="{FF2B5EF4-FFF2-40B4-BE49-F238E27FC236}">
                  <a16:creationId xmlns:a16="http://schemas.microsoft.com/office/drawing/2014/main" id="{4489B3C1-268C-ED94-068F-C61876C725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1" y="3321705"/>
              <a:ext cx="209457" cy="196411"/>
            </a:xfrm>
            <a:prstGeom prst="rect">
              <a:avLst/>
            </a:prstGeom>
          </p:spPr>
        </p:pic>
        <p:pic>
          <p:nvPicPr>
            <p:cNvPr id="1699" name="Graphic 1698" descr="Deciduous tree with solid fill">
              <a:extLst>
                <a:ext uri="{FF2B5EF4-FFF2-40B4-BE49-F238E27FC236}">
                  <a16:creationId xmlns:a16="http://schemas.microsoft.com/office/drawing/2014/main" id="{29F270B7-73D4-1754-580A-D7F5BBC303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6" y="3445196"/>
              <a:ext cx="209457" cy="196411"/>
            </a:xfrm>
            <a:prstGeom prst="rect">
              <a:avLst/>
            </a:prstGeom>
          </p:spPr>
        </p:pic>
        <p:pic>
          <p:nvPicPr>
            <p:cNvPr id="1700" name="Graphic 1699" descr="Deciduous tree with solid fill">
              <a:extLst>
                <a:ext uri="{FF2B5EF4-FFF2-40B4-BE49-F238E27FC236}">
                  <a16:creationId xmlns:a16="http://schemas.microsoft.com/office/drawing/2014/main" id="{5AA08F0D-2359-DBCB-8D10-9BF2290F0B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295" y="2114424"/>
              <a:ext cx="209457" cy="196411"/>
            </a:xfrm>
            <a:prstGeom prst="rect">
              <a:avLst/>
            </a:prstGeom>
          </p:spPr>
        </p:pic>
        <p:pic>
          <p:nvPicPr>
            <p:cNvPr id="1701" name="Graphic 1700" descr="Deciduous tree with solid fill">
              <a:extLst>
                <a:ext uri="{FF2B5EF4-FFF2-40B4-BE49-F238E27FC236}">
                  <a16:creationId xmlns:a16="http://schemas.microsoft.com/office/drawing/2014/main" id="{7EAD395A-811B-D09B-7D18-1015114A8B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90" y="2237915"/>
              <a:ext cx="209457" cy="196411"/>
            </a:xfrm>
            <a:prstGeom prst="rect">
              <a:avLst/>
            </a:prstGeom>
          </p:spPr>
        </p:pic>
        <p:pic>
          <p:nvPicPr>
            <p:cNvPr id="1702" name="Graphic 1701" descr="Deciduous tree with solid fill">
              <a:extLst>
                <a:ext uri="{FF2B5EF4-FFF2-40B4-BE49-F238E27FC236}">
                  <a16:creationId xmlns:a16="http://schemas.microsoft.com/office/drawing/2014/main" id="{49FD8B6F-5C52-4CA7-A98C-2215D4FBD3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5" y="2361406"/>
              <a:ext cx="209457" cy="196411"/>
            </a:xfrm>
            <a:prstGeom prst="rect">
              <a:avLst/>
            </a:prstGeom>
          </p:spPr>
        </p:pic>
        <p:pic>
          <p:nvPicPr>
            <p:cNvPr id="1703" name="Graphic 1702" descr="Deciduous tree with solid fill">
              <a:extLst>
                <a:ext uri="{FF2B5EF4-FFF2-40B4-BE49-F238E27FC236}">
                  <a16:creationId xmlns:a16="http://schemas.microsoft.com/office/drawing/2014/main" id="{891314DD-4D74-CB48-7884-D1EDF36D18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9" y="2484898"/>
              <a:ext cx="209457" cy="196411"/>
            </a:xfrm>
            <a:prstGeom prst="rect">
              <a:avLst/>
            </a:prstGeom>
          </p:spPr>
        </p:pic>
        <p:pic>
          <p:nvPicPr>
            <p:cNvPr id="1704" name="Graphic 1703" descr="Deciduous tree with solid fill">
              <a:extLst>
                <a:ext uri="{FF2B5EF4-FFF2-40B4-BE49-F238E27FC236}">
                  <a16:creationId xmlns:a16="http://schemas.microsoft.com/office/drawing/2014/main" id="{CC4AF13F-D837-EE17-E9DB-818110568F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4" y="2608389"/>
              <a:ext cx="209457" cy="196411"/>
            </a:xfrm>
            <a:prstGeom prst="rect">
              <a:avLst/>
            </a:prstGeom>
          </p:spPr>
        </p:pic>
        <p:pic>
          <p:nvPicPr>
            <p:cNvPr id="1705" name="Graphic 1704" descr="Deciduous tree with solid fill">
              <a:extLst>
                <a:ext uri="{FF2B5EF4-FFF2-40B4-BE49-F238E27FC236}">
                  <a16:creationId xmlns:a16="http://schemas.microsoft.com/office/drawing/2014/main" id="{A2BFA14C-A7CB-3683-0E28-CBED655588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9" y="2731881"/>
              <a:ext cx="209457" cy="196411"/>
            </a:xfrm>
            <a:prstGeom prst="rect">
              <a:avLst/>
            </a:prstGeom>
          </p:spPr>
        </p:pic>
        <p:pic>
          <p:nvPicPr>
            <p:cNvPr id="1706" name="Graphic 1705" descr="Deciduous tree with solid fill">
              <a:extLst>
                <a:ext uri="{FF2B5EF4-FFF2-40B4-BE49-F238E27FC236}">
                  <a16:creationId xmlns:a16="http://schemas.microsoft.com/office/drawing/2014/main" id="{1D9D2EDE-DF50-8E65-AF2D-285AD76611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3" y="2855372"/>
              <a:ext cx="209457" cy="196411"/>
            </a:xfrm>
            <a:prstGeom prst="rect">
              <a:avLst/>
            </a:prstGeom>
          </p:spPr>
        </p:pic>
        <p:pic>
          <p:nvPicPr>
            <p:cNvPr id="1707" name="Graphic 1706" descr="Deciduous tree with solid fill">
              <a:extLst>
                <a:ext uri="{FF2B5EF4-FFF2-40B4-BE49-F238E27FC236}">
                  <a16:creationId xmlns:a16="http://schemas.microsoft.com/office/drawing/2014/main" id="{438CA00F-8010-38AB-89ED-DB35095DA7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8" y="2978863"/>
              <a:ext cx="209457" cy="196411"/>
            </a:xfrm>
            <a:prstGeom prst="rect">
              <a:avLst/>
            </a:prstGeom>
          </p:spPr>
        </p:pic>
        <p:pic>
          <p:nvPicPr>
            <p:cNvPr id="1708" name="Graphic 1707" descr="Deciduous tree with solid fill">
              <a:extLst>
                <a:ext uri="{FF2B5EF4-FFF2-40B4-BE49-F238E27FC236}">
                  <a16:creationId xmlns:a16="http://schemas.microsoft.com/office/drawing/2014/main" id="{DD841CE9-3B6B-11B9-F079-0F957CD818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3" y="3102355"/>
              <a:ext cx="209457" cy="196411"/>
            </a:xfrm>
            <a:prstGeom prst="rect">
              <a:avLst/>
            </a:prstGeom>
          </p:spPr>
        </p:pic>
        <p:pic>
          <p:nvPicPr>
            <p:cNvPr id="1709" name="Graphic 1708" descr="Deciduous tree with solid fill">
              <a:extLst>
                <a:ext uri="{FF2B5EF4-FFF2-40B4-BE49-F238E27FC236}">
                  <a16:creationId xmlns:a16="http://schemas.microsoft.com/office/drawing/2014/main" id="{AF3F5552-2CE4-FFED-8754-EF2C267FFB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8" y="3225846"/>
              <a:ext cx="209457" cy="196411"/>
            </a:xfrm>
            <a:prstGeom prst="rect">
              <a:avLst/>
            </a:prstGeom>
          </p:spPr>
        </p:pic>
        <p:pic>
          <p:nvPicPr>
            <p:cNvPr id="1710" name="Graphic 1709" descr="Deciduous tree with solid fill">
              <a:extLst>
                <a:ext uri="{FF2B5EF4-FFF2-40B4-BE49-F238E27FC236}">
                  <a16:creationId xmlns:a16="http://schemas.microsoft.com/office/drawing/2014/main" id="{6B7039B7-0CCC-96DD-22AE-043E9EF570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3" y="3349337"/>
              <a:ext cx="209457" cy="196411"/>
            </a:xfrm>
            <a:prstGeom prst="rect">
              <a:avLst/>
            </a:prstGeom>
          </p:spPr>
        </p:pic>
        <p:pic>
          <p:nvPicPr>
            <p:cNvPr id="1711" name="Graphic 1710" descr="Deciduous tree with solid fill">
              <a:extLst>
                <a:ext uri="{FF2B5EF4-FFF2-40B4-BE49-F238E27FC236}">
                  <a16:creationId xmlns:a16="http://schemas.microsoft.com/office/drawing/2014/main" id="{E4F2AA84-B5AD-3835-BCA5-1CC0C52308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3871" y="2026385"/>
              <a:ext cx="209457" cy="196411"/>
            </a:xfrm>
            <a:prstGeom prst="rect">
              <a:avLst/>
            </a:prstGeom>
          </p:spPr>
        </p:pic>
        <p:pic>
          <p:nvPicPr>
            <p:cNvPr id="1712" name="Graphic 1711" descr="Deciduous tree with solid fill">
              <a:extLst>
                <a:ext uri="{FF2B5EF4-FFF2-40B4-BE49-F238E27FC236}">
                  <a16:creationId xmlns:a16="http://schemas.microsoft.com/office/drawing/2014/main" id="{96B59F11-3A02-9E69-E5CC-F2E22B2585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6" y="2149877"/>
              <a:ext cx="209457" cy="196411"/>
            </a:xfrm>
            <a:prstGeom prst="rect">
              <a:avLst/>
            </a:prstGeom>
          </p:spPr>
        </p:pic>
        <p:pic>
          <p:nvPicPr>
            <p:cNvPr id="1713" name="Graphic 1712" descr="Deciduous tree with solid fill">
              <a:extLst>
                <a:ext uri="{FF2B5EF4-FFF2-40B4-BE49-F238E27FC236}">
                  <a16:creationId xmlns:a16="http://schemas.microsoft.com/office/drawing/2014/main" id="{D767C1F8-1259-8322-9E0C-BF24CFB4B8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1" y="2273368"/>
              <a:ext cx="209457" cy="196411"/>
            </a:xfrm>
            <a:prstGeom prst="rect">
              <a:avLst/>
            </a:prstGeom>
          </p:spPr>
        </p:pic>
        <p:pic>
          <p:nvPicPr>
            <p:cNvPr id="1714" name="Graphic 1713" descr="Deciduous tree with solid fill">
              <a:extLst>
                <a:ext uri="{FF2B5EF4-FFF2-40B4-BE49-F238E27FC236}">
                  <a16:creationId xmlns:a16="http://schemas.microsoft.com/office/drawing/2014/main" id="{2421A637-A834-3B59-93EE-FED3F09CF1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6" y="2396860"/>
              <a:ext cx="209457" cy="196411"/>
            </a:xfrm>
            <a:prstGeom prst="rect">
              <a:avLst/>
            </a:prstGeom>
          </p:spPr>
        </p:pic>
        <p:pic>
          <p:nvPicPr>
            <p:cNvPr id="1715" name="Graphic 1714" descr="Deciduous tree with solid fill">
              <a:extLst>
                <a:ext uri="{FF2B5EF4-FFF2-40B4-BE49-F238E27FC236}">
                  <a16:creationId xmlns:a16="http://schemas.microsoft.com/office/drawing/2014/main" id="{10D1ED00-D6CA-1B96-79D7-40EF097196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1" y="2520351"/>
              <a:ext cx="209457" cy="196411"/>
            </a:xfrm>
            <a:prstGeom prst="rect">
              <a:avLst/>
            </a:prstGeom>
          </p:spPr>
        </p:pic>
        <p:pic>
          <p:nvPicPr>
            <p:cNvPr id="1716" name="Graphic 1715" descr="Deciduous tree with solid fill">
              <a:extLst>
                <a:ext uri="{FF2B5EF4-FFF2-40B4-BE49-F238E27FC236}">
                  <a16:creationId xmlns:a16="http://schemas.microsoft.com/office/drawing/2014/main" id="{B61C624A-4FAC-5024-9BDA-E324BDDBE4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6" y="2643841"/>
              <a:ext cx="209457" cy="196411"/>
            </a:xfrm>
            <a:prstGeom prst="rect">
              <a:avLst/>
            </a:prstGeom>
          </p:spPr>
        </p:pic>
        <p:pic>
          <p:nvPicPr>
            <p:cNvPr id="1717" name="Graphic 1716" descr="Deciduous tree with solid fill">
              <a:extLst>
                <a:ext uri="{FF2B5EF4-FFF2-40B4-BE49-F238E27FC236}">
                  <a16:creationId xmlns:a16="http://schemas.microsoft.com/office/drawing/2014/main" id="{FB51EC30-A1DD-EA07-6AC5-1ACDC69E34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1" y="2767333"/>
              <a:ext cx="209457" cy="196411"/>
            </a:xfrm>
            <a:prstGeom prst="rect">
              <a:avLst/>
            </a:prstGeom>
          </p:spPr>
        </p:pic>
        <p:pic>
          <p:nvPicPr>
            <p:cNvPr id="1718" name="Graphic 1717" descr="Deciduous tree with solid fill">
              <a:extLst>
                <a:ext uri="{FF2B5EF4-FFF2-40B4-BE49-F238E27FC236}">
                  <a16:creationId xmlns:a16="http://schemas.microsoft.com/office/drawing/2014/main" id="{A4F60B75-C808-D765-5746-21D1C12FA3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5" y="2890825"/>
              <a:ext cx="209457" cy="196411"/>
            </a:xfrm>
            <a:prstGeom prst="rect">
              <a:avLst/>
            </a:prstGeom>
          </p:spPr>
        </p:pic>
        <p:pic>
          <p:nvPicPr>
            <p:cNvPr id="1719" name="Graphic 1718" descr="Deciduous tree with solid fill">
              <a:extLst>
                <a:ext uri="{FF2B5EF4-FFF2-40B4-BE49-F238E27FC236}">
                  <a16:creationId xmlns:a16="http://schemas.microsoft.com/office/drawing/2014/main" id="{D295D76A-B240-C0EA-DC27-3C360A6B67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9" y="3014316"/>
              <a:ext cx="209457" cy="196411"/>
            </a:xfrm>
            <a:prstGeom prst="rect">
              <a:avLst/>
            </a:prstGeom>
          </p:spPr>
        </p:pic>
        <p:pic>
          <p:nvPicPr>
            <p:cNvPr id="1720" name="Graphic 1719" descr="Deciduous tree with solid fill">
              <a:extLst>
                <a:ext uri="{FF2B5EF4-FFF2-40B4-BE49-F238E27FC236}">
                  <a16:creationId xmlns:a16="http://schemas.microsoft.com/office/drawing/2014/main" id="{D93ECA1B-58BE-F5D1-FA73-103C12670F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4" y="3137808"/>
              <a:ext cx="209457" cy="196411"/>
            </a:xfrm>
            <a:prstGeom prst="rect">
              <a:avLst/>
            </a:prstGeom>
          </p:spPr>
        </p:pic>
        <p:pic>
          <p:nvPicPr>
            <p:cNvPr id="1721" name="Graphic 1720" descr="Deciduous tree with solid fill">
              <a:extLst>
                <a:ext uri="{FF2B5EF4-FFF2-40B4-BE49-F238E27FC236}">
                  <a16:creationId xmlns:a16="http://schemas.microsoft.com/office/drawing/2014/main" id="{4C60E112-A478-F260-C360-F3E2224AAC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8" y="3261298"/>
              <a:ext cx="209457" cy="196411"/>
            </a:xfrm>
            <a:prstGeom prst="rect">
              <a:avLst/>
            </a:prstGeom>
          </p:spPr>
        </p:pic>
        <p:pic>
          <p:nvPicPr>
            <p:cNvPr id="1722" name="Graphic 1721" descr="Deciduous tree with solid fill">
              <a:extLst>
                <a:ext uri="{FF2B5EF4-FFF2-40B4-BE49-F238E27FC236}">
                  <a16:creationId xmlns:a16="http://schemas.microsoft.com/office/drawing/2014/main" id="{FF117C99-D120-C5BA-4AE5-B443F514B4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5" y="2114424"/>
              <a:ext cx="209457" cy="196411"/>
            </a:xfrm>
            <a:prstGeom prst="rect">
              <a:avLst/>
            </a:prstGeom>
          </p:spPr>
        </p:pic>
        <p:pic>
          <p:nvPicPr>
            <p:cNvPr id="1723" name="Graphic 1722" descr="Deciduous tree with solid fill">
              <a:extLst>
                <a:ext uri="{FF2B5EF4-FFF2-40B4-BE49-F238E27FC236}">
                  <a16:creationId xmlns:a16="http://schemas.microsoft.com/office/drawing/2014/main" id="{61CFEDF0-A51A-86F6-D035-619D3AAB5B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8" y="2210283"/>
              <a:ext cx="209457" cy="196411"/>
            </a:xfrm>
            <a:prstGeom prst="rect">
              <a:avLst/>
            </a:prstGeom>
          </p:spPr>
        </p:pic>
        <p:pic>
          <p:nvPicPr>
            <p:cNvPr id="1724" name="Graphic 1723" descr="Deciduous tree with solid fill">
              <a:extLst>
                <a:ext uri="{FF2B5EF4-FFF2-40B4-BE49-F238E27FC236}">
                  <a16:creationId xmlns:a16="http://schemas.microsoft.com/office/drawing/2014/main" id="{7DE8E39C-6D14-E659-BC50-7BA4C54145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0" y="2026385"/>
              <a:ext cx="209457" cy="196411"/>
            </a:xfrm>
            <a:prstGeom prst="rect">
              <a:avLst/>
            </a:prstGeom>
          </p:spPr>
        </p:pic>
        <p:pic>
          <p:nvPicPr>
            <p:cNvPr id="1725" name="Graphic 1724" descr="Deciduous tree with solid fill">
              <a:extLst>
                <a:ext uri="{FF2B5EF4-FFF2-40B4-BE49-F238E27FC236}">
                  <a16:creationId xmlns:a16="http://schemas.microsoft.com/office/drawing/2014/main" id="{7AFD70DE-A98C-A1B4-B6D1-78B5CE5E82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2" y="2333774"/>
              <a:ext cx="209457" cy="196411"/>
            </a:xfrm>
            <a:prstGeom prst="rect">
              <a:avLst/>
            </a:prstGeom>
          </p:spPr>
        </p:pic>
        <p:pic>
          <p:nvPicPr>
            <p:cNvPr id="1726" name="Graphic 1725" descr="Deciduous tree with solid fill">
              <a:extLst>
                <a:ext uri="{FF2B5EF4-FFF2-40B4-BE49-F238E27FC236}">
                  <a16:creationId xmlns:a16="http://schemas.microsoft.com/office/drawing/2014/main" id="{FC4EBACA-1064-F3C2-0688-1730B0FA12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7" y="2457266"/>
              <a:ext cx="209457" cy="196411"/>
            </a:xfrm>
            <a:prstGeom prst="rect">
              <a:avLst/>
            </a:prstGeom>
          </p:spPr>
        </p:pic>
        <p:pic>
          <p:nvPicPr>
            <p:cNvPr id="1727" name="Graphic 1726" descr="Deciduous tree with solid fill">
              <a:extLst>
                <a:ext uri="{FF2B5EF4-FFF2-40B4-BE49-F238E27FC236}">
                  <a16:creationId xmlns:a16="http://schemas.microsoft.com/office/drawing/2014/main" id="{FE781BE1-ACD9-29FB-D42A-B313BB5F9B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1728" name="Graphic 1727" descr="Deciduous tree with solid fill">
              <a:extLst>
                <a:ext uri="{FF2B5EF4-FFF2-40B4-BE49-F238E27FC236}">
                  <a16:creationId xmlns:a16="http://schemas.microsoft.com/office/drawing/2014/main" id="{8E936BDA-43E8-4822-F9D5-A5B7F18D4F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1729" name="Graphic 1728" descr="Deciduous tree with solid fill">
              <a:extLst>
                <a:ext uri="{FF2B5EF4-FFF2-40B4-BE49-F238E27FC236}">
                  <a16:creationId xmlns:a16="http://schemas.microsoft.com/office/drawing/2014/main" id="{DBB8B186-9B5B-AB54-BB88-7101673836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1730" name="Graphic 1729" descr="Deciduous tree with solid fill">
              <a:extLst>
                <a:ext uri="{FF2B5EF4-FFF2-40B4-BE49-F238E27FC236}">
                  <a16:creationId xmlns:a16="http://schemas.microsoft.com/office/drawing/2014/main" id="{9366960B-8C8C-A44C-3DCD-CE69B5095C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731" name="Graphic 1730" descr="Deciduous tree with solid fill">
              <a:extLst>
                <a:ext uri="{FF2B5EF4-FFF2-40B4-BE49-F238E27FC236}">
                  <a16:creationId xmlns:a16="http://schemas.microsoft.com/office/drawing/2014/main" id="{1C823FFC-F1FE-AAC5-A0E7-15FD0E97DA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732" name="Graphic 1731" descr="Deciduous tree with solid fill">
              <a:extLst>
                <a:ext uri="{FF2B5EF4-FFF2-40B4-BE49-F238E27FC236}">
                  <a16:creationId xmlns:a16="http://schemas.microsoft.com/office/drawing/2014/main" id="{5AE3539A-C017-95D1-2F35-082617A056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733" name="Graphic 1732" descr="Deciduous tree with solid fill">
              <a:extLst>
                <a:ext uri="{FF2B5EF4-FFF2-40B4-BE49-F238E27FC236}">
                  <a16:creationId xmlns:a16="http://schemas.microsoft.com/office/drawing/2014/main" id="{F74AE9BE-59EE-A790-9D4D-66B7B33795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734" name="Graphic 1733" descr="Deciduous tree with solid fill">
              <a:extLst>
                <a:ext uri="{FF2B5EF4-FFF2-40B4-BE49-F238E27FC236}">
                  <a16:creationId xmlns:a16="http://schemas.microsoft.com/office/drawing/2014/main" id="{3EE5F430-A634-5C7E-8591-4CDFEFE613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735" name="Graphic 1734" descr="Deciduous tree with solid fill">
              <a:extLst>
                <a:ext uri="{FF2B5EF4-FFF2-40B4-BE49-F238E27FC236}">
                  <a16:creationId xmlns:a16="http://schemas.microsoft.com/office/drawing/2014/main" id="{03612899-306B-9DE6-309B-6AD3F42A15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9" y="2237915"/>
              <a:ext cx="209457" cy="196411"/>
            </a:xfrm>
            <a:prstGeom prst="rect">
              <a:avLst/>
            </a:prstGeom>
          </p:spPr>
        </p:pic>
        <p:pic>
          <p:nvPicPr>
            <p:cNvPr id="1736" name="Graphic 1735" descr="Deciduous tree with solid fill">
              <a:extLst>
                <a:ext uri="{FF2B5EF4-FFF2-40B4-BE49-F238E27FC236}">
                  <a16:creationId xmlns:a16="http://schemas.microsoft.com/office/drawing/2014/main" id="{177B94D1-0E84-DABD-AA7A-4B82437BF0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1737" name="Graphic 1736" descr="Deciduous tree with solid fill">
              <a:extLst>
                <a:ext uri="{FF2B5EF4-FFF2-40B4-BE49-F238E27FC236}">
                  <a16:creationId xmlns:a16="http://schemas.microsoft.com/office/drawing/2014/main" id="{4FEC2D38-F4DE-4DD6-AF0C-91871190F6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8" y="2484898"/>
              <a:ext cx="209457" cy="196411"/>
            </a:xfrm>
            <a:prstGeom prst="rect">
              <a:avLst/>
            </a:prstGeom>
          </p:spPr>
        </p:pic>
        <p:pic>
          <p:nvPicPr>
            <p:cNvPr id="1738" name="Graphic 1737" descr="Deciduous tree with solid fill">
              <a:extLst>
                <a:ext uri="{FF2B5EF4-FFF2-40B4-BE49-F238E27FC236}">
                  <a16:creationId xmlns:a16="http://schemas.microsoft.com/office/drawing/2014/main" id="{C2212907-3B60-88A9-87B1-63EFA8E21F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1739" name="Graphic 1738" descr="Deciduous tree with solid fill">
              <a:extLst>
                <a:ext uri="{FF2B5EF4-FFF2-40B4-BE49-F238E27FC236}">
                  <a16:creationId xmlns:a16="http://schemas.microsoft.com/office/drawing/2014/main" id="{A2F42FC3-1B72-308D-C423-FA611F07F0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740" name="Graphic 1739" descr="Deciduous tree with solid fill">
              <a:extLst>
                <a:ext uri="{FF2B5EF4-FFF2-40B4-BE49-F238E27FC236}">
                  <a16:creationId xmlns:a16="http://schemas.microsoft.com/office/drawing/2014/main" id="{1E9281A3-919F-62A0-5DC1-81E680BB5A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741" name="Graphic 1740" descr="Deciduous tree with solid fill">
              <a:extLst>
                <a:ext uri="{FF2B5EF4-FFF2-40B4-BE49-F238E27FC236}">
                  <a16:creationId xmlns:a16="http://schemas.microsoft.com/office/drawing/2014/main" id="{8C0A7B46-8C92-6C96-4518-5ECBB682D9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742" name="Graphic 1741" descr="Deciduous tree with solid fill">
              <a:extLst>
                <a:ext uri="{FF2B5EF4-FFF2-40B4-BE49-F238E27FC236}">
                  <a16:creationId xmlns:a16="http://schemas.microsoft.com/office/drawing/2014/main" id="{4A08A474-56C3-566C-8D32-1303F6370C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743" name="Graphic 1742" descr="Deciduous tree with solid fill">
              <a:extLst>
                <a:ext uri="{FF2B5EF4-FFF2-40B4-BE49-F238E27FC236}">
                  <a16:creationId xmlns:a16="http://schemas.microsoft.com/office/drawing/2014/main" id="{42D11B4E-9B4F-239D-7F43-9AA395E32E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744" name="Graphic 1743" descr="Deciduous tree with solid fill">
              <a:extLst>
                <a:ext uri="{FF2B5EF4-FFF2-40B4-BE49-F238E27FC236}">
                  <a16:creationId xmlns:a16="http://schemas.microsoft.com/office/drawing/2014/main" id="{6447B86F-549B-6094-3E27-13EDC15B63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745" name="Graphic 1744" descr="Deciduous tree with solid fill">
              <a:extLst>
                <a:ext uri="{FF2B5EF4-FFF2-40B4-BE49-F238E27FC236}">
                  <a16:creationId xmlns:a16="http://schemas.microsoft.com/office/drawing/2014/main" id="{C417B724-2128-4CD4-A056-72F249A5D4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5" y="2149877"/>
              <a:ext cx="209457" cy="196411"/>
            </a:xfrm>
            <a:prstGeom prst="rect">
              <a:avLst/>
            </a:prstGeom>
          </p:spPr>
        </p:pic>
        <p:pic>
          <p:nvPicPr>
            <p:cNvPr id="1746" name="Graphic 1745" descr="Deciduous tree with solid fill">
              <a:extLst>
                <a:ext uri="{FF2B5EF4-FFF2-40B4-BE49-F238E27FC236}">
                  <a16:creationId xmlns:a16="http://schemas.microsoft.com/office/drawing/2014/main" id="{20F27C62-16C5-7DEF-F403-BA0CB1EEBD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0" y="2273368"/>
              <a:ext cx="209457" cy="196411"/>
            </a:xfrm>
            <a:prstGeom prst="rect">
              <a:avLst/>
            </a:prstGeom>
          </p:spPr>
        </p:pic>
        <p:pic>
          <p:nvPicPr>
            <p:cNvPr id="1747" name="Graphic 1746" descr="Deciduous tree with solid fill">
              <a:extLst>
                <a:ext uri="{FF2B5EF4-FFF2-40B4-BE49-F238E27FC236}">
                  <a16:creationId xmlns:a16="http://schemas.microsoft.com/office/drawing/2014/main" id="{4D2623C7-DC32-5A62-9645-F64DA891C7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1748" name="Graphic 1747" descr="Deciduous tree with solid fill">
              <a:extLst>
                <a:ext uri="{FF2B5EF4-FFF2-40B4-BE49-F238E27FC236}">
                  <a16:creationId xmlns:a16="http://schemas.microsoft.com/office/drawing/2014/main" id="{91615DB9-76D5-D4A2-E45A-69569AA735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1749" name="Graphic 1748" descr="Deciduous tree with solid fill">
              <a:extLst>
                <a:ext uri="{FF2B5EF4-FFF2-40B4-BE49-F238E27FC236}">
                  <a16:creationId xmlns:a16="http://schemas.microsoft.com/office/drawing/2014/main" id="{88698E60-29EC-B830-DD96-209AC2601F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1750" name="Graphic 1749" descr="Deciduous tree with solid fill">
              <a:extLst>
                <a:ext uri="{FF2B5EF4-FFF2-40B4-BE49-F238E27FC236}">
                  <a16:creationId xmlns:a16="http://schemas.microsoft.com/office/drawing/2014/main" id="{8B06B79B-5D05-E371-E5F3-1A719A34B5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751" name="Graphic 1750" descr="Deciduous tree with solid fill">
              <a:extLst>
                <a:ext uri="{FF2B5EF4-FFF2-40B4-BE49-F238E27FC236}">
                  <a16:creationId xmlns:a16="http://schemas.microsoft.com/office/drawing/2014/main" id="{E984D64E-5060-BA19-B7D7-3450839110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752" name="Graphic 1751" descr="Deciduous tree with solid fill">
              <a:extLst>
                <a:ext uri="{FF2B5EF4-FFF2-40B4-BE49-F238E27FC236}">
                  <a16:creationId xmlns:a16="http://schemas.microsoft.com/office/drawing/2014/main" id="{409AC454-AD48-8A5A-6402-840EE1B6E3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753" name="Graphic 1752" descr="Deciduous tree with solid fill">
              <a:extLst>
                <a:ext uri="{FF2B5EF4-FFF2-40B4-BE49-F238E27FC236}">
                  <a16:creationId xmlns:a16="http://schemas.microsoft.com/office/drawing/2014/main" id="{9A8BA747-0C45-48E2-832E-53BF3F8335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754" name="Graphic 1753" descr="Deciduous tree with solid fill">
              <a:extLst>
                <a:ext uri="{FF2B5EF4-FFF2-40B4-BE49-F238E27FC236}">
                  <a16:creationId xmlns:a16="http://schemas.microsoft.com/office/drawing/2014/main" id="{C4E735A7-07ED-4BAA-530C-3B8F7BB60E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755" name="Graphic 1754" descr="Deciduous tree with solid fill">
              <a:extLst>
                <a:ext uri="{FF2B5EF4-FFF2-40B4-BE49-F238E27FC236}">
                  <a16:creationId xmlns:a16="http://schemas.microsoft.com/office/drawing/2014/main" id="{6F3DA9E3-4A63-9A9D-1646-3E6AB1414B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989" y="2237915"/>
              <a:ext cx="209457" cy="196411"/>
            </a:xfrm>
            <a:prstGeom prst="rect">
              <a:avLst/>
            </a:prstGeom>
          </p:spPr>
        </p:pic>
        <p:pic>
          <p:nvPicPr>
            <p:cNvPr id="1756" name="Graphic 1755" descr="Deciduous tree with solid fill">
              <a:extLst>
                <a:ext uri="{FF2B5EF4-FFF2-40B4-BE49-F238E27FC236}">
                  <a16:creationId xmlns:a16="http://schemas.microsoft.com/office/drawing/2014/main" id="{B3606010-1E99-C8BF-5F34-4C404B246D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2" y="2333774"/>
              <a:ext cx="209457" cy="196411"/>
            </a:xfrm>
            <a:prstGeom prst="rect">
              <a:avLst/>
            </a:prstGeom>
          </p:spPr>
        </p:pic>
        <p:pic>
          <p:nvPicPr>
            <p:cNvPr id="1757" name="Graphic 1756" descr="Deciduous tree with solid fill">
              <a:extLst>
                <a:ext uri="{FF2B5EF4-FFF2-40B4-BE49-F238E27FC236}">
                  <a16:creationId xmlns:a16="http://schemas.microsoft.com/office/drawing/2014/main" id="{FAE1E3A5-C90A-4900-F27E-4DDB295796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565" y="2149877"/>
              <a:ext cx="209457" cy="196411"/>
            </a:xfrm>
            <a:prstGeom prst="rect">
              <a:avLst/>
            </a:prstGeom>
          </p:spPr>
        </p:pic>
        <p:pic>
          <p:nvPicPr>
            <p:cNvPr id="1758" name="Graphic 1757" descr="Deciduous tree with solid fill">
              <a:extLst>
                <a:ext uri="{FF2B5EF4-FFF2-40B4-BE49-F238E27FC236}">
                  <a16:creationId xmlns:a16="http://schemas.microsoft.com/office/drawing/2014/main" id="{EE891B25-88BE-FD0C-94AC-EE52BF8973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1057" y="2457266"/>
              <a:ext cx="209457" cy="196411"/>
            </a:xfrm>
            <a:prstGeom prst="rect">
              <a:avLst/>
            </a:prstGeom>
          </p:spPr>
        </p:pic>
        <p:pic>
          <p:nvPicPr>
            <p:cNvPr id="1759" name="Graphic 1758" descr="Deciduous tree with solid fill">
              <a:extLst>
                <a:ext uri="{FF2B5EF4-FFF2-40B4-BE49-F238E27FC236}">
                  <a16:creationId xmlns:a16="http://schemas.microsoft.com/office/drawing/2014/main" id="{CCE48411-902D-F844-65B5-261F183F1F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1760" name="Graphic 1759" descr="Deciduous tree with solid fill">
              <a:extLst>
                <a:ext uri="{FF2B5EF4-FFF2-40B4-BE49-F238E27FC236}">
                  <a16:creationId xmlns:a16="http://schemas.microsoft.com/office/drawing/2014/main" id="{FD9492B9-CEB1-76C6-01E4-C9133AF956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6" y="2704249"/>
              <a:ext cx="209457" cy="196411"/>
            </a:xfrm>
            <a:prstGeom prst="rect">
              <a:avLst/>
            </a:prstGeom>
          </p:spPr>
        </p:pic>
        <p:pic>
          <p:nvPicPr>
            <p:cNvPr id="1761" name="Graphic 1760" descr="Deciduous tree with solid fill">
              <a:extLst>
                <a:ext uri="{FF2B5EF4-FFF2-40B4-BE49-F238E27FC236}">
                  <a16:creationId xmlns:a16="http://schemas.microsoft.com/office/drawing/2014/main" id="{D0F28028-D3D6-2FD2-F281-3A6A30C3E1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1762" name="Graphic 1761" descr="Deciduous tree with solid fill">
              <a:extLst>
                <a:ext uri="{FF2B5EF4-FFF2-40B4-BE49-F238E27FC236}">
                  <a16:creationId xmlns:a16="http://schemas.microsoft.com/office/drawing/2014/main" id="{1E4AD7E7-2F60-6C12-030B-82CE2B8D2B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763" name="Graphic 1762" descr="Deciduous tree with solid fill">
              <a:extLst>
                <a:ext uri="{FF2B5EF4-FFF2-40B4-BE49-F238E27FC236}">
                  <a16:creationId xmlns:a16="http://schemas.microsoft.com/office/drawing/2014/main" id="{9D0CDC4C-CE6C-5CAB-74A6-8BE625E111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764" name="Graphic 1763" descr="Deciduous tree with solid fill">
              <a:extLst>
                <a:ext uri="{FF2B5EF4-FFF2-40B4-BE49-F238E27FC236}">
                  <a16:creationId xmlns:a16="http://schemas.microsoft.com/office/drawing/2014/main" id="{C7720D9F-1F43-A8E0-B527-F80517914F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765" name="Graphic 1764" descr="Deciduous tree with solid fill">
              <a:extLst>
                <a:ext uri="{FF2B5EF4-FFF2-40B4-BE49-F238E27FC236}">
                  <a16:creationId xmlns:a16="http://schemas.microsoft.com/office/drawing/2014/main" id="{471C1EBC-A813-E17D-5153-E468B53A59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766" name="Graphic 1765" descr="Deciduous tree with solid fill">
              <a:extLst>
                <a:ext uri="{FF2B5EF4-FFF2-40B4-BE49-F238E27FC236}">
                  <a16:creationId xmlns:a16="http://schemas.microsoft.com/office/drawing/2014/main" id="{8A98661E-C5C3-7880-C5B9-C4DF6E4D5F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767" name="Graphic 1766" descr="Deciduous tree with solid fill">
              <a:extLst>
                <a:ext uri="{FF2B5EF4-FFF2-40B4-BE49-F238E27FC236}">
                  <a16:creationId xmlns:a16="http://schemas.microsoft.com/office/drawing/2014/main" id="{141D3710-63FF-9123-BB7E-5CA15819F4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6684" y="2361406"/>
              <a:ext cx="209457" cy="196411"/>
            </a:xfrm>
            <a:prstGeom prst="rect">
              <a:avLst/>
            </a:prstGeom>
          </p:spPr>
        </p:pic>
        <p:pic>
          <p:nvPicPr>
            <p:cNvPr id="1768" name="Graphic 1767" descr="Deciduous tree with solid fill">
              <a:extLst>
                <a:ext uri="{FF2B5EF4-FFF2-40B4-BE49-F238E27FC236}">
                  <a16:creationId xmlns:a16="http://schemas.microsoft.com/office/drawing/2014/main" id="{23F8FF92-87F8-C337-EB5E-568B7FE870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9" y="2484898"/>
              <a:ext cx="209457" cy="196411"/>
            </a:xfrm>
            <a:prstGeom prst="rect">
              <a:avLst/>
            </a:prstGeom>
          </p:spPr>
        </p:pic>
        <p:pic>
          <p:nvPicPr>
            <p:cNvPr id="1769" name="Graphic 1768" descr="Deciduous tree with solid fill">
              <a:extLst>
                <a:ext uri="{FF2B5EF4-FFF2-40B4-BE49-F238E27FC236}">
                  <a16:creationId xmlns:a16="http://schemas.microsoft.com/office/drawing/2014/main" id="{ABBD18B2-BF29-29C5-C57B-EBF7F24C80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1770" name="Graphic 1769" descr="Deciduous tree with solid fill">
              <a:extLst>
                <a:ext uri="{FF2B5EF4-FFF2-40B4-BE49-F238E27FC236}">
                  <a16:creationId xmlns:a16="http://schemas.microsoft.com/office/drawing/2014/main" id="{E5495D42-1578-C325-79B1-3177BEA146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771" name="Graphic 1770" descr="Deciduous tree with solid fill">
              <a:extLst>
                <a:ext uri="{FF2B5EF4-FFF2-40B4-BE49-F238E27FC236}">
                  <a16:creationId xmlns:a16="http://schemas.microsoft.com/office/drawing/2014/main" id="{5D6BC887-A3AD-FA18-D5EB-E2FB03E873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772" name="Graphic 1771" descr="Deciduous tree with solid fill">
              <a:extLst>
                <a:ext uri="{FF2B5EF4-FFF2-40B4-BE49-F238E27FC236}">
                  <a16:creationId xmlns:a16="http://schemas.microsoft.com/office/drawing/2014/main" id="{C3CF42FD-5CDB-8B6E-17D0-EF5B251F3D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773" name="Graphic 1772" descr="Deciduous tree with solid fill">
              <a:extLst>
                <a:ext uri="{FF2B5EF4-FFF2-40B4-BE49-F238E27FC236}">
                  <a16:creationId xmlns:a16="http://schemas.microsoft.com/office/drawing/2014/main" id="{4DC05C56-6E35-7E8B-FEB4-341BE0C08B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774" name="Graphic 1773" descr="Deciduous tree with solid fill">
              <a:extLst>
                <a:ext uri="{FF2B5EF4-FFF2-40B4-BE49-F238E27FC236}">
                  <a16:creationId xmlns:a16="http://schemas.microsoft.com/office/drawing/2014/main" id="{6E039FD8-46EA-E86B-350B-EF8D41D037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775" name="Graphic 1774" descr="Deciduous tree with solid fill">
              <a:extLst>
                <a:ext uri="{FF2B5EF4-FFF2-40B4-BE49-F238E27FC236}">
                  <a16:creationId xmlns:a16="http://schemas.microsoft.com/office/drawing/2014/main" id="{910754ED-28CE-057B-60E2-B4594B7D9E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776" name="Graphic 1775" descr="Deciduous tree with solid fill">
              <a:extLst>
                <a:ext uri="{FF2B5EF4-FFF2-40B4-BE49-F238E27FC236}">
                  <a16:creationId xmlns:a16="http://schemas.microsoft.com/office/drawing/2014/main" id="{929560CB-9F07-FFD5-C958-8EE5FD1D33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0" y="2273368"/>
              <a:ext cx="209457" cy="196411"/>
            </a:xfrm>
            <a:prstGeom prst="rect">
              <a:avLst/>
            </a:prstGeom>
          </p:spPr>
        </p:pic>
        <p:pic>
          <p:nvPicPr>
            <p:cNvPr id="1777" name="Graphic 1776" descr="Deciduous tree with solid fill">
              <a:extLst>
                <a:ext uri="{FF2B5EF4-FFF2-40B4-BE49-F238E27FC236}">
                  <a16:creationId xmlns:a16="http://schemas.microsoft.com/office/drawing/2014/main" id="{39CB5F38-9DEE-48CF-FFBD-52CF8A2DF3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1778" name="Graphic 1777" descr="Deciduous tree with solid fill">
              <a:extLst>
                <a:ext uri="{FF2B5EF4-FFF2-40B4-BE49-F238E27FC236}">
                  <a16:creationId xmlns:a16="http://schemas.microsoft.com/office/drawing/2014/main" id="{3F981519-367B-349A-9B38-9B99CF7AF6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1779" name="Graphic 1778" descr="Deciduous tree with solid fill">
              <a:extLst>
                <a:ext uri="{FF2B5EF4-FFF2-40B4-BE49-F238E27FC236}">
                  <a16:creationId xmlns:a16="http://schemas.microsoft.com/office/drawing/2014/main" id="{D71EBBC8-8550-98F2-D9F8-DF20DD9BF6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1780" name="Graphic 1779" descr="Deciduous tree with solid fill">
              <a:extLst>
                <a:ext uri="{FF2B5EF4-FFF2-40B4-BE49-F238E27FC236}">
                  <a16:creationId xmlns:a16="http://schemas.microsoft.com/office/drawing/2014/main" id="{A75B0DEF-925C-3931-EAA8-BFA7012CD7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781" name="Graphic 1780" descr="Deciduous tree with solid fill">
              <a:extLst>
                <a:ext uri="{FF2B5EF4-FFF2-40B4-BE49-F238E27FC236}">
                  <a16:creationId xmlns:a16="http://schemas.microsoft.com/office/drawing/2014/main" id="{4CD66722-6D85-CAC0-4B5F-91CA628BF6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782" name="Graphic 1781" descr="Deciduous tree with solid fill">
              <a:extLst>
                <a:ext uri="{FF2B5EF4-FFF2-40B4-BE49-F238E27FC236}">
                  <a16:creationId xmlns:a16="http://schemas.microsoft.com/office/drawing/2014/main" id="{F9628589-8089-750C-534D-177C839F1B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783" name="Graphic 1782" descr="Deciduous tree with solid fill">
              <a:extLst>
                <a:ext uri="{FF2B5EF4-FFF2-40B4-BE49-F238E27FC236}">
                  <a16:creationId xmlns:a16="http://schemas.microsoft.com/office/drawing/2014/main" id="{32EF0FB4-C685-690E-1EA9-4CED0F2DD2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784" name="Graphic 1783" descr="Deciduous tree with solid fill">
              <a:extLst>
                <a:ext uri="{FF2B5EF4-FFF2-40B4-BE49-F238E27FC236}">
                  <a16:creationId xmlns:a16="http://schemas.microsoft.com/office/drawing/2014/main" id="{A1C3139A-6C6A-09E8-6A95-272C495688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785" name="Graphic 1784" descr="Deciduous tree with solid fill">
              <a:extLst>
                <a:ext uri="{FF2B5EF4-FFF2-40B4-BE49-F238E27FC236}">
                  <a16:creationId xmlns:a16="http://schemas.microsoft.com/office/drawing/2014/main" id="{9236EFE4-847D-A02A-A3D0-0610AC573A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1786" name="Graphic 1785" descr="Deciduous tree with solid fill">
              <a:extLst>
                <a:ext uri="{FF2B5EF4-FFF2-40B4-BE49-F238E27FC236}">
                  <a16:creationId xmlns:a16="http://schemas.microsoft.com/office/drawing/2014/main" id="{ECDA34CD-A5EC-EB41-BCC9-1CFB8BA7CD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1787" name="Graphic 1786" descr="Deciduous tree with solid fill">
              <a:extLst>
                <a:ext uri="{FF2B5EF4-FFF2-40B4-BE49-F238E27FC236}">
                  <a16:creationId xmlns:a16="http://schemas.microsoft.com/office/drawing/2014/main" id="{32FE6E16-67C4-93A6-A001-D54DEFCA46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60" y="2273368"/>
              <a:ext cx="209457" cy="196411"/>
            </a:xfrm>
            <a:prstGeom prst="rect">
              <a:avLst/>
            </a:prstGeom>
          </p:spPr>
        </p:pic>
        <p:pic>
          <p:nvPicPr>
            <p:cNvPr id="1788" name="Graphic 1787" descr="Deciduous tree with solid fill">
              <a:extLst>
                <a:ext uri="{FF2B5EF4-FFF2-40B4-BE49-F238E27FC236}">
                  <a16:creationId xmlns:a16="http://schemas.microsoft.com/office/drawing/2014/main" id="{AD42B4AF-96E7-1F61-52C8-B489BE2B83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1789" name="Graphic 1788" descr="Deciduous tree with solid fill">
              <a:extLst>
                <a:ext uri="{FF2B5EF4-FFF2-40B4-BE49-F238E27FC236}">
                  <a16:creationId xmlns:a16="http://schemas.microsoft.com/office/drawing/2014/main" id="{1F25E20B-B139-09B0-C729-93627D7682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1790" name="Graphic 1789" descr="Deciduous tree with solid fill">
              <a:extLst>
                <a:ext uri="{FF2B5EF4-FFF2-40B4-BE49-F238E27FC236}">
                  <a16:creationId xmlns:a16="http://schemas.microsoft.com/office/drawing/2014/main" id="{37B9F06E-46D4-7F49-96EF-06FCECEA9C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1791" name="Graphic 1790" descr="Deciduous tree with solid fill">
              <a:extLst>
                <a:ext uri="{FF2B5EF4-FFF2-40B4-BE49-F238E27FC236}">
                  <a16:creationId xmlns:a16="http://schemas.microsoft.com/office/drawing/2014/main" id="{95B38641-7396-7DF8-CC26-00F89E4DD3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792" name="Graphic 1791" descr="Deciduous tree with solid fill">
              <a:extLst>
                <a:ext uri="{FF2B5EF4-FFF2-40B4-BE49-F238E27FC236}">
                  <a16:creationId xmlns:a16="http://schemas.microsoft.com/office/drawing/2014/main" id="{A00CF29F-59E7-178C-8F4E-5929073818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793" name="Graphic 1792" descr="Deciduous tree with solid fill">
              <a:extLst>
                <a:ext uri="{FF2B5EF4-FFF2-40B4-BE49-F238E27FC236}">
                  <a16:creationId xmlns:a16="http://schemas.microsoft.com/office/drawing/2014/main" id="{A707A03F-74C8-A0B3-DEC6-0F444782BF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794" name="Graphic 1793" descr="Deciduous tree with solid fill">
              <a:extLst>
                <a:ext uri="{FF2B5EF4-FFF2-40B4-BE49-F238E27FC236}">
                  <a16:creationId xmlns:a16="http://schemas.microsoft.com/office/drawing/2014/main" id="{82A4EDA0-84CF-4921-77AF-A654A18B0F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795" name="Graphic 1794" descr="Deciduous tree with solid fill">
              <a:extLst>
                <a:ext uri="{FF2B5EF4-FFF2-40B4-BE49-F238E27FC236}">
                  <a16:creationId xmlns:a16="http://schemas.microsoft.com/office/drawing/2014/main" id="{DE40EE21-B569-1A9E-6820-2ACE77381E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796" name="Graphic 1795" descr="Deciduous tree with solid fill">
              <a:extLst>
                <a:ext uri="{FF2B5EF4-FFF2-40B4-BE49-F238E27FC236}">
                  <a16:creationId xmlns:a16="http://schemas.microsoft.com/office/drawing/2014/main" id="{DDF0C7F8-F94B-C767-1569-9776E64164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378" y="2484898"/>
              <a:ext cx="209457" cy="196411"/>
            </a:xfrm>
            <a:prstGeom prst="rect">
              <a:avLst/>
            </a:prstGeom>
          </p:spPr>
        </p:pic>
        <p:pic>
          <p:nvPicPr>
            <p:cNvPr id="1797" name="Graphic 1796" descr="Deciduous tree with solid fill">
              <a:extLst>
                <a:ext uri="{FF2B5EF4-FFF2-40B4-BE49-F238E27FC236}">
                  <a16:creationId xmlns:a16="http://schemas.microsoft.com/office/drawing/2014/main" id="{4E566F41-4DD3-41AF-DA70-91D24B3A1D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1798" name="Graphic 1797" descr="Deciduous tree with solid fill">
              <a:extLst>
                <a:ext uri="{FF2B5EF4-FFF2-40B4-BE49-F238E27FC236}">
                  <a16:creationId xmlns:a16="http://schemas.microsoft.com/office/drawing/2014/main" id="{5A7722C0-4F0D-7398-D1D2-3FDA3A1846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799" name="Graphic 1798" descr="Deciduous tree with solid fill">
              <a:extLst>
                <a:ext uri="{FF2B5EF4-FFF2-40B4-BE49-F238E27FC236}">
                  <a16:creationId xmlns:a16="http://schemas.microsoft.com/office/drawing/2014/main" id="{529DF0B8-C741-4C7F-A6F2-EC314A3B34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800" name="Graphic 1799" descr="Deciduous tree with solid fill">
              <a:extLst>
                <a:ext uri="{FF2B5EF4-FFF2-40B4-BE49-F238E27FC236}">
                  <a16:creationId xmlns:a16="http://schemas.microsoft.com/office/drawing/2014/main" id="{EFAF0FF0-3725-E43A-5A56-A5BFC8A2A3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801" name="Graphic 1800" descr="Deciduous tree with solid fill">
              <a:extLst>
                <a:ext uri="{FF2B5EF4-FFF2-40B4-BE49-F238E27FC236}">
                  <a16:creationId xmlns:a16="http://schemas.microsoft.com/office/drawing/2014/main" id="{52AFDD27-CAC7-FA66-D917-BA638D0619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802" name="Graphic 1801" descr="Deciduous tree with solid fill">
              <a:extLst>
                <a:ext uri="{FF2B5EF4-FFF2-40B4-BE49-F238E27FC236}">
                  <a16:creationId xmlns:a16="http://schemas.microsoft.com/office/drawing/2014/main" id="{0C643F93-EE91-A9A4-687A-0FBF31614D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803" name="Graphic 1802" descr="Deciduous tree with solid fill">
              <a:extLst>
                <a:ext uri="{FF2B5EF4-FFF2-40B4-BE49-F238E27FC236}">
                  <a16:creationId xmlns:a16="http://schemas.microsoft.com/office/drawing/2014/main" id="{668963BB-0A7C-74C7-91C9-3273091E0B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804" name="Graphic 1803" descr="Deciduous tree with solid fill">
              <a:extLst>
                <a:ext uri="{FF2B5EF4-FFF2-40B4-BE49-F238E27FC236}">
                  <a16:creationId xmlns:a16="http://schemas.microsoft.com/office/drawing/2014/main" id="{D937B3A3-7827-E07E-732E-A1A98A5450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1805" name="Graphic 1804" descr="Deciduous tree with solid fill">
              <a:extLst>
                <a:ext uri="{FF2B5EF4-FFF2-40B4-BE49-F238E27FC236}">
                  <a16:creationId xmlns:a16="http://schemas.microsoft.com/office/drawing/2014/main" id="{AAE05F15-E99C-D7AA-F71E-4258E01860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1806" name="Graphic 1805" descr="Deciduous tree with solid fill">
              <a:extLst>
                <a:ext uri="{FF2B5EF4-FFF2-40B4-BE49-F238E27FC236}">
                  <a16:creationId xmlns:a16="http://schemas.microsoft.com/office/drawing/2014/main" id="{148628A3-A8D9-930C-EA9E-E8DEAF93DA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1807" name="Graphic 1806" descr="Deciduous tree with solid fill">
              <a:extLst>
                <a:ext uri="{FF2B5EF4-FFF2-40B4-BE49-F238E27FC236}">
                  <a16:creationId xmlns:a16="http://schemas.microsoft.com/office/drawing/2014/main" id="{67780FD6-F70F-DE8E-8F7C-6AE83E990A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808" name="Graphic 1807" descr="Deciduous tree with solid fill">
              <a:extLst>
                <a:ext uri="{FF2B5EF4-FFF2-40B4-BE49-F238E27FC236}">
                  <a16:creationId xmlns:a16="http://schemas.microsoft.com/office/drawing/2014/main" id="{1C546FC7-42BC-CF65-C5D7-62141553BD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809" name="Graphic 1808" descr="Deciduous tree with solid fill">
              <a:extLst>
                <a:ext uri="{FF2B5EF4-FFF2-40B4-BE49-F238E27FC236}">
                  <a16:creationId xmlns:a16="http://schemas.microsoft.com/office/drawing/2014/main" id="{CC6F1E2F-8F45-14C0-80B3-9DA7B6E3B3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810" name="Graphic 1809" descr="Deciduous tree with solid fill">
              <a:extLst>
                <a:ext uri="{FF2B5EF4-FFF2-40B4-BE49-F238E27FC236}">
                  <a16:creationId xmlns:a16="http://schemas.microsoft.com/office/drawing/2014/main" id="{F0B41C77-C00D-1DF1-43BD-F5696A6412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811" name="Graphic 1810" descr="Deciduous tree with solid fill">
              <a:extLst>
                <a:ext uri="{FF2B5EF4-FFF2-40B4-BE49-F238E27FC236}">
                  <a16:creationId xmlns:a16="http://schemas.microsoft.com/office/drawing/2014/main" id="{7D95C21A-B21B-24C0-5AFA-D8FCAB0BA9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812" name="Graphic 1811" descr="Deciduous tree with solid fill">
              <a:extLst>
                <a:ext uri="{FF2B5EF4-FFF2-40B4-BE49-F238E27FC236}">
                  <a16:creationId xmlns:a16="http://schemas.microsoft.com/office/drawing/2014/main" id="{8E6417F5-36D3-8F7F-818F-643D445A76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1813" name="Graphic 1812" descr="Deciduous tree with solid fill">
              <a:extLst>
                <a:ext uri="{FF2B5EF4-FFF2-40B4-BE49-F238E27FC236}">
                  <a16:creationId xmlns:a16="http://schemas.microsoft.com/office/drawing/2014/main" id="{FA681597-BD76-FBDC-7D3D-5EA201C985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1814" name="Graphic 1813" descr="Deciduous tree with solid fill">
              <a:extLst>
                <a:ext uri="{FF2B5EF4-FFF2-40B4-BE49-F238E27FC236}">
                  <a16:creationId xmlns:a16="http://schemas.microsoft.com/office/drawing/2014/main" id="{8288BF01-47D8-8D7F-7490-ECA58D9CF4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955" y="2396860"/>
              <a:ext cx="209457" cy="196411"/>
            </a:xfrm>
            <a:prstGeom prst="rect">
              <a:avLst/>
            </a:prstGeom>
          </p:spPr>
        </p:pic>
        <p:pic>
          <p:nvPicPr>
            <p:cNvPr id="1815" name="Graphic 1814" descr="Deciduous tree with solid fill">
              <a:extLst>
                <a:ext uri="{FF2B5EF4-FFF2-40B4-BE49-F238E27FC236}">
                  <a16:creationId xmlns:a16="http://schemas.microsoft.com/office/drawing/2014/main" id="{98B7383F-D4CD-E320-59F9-F3468911CC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1816" name="Graphic 1815" descr="Deciduous tree with solid fill">
              <a:extLst>
                <a:ext uri="{FF2B5EF4-FFF2-40B4-BE49-F238E27FC236}">
                  <a16:creationId xmlns:a16="http://schemas.microsoft.com/office/drawing/2014/main" id="{F98A7FA2-4331-2F91-74B5-27252B68C0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1817" name="Graphic 1816" descr="Deciduous tree with solid fill">
              <a:extLst>
                <a:ext uri="{FF2B5EF4-FFF2-40B4-BE49-F238E27FC236}">
                  <a16:creationId xmlns:a16="http://schemas.microsoft.com/office/drawing/2014/main" id="{A36D3D9E-FC03-9CF5-B146-B30FF607ED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818" name="Graphic 1817" descr="Deciduous tree with solid fill">
              <a:extLst>
                <a:ext uri="{FF2B5EF4-FFF2-40B4-BE49-F238E27FC236}">
                  <a16:creationId xmlns:a16="http://schemas.microsoft.com/office/drawing/2014/main" id="{ADFA5320-67D4-5030-54FC-33C1C9CF21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819" name="Graphic 1818" descr="Deciduous tree with solid fill">
              <a:extLst>
                <a:ext uri="{FF2B5EF4-FFF2-40B4-BE49-F238E27FC236}">
                  <a16:creationId xmlns:a16="http://schemas.microsoft.com/office/drawing/2014/main" id="{0CB5D131-93BA-1840-FC97-942C4C9B5E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820" name="Graphic 1819" descr="Deciduous tree with solid fill">
              <a:extLst>
                <a:ext uri="{FF2B5EF4-FFF2-40B4-BE49-F238E27FC236}">
                  <a16:creationId xmlns:a16="http://schemas.microsoft.com/office/drawing/2014/main" id="{9704601E-1E8E-8291-86C3-250B5758CD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821" name="Graphic 1820" descr="Deciduous tree with solid fill">
              <a:extLst>
                <a:ext uri="{FF2B5EF4-FFF2-40B4-BE49-F238E27FC236}">
                  <a16:creationId xmlns:a16="http://schemas.microsoft.com/office/drawing/2014/main" id="{A503EE39-5F37-C3FF-99F8-4015EE6DC4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822" name="Graphic 1821" descr="Deciduous tree with solid fill">
              <a:extLst>
                <a:ext uri="{FF2B5EF4-FFF2-40B4-BE49-F238E27FC236}">
                  <a16:creationId xmlns:a16="http://schemas.microsoft.com/office/drawing/2014/main" id="{29C6800A-0BFF-9485-B399-0A961DEF38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0073" y="2608389"/>
              <a:ext cx="209457" cy="196411"/>
            </a:xfrm>
            <a:prstGeom prst="rect">
              <a:avLst/>
            </a:prstGeom>
          </p:spPr>
        </p:pic>
        <p:pic>
          <p:nvPicPr>
            <p:cNvPr id="1823" name="Graphic 1822" descr="Deciduous tree with solid fill">
              <a:extLst>
                <a:ext uri="{FF2B5EF4-FFF2-40B4-BE49-F238E27FC236}">
                  <a16:creationId xmlns:a16="http://schemas.microsoft.com/office/drawing/2014/main" id="{C4388B6E-1393-2F04-2553-235770C891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824" name="Graphic 1823" descr="Deciduous tree with solid fill">
              <a:extLst>
                <a:ext uri="{FF2B5EF4-FFF2-40B4-BE49-F238E27FC236}">
                  <a16:creationId xmlns:a16="http://schemas.microsoft.com/office/drawing/2014/main" id="{42B3CD3B-52B9-F571-31D6-C51F566B6D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825" name="Graphic 1824" descr="Deciduous tree with solid fill">
              <a:extLst>
                <a:ext uri="{FF2B5EF4-FFF2-40B4-BE49-F238E27FC236}">
                  <a16:creationId xmlns:a16="http://schemas.microsoft.com/office/drawing/2014/main" id="{26B64C9C-907C-2DBC-F143-091832E1EB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826" name="Graphic 1825" descr="Deciduous tree with solid fill">
              <a:extLst>
                <a:ext uri="{FF2B5EF4-FFF2-40B4-BE49-F238E27FC236}">
                  <a16:creationId xmlns:a16="http://schemas.microsoft.com/office/drawing/2014/main" id="{025F9544-E4AA-CFA7-2B59-24F9632C55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827" name="Graphic 1826" descr="Deciduous tree with solid fill">
              <a:extLst>
                <a:ext uri="{FF2B5EF4-FFF2-40B4-BE49-F238E27FC236}">
                  <a16:creationId xmlns:a16="http://schemas.microsoft.com/office/drawing/2014/main" id="{C6E32B5C-F678-92BC-615E-09C70DFB11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828" name="Graphic 1827" descr="Deciduous tree with solid fill">
              <a:extLst>
                <a:ext uri="{FF2B5EF4-FFF2-40B4-BE49-F238E27FC236}">
                  <a16:creationId xmlns:a16="http://schemas.microsoft.com/office/drawing/2014/main" id="{92BC515C-E0D9-D6E1-91F7-D2E939DCED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829" name="Graphic 1828" descr="Deciduous tree with solid fill">
              <a:extLst>
                <a:ext uri="{FF2B5EF4-FFF2-40B4-BE49-F238E27FC236}">
                  <a16:creationId xmlns:a16="http://schemas.microsoft.com/office/drawing/2014/main" id="{087B218F-B796-1C67-8CA1-89881FB62A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1830" name="Graphic 1829" descr="Deciduous tree with solid fill">
              <a:extLst>
                <a:ext uri="{FF2B5EF4-FFF2-40B4-BE49-F238E27FC236}">
                  <a16:creationId xmlns:a16="http://schemas.microsoft.com/office/drawing/2014/main" id="{0689C8F1-2793-29D6-E18A-0B5C97446F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1831" name="Graphic 1830" descr="Deciduous tree with solid fill">
              <a:extLst>
                <a:ext uri="{FF2B5EF4-FFF2-40B4-BE49-F238E27FC236}">
                  <a16:creationId xmlns:a16="http://schemas.microsoft.com/office/drawing/2014/main" id="{C07C2646-21BA-0074-D950-AB2BFD7FED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832" name="Graphic 1831" descr="Deciduous tree with solid fill">
              <a:extLst>
                <a:ext uri="{FF2B5EF4-FFF2-40B4-BE49-F238E27FC236}">
                  <a16:creationId xmlns:a16="http://schemas.microsoft.com/office/drawing/2014/main" id="{F172C5DA-CBB1-A2FD-79A7-0C63CF57E7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833" name="Graphic 1832" descr="Deciduous tree with solid fill">
              <a:extLst>
                <a:ext uri="{FF2B5EF4-FFF2-40B4-BE49-F238E27FC236}">
                  <a16:creationId xmlns:a16="http://schemas.microsoft.com/office/drawing/2014/main" id="{8A33382F-3D6C-6013-548F-FC50A55850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834" name="Graphic 1833" descr="Deciduous tree with solid fill">
              <a:extLst>
                <a:ext uri="{FF2B5EF4-FFF2-40B4-BE49-F238E27FC236}">
                  <a16:creationId xmlns:a16="http://schemas.microsoft.com/office/drawing/2014/main" id="{8666A604-3879-A491-617D-BD9A90CFE0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835" name="Graphic 1834" descr="Deciduous tree with solid fill">
              <a:extLst>
                <a:ext uri="{FF2B5EF4-FFF2-40B4-BE49-F238E27FC236}">
                  <a16:creationId xmlns:a16="http://schemas.microsoft.com/office/drawing/2014/main" id="{01896519-6053-5F43-A8EF-FE60C65E4A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836" name="Graphic 1835" descr="Deciduous tree with solid fill">
              <a:extLst>
                <a:ext uri="{FF2B5EF4-FFF2-40B4-BE49-F238E27FC236}">
                  <a16:creationId xmlns:a16="http://schemas.microsoft.com/office/drawing/2014/main" id="{F64C639B-6735-499F-728B-A0281916A3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1837" name="Graphic 1836" descr="Deciduous tree with solid fill">
              <a:extLst>
                <a:ext uri="{FF2B5EF4-FFF2-40B4-BE49-F238E27FC236}">
                  <a16:creationId xmlns:a16="http://schemas.microsoft.com/office/drawing/2014/main" id="{5F3F0B9E-BAEF-5F99-AAFD-4E2887FFBA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1838" name="Graphic 1837" descr="Deciduous tree with solid fill">
              <a:extLst>
                <a:ext uri="{FF2B5EF4-FFF2-40B4-BE49-F238E27FC236}">
                  <a16:creationId xmlns:a16="http://schemas.microsoft.com/office/drawing/2014/main" id="{3B92C3EB-0326-ED81-B174-A154E8742F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1839" name="Graphic 1838" descr="Deciduous tree with solid fill">
              <a:extLst>
                <a:ext uri="{FF2B5EF4-FFF2-40B4-BE49-F238E27FC236}">
                  <a16:creationId xmlns:a16="http://schemas.microsoft.com/office/drawing/2014/main" id="{09185DAE-52CF-81C9-CE91-63C75646EF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1840" name="Graphic 1839" descr="Deciduous tree with solid fill">
              <a:extLst>
                <a:ext uri="{FF2B5EF4-FFF2-40B4-BE49-F238E27FC236}">
                  <a16:creationId xmlns:a16="http://schemas.microsoft.com/office/drawing/2014/main" id="{234C3EAA-6C36-D804-BAA9-136E78D8F2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841" name="Graphic 1840" descr="Deciduous tree with solid fill">
              <a:extLst>
                <a:ext uri="{FF2B5EF4-FFF2-40B4-BE49-F238E27FC236}">
                  <a16:creationId xmlns:a16="http://schemas.microsoft.com/office/drawing/2014/main" id="{C9F73A34-EE40-C50D-5FDA-F32AFCC90B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842" name="Graphic 1841" descr="Deciduous tree with solid fill">
              <a:extLst>
                <a:ext uri="{FF2B5EF4-FFF2-40B4-BE49-F238E27FC236}">
                  <a16:creationId xmlns:a16="http://schemas.microsoft.com/office/drawing/2014/main" id="{7F095580-5211-07F7-E855-36E5DC67E8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843" name="Graphic 1842" descr="Deciduous tree with solid fill">
              <a:extLst>
                <a:ext uri="{FF2B5EF4-FFF2-40B4-BE49-F238E27FC236}">
                  <a16:creationId xmlns:a16="http://schemas.microsoft.com/office/drawing/2014/main" id="{4DF67D39-49F0-445C-4CA2-A5246EF9B0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844" name="Graphic 1843" descr="Deciduous tree with solid fill">
              <a:extLst>
                <a:ext uri="{FF2B5EF4-FFF2-40B4-BE49-F238E27FC236}">
                  <a16:creationId xmlns:a16="http://schemas.microsoft.com/office/drawing/2014/main" id="{FABE16A6-5CE8-27FA-D47C-5D9A2F1A08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845" name="Graphic 1844" descr="Deciduous tree with solid fill">
              <a:extLst>
                <a:ext uri="{FF2B5EF4-FFF2-40B4-BE49-F238E27FC236}">
                  <a16:creationId xmlns:a16="http://schemas.microsoft.com/office/drawing/2014/main" id="{250787A6-5680-3BE4-0E15-4BB6128460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846" name="Graphic 1845" descr="Deciduous tree with solid fill">
              <a:extLst>
                <a:ext uri="{FF2B5EF4-FFF2-40B4-BE49-F238E27FC236}">
                  <a16:creationId xmlns:a16="http://schemas.microsoft.com/office/drawing/2014/main" id="{CD0E5BC5-7514-CD71-F708-8F499C8153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847" name="Graphic 1846" descr="Deciduous tree with solid fill">
              <a:extLst>
                <a:ext uri="{FF2B5EF4-FFF2-40B4-BE49-F238E27FC236}">
                  <a16:creationId xmlns:a16="http://schemas.microsoft.com/office/drawing/2014/main" id="{95442B01-D7FB-5A23-0B09-B27F396CB6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848" name="Graphic 1847" descr="Deciduous tree with solid fill">
              <a:extLst>
                <a:ext uri="{FF2B5EF4-FFF2-40B4-BE49-F238E27FC236}">
                  <a16:creationId xmlns:a16="http://schemas.microsoft.com/office/drawing/2014/main" id="{42A3B35B-B966-F2BC-0F48-B354CAFC82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849" name="Graphic 1848" descr="Deciduous tree with solid fill">
              <a:extLst>
                <a:ext uri="{FF2B5EF4-FFF2-40B4-BE49-F238E27FC236}">
                  <a16:creationId xmlns:a16="http://schemas.microsoft.com/office/drawing/2014/main" id="{5F00DFEA-3B24-8E22-A1FD-B81AEB2E4D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850" name="Graphic 1849" descr="Deciduous tree with solid fill">
              <a:extLst>
                <a:ext uri="{FF2B5EF4-FFF2-40B4-BE49-F238E27FC236}">
                  <a16:creationId xmlns:a16="http://schemas.microsoft.com/office/drawing/2014/main" id="{DA2F62EF-2B38-BC4D-56FA-4CA815EA25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851" name="Graphic 1850" descr="Deciduous tree with solid fill">
              <a:extLst>
                <a:ext uri="{FF2B5EF4-FFF2-40B4-BE49-F238E27FC236}">
                  <a16:creationId xmlns:a16="http://schemas.microsoft.com/office/drawing/2014/main" id="{63CB901E-AC46-26CD-85D6-14F40EFBDE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1852" name="Graphic 1851" descr="Deciduous tree with solid fill">
              <a:extLst>
                <a:ext uri="{FF2B5EF4-FFF2-40B4-BE49-F238E27FC236}">
                  <a16:creationId xmlns:a16="http://schemas.microsoft.com/office/drawing/2014/main" id="{7F89C8F4-231F-7E63-543F-3E59CE7387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853" name="Graphic 1852" descr="Deciduous tree with solid fill">
              <a:extLst>
                <a:ext uri="{FF2B5EF4-FFF2-40B4-BE49-F238E27FC236}">
                  <a16:creationId xmlns:a16="http://schemas.microsoft.com/office/drawing/2014/main" id="{36C7BEE5-E9A8-32B5-9861-C10F60A0BC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854" name="Graphic 1853" descr="Deciduous tree with solid fill">
              <a:extLst>
                <a:ext uri="{FF2B5EF4-FFF2-40B4-BE49-F238E27FC236}">
                  <a16:creationId xmlns:a16="http://schemas.microsoft.com/office/drawing/2014/main" id="{C6622E64-E3BA-3483-A0B4-408D3BCA47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855" name="Graphic 1854" descr="Deciduous tree with solid fill">
              <a:extLst>
                <a:ext uri="{FF2B5EF4-FFF2-40B4-BE49-F238E27FC236}">
                  <a16:creationId xmlns:a16="http://schemas.microsoft.com/office/drawing/2014/main" id="{94BB6A87-F62C-E9E4-1EEE-D97E85DB35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856" name="Graphic 1855" descr="Deciduous tree with solid fill">
              <a:extLst>
                <a:ext uri="{FF2B5EF4-FFF2-40B4-BE49-F238E27FC236}">
                  <a16:creationId xmlns:a16="http://schemas.microsoft.com/office/drawing/2014/main" id="{87CD4B15-BBA0-325A-3E03-3E066813FB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857" name="Graphic 1856" descr="Deciduous tree with solid fill">
              <a:extLst>
                <a:ext uri="{FF2B5EF4-FFF2-40B4-BE49-F238E27FC236}">
                  <a16:creationId xmlns:a16="http://schemas.microsoft.com/office/drawing/2014/main" id="{6610FDD5-D2B1-3EE5-18E3-E1B07DC23E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1768" y="2731881"/>
              <a:ext cx="209457" cy="196411"/>
            </a:xfrm>
            <a:prstGeom prst="rect">
              <a:avLst/>
            </a:prstGeom>
          </p:spPr>
        </p:pic>
        <p:pic>
          <p:nvPicPr>
            <p:cNvPr id="1858" name="Graphic 1857" descr="Deciduous tree with solid fill">
              <a:extLst>
                <a:ext uri="{FF2B5EF4-FFF2-40B4-BE49-F238E27FC236}">
                  <a16:creationId xmlns:a16="http://schemas.microsoft.com/office/drawing/2014/main" id="{07B711C7-E33F-1257-9854-EFB111D980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1859" name="Graphic 1858" descr="Deciduous tree with solid fill">
              <a:extLst>
                <a:ext uri="{FF2B5EF4-FFF2-40B4-BE49-F238E27FC236}">
                  <a16:creationId xmlns:a16="http://schemas.microsoft.com/office/drawing/2014/main" id="{FCCF936B-F9ED-D9B2-2E9B-D18AD327FF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1860" name="Graphic 1859" descr="Deciduous tree with solid fill">
              <a:extLst>
                <a:ext uri="{FF2B5EF4-FFF2-40B4-BE49-F238E27FC236}">
                  <a16:creationId xmlns:a16="http://schemas.microsoft.com/office/drawing/2014/main" id="{46922DD2-5B18-46C7-06F0-8ACDD668A7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861" name="Graphic 1860" descr="Deciduous tree with solid fill">
              <a:extLst>
                <a:ext uri="{FF2B5EF4-FFF2-40B4-BE49-F238E27FC236}">
                  <a16:creationId xmlns:a16="http://schemas.microsoft.com/office/drawing/2014/main" id="{54C038E6-D5A9-8C71-15F1-03A616C826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862" name="Graphic 1861" descr="Deciduous tree with solid fill">
              <a:extLst>
                <a:ext uri="{FF2B5EF4-FFF2-40B4-BE49-F238E27FC236}">
                  <a16:creationId xmlns:a16="http://schemas.microsoft.com/office/drawing/2014/main" id="{B6D5BE6E-A1F0-75A7-076A-316943DAF8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863" name="Graphic 1862" descr="Deciduous tree with solid fill">
              <a:extLst>
                <a:ext uri="{FF2B5EF4-FFF2-40B4-BE49-F238E27FC236}">
                  <a16:creationId xmlns:a16="http://schemas.microsoft.com/office/drawing/2014/main" id="{CB24E113-8FF6-27AD-BB36-AE336AA0EC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864" name="Graphic 1863" descr="Deciduous tree with solid fill">
              <a:extLst>
                <a:ext uri="{FF2B5EF4-FFF2-40B4-BE49-F238E27FC236}">
                  <a16:creationId xmlns:a16="http://schemas.microsoft.com/office/drawing/2014/main" id="{25FFADC7-E4E0-4E3D-21D3-D621E43DF8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865" name="Graphic 1864" descr="Deciduous tree with solid fill">
              <a:extLst>
                <a:ext uri="{FF2B5EF4-FFF2-40B4-BE49-F238E27FC236}">
                  <a16:creationId xmlns:a16="http://schemas.microsoft.com/office/drawing/2014/main" id="{C3A44842-FBF0-CCCC-7073-4045779363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866" name="Graphic 1865" descr="Deciduous tree with solid fill">
              <a:extLst>
                <a:ext uri="{FF2B5EF4-FFF2-40B4-BE49-F238E27FC236}">
                  <a16:creationId xmlns:a16="http://schemas.microsoft.com/office/drawing/2014/main" id="{573CC9A2-2C7F-CE6F-9524-93E6743DFF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867" name="Graphic 1866" descr="Deciduous tree with solid fill">
              <a:extLst>
                <a:ext uri="{FF2B5EF4-FFF2-40B4-BE49-F238E27FC236}">
                  <a16:creationId xmlns:a16="http://schemas.microsoft.com/office/drawing/2014/main" id="{B85DF95A-215A-F1D5-714F-B81B3E0C70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868" name="Graphic 1867" descr="Deciduous tree with solid fill">
              <a:extLst>
                <a:ext uri="{FF2B5EF4-FFF2-40B4-BE49-F238E27FC236}">
                  <a16:creationId xmlns:a16="http://schemas.microsoft.com/office/drawing/2014/main" id="{DECC6D92-FFF1-6CA3-3377-2C65415736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869" name="Graphic 1868" descr="Deciduous tree with solid fill">
              <a:extLst>
                <a:ext uri="{FF2B5EF4-FFF2-40B4-BE49-F238E27FC236}">
                  <a16:creationId xmlns:a16="http://schemas.microsoft.com/office/drawing/2014/main" id="{1C1285FE-8281-BE5B-78D5-5AC9F580D0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870" name="Graphic 1869" descr="Deciduous tree with solid fill">
              <a:extLst>
                <a:ext uri="{FF2B5EF4-FFF2-40B4-BE49-F238E27FC236}">
                  <a16:creationId xmlns:a16="http://schemas.microsoft.com/office/drawing/2014/main" id="{0F2C2C22-01E3-C005-6C1B-1C94F4345E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871" name="Graphic 1870" descr="Deciduous tree with solid fill">
              <a:extLst>
                <a:ext uri="{FF2B5EF4-FFF2-40B4-BE49-F238E27FC236}">
                  <a16:creationId xmlns:a16="http://schemas.microsoft.com/office/drawing/2014/main" id="{54E42265-DAD1-74B2-62EF-444CB162C5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872" name="Graphic 1871" descr="Deciduous tree with solid fill">
              <a:extLst>
                <a:ext uri="{FF2B5EF4-FFF2-40B4-BE49-F238E27FC236}">
                  <a16:creationId xmlns:a16="http://schemas.microsoft.com/office/drawing/2014/main" id="{9497E739-DEC4-3790-5C80-6806823029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873" name="Graphic 1872" descr="Deciduous tree with solid fill">
              <a:extLst>
                <a:ext uri="{FF2B5EF4-FFF2-40B4-BE49-F238E27FC236}">
                  <a16:creationId xmlns:a16="http://schemas.microsoft.com/office/drawing/2014/main" id="{E199A78B-361F-6FA1-1775-FFAB0F559D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874" name="Graphic 1873" descr="Deciduous tree with solid fill">
              <a:extLst>
                <a:ext uri="{FF2B5EF4-FFF2-40B4-BE49-F238E27FC236}">
                  <a16:creationId xmlns:a16="http://schemas.microsoft.com/office/drawing/2014/main" id="{8D9797DD-9C38-417C-9F04-383623D141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875" name="Graphic 1874" descr="Deciduous tree with solid fill">
              <a:extLst>
                <a:ext uri="{FF2B5EF4-FFF2-40B4-BE49-F238E27FC236}">
                  <a16:creationId xmlns:a16="http://schemas.microsoft.com/office/drawing/2014/main" id="{FEB3119D-963E-902F-108C-7F7D824F63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1876" name="Graphic 1875" descr="Deciduous tree with solid fill">
              <a:extLst>
                <a:ext uri="{FF2B5EF4-FFF2-40B4-BE49-F238E27FC236}">
                  <a16:creationId xmlns:a16="http://schemas.microsoft.com/office/drawing/2014/main" id="{410881A6-C21D-88D4-4711-53CA021CC7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7837" y="2951231"/>
              <a:ext cx="209457" cy="196411"/>
            </a:xfrm>
            <a:prstGeom prst="rect">
              <a:avLst/>
            </a:prstGeom>
          </p:spPr>
        </p:pic>
        <p:pic>
          <p:nvPicPr>
            <p:cNvPr id="1877" name="Graphic 1876" descr="Deciduous tree with solid fill">
              <a:extLst>
                <a:ext uri="{FF2B5EF4-FFF2-40B4-BE49-F238E27FC236}">
                  <a16:creationId xmlns:a16="http://schemas.microsoft.com/office/drawing/2014/main" id="{CB697EFF-86DF-6608-1C23-6283F1E21D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4040" y="2767333"/>
              <a:ext cx="209457" cy="196411"/>
            </a:xfrm>
            <a:prstGeom prst="rect">
              <a:avLst/>
            </a:prstGeom>
          </p:spPr>
        </p:pic>
        <p:pic>
          <p:nvPicPr>
            <p:cNvPr id="1878" name="Graphic 1877" descr="Deciduous tree with solid fill">
              <a:extLst>
                <a:ext uri="{FF2B5EF4-FFF2-40B4-BE49-F238E27FC236}">
                  <a16:creationId xmlns:a16="http://schemas.microsoft.com/office/drawing/2014/main" id="{95ED1FFA-CA2A-1658-D712-3948E6EE84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879" name="Graphic 1878" descr="Deciduous tree with solid fill">
              <a:extLst>
                <a:ext uri="{FF2B5EF4-FFF2-40B4-BE49-F238E27FC236}">
                  <a16:creationId xmlns:a16="http://schemas.microsoft.com/office/drawing/2014/main" id="{D0FCE256-CA15-EA47-75B0-7CDC9E6866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880" name="Graphic 1879" descr="Deciduous tree with solid fill">
              <a:extLst>
                <a:ext uri="{FF2B5EF4-FFF2-40B4-BE49-F238E27FC236}">
                  <a16:creationId xmlns:a16="http://schemas.microsoft.com/office/drawing/2014/main" id="{906796A3-D6B1-0EEC-6890-060996706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881" name="Graphic 1880" descr="Deciduous tree with solid fill">
              <a:extLst>
                <a:ext uri="{FF2B5EF4-FFF2-40B4-BE49-F238E27FC236}">
                  <a16:creationId xmlns:a16="http://schemas.microsoft.com/office/drawing/2014/main" id="{446BEF28-F318-E47D-C9CB-4D192AC27D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882" name="Graphic 1881" descr="Deciduous tree with solid fill">
              <a:extLst>
                <a:ext uri="{FF2B5EF4-FFF2-40B4-BE49-F238E27FC236}">
                  <a16:creationId xmlns:a16="http://schemas.microsoft.com/office/drawing/2014/main" id="{0DC58DF3-5DC2-0118-A8A0-E0C4A5842C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883" name="Graphic 1882" descr="Deciduous tree with solid fill">
              <a:extLst>
                <a:ext uri="{FF2B5EF4-FFF2-40B4-BE49-F238E27FC236}">
                  <a16:creationId xmlns:a16="http://schemas.microsoft.com/office/drawing/2014/main" id="{29F1A8B0-6347-2840-2039-247F4CB70D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884" name="Graphic 1883" descr="Deciduous tree with solid fill">
              <a:extLst>
                <a:ext uri="{FF2B5EF4-FFF2-40B4-BE49-F238E27FC236}">
                  <a16:creationId xmlns:a16="http://schemas.microsoft.com/office/drawing/2014/main" id="{47F1A172-A50E-0F4E-012D-02F1F42386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885" name="Graphic 1884" descr="Deciduous tree with solid fill">
              <a:extLst>
                <a:ext uri="{FF2B5EF4-FFF2-40B4-BE49-F238E27FC236}">
                  <a16:creationId xmlns:a16="http://schemas.microsoft.com/office/drawing/2014/main" id="{0B227EA8-9C29-45D3-CEBA-A5DAE340D2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886" name="Graphic 1885" descr="Deciduous tree with solid fill">
              <a:extLst>
                <a:ext uri="{FF2B5EF4-FFF2-40B4-BE49-F238E27FC236}">
                  <a16:creationId xmlns:a16="http://schemas.microsoft.com/office/drawing/2014/main" id="{93DD7D98-46AC-9FD6-E08D-9BD8BE4BBF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733" y="2890825"/>
              <a:ext cx="209457" cy="196411"/>
            </a:xfrm>
            <a:prstGeom prst="rect">
              <a:avLst/>
            </a:prstGeom>
          </p:spPr>
        </p:pic>
        <p:pic>
          <p:nvPicPr>
            <p:cNvPr id="1887" name="Graphic 1886" descr="Deciduous tree with solid fill">
              <a:extLst>
                <a:ext uri="{FF2B5EF4-FFF2-40B4-BE49-F238E27FC236}">
                  <a16:creationId xmlns:a16="http://schemas.microsoft.com/office/drawing/2014/main" id="{47E49B19-D20C-8C09-742B-712CCAD46A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888" name="Graphic 1887" descr="Deciduous tree with solid fill">
              <a:extLst>
                <a:ext uri="{FF2B5EF4-FFF2-40B4-BE49-F238E27FC236}">
                  <a16:creationId xmlns:a16="http://schemas.microsoft.com/office/drawing/2014/main" id="{5E999A29-3EC1-E200-3A4E-E4AC32F368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889" name="Graphic 1888" descr="Deciduous tree with solid fill">
              <a:extLst>
                <a:ext uri="{FF2B5EF4-FFF2-40B4-BE49-F238E27FC236}">
                  <a16:creationId xmlns:a16="http://schemas.microsoft.com/office/drawing/2014/main" id="{4BBEB425-677D-B665-6C57-5BC23B45EF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890" name="Graphic 1889" descr="Deciduous tree with solid fill">
              <a:extLst>
                <a:ext uri="{FF2B5EF4-FFF2-40B4-BE49-F238E27FC236}">
                  <a16:creationId xmlns:a16="http://schemas.microsoft.com/office/drawing/2014/main" id="{174986DE-B6E1-466B-DB3E-C7E8AC7A1F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5157" y="2978863"/>
              <a:ext cx="209457" cy="196411"/>
            </a:xfrm>
            <a:prstGeom prst="rect">
              <a:avLst/>
            </a:prstGeom>
          </p:spPr>
        </p:pic>
        <p:pic>
          <p:nvPicPr>
            <p:cNvPr id="1891" name="Graphic 1890" descr="Deciduous tree with solid fill">
              <a:extLst>
                <a:ext uri="{FF2B5EF4-FFF2-40B4-BE49-F238E27FC236}">
                  <a16:creationId xmlns:a16="http://schemas.microsoft.com/office/drawing/2014/main" id="{BCD9ED5A-791C-72D4-3F5B-FD7689AFE7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9530" y="3074722"/>
              <a:ext cx="209457" cy="196411"/>
            </a:xfrm>
            <a:prstGeom prst="rect">
              <a:avLst/>
            </a:prstGeom>
          </p:spPr>
        </p:pic>
        <p:pic>
          <p:nvPicPr>
            <p:cNvPr id="1892" name="Graphic 1891" descr="Deciduous tree with solid fill">
              <a:extLst>
                <a:ext uri="{FF2B5EF4-FFF2-40B4-BE49-F238E27FC236}">
                  <a16:creationId xmlns:a16="http://schemas.microsoft.com/office/drawing/2014/main" id="{BBF3DED1-5CE9-A3E5-4CEF-3B4BF13FCF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1893" name="Graphic 1892" descr="Deciduous tree with solid fill">
              <a:extLst>
                <a:ext uri="{FF2B5EF4-FFF2-40B4-BE49-F238E27FC236}">
                  <a16:creationId xmlns:a16="http://schemas.microsoft.com/office/drawing/2014/main" id="{037E84AB-4103-A26B-0AFC-BCE7DA4B7C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1225" y="3198214"/>
              <a:ext cx="209457" cy="196411"/>
            </a:xfrm>
            <a:prstGeom prst="rect">
              <a:avLst/>
            </a:prstGeom>
          </p:spPr>
        </p:pic>
        <p:pic>
          <p:nvPicPr>
            <p:cNvPr id="1894" name="Graphic 1893" descr="Deciduous tree with solid fill">
              <a:extLst>
                <a:ext uri="{FF2B5EF4-FFF2-40B4-BE49-F238E27FC236}">
                  <a16:creationId xmlns:a16="http://schemas.microsoft.com/office/drawing/2014/main" id="{DC64698B-409F-C3B8-11BF-762F9FE95E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895" name="Graphic 1894" descr="Deciduous tree with solid fill">
              <a:extLst>
                <a:ext uri="{FF2B5EF4-FFF2-40B4-BE49-F238E27FC236}">
                  <a16:creationId xmlns:a16="http://schemas.microsoft.com/office/drawing/2014/main" id="{025192B7-75E0-7DEE-62BF-EC7BCAFDA4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896" name="Graphic 1895" descr="Deciduous tree with solid fill">
              <a:extLst>
                <a:ext uri="{FF2B5EF4-FFF2-40B4-BE49-F238E27FC236}">
                  <a16:creationId xmlns:a16="http://schemas.microsoft.com/office/drawing/2014/main" id="{5A55D2C0-F65C-6C21-476B-57C35D5430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6852" y="3102355"/>
              <a:ext cx="209457" cy="196411"/>
            </a:xfrm>
            <a:prstGeom prst="rect">
              <a:avLst/>
            </a:prstGeom>
          </p:spPr>
        </p:pic>
        <p:pic>
          <p:nvPicPr>
            <p:cNvPr id="1897" name="Graphic 1896" descr="Deciduous tree with solid fill">
              <a:extLst>
                <a:ext uri="{FF2B5EF4-FFF2-40B4-BE49-F238E27FC236}">
                  <a16:creationId xmlns:a16="http://schemas.microsoft.com/office/drawing/2014/main" id="{9211D0DB-9165-707C-1E0D-926E75269E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898" name="Graphic 1897" descr="Deciduous tree with solid fill">
              <a:extLst>
                <a:ext uri="{FF2B5EF4-FFF2-40B4-BE49-F238E27FC236}">
                  <a16:creationId xmlns:a16="http://schemas.microsoft.com/office/drawing/2014/main" id="{941D7B41-58EB-3E39-7004-A746BB59F2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899" name="Graphic 1898" descr="Deciduous tree with solid fill">
              <a:extLst>
                <a:ext uri="{FF2B5EF4-FFF2-40B4-BE49-F238E27FC236}">
                  <a16:creationId xmlns:a16="http://schemas.microsoft.com/office/drawing/2014/main" id="{4CD79D23-5758-75CB-0D99-B05D338469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7428" y="3014316"/>
              <a:ext cx="209457" cy="196411"/>
            </a:xfrm>
            <a:prstGeom prst="rect">
              <a:avLst/>
            </a:prstGeom>
          </p:spPr>
        </p:pic>
        <p:pic>
          <p:nvPicPr>
            <p:cNvPr id="1900" name="Graphic 1899" descr="Deciduous tree with solid fill">
              <a:extLst>
                <a:ext uri="{FF2B5EF4-FFF2-40B4-BE49-F238E27FC236}">
                  <a16:creationId xmlns:a16="http://schemas.microsoft.com/office/drawing/2014/main" id="{3C4C3B39-4010-85A3-5902-18EBBCA71D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901" name="Graphic 1900" descr="Deciduous tree with solid fill">
              <a:extLst>
                <a:ext uri="{FF2B5EF4-FFF2-40B4-BE49-F238E27FC236}">
                  <a16:creationId xmlns:a16="http://schemas.microsoft.com/office/drawing/2014/main" id="{62AAB16D-1578-8CB7-7EC9-2AD3F7D7B9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902" name="Graphic 1901" descr="Deciduous tree with solid fill">
              <a:extLst>
                <a:ext uri="{FF2B5EF4-FFF2-40B4-BE49-F238E27FC236}">
                  <a16:creationId xmlns:a16="http://schemas.microsoft.com/office/drawing/2014/main" id="{1787101A-AAA7-315E-456F-9A1F0C458D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1903" name="Graphic 1902" descr="Deciduous tree with solid fill">
              <a:extLst>
                <a:ext uri="{FF2B5EF4-FFF2-40B4-BE49-F238E27FC236}">
                  <a16:creationId xmlns:a16="http://schemas.microsoft.com/office/drawing/2014/main" id="{5E338606-C7AA-9D5B-6B0F-6641A0D227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1904" name="Graphic 1903" descr="Deciduous tree with solid fill">
              <a:extLst>
                <a:ext uri="{FF2B5EF4-FFF2-40B4-BE49-F238E27FC236}">
                  <a16:creationId xmlns:a16="http://schemas.microsoft.com/office/drawing/2014/main" id="{6CE4C5F7-8E29-14A2-E78F-B9F44E5068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1905" name="Graphic 1904" descr="Deciduous tree with solid fill">
              <a:extLst>
                <a:ext uri="{FF2B5EF4-FFF2-40B4-BE49-F238E27FC236}">
                  <a16:creationId xmlns:a16="http://schemas.microsoft.com/office/drawing/2014/main" id="{BADFCA3C-67E8-D8A3-617D-A80A6937D4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906" name="Graphic 1905" descr="Deciduous tree with solid fill">
              <a:extLst>
                <a:ext uri="{FF2B5EF4-FFF2-40B4-BE49-F238E27FC236}">
                  <a16:creationId xmlns:a16="http://schemas.microsoft.com/office/drawing/2014/main" id="{DA747454-547E-AC7E-5725-F2A3C1F13D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907" name="Graphic 1906" descr="Deciduous tree with solid fill">
              <a:extLst>
                <a:ext uri="{FF2B5EF4-FFF2-40B4-BE49-F238E27FC236}">
                  <a16:creationId xmlns:a16="http://schemas.microsoft.com/office/drawing/2014/main" id="{3AED0541-EBAC-D883-6C6E-7D85B1F4A0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908" name="Graphic 1907" descr="Deciduous tree with solid fill">
              <a:extLst>
                <a:ext uri="{FF2B5EF4-FFF2-40B4-BE49-F238E27FC236}">
                  <a16:creationId xmlns:a16="http://schemas.microsoft.com/office/drawing/2014/main" id="{C1DCE8A5-81E6-772C-CD12-8E2333D2A7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909" name="Graphic 1908" descr="Deciduous tree with solid fill">
              <a:extLst>
                <a:ext uri="{FF2B5EF4-FFF2-40B4-BE49-F238E27FC236}">
                  <a16:creationId xmlns:a16="http://schemas.microsoft.com/office/drawing/2014/main" id="{1AA470D1-6E48-FCAC-C349-2A105664F1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910" name="Graphic 1909" descr="Deciduous tree with solid fill">
              <a:extLst>
                <a:ext uri="{FF2B5EF4-FFF2-40B4-BE49-F238E27FC236}">
                  <a16:creationId xmlns:a16="http://schemas.microsoft.com/office/drawing/2014/main" id="{4EE46D93-425E-81A1-FCF1-C1A8712044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911" name="Graphic 1910" descr="Deciduous tree with solid fill">
              <a:extLst>
                <a:ext uri="{FF2B5EF4-FFF2-40B4-BE49-F238E27FC236}">
                  <a16:creationId xmlns:a16="http://schemas.microsoft.com/office/drawing/2014/main" id="{38876DDF-7CD1-6FFF-33C0-25AC87C0BF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8547" y="3225846"/>
              <a:ext cx="209457" cy="196411"/>
            </a:xfrm>
            <a:prstGeom prst="rect">
              <a:avLst/>
            </a:prstGeom>
          </p:spPr>
        </p:pic>
        <p:pic>
          <p:nvPicPr>
            <p:cNvPr id="1912" name="Graphic 1911" descr="Deciduous tree with solid fill">
              <a:extLst>
                <a:ext uri="{FF2B5EF4-FFF2-40B4-BE49-F238E27FC236}">
                  <a16:creationId xmlns:a16="http://schemas.microsoft.com/office/drawing/2014/main" id="{4D9D481B-E8D8-8C1E-D6A5-F446B107B3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1913" name="Graphic 1912" descr="Deciduous tree with solid fill">
              <a:extLst>
                <a:ext uri="{FF2B5EF4-FFF2-40B4-BE49-F238E27FC236}">
                  <a16:creationId xmlns:a16="http://schemas.microsoft.com/office/drawing/2014/main" id="{0594AEC3-1EB9-DBA4-9A52-F90DBD3153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1914" name="Graphic 1913" descr="Deciduous tree with solid fill">
              <a:extLst>
                <a:ext uri="{FF2B5EF4-FFF2-40B4-BE49-F238E27FC236}">
                  <a16:creationId xmlns:a16="http://schemas.microsoft.com/office/drawing/2014/main" id="{8EA2D3BB-8159-26DA-0276-45C3421FFB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915" name="Graphic 1914" descr="Deciduous tree with solid fill">
              <a:extLst>
                <a:ext uri="{FF2B5EF4-FFF2-40B4-BE49-F238E27FC236}">
                  <a16:creationId xmlns:a16="http://schemas.microsoft.com/office/drawing/2014/main" id="{C47AE412-C045-21FF-3908-FBA4EF2070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916" name="Graphic 1915" descr="Deciduous tree with solid fill">
              <a:extLst>
                <a:ext uri="{FF2B5EF4-FFF2-40B4-BE49-F238E27FC236}">
                  <a16:creationId xmlns:a16="http://schemas.microsoft.com/office/drawing/2014/main" id="{880F7678-25D3-320D-641C-D4915A4C85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917" name="Graphic 1916" descr="Deciduous tree with solid fill">
              <a:extLst>
                <a:ext uri="{FF2B5EF4-FFF2-40B4-BE49-F238E27FC236}">
                  <a16:creationId xmlns:a16="http://schemas.microsoft.com/office/drawing/2014/main" id="{C42CCC16-1999-5559-E4E1-106C65994D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0242" y="3349337"/>
              <a:ext cx="209457" cy="196411"/>
            </a:xfrm>
            <a:prstGeom prst="rect">
              <a:avLst/>
            </a:prstGeom>
          </p:spPr>
        </p:pic>
        <p:pic>
          <p:nvPicPr>
            <p:cNvPr id="1918" name="Graphic 1917" descr="Deciduous tree with solid fill">
              <a:extLst>
                <a:ext uri="{FF2B5EF4-FFF2-40B4-BE49-F238E27FC236}">
                  <a16:creationId xmlns:a16="http://schemas.microsoft.com/office/drawing/2014/main" id="{B6815498-4824-5AD8-F744-248E71E26F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615" y="3445196"/>
              <a:ext cx="209457" cy="196411"/>
            </a:xfrm>
            <a:prstGeom prst="rect">
              <a:avLst/>
            </a:prstGeom>
          </p:spPr>
        </p:pic>
        <p:pic>
          <p:nvPicPr>
            <p:cNvPr id="1919" name="Graphic 1918" descr="Deciduous tree with solid fill">
              <a:extLst>
                <a:ext uri="{FF2B5EF4-FFF2-40B4-BE49-F238E27FC236}">
                  <a16:creationId xmlns:a16="http://schemas.microsoft.com/office/drawing/2014/main" id="{157E5909-D342-24F7-0214-49B18BBA99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817" y="3261298"/>
              <a:ext cx="209457" cy="196411"/>
            </a:xfrm>
            <a:prstGeom prst="rect">
              <a:avLst/>
            </a:prstGeom>
          </p:spPr>
        </p:pic>
        <p:pic>
          <p:nvPicPr>
            <p:cNvPr id="1920" name="Graphic 1919" descr="Deciduous tree with solid fill">
              <a:extLst>
                <a:ext uri="{FF2B5EF4-FFF2-40B4-BE49-F238E27FC236}">
                  <a16:creationId xmlns:a16="http://schemas.microsoft.com/office/drawing/2014/main" id="{D1A0A884-7E34-609F-605A-C2078075ED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31734" y="1572825"/>
              <a:ext cx="209457" cy="196411"/>
            </a:xfrm>
            <a:prstGeom prst="rect">
              <a:avLst/>
            </a:prstGeom>
          </p:spPr>
        </p:pic>
        <p:pic>
          <p:nvPicPr>
            <p:cNvPr id="1921" name="Graphic 1920" descr="Deciduous tree with solid fill">
              <a:extLst>
                <a:ext uri="{FF2B5EF4-FFF2-40B4-BE49-F238E27FC236}">
                  <a16:creationId xmlns:a16="http://schemas.microsoft.com/office/drawing/2014/main" id="{66F0A995-74FF-EB1B-189D-CD6F3F67D2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6107" y="1668685"/>
              <a:ext cx="209457" cy="196411"/>
            </a:xfrm>
            <a:prstGeom prst="rect">
              <a:avLst/>
            </a:prstGeom>
          </p:spPr>
        </p:pic>
        <p:pic>
          <p:nvPicPr>
            <p:cNvPr id="1922" name="Graphic 1921" descr="Deciduous tree with solid fill">
              <a:extLst>
                <a:ext uri="{FF2B5EF4-FFF2-40B4-BE49-F238E27FC236}">
                  <a16:creationId xmlns:a16="http://schemas.microsoft.com/office/drawing/2014/main" id="{97E1171B-509C-6066-CB3A-327FFA565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2311" y="1484787"/>
              <a:ext cx="209457" cy="196411"/>
            </a:xfrm>
            <a:prstGeom prst="rect">
              <a:avLst/>
            </a:prstGeom>
          </p:spPr>
        </p:pic>
        <p:pic>
          <p:nvPicPr>
            <p:cNvPr id="1923" name="Graphic 1922" descr="Deciduous tree with solid fill">
              <a:extLst>
                <a:ext uri="{FF2B5EF4-FFF2-40B4-BE49-F238E27FC236}">
                  <a16:creationId xmlns:a16="http://schemas.microsoft.com/office/drawing/2014/main" id="{2A812B3D-7C8F-A437-75C7-685B1B7683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23834" y="3581200"/>
              <a:ext cx="209457" cy="196411"/>
            </a:xfrm>
            <a:prstGeom prst="rect">
              <a:avLst/>
            </a:prstGeom>
          </p:spPr>
        </p:pic>
        <p:pic>
          <p:nvPicPr>
            <p:cNvPr id="1924" name="Graphic 1923" descr="Deciduous tree with solid fill">
              <a:extLst>
                <a:ext uri="{FF2B5EF4-FFF2-40B4-BE49-F238E27FC236}">
                  <a16:creationId xmlns:a16="http://schemas.microsoft.com/office/drawing/2014/main" id="{CC0F6AFB-388D-01DB-D553-495E37B0C9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77803" y="1792177"/>
              <a:ext cx="209457" cy="196411"/>
            </a:xfrm>
            <a:prstGeom prst="rect">
              <a:avLst/>
            </a:prstGeom>
          </p:spPr>
        </p:pic>
        <p:pic>
          <p:nvPicPr>
            <p:cNvPr id="1925" name="Graphic 1924" descr="Deciduous tree with solid fill">
              <a:extLst>
                <a:ext uri="{FF2B5EF4-FFF2-40B4-BE49-F238E27FC236}">
                  <a16:creationId xmlns:a16="http://schemas.microsoft.com/office/drawing/2014/main" id="{98FB7AE4-2DD9-76FF-F92C-EF784505C5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9" y="1915668"/>
              <a:ext cx="209457" cy="196411"/>
            </a:xfrm>
            <a:prstGeom prst="rect">
              <a:avLst/>
            </a:prstGeom>
          </p:spPr>
        </p:pic>
        <p:pic>
          <p:nvPicPr>
            <p:cNvPr id="1926" name="Graphic 1925" descr="Deciduous tree with solid fill">
              <a:extLst>
                <a:ext uri="{FF2B5EF4-FFF2-40B4-BE49-F238E27FC236}">
                  <a16:creationId xmlns:a16="http://schemas.microsoft.com/office/drawing/2014/main" id="{296C4DB4-7C4B-E349-A8E6-C180903946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41192" y="2039159"/>
              <a:ext cx="209457" cy="196411"/>
            </a:xfrm>
            <a:prstGeom prst="rect">
              <a:avLst/>
            </a:prstGeom>
          </p:spPr>
        </p:pic>
        <p:pic>
          <p:nvPicPr>
            <p:cNvPr id="1927" name="Graphic 1926" descr="Deciduous tree with solid fill">
              <a:extLst>
                <a:ext uri="{FF2B5EF4-FFF2-40B4-BE49-F238E27FC236}">
                  <a16:creationId xmlns:a16="http://schemas.microsoft.com/office/drawing/2014/main" id="{1ECD1FDE-BB03-199A-ACE5-575F97D37B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2887" y="2162650"/>
              <a:ext cx="209457" cy="196411"/>
            </a:xfrm>
            <a:prstGeom prst="rect">
              <a:avLst/>
            </a:prstGeom>
          </p:spPr>
        </p:pic>
        <p:pic>
          <p:nvPicPr>
            <p:cNvPr id="1928" name="Graphic 1927" descr="Deciduous tree with solid fill">
              <a:extLst>
                <a:ext uri="{FF2B5EF4-FFF2-40B4-BE49-F238E27FC236}">
                  <a16:creationId xmlns:a16="http://schemas.microsoft.com/office/drawing/2014/main" id="{D7287153-AE22-538C-7044-AC640FCE94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04582" y="2286141"/>
              <a:ext cx="209457" cy="196411"/>
            </a:xfrm>
            <a:prstGeom prst="rect">
              <a:avLst/>
            </a:prstGeom>
          </p:spPr>
        </p:pic>
        <p:pic>
          <p:nvPicPr>
            <p:cNvPr id="1929" name="Graphic 1928" descr="Deciduous tree with solid fill">
              <a:extLst>
                <a:ext uri="{FF2B5EF4-FFF2-40B4-BE49-F238E27FC236}">
                  <a16:creationId xmlns:a16="http://schemas.microsoft.com/office/drawing/2014/main" id="{0CB4BEFD-9F9E-ACB3-EB5F-A11EE72E63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6276" y="2409633"/>
              <a:ext cx="209457" cy="196411"/>
            </a:xfrm>
            <a:prstGeom prst="rect">
              <a:avLst/>
            </a:prstGeom>
          </p:spPr>
        </p:pic>
        <p:pic>
          <p:nvPicPr>
            <p:cNvPr id="1930" name="Graphic 1929" descr="Deciduous tree with solid fill">
              <a:extLst>
                <a:ext uri="{FF2B5EF4-FFF2-40B4-BE49-F238E27FC236}">
                  <a16:creationId xmlns:a16="http://schemas.microsoft.com/office/drawing/2014/main" id="{7776F112-414F-08CD-1305-A8605AB913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7971" y="2533124"/>
              <a:ext cx="209457" cy="196411"/>
            </a:xfrm>
            <a:prstGeom prst="rect">
              <a:avLst/>
            </a:prstGeom>
          </p:spPr>
        </p:pic>
        <p:pic>
          <p:nvPicPr>
            <p:cNvPr id="1931" name="Graphic 1930" descr="Deciduous tree with solid fill">
              <a:extLst>
                <a:ext uri="{FF2B5EF4-FFF2-40B4-BE49-F238E27FC236}">
                  <a16:creationId xmlns:a16="http://schemas.microsoft.com/office/drawing/2014/main" id="{4B826290-E8A8-4FE5-749B-3DE35C0F85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99667" y="2656616"/>
              <a:ext cx="209457" cy="196411"/>
            </a:xfrm>
            <a:prstGeom prst="rect">
              <a:avLst/>
            </a:prstGeom>
          </p:spPr>
        </p:pic>
        <p:pic>
          <p:nvPicPr>
            <p:cNvPr id="1932" name="Graphic 1931" descr="Deciduous tree with solid fill">
              <a:extLst>
                <a:ext uri="{FF2B5EF4-FFF2-40B4-BE49-F238E27FC236}">
                  <a16:creationId xmlns:a16="http://schemas.microsoft.com/office/drawing/2014/main" id="{41844958-648F-117B-81DA-8F49246A58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61" y="2780107"/>
              <a:ext cx="209457" cy="196411"/>
            </a:xfrm>
            <a:prstGeom prst="rect">
              <a:avLst/>
            </a:prstGeom>
          </p:spPr>
        </p:pic>
        <p:pic>
          <p:nvPicPr>
            <p:cNvPr id="1933" name="Graphic 1932" descr="Deciduous tree with solid fill">
              <a:extLst>
                <a:ext uri="{FF2B5EF4-FFF2-40B4-BE49-F238E27FC236}">
                  <a16:creationId xmlns:a16="http://schemas.microsoft.com/office/drawing/2014/main" id="{E150FB18-5F7A-91D3-67C3-4891BBB9DB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63056" y="2903598"/>
              <a:ext cx="209457" cy="196411"/>
            </a:xfrm>
            <a:prstGeom prst="rect">
              <a:avLst/>
            </a:prstGeom>
          </p:spPr>
        </p:pic>
        <p:pic>
          <p:nvPicPr>
            <p:cNvPr id="1934" name="Graphic 1933" descr="Deciduous tree with solid fill">
              <a:extLst>
                <a:ext uri="{FF2B5EF4-FFF2-40B4-BE49-F238E27FC236}">
                  <a16:creationId xmlns:a16="http://schemas.microsoft.com/office/drawing/2014/main" id="{FCB18AF3-34A1-3D92-81A6-8F9B51CDEB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4751" y="3027089"/>
              <a:ext cx="209457" cy="196411"/>
            </a:xfrm>
            <a:prstGeom prst="rect">
              <a:avLst/>
            </a:prstGeom>
          </p:spPr>
        </p:pic>
        <p:pic>
          <p:nvPicPr>
            <p:cNvPr id="1935" name="Graphic 1934" descr="Deciduous tree with solid fill">
              <a:extLst>
                <a:ext uri="{FF2B5EF4-FFF2-40B4-BE49-F238E27FC236}">
                  <a16:creationId xmlns:a16="http://schemas.microsoft.com/office/drawing/2014/main" id="{1A55EE76-7824-EC86-35CE-5CA055F3F4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6446" y="3150581"/>
              <a:ext cx="209457" cy="196411"/>
            </a:xfrm>
            <a:prstGeom prst="rect">
              <a:avLst/>
            </a:prstGeom>
          </p:spPr>
        </p:pic>
        <p:pic>
          <p:nvPicPr>
            <p:cNvPr id="1936" name="Graphic 1935" descr="Deciduous tree with solid fill">
              <a:extLst>
                <a:ext uri="{FF2B5EF4-FFF2-40B4-BE49-F238E27FC236}">
                  <a16:creationId xmlns:a16="http://schemas.microsoft.com/office/drawing/2014/main" id="{F4BBDE8D-4665-77FA-E606-B7B800D285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8139" y="3274072"/>
              <a:ext cx="209457" cy="196411"/>
            </a:xfrm>
            <a:prstGeom prst="rect">
              <a:avLst/>
            </a:prstGeom>
          </p:spPr>
        </p:pic>
        <p:pic>
          <p:nvPicPr>
            <p:cNvPr id="1937" name="Graphic 1936" descr="Deciduous tree with solid fill">
              <a:extLst>
                <a:ext uri="{FF2B5EF4-FFF2-40B4-BE49-F238E27FC236}">
                  <a16:creationId xmlns:a16="http://schemas.microsoft.com/office/drawing/2014/main" id="{4FC5E538-66DE-27A4-22D4-B90C2780E4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3429" y="1696317"/>
              <a:ext cx="209457" cy="196411"/>
            </a:xfrm>
            <a:prstGeom prst="rect">
              <a:avLst/>
            </a:prstGeom>
          </p:spPr>
        </p:pic>
        <p:pic>
          <p:nvPicPr>
            <p:cNvPr id="1938" name="Graphic 1937" descr="Deciduous tree with solid fill">
              <a:extLst>
                <a:ext uri="{FF2B5EF4-FFF2-40B4-BE49-F238E27FC236}">
                  <a16:creationId xmlns:a16="http://schemas.microsoft.com/office/drawing/2014/main" id="{0EEC2698-E668-B806-EBAB-21B6C36848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95124" y="1819808"/>
              <a:ext cx="209457" cy="196411"/>
            </a:xfrm>
            <a:prstGeom prst="rect">
              <a:avLst/>
            </a:prstGeom>
          </p:spPr>
        </p:pic>
        <p:pic>
          <p:nvPicPr>
            <p:cNvPr id="1939" name="Graphic 1938" descr="Deciduous tree with solid fill">
              <a:extLst>
                <a:ext uri="{FF2B5EF4-FFF2-40B4-BE49-F238E27FC236}">
                  <a16:creationId xmlns:a16="http://schemas.microsoft.com/office/drawing/2014/main" id="{0754F4DA-F49E-9D22-62E6-452CCF0738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6819" y="1943299"/>
              <a:ext cx="209457" cy="196411"/>
            </a:xfrm>
            <a:prstGeom prst="rect">
              <a:avLst/>
            </a:prstGeom>
          </p:spPr>
        </p:pic>
        <p:pic>
          <p:nvPicPr>
            <p:cNvPr id="1940" name="Graphic 1939" descr="Deciduous tree with solid fill">
              <a:extLst>
                <a:ext uri="{FF2B5EF4-FFF2-40B4-BE49-F238E27FC236}">
                  <a16:creationId xmlns:a16="http://schemas.microsoft.com/office/drawing/2014/main" id="{CA1960F2-73CB-1995-CBB3-45A4233A4B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8513" y="2066791"/>
              <a:ext cx="209457" cy="196411"/>
            </a:xfrm>
            <a:prstGeom prst="rect">
              <a:avLst/>
            </a:prstGeom>
          </p:spPr>
        </p:pic>
        <p:pic>
          <p:nvPicPr>
            <p:cNvPr id="1941" name="Graphic 1940" descr="Deciduous tree with solid fill">
              <a:extLst>
                <a:ext uri="{FF2B5EF4-FFF2-40B4-BE49-F238E27FC236}">
                  <a16:creationId xmlns:a16="http://schemas.microsoft.com/office/drawing/2014/main" id="{2EF82B33-8E79-6476-4110-8E1B589EAB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90209" y="2190282"/>
              <a:ext cx="209457" cy="196411"/>
            </a:xfrm>
            <a:prstGeom prst="rect">
              <a:avLst/>
            </a:prstGeom>
          </p:spPr>
        </p:pic>
        <p:pic>
          <p:nvPicPr>
            <p:cNvPr id="1942" name="Graphic 1941" descr="Deciduous tree with solid fill">
              <a:extLst>
                <a:ext uri="{FF2B5EF4-FFF2-40B4-BE49-F238E27FC236}">
                  <a16:creationId xmlns:a16="http://schemas.microsoft.com/office/drawing/2014/main" id="{DE60E99E-F793-1CFE-834C-BA861A0103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1904" y="2313773"/>
              <a:ext cx="209457" cy="196411"/>
            </a:xfrm>
            <a:prstGeom prst="rect">
              <a:avLst/>
            </a:prstGeom>
          </p:spPr>
        </p:pic>
        <p:pic>
          <p:nvPicPr>
            <p:cNvPr id="1943" name="Graphic 1942" descr="Deciduous tree with solid fill">
              <a:extLst>
                <a:ext uri="{FF2B5EF4-FFF2-40B4-BE49-F238E27FC236}">
                  <a16:creationId xmlns:a16="http://schemas.microsoft.com/office/drawing/2014/main" id="{CDBDB7DB-BE94-2561-8FE6-1A8074EC62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53598" y="2437265"/>
              <a:ext cx="209457" cy="196411"/>
            </a:xfrm>
            <a:prstGeom prst="rect">
              <a:avLst/>
            </a:prstGeom>
          </p:spPr>
        </p:pic>
        <p:pic>
          <p:nvPicPr>
            <p:cNvPr id="1944" name="Graphic 1943" descr="Deciduous tree with solid fill">
              <a:extLst>
                <a:ext uri="{FF2B5EF4-FFF2-40B4-BE49-F238E27FC236}">
                  <a16:creationId xmlns:a16="http://schemas.microsoft.com/office/drawing/2014/main" id="{39321F55-9EB1-466C-72B9-1F0DCFF03D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85293" y="2560756"/>
              <a:ext cx="209457" cy="196411"/>
            </a:xfrm>
            <a:prstGeom prst="rect">
              <a:avLst/>
            </a:prstGeom>
          </p:spPr>
        </p:pic>
        <p:pic>
          <p:nvPicPr>
            <p:cNvPr id="1945" name="Graphic 1944" descr="Deciduous tree with solid fill">
              <a:extLst>
                <a:ext uri="{FF2B5EF4-FFF2-40B4-BE49-F238E27FC236}">
                  <a16:creationId xmlns:a16="http://schemas.microsoft.com/office/drawing/2014/main" id="{9589FCEE-42DF-7A69-E42B-10B1E428B8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16988" y="2684247"/>
              <a:ext cx="209457" cy="196411"/>
            </a:xfrm>
            <a:prstGeom prst="rect">
              <a:avLst/>
            </a:prstGeom>
          </p:spPr>
        </p:pic>
        <p:pic>
          <p:nvPicPr>
            <p:cNvPr id="1946" name="Graphic 1945" descr="Deciduous tree with solid fill">
              <a:extLst>
                <a:ext uri="{FF2B5EF4-FFF2-40B4-BE49-F238E27FC236}">
                  <a16:creationId xmlns:a16="http://schemas.microsoft.com/office/drawing/2014/main" id="{55271A99-B304-F124-599F-9C7005BE61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8681" y="2807739"/>
              <a:ext cx="209457" cy="196411"/>
            </a:xfrm>
            <a:prstGeom prst="rect">
              <a:avLst/>
            </a:prstGeom>
          </p:spPr>
        </p:pic>
        <p:pic>
          <p:nvPicPr>
            <p:cNvPr id="1947" name="Graphic 1946" descr="Deciduous tree with solid fill">
              <a:extLst>
                <a:ext uri="{FF2B5EF4-FFF2-40B4-BE49-F238E27FC236}">
                  <a16:creationId xmlns:a16="http://schemas.microsoft.com/office/drawing/2014/main" id="{62B19836-5299-C64F-2158-343989E277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80378" y="2931229"/>
              <a:ext cx="209457" cy="196411"/>
            </a:xfrm>
            <a:prstGeom prst="rect">
              <a:avLst/>
            </a:prstGeom>
          </p:spPr>
        </p:pic>
        <p:pic>
          <p:nvPicPr>
            <p:cNvPr id="1948" name="Graphic 1947" descr="Deciduous tree with solid fill">
              <a:extLst>
                <a:ext uri="{FF2B5EF4-FFF2-40B4-BE49-F238E27FC236}">
                  <a16:creationId xmlns:a16="http://schemas.microsoft.com/office/drawing/2014/main" id="{453C492A-B6E6-A0D1-ED46-064E23903D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12072" y="3054721"/>
              <a:ext cx="209457" cy="196411"/>
            </a:xfrm>
            <a:prstGeom prst="rect">
              <a:avLst/>
            </a:prstGeom>
          </p:spPr>
        </p:pic>
        <p:pic>
          <p:nvPicPr>
            <p:cNvPr id="1949" name="Graphic 1948" descr="Deciduous tree with solid fill">
              <a:extLst>
                <a:ext uri="{FF2B5EF4-FFF2-40B4-BE49-F238E27FC236}">
                  <a16:creationId xmlns:a16="http://schemas.microsoft.com/office/drawing/2014/main" id="{C42459A9-6AE2-0360-97B8-C5567FDE15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3766" y="3178213"/>
              <a:ext cx="209457" cy="196411"/>
            </a:xfrm>
            <a:prstGeom prst="rect">
              <a:avLst/>
            </a:prstGeom>
          </p:spPr>
        </p:pic>
        <p:pic>
          <p:nvPicPr>
            <p:cNvPr id="1950" name="Graphic 1949" descr="Deciduous tree with solid fill">
              <a:extLst>
                <a:ext uri="{FF2B5EF4-FFF2-40B4-BE49-F238E27FC236}">
                  <a16:creationId xmlns:a16="http://schemas.microsoft.com/office/drawing/2014/main" id="{CD2554F9-8017-99BA-7A68-F055BC815E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34006" y="1608278"/>
              <a:ext cx="209457" cy="196411"/>
            </a:xfrm>
            <a:prstGeom prst="rect">
              <a:avLst/>
            </a:prstGeom>
          </p:spPr>
        </p:pic>
        <p:pic>
          <p:nvPicPr>
            <p:cNvPr id="1951" name="Graphic 1950" descr="Deciduous tree with solid fill">
              <a:extLst>
                <a:ext uri="{FF2B5EF4-FFF2-40B4-BE49-F238E27FC236}">
                  <a16:creationId xmlns:a16="http://schemas.microsoft.com/office/drawing/2014/main" id="{8CAB68AA-13E4-F7CA-DA41-78FA4D2B56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5701" y="1731770"/>
              <a:ext cx="209457" cy="196411"/>
            </a:xfrm>
            <a:prstGeom prst="rect">
              <a:avLst/>
            </a:prstGeom>
          </p:spPr>
        </p:pic>
        <p:pic>
          <p:nvPicPr>
            <p:cNvPr id="1952" name="Graphic 1951" descr="Deciduous tree with solid fill">
              <a:extLst>
                <a:ext uri="{FF2B5EF4-FFF2-40B4-BE49-F238E27FC236}">
                  <a16:creationId xmlns:a16="http://schemas.microsoft.com/office/drawing/2014/main" id="{1A468140-6E36-0168-B512-981CC03443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7396" y="1855261"/>
              <a:ext cx="209457" cy="196411"/>
            </a:xfrm>
            <a:prstGeom prst="rect">
              <a:avLst/>
            </a:prstGeom>
          </p:spPr>
        </p:pic>
        <p:pic>
          <p:nvPicPr>
            <p:cNvPr id="1953" name="Graphic 1952" descr="Deciduous tree with solid fill">
              <a:extLst>
                <a:ext uri="{FF2B5EF4-FFF2-40B4-BE49-F238E27FC236}">
                  <a16:creationId xmlns:a16="http://schemas.microsoft.com/office/drawing/2014/main" id="{F0F2CD1B-27A7-49F3-9FCD-8319F93622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9091" y="1978752"/>
              <a:ext cx="209457" cy="196411"/>
            </a:xfrm>
            <a:prstGeom prst="rect">
              <a:avLst/>
            </a:prstGeom>
          </p:spPr>
        </p:pic>
        <p:pic>
          <p:nvPicPr>
            <p:cNvPr id="1954" name="Graphic 1953" descr="Deciduous tree with solid fill">
              <a:extLst>
                <a:ext uri="{FF2B5EF4-FFF2-40B4-BE49-F238E27FC236}">
                  <a16:creationId xmlns:a16="http://schemas.microsoft.com/office/drawing/2014/main" id="{0C2B9EC9-7868-1F67-E7FF-697331F34D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60784" y="2102244"/>
              <a:ext cx="209457" cy="196411"/>
            </a:xfrm>
            <a:prstGeom prst="rect">
              <a:avLst/>
            </a:prstGeom>
          </p:spPr>
        </p:pic>
        <p:pic>
          <p:nvPicPr>
            <p:cNvPr id="1955" name="Graphic 1954" descr="Deciduous tree with solid fill">
              <a:extLst>
                <a:ext uri="{FF2B5EF4-FFF2-40B4-BE49-F238E27FC236}">
                  <a16:creationId xmlns:a16="http://schemas.microsoft.com/office/drawing/2014/main" id="{5380B0CC-5F42-E71B-A5C5-6DFBE3F782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81" y="2225735"/>
              <a:ext cx="209457" cy="196411"/>
            </a:xfrm>
            <a:prstGeom prst="rect">
              <a:avLst/>
            </a:prstGeom>
          </p:spPr>
        </p:pic>
        <p:pic>
          <p:nvPicPr>
            <p:cNvPr id="1956" name="Graphic 1955" descr="Deciduous tree with solid fill">
              <a:extLst>
                <a:ext uri="{FF2B5EF4-FFF2-40B4-BE49-F238E27FC236}">
                  <a16:creationId xmlns:a16="http://schemas.microsoft.com/office/drawing/2014/main" id="{D3B3D04E-2188-417F-0ED2-8E08FABA92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4174" y="2349226"/>
              <a:ext cx="209457" cy="196411"/>
            </a:xfrm>
            <a:prstGeom prst="rect">
              <a:avLst/>
            </a:prstGeom>
          </p:spPr>
        </p:pic>
        <p:pic>
          <p:nvPicPr>
            <p:cNvPr id="1957" name="Graphic 1956" descr="Deciduous tree with solid fill">
              <a:extLst>
                <a:ext uri="{FF2B5EF4-FFF2-40B4-BE49-F238E27FC236}">
                  <a16:creationId xmlns:a16="http://schemas.microsoft.com/office/drawing/2014/main" id="{50EAA639-8BB7-63A4-156C-EB2D29F4F5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5869" y="2472717"/>
              <a:ext cx="209457" cy="196411"/>
            </a:xfrm>
            <a:prstGeom prst="rect">
              <a:avLst/>
            </a:prstGeom>
          </p:spPr>
        </p:pic>
        <p:pic>
          <p:nvPicPr>
            <p:cNvPr id="1958" name="Graphic 1957" descr="Deciduous tree with solid fill">
              <a:extLst>
                <a:ext uri="{FF2B5EF4-FFF2-40B4-BE49-F238E27FC236}">
                  <a16:creationId xmlns:a16="http://schemas.microsoft.com/office/drawing/2014/main" id="{EAC6E4FC-653B-BAAB-0AB5-A4F205310E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7564" y="2596207"/>
              <a:ext cx="209457" cy="196411"/>
            </a:xfrm>
            <a:prstGeom prst="rect">
              <a:avLst/>
            </a:prstGeom>
          </p:spPr>
        </p:pic>
        <p:pic>
          <p:nvPicPr>
            <p:cNvPr id="1959" name="Graphic 1958" descr="Deciduous tree with solid fill">
              <a:extLst>
                <a:ext uri="{FF2B5EF4-FFF2-40B4-BE49-F238E27FC236}">
                  <a16:creationId xmlns:a16="http://schemas.microsoft.com/office/drawing/2014/main" id="{E44BA63F-A5EC-D49F-9D88-C274931E3F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9259" y="2719699"/>
              <a:ext cx="209457" cy="196411"/>
            </a:xfrm>
            <a:prstGeom prst="rect">
              <a:avLst/>
            </a:prstGeom>
          </p:spPr>
        </p:pic>
        <p:pic>
          <p:nvPicPr>
            <p:cNvPr id="1960" name="Graphic 1959" descr="Deciduous tree with solid fill">
              <a:extLst>
                <a:ext uri="{FF2B5EF4-FFF2-40B4-BE49-F238E27FC236}">
                  <a16:creationId xmlns:a16="http://schemas.microsoft.com/office/drawing/2014/main" id="{2566F5B5-212F-5842-FFAD-C1E9057330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0953" y="2843190"/>
              <a:ext cx="209457" cy="196411"/>
            </a:xfrm>
            <a:prstGeom prst="rect">
              <a:avLst/>
            </a:prstGeom>
          </p:spPr>
        </p:pic>
        <p:pic>
          <p:nvPicPr>
            <p:cNvPr id="1961" name="Graphic 1960" descr="Deciduous tree with solid fill">
              <a:extLst>
                <a:ext uri="{FF2B5EF4-FFF2-40B4-BE49-F238E27FC236}">
                  <a16:creationId xmlns:a16="http://schemas.microsoft.com/office/drawing/2014/main" id="{A37D0EA3-0ECD-1E8C-3BCC-B768EE2DA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2648" y="2966682"/>
              <a:ext cx="209457" cy="196411"/>
            </a:xfrm>
            <a:prstGeom prst="rect">
              <a:avLst/>
            </a:prstGeom>
          </p:spPr>
        </p:pic>
        <p:pic>
          <p:nvPicPr>
            <p:cNvPr id="1962" name="Graphic 1961" descr="Deciduous tree with solid fill">
              <a:extLst>
                <a:ext uri="{FF2B5EF4-FFF2-40B4-BE49-F238E27FC236}">
                  <a16:creationId xmlns:a16="http://schemas.microsoft.com/office/drawing/2014/main" id="{17D56B5C-04FE-3F74-9DF5-98AFB25A4D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14344" y="3090175"/>
              <a:ext cx="209457" cy="196411"/>
            </a:xfrm>
            <a:prstGeom prst="rect">
              <a:avLst/>
            </a:prstGeom>
          </p:spPr>
        </p:pic>
        <p:pic>
          <p:nvPicPr>
            <p:cNvPr id="1963" name="Graphic 1962" descr="Deciduous tree with solid fill">
              <a:extLst>
                <a:ext uri="{FF2B5EF4-FFF2-40B4-BE49-F238E27FC236}">
                  <a16:creationId xmlns:a16="http://schemas.microsoft.com/office/drawing/2014/main" id="{26C64D75-FE61-342D-01A3-A8E781488B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01938" y="3495472"/>
              <a:ext cx="209457" cy="196411"/>
            </a:xfrm>
            <a:prstGeom prst="rect">
              <a:avLst/>
            </a:prstGeom>
          </p:spPr>
        </p:pic>
        <p:pic>
          <p:nvPicPr>
            <p:cNvPr id="1964" name="Graphic 1963" descr="Deciduous tree with solid fill">
              <a:extLst>
                <a:ext uri="{FF2B5EF4-FFF2-40B4-BE49-F238E27FC236}">
                  <a16:creationId xmlns:a16="http://schemas.microsoft.com/office/drawing/2014/main" id="{EA461725-2816-315F-DCCB-56614E5176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219" y="3413697"/>
              <a:ext cx="209457" cy="196411"/>
            </a:xfrm>
            <a:prstGeom prst="rect">
              <a:avLst/>
            </a:prstGeom>
          </p:spPr>
        </p:pic>
        <p:pic>
          <p:nvPicPr>
            <p:cNvPr id="1965" name="Graphic 1964" descr="Deciduous tree with solid fill">
              <a:extLst>
                <a:ext uri="{FF2B5EF4-FFF2-40B4-BE49-F238E27FC236}">
                  <a16:creationId xmlns:a16="http://schemas.microsoft.com/office/drawing/2014/main" id="{6430AB09-C0E3-0574-DAC8-2D89B03868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24298" y="4001195"/>
              <a:ext cx="209457" cy="196411"/>
            </a:xfrm>
            <a:prstGeom prst="rect">
              <a:avLst/>
            </a:prstGeom>
          </p:spPr>
        </p:pic>
      </p:grpSp>
      <p:grpSp>
        <p:nvGrpSpPr>
          <p:cNvPr id="1968" name="Group 1967">
            <a:extLst>
              <a:ext uri="{FF2B5EF4-FFF2-40B4-BE49-F238E27FC236}">
                <a16:creationId xmlns:a16="http://schemas.microsoft.com/office/drawing/2014/main" id="{6F0172A7-AF1A-B691-8539-69830EB3A020}"/>
              </a:ext>
            </a:extLst>
          </p:cNvPr>
          <p:cNvGrpSpPr/>
          <p:nvPr/>
        </p:nvGrpSpPr>
        <p:grpSpPr>
          <a:xfrm>
            <a:off x="6600056" y="4293096"/>
            <a:ext cx="2582514" cy="1862816"/>
            <a:chOff x="335362" y="1484787"/>
            <a:chExt cx="3888439" cy="2880328"/>
          </a:xfrm>
          <a:effectLst>
            <a:outerShdw blurRad="50800" dist="38100" dir="2700000" algn="tl" rotWithShape="0">
              <a:prstClr val="black">
                <a:alpha val="40000"/>
              </a:prstClr>
            </a:outerShdw>
          </a:effectLst>
        </p:grpSpPr>
        <p:pic>
          <p:nvPicPr>
            <p:cNvPr id="1969" name="Graphic 1968" descr="Deciduous tree with solid fill">
              <a:extLst>
                <a:ext uri="{FF2B5EF4-FFF2-40B4-BE49-F238E27FC236}">
                  <a16:creationId xmlns:a16="http://schemas.microsoft.com/office/drawing/2014/main" id="{A079F355-9129-C279-BEA4-A13C6DE51D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0989" y="2454946"/>
              <a:ext cx="209457" cy="196411"/>
            </a:xfrm>
            <a:prstGeom prst="rect">
              <a:avLst/>
            </a:prstGeom>
          </p:spPr>
        </p:pic>
        <p:pic>
          <p:nvPicPr>
            <p:cNvPr id="1970" name="Graphic 1969" descr="Deciduous tree with solid fill">
              <a:extLst>
                <a:ext uri="{FF2B5EF4-FFF2-40B4-BE49-F238E27FC236}">
                  <a16:creationId xmlns:a16="http://schemas.microsoft.com/office/drawing/2014/main" id="{F8BF34B9-4A8A-F107-998C-7897168010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5362" y="2550806"/>
              <a:ext cx="209457" cy="196411"/>
            </a:xfrm>
            <a:prstGeom prst="rect">
              <a:avLst/>
            </a:prstGeom>
          </p:spPr>
        </p:pic>
        <p:pic>
          <p:nvPicPr>
            <p:cNvPr id="1971" name="Graphic 1970" descr="Deciduous tree with solid fill">
              <a:extLst>
                <a:ext uri="{FF2B5EF4-FFF2-40B4-BE49-F238E27FC236}">
                  <a16:creationId xmlns:a16="http://schemas.microsoft.com/office/drawing/2014/main" id="{9EDC130F-8A5E-EB7E-B153-C6D863DBDD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566" y="2366908"/>
              <a:ext cx="209457" cy="196411"/>
            </a:xfrm>
            <a:prstGeom prst="rect">
              <a:avLst/>
            </a:prstGeom>
          </p:spPr>
        </p:pic>
        <p:pic>
          <p:nvPicPr>
            <p:cNvPr id="1972" name="Graphic 1971" descr="Deciduous tree with solid fill">
              <a:extLst>
                <a:ext uri="{FF2B5EF4-FFF2-40B4-BE49-F238E27FC236}">
                  <a16:creationId xmlns:a16="http://schemas.microsoft.com/office/drawing/2014/main" id="{90C3C8BD-86CD-F9CA-44A8-67B3D4BADC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7056" y="2674297"/>
              <a:ext cx="209457" cy="196411"/>
            </a:xfrm>
            <a:prstGeom prst="rect">
              <a:avLst/>
            </a:prstGeom>
          </p:spPr>
        </p:pic>
        <p:pic>
          <p:nvPicPr>
            <p:cNvPr id="1973" name="Graphic 1972" descr="Deciduous tree with solid fill">
              <a:extLst>
                <a:ext uri="{FF2B5EF4-FFF2-40B4-BE49-F238E27FC236}">
                  <a16:creationId xmlns:a16="http://schemas.microsoft.com/office/drawing/2014/main" id="{DEC54BAC-DCA0-B78C-AB9B-DE678CEA42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1974" name="Graphic 1973" descr="Deciduous tree with solid fill">
              <a:extLst>
                <a:ext uri="{FF2B5EF4-FFF2-40B4-BE49-F238E27FC236}">
                  <a16:creationId xmlns:a16="http://schemas.microsoft.com/office/drawing/2014/main" id="{795FD47C-1FD6-314A-B1F8-690BC21273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1975" name="Graphic 1974" descr="Deciduous tree with solid fill">
              <a:extLst>
                <a:ext uri="{FF2B5EF4-FFF2-40B4-BE49-F238E27FC236}">
                  <a16:creationId xmlns:a16="http://schemas.microsoft.com/office/drawing/2014/main" id="{49B910D7-18AA-3616-5B70-11F86FEBAE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1976" name="Graphic 1975" descr="Deciduous tree with solid fill">
              <a:extLst>
                <a:ext uri="{FF2B5EF4-FFF2-40B4-BE49-F238E27FC236}">
                  <a16:creationId xmlns:a16="http://schemas.microsoft.com/office/drawing/2014/main" id="{12ECBBB6-CE32-4F06-668E-8B517215D0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1977" name="Graphic 1976" descr="Deciduous tree with solid fill">
              <a:extLst>
                <a:ext uri="{FF2B5EF4-FFF2-40B4-BE49-F238E27FC236}">
                  <a16:creationId xmlns:a16="http://schemas.microsoft.com/office/drawing/2014/main" id="{91EFCFA9-671F-D31B-12CB-7CFE29D296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1978" name="Graphic 1977" descr="Deciduous tree with solid fill">
              <a:extLst>
                <a:ext uri="{FF2B5EF4-FFF2-40B4-BE49-F238E27FC236}">
                  <a16:creationId xmlns:a16="http://schemas.microsoft.com/office/drawing/2014/main" id="{365B5683-08EB-3A54-26C5-CE419EA65C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1979" name="Graphic 1978" descr="Deciduous tree with solid fill">
              <a:extLst>
                <a:ext uri="{FF2B5EF4-FFF2-40B4-BE49-F238E27FC236}">
                  <a16:creationId xmlns:a16="http://schemas.microsoft.com/office/drawing/2014/main" id="{DC15AD2F-B5EE-5DAD-7ABF-4B50BF5C28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1980" name="Graphic 1979" descr="Deciduous tree with solid fill">
              <a:extLst>
                <a:ext uri="{FF2B5EF4-FFF2-40B4-BE49-F238E27FC236}">
                  <a16:creationId xmlns:a16="http://schemas.microsoft.com/office/drawing/2014/main" id="{517B63F9-F0F8-29F0-4317-D563CB8837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1981" name="Graphic 1980" descr="Deciduous tree with solid fill">
              <a:extLst>
                <a:ext uri="{FF2B5EF4-FFF2-40B4-BE49-F238E27FC236}">
                  <a16:creationId xmlns:a16="http://schemas.microsoft.com/office/drawing/2014/main" id="{1AA1713F-0DBE-4389-1582-B4BE3E8F8D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1982" name="Graphic 1981" descr="Deciduous tree with solid fill">
              <a:extLst>
                <a:ext uri="{FF2B5EF4-FFF2-40B4-BE49-F238E27FC236}">
                  <a16:creationId xmlns:a16="http://schemas.microsoft.com/office/drawing/2014/main" id="{C4243D3D-6BE7-45AB-01D7-24CC419636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1983" name="Graphic 1982" descr="Deciduous tree with solid fill">
              <a:extLst>
                <a:ext uri="{FF2B5EF4-FFF2-40B4-BE49-F238E27FC236}">
                  <a16:creationId xmlns:a16="http://schemas.microsoft.com/office/drawing/2014/main" id="{5A21A46F-73FD-7999-05B6-9B321D7F06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1984" name="Graphic 1983" descr="Deciduous tree with solid fill">
              <a:extLst>
                <a:ext uri="{FF2B5EF4-FFF2-40B4-BE49-F238E27FC236}">
                  <a16:creationId xmlns:a16="http://schemas.microsoft.com/office/drawing/2014/main" id="{72615A97-BF04-8071-7585-B997680315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683" y="2578438"/>
              <a:ext cx="209457" cy="196411"/>
            </a:xfrm>
            <a:prstGeom prst="rect">
              <a:avLst/>
            </a:prstGeom>
          </p:spPr>
        </p:pic>
        <p:pic>
          <p:nvPicPr>
            <p:cNvPr id="1985" name="Graphic 1984" descr="Deciduous tree with solid fill">
              <a:extLst>
                <a:ext uri="{FF2B5EF4-FFF2-40B4-BE49-F238E27FC236}">
                  <a16:creationId xmlns:a16="http://schemas.microsoft.com/office/drawing/2014/main" id="{FB86BF63-91AC-E35E-30E2-B7A5770CF3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8" y="2701929"/>
              <a:ext cx="209457" cy="196411"/>
            </a:xfrm>
            <a:prstGeom prst="rect">
              <a:avLst/>
            </a:prstGeom>
          </p:spPr>
        </p:pic>
        <p:pic>
          <p:nvPicPr>
            <p:cNvPr id="1986" name="Graphic 1985" descr="Deciduous tree with solid fill">
              <a:extLst>
                <a:ext uri="{FF2B5EF4-FFF2-40B4-BE49-F238E27FC236}">
                  <a16:creationId xmlns:a16="http://schemas.microsoft.com/office/drawing/2014/main" id="{57DF7375-E3E1-4388-4047-854C458378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1987" name="Graphic 1986" descr="Deciduous tree with solid fill">
              <a:extLst>
                <a:ext uri="{FF2B5EF4-FFF2-40B4-BE49-F238E27FC236}">
                  <a16:creationId xmlns:a16="http://schemas.microsoft.com/office/drawing/2014/main" id="{1B63DB06-46F2-7351-D3C6-6854C68A12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1988" name="Graphic 1987" descr="Deciduous tree with solid fill">
              <a:extLst>
                <a:ext uri="{FF2B5EF4-FFF2-40B4-BE49-F238E27FC236}">
                  <a16:creationId xmlns:a16="http://schemas.microsoft.com/office/drawing/2014/main" id="{4E20EB74-BEAF-4DB8-76BA-B7279E663E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3" y="3072401"/>
              <a:ext cx="209457" cy="196411"/>
            </a:xfrm>
            <a:prstGeom prst="rect">
              <a:avLst/>
            </a:prstGeom>
          </p:spPr>
        </p:pic>
        <p:pic>
          <p:nvPicPr>
            <p:cNvPr id="1989" name="Graphic 1988" descr="Deciduous tree with solid fill">
              <a:extLst>
                <a:ext uri="{FF2B5EF4-FFF2-40B4-BE49-F238E27FC236}">
                  <a16:creationId xmlns:a16="http://schemas.microsoft.com/office/drawing/2014/main" id="{0C72BC88-B0B6-C626-31F7-F4EE3047A1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1990" name="Graphic 1989" descr="Deciduous tree with solid fill">
              <a:extLst>
                <a:ext uri="{FF2B5EF4-FFF2-40B4-BE49-F238E27FC236}">
                  <a16:creationId xmlns:a16="http://schemas.microsoft.com/office/drawing/2014/main" id="{F890BC6C-89B6-3B77-3F10-575788675E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1991" name="Graphic 1990" descr="Deciduous tree with solid fill">
              <a:extLst>
                <a:ext uri="{FF2B5EF4-FFF2-40B4-BE49-F238E27FC236}">
                  <a16:creationId xmlns:a16="http://schemas.microsoft.com/office/drawing/2014/main" id="{6AF7BDA9-6804-D180-5314-2EA1148F88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1992" name="Graphic 1991" descr="Deciduous tree with solid fill">
              <a:extLst>
                <a:ext uri="{FF2B5EF4-FFF2-40B4-BE49-F238E27FC236}">
                  <a16:creationId xmlns:a16="http://schemas.microsoft.com/office/drawing/2014/main" id="{C7111FC6-EE22-997B-84CB-ADAFA3278E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1993" name="Graphic 1992" descr="Deciduous tree with solid fill">
              <a:extLst>
                <a:ext uri="{FF2B5EF4-FFF2-40B4-BE49-F238E27FC236}">
                  <a16:creationId xmlns:a16="http://schemas.microsoft.com/office/drawing/2014/main" id="{19F0FB87-8315-4749-7EEE-41CBA1F58E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1994" name="Graphic 1993" descr="Deciduous tree with solid fill">
              <a:extLst>
                <a:ext uri="{FF2B5EF4-FFF2-40B4-BE49-F238E27FC236}">
                  <a16:creationId xmlns:a16="http://schemas.microsoft.com/office/drawing/2014/main" id="{C864F5BC-9AF8-8412-20E5-7BD1518F01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1995" name="Graphic 1994" descr="Deciduous tree with solid fill">
              <a:extLst>
                <a:ext uri="{FF2B5EF4-FFF2-40B4-BE49-F238E27FC236}">
                  <a16:creationId xmlns:a16="http://schemas.microsoft.com/office/drawing/2014/main" id="{48A6903A-D738-A09A-389F-2C74170CFF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1996" name="Graphic 1995" descr="Deciduous tree with solid fill">
              <a:extLst>
                <a:ext uri="{FF2B5EF4-FFF2-40B4-BE49-F238E27FC236}">
                  <a16:creationId xmlns:a16="http://schemas.microsoft.com/office/drawing/2014/main" id="{8A5F502F-8650-5EA0-6CDF-57E312816D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61" y="2490399"/>
              <a:ext cx="209457" cy="196411"/>
            </a:xfrm>
            <a:prstGeom prst="rect">
              <a:avLst/>
            </a:prstGeom>
          </p:spPr>
        </p:pic>
        <p:pic>
          <p:nvPicPr>
            <p:cNvPr id="1997" name="Graphic 1996" descr="Deciduous tree with solid fill">
              <a:extLst>
                <a:ext uri="{FF2B5EF4-FFF2-40B4-BE49-F238E27FC236}">
                  <a16:creationId xmlns:a16="http://schemas.microsoft.com/office/drawing/2014/main" id="{72D57079-E93A-7A8F-6253-465FB1DC24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4" y="2613890"/>
              <a:ext cx="209457" cy="196411"/>
            </a:xfrm>
            <a:prstGeom prst="rect">
              <a:avLst/>
            </a:prstGeom>
          </p:spPr>
        </p:pic>
        <p:pic>
          <p:nvPicPr>
            <p:cNvPr id="1998" name="Graphic 1997" descr="Deciduous tree with solid fill">
              <a:extLst>
                <a:ext uri="{FF2B5EF4-FFF2-40B4-BE49-F238E27FC236}">
                  <a16:creationId xmlns:a16="http://schemas.microsoft.com/office/drawing/2014/main" id="{4136BF62-256B-3D37-8E88-A65E90F9FE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1999" name="Graphic 1998" descr="Deciduous tree with solid fill">
              <a:extLst>
                <a:ext uri="{FF2B5EF4-FFF2-40B4-BE49-F238E27FC236}">
                  <a16:creationId xmlns:a16="http://schemas.microsoft.com/office/drawing/2014/main" id="{68C5A628-D10E-5547-2D7D-2DFD057245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2000" name="Graphic 1999" descr="Deciduous tree with solid fill">
              <a:extLst>
                <a:ext uri="{FF2B5EF4-FFF2-40B4-BE49-F238E27FC236}">
                  <a16:creationId xmlns:a16="http://schemas.microsoft.com/office/drawing/2014/main" id="{C6BE3B8E-D2C3-AD8A-A99F-941B6A87D8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2001" name="Graphic 2000" descr="Deciduous tree with solid fill">
              <a:extLst>
                <a:ext uri="{FF2B5EF4-FFF2-40B4-BE49-F238E27FC236}">
                  <a16:creationId xmlns:a16="http://schemas.microsoft.com/office/drawing/2014/main" id="{2ED9CB42-A19E-2B2B-C523-7BF8295685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002" name="Graphic 2001" descr="Deciduous tree with solid fill">
              <a:extLst>
                <a:ext uri="{FF2B5EF4-FFF2-40B4-BE49-F238E27FC236}">
                  <a16:creationId xmlns:a16="http://schemas.microsoft.com/office/drawing/2014/main" id="{54F5F9E8-F08D-33BC-BE64-DC047B3767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003" name="Graphic 2002" descr="Deciduous tree with solid fill">
              <a:extLst>
                <a:ext uri="{FF2B5EF4-FFF2-40B4-BE49-F238E27FC236}">
                  <a16:creationId xmlns:a16="http://schemas.microsoft.com/office/drawing/2014/main" id="{413369C5-18A2-B03D-2DE0-34EEC3C243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3" y="3354837"/>
              <a:ext cx="209457" cy="196411"/>
            </a:xfrm>
            <a:prstGeom prst="rect">
              <a:avLst/>
            </a:prstGeom>
          </p:spPr>
        </p:pic>
        <p:pic>
          <p:nvPicPr>
            <p:cNvPr id="2004" name="Graphic 2003" descr="Deciduous tree with solid fill">
              <a:extLst>
                <a:ext uri="{FF2B5EF4-FFF2-40B4-BE49-F238E27FC236}">
                  <a16:creationId xmlns:a16="http://schemas.microsoft.com/office/drawing/2014/main" id="{28D491EF-AC8D-FDFD-1D2D-A6B3A57401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8" y="3478328"/>
              <a:ext cx="209457" cy="196411"/>
            </a:xfrm>
            <a:prstGeom prst="rect">
              <a:avLst/>
            </a:prstGeom>
          </p:spPr>
        </p:pic>
        <p:pic>
          <p:nvPicPr>
            <p:cNvPr id="2005" name="Graphic 2004" descr="Deciduous tree with solid fill">
              <a:extLst>
                <a:ext uri="{FF2B5EF4-FFF2-40B4-BE49-F238E27FC236}">
                  <a16:creationId xmlns:a16="http://schemas.microsoft.com/office/drawing/2014/main" id="{DB34440F-190E-573B-0ED6-45C59F1EDD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3" y="3601820"/>
              <a:ext cx="209457" cy="196411"/>
            </a:xfrm>
            <a:prstGeom prst="rect">
              <a:avLst/>
            </a:prstGeom>
          </p:spPr>
        </p:pic>
        <p:pic>
          <p:nvPicPr>
            <p:cNvPr id="2006" name="Graphic 2005" descr="Deciduous tree with solid fill">
              <a:extLst>
                <a:ext uri="{FF2B5EF4-FFF2-40B4-BE49-F238E27FC236}">
                  <a16:creationId xmlns:a16="http://schemas.microsoft.com/office/drawing/2014/main" id="{C53A27DC-8D2B-001A-F7E4-EA95B2C4FC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8" y="3725311"/>
              <a:ext cx="209457" cy="196411"/>
            </a:xfrm>
            <a:prstGeom prst="rect">
              <a:avLst/>
            </a:prstGeom>
          </p:spPr>
        </p:pic>
        <p:pic>
          <p:nvPicPr>
            <p:cNvPr id="2007" name="Graphic 2006" descr="Deciduous tree with solid fill">
              <a:extLst>
                <a:ext uri="{FF2B5EF4-FFF2-40B4-BE49-F238E27FC236}">
                  <a16:creationId xmlns:a16="http://schemas.microsoft.com/office/drawing/2014/main" id="{998D7836-CD84-A61E-FE23-BF50739E11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3" y="3848803"/>
              <a:ext cx="209457" cy="196411"/>
            </a:xfrm>
            <a:prstGeom prst="rect">
              <a:avLst/>
            </a:prstGeom>
          </p:spPr>
        </p:pic>
        <p:pic>
          <p:nvPicPr>
            <p:cNvPr id="2008" name="Graphic 2007" descr="Deciduous tree with solid fill">
              <a:extLst>
                <a:ext uri="{FF2B5EF4-FFF2-40B4-BE49-F238E27FC236}">
                  <a16:creationId xmlns:a16="http://schemas.microsoft.com/office/drawing/2014/main" id="{B07088FA-A252-809A-9F8E-6F9BD534F9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683" y="2578438"/>
              <a:ext cx="209457" cy="196411"/>
            </a:xfrm>
            <a:prstGeom prst="rect">
              <a:avLst/>
            </a:prstGeom>
          </p:spPr>
        </p:pic>
        <p:pic>
          <p:nvPicPr>
            <p:cNvPr id="2009" name="Graphic 2008" descr="Deciduous tree with solid fill">
              <a:extLst>
                <a:ext uri="{FF2B5EF4-FFF2-40B4-BE49-F238E27FC236}">
                  <a16:creationId xmlns:a16="http://schemas.microsoft.com/office/drawing/2014/main" id="{4780C300-57D4-EB03-FB8F-8240A0246B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7056" y="2674297"/>
              <a:ext cx="209457" cy="196411"/>
            </a:xfrm>
            <a:prstGeom prst="rect">
              <a:avLst/>
            </a:prstGeom>
          </p:spPr>
        </p:pic>
        <p:pic>
          <p:nvPicPr>
            <p:cNvPr id="2010" name="Graphic 2009" descr="Deciduous tree with solid fill">
              <a:extLst>
                <a:ext uri="{FF2B5EF4-FFF2-40B4-BE49-F238E27FC236}">
                  <a16:creationId xmlns:a16="http://schemas.microsoft.com/office/drawing/2014/main" id="{9C5CF1E5-3787-6C01-C6E2-ABBFD84FE2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60" y="2490399"/>
              <a:ext cx="209457" cy="196411"/>
            </a:xfrm>
            <a:prstGeom prst="rect">
              <a:avLst/>
            </a:prstGeom>
          </p:spPr>
        </p:pic>
        <p:pic>
          <p:nvPicPr>
            <p:cNvPr id="2011" name="Graphic 2010" descr="Deciduous tree with solid fill">
              <a:extLst>
                <a:ext uri="{FF2B5EF4-FFF2-40B4-BE49-F238E27FC236}">
                  <a16:creationId xmlns:a16="http://schemas.microsoft.com/office/drawing/2014/main" id="{F1D7AF2A-996A-09E4-682E-0DEA983FF3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2012" name="Graphic 2011" descr="Deciduous tree with solid fill">
              <a:extLst>
                <a:ext uri="{FF2B5EF4-FFF2-40B4-BE49-F238E27FC236}">
                  <a16:creationId xmlns:a16="http://schemas.microsoft.com/office/drawing/2014/main" id="{4F403032-AF5B-C269-F0BE-8B2A8D1754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2013" name="Graphic 2012" descr="Deciduous tree with solid fill">
              <a:extLst>
                <a:ext uri="{FF2B5EF4-FFF2-40B4-BE49-F238E27FC236}">
                  <a16:creationId xmlns:a16="http://schemas.microsoft.com/office/drawing/2014/main" id="{813B0EAD-046C-7BBE-4C8F-43B5C4A09C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2014" name="Graphic 2013" descr="Deciduous tree with solid fill">
              <a:extLst>
                <a:ext uri="{FF2B5EF4-FFF2-40B4-BE49-F238E27FC236}">
                  <a16:creationId xmlns:a16="http://schemas.microsoft.com/office/drawing/2014/main" id="{125008FC-EE93-6916-BD3C-DA83B89985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2015" name="Graphic 2014" descr="Deciduous tree with solid fill">
              <a:extLst>
                <a:ext uri="{FF2B5EF4-FFF2-40B4-BE49-F238E27FC236}">
                  <a16:creationId xmlns:a16="http://schemas.microsoft.com/office/drawing/2014/main" id="{F0CC37C7-DFEA-1C11-1A84-6B07B34276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016" name="Graphic 2015" descr="Deciduous tree with solid fill">
              <a:extLst>
                <a:ext uri="{FF2B5EF4-FFF2-40B4-BE49-F238E27FC236}">
                  <a16:creationId xmlns:a16="http://schemas.microsoft.com/office/drawing/2014/main" id="{94235C86-0675-D7BA-3E68-07C44807E2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2017" name="Graphic 2016" descr="Deciduous tree with solid fill">
              <a:extLst>
                <a:ext uri="{FF2B5EF4-FFF2-40B4-BE49-F238E27FC236}">
                  <a16:creationId xmlns:a16="http://schemas.microsoft.com/office/drawing/2014/main" id="{350B470F-20B7-1AD1-B98C-1FAAF9592A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018" name="Graphic 2017" descr="Deciduous tree with solid fill">
              <a:extLst>
                <a:ext uri="{FF2B5EF4-FFF2-40B4-BE49-F238E27FC236}">
                  <a16:creationId xmlns:a16="http://schemas.microsoft.com/office/drawing/2014/main" id="{63EED59C-8C41-8541-7CBA-BEE4676BDB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019" name="Graphic 2018" descr="Deciduous tree with solid fill">
              <a:extLst>
                <a:ext uri="{FF2B5EF4-FFF2-40B4-BE49-F238E27FC236}">
                  <a16:creationId xmlns:a16="http://schemas.microsoft.com/office/drawing/2014/main" id="{4C0748DF-651E-3149-FB67-FFB42ED0FC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020" name="Graphic 2019" descr="Deciduous tree with solid fill">
              <a:extLst>
                <a:ext uri="{FF2B5EF4-FFF2-40B4-BE49-F238E27FC236}">
                  <a16:creationId xmlns:a16="http://schemas.microsoft.com/office/drawing/2014/main" id="{18709176-54E9-0183-44D7-9BAE7805FF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021" name="Graphic 2020" descr="Deciduous tree with solid fill">
              <a:extLst>
                <a:ext uri="{FF2B5EF4-FFF2-40B4-BE49-F238E27FC236}">
                  <a16:creationId xmlns:a16="http://schemas.microsoft.com/office/drawing/2014/main" id="{D571A1E8-3FD8-CFC5-CBC5-4FE29A404C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022" name="Graphic 2021" descr="Deciduous tree with solid fill">
              <a:extLst>
                <a:ext uri="{FF2B5EF4-FFF2-40B4-BE49-F238E27FC236}">
                  <a16:creationId xmlns:a16="http://schemas.microsoft.com/office/drawing/2014/main" id="{65EF40AE-1018-8582-B9A5-40BC367DB5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7" y="2701929"/>
              <a:ext cx="209457" cy="196411"/>
            </a:xfrm>
            <a:prstGeom prst="rect">
              <a:avLst/>
            </a:prstGeom>
          </p:spPr>
        </p:pic>
        <p:pic>
          <p:nvPicPr>
            <p:cNvPr id="2023" name="Graphic 2022" descr="Deciduous tree with solid fill">
              <a:extLst>
                <a:ext uri="{FF2B5EF4-FFF2-40B4-BE49-F238E27FC236}">
                  <a16:creationId xmlns:a16="http://schemas.microsoft.com/office/drawing/2014/main" id="{61FDC8C5-84B6-FCE4-4B03-31828880D9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2024" name="Graphic 2023" descr="Deciduous tree with solid fill">
              <a:extLst>
                <a:ext uri="{FF2B5EF4-FFF2-40B4-BE49-F238E27FC236}">
                  <a16:creationId xmlns:a16="http://schemas.microsoft.com/office/drawing/2014/main" id="{0A2AC5AD-3B11-C7F5-8FF9-DFECA1E9C0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7" y="2948910"/>
              <a:ext cx="209457" cy="196411"/>
            </a:xfrm>
            <a:prstGeom prst="rect">
              <a:avLst/>
            </a:prstGeom>
          </p:spPr>
        </p:pic>
        <p:pic>
          <p:nvPicPr>
            <p:cNvPr id="2025" name="Graphic 2024" descr="Deciduous tree with solid fill">
              <a:extLst>
                <a:ext uri="{FF2B5EF4-FFF2-40B4-BE49-F238E27FC236}">
                  <a16:creationId xmlns:a16="http://schemas.microsoft.com/office/drawing/2014/main" id="{74C8BCE3-688F-45C6-5701-D0525448AF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2026" name="Graphic 2025" descr="Deciduous tree with solid fill">
              <a:extLst>
                <a:ext uri="{FF2B5EF4-FFF2-40B4-BE49-F238E27FC236}">
                  <a16:creationId xmlns:a16="http://schemas.microsoft.com/office/drawing/2014/main" id="{62107DC7-B316-BD7B-4BF9-3541DF7334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2027" name="Graphic 2026" descr="Deciduous tree with solid fill">
              <a:extLst>
                <a:ext uri="{FF2B5EF4-FFF2-40B4-BE49-F238E27FC236}">
                  <a16:creationId xmlns:a16="http://schemas.microsoft.com/office/drawing/2014/main" id="{5F628290-000E-DD83-44DC-887EEDC9DF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028" name="Graphic 2027" descr="Deciduous tree with solid fill">
              <a:extLst>
                <a:ext uri="{FF2B5EF4-FFF2-40B4-BE49-F238E27FC236}">
                  <a16:creationId xmlns:a16="http://schemas.microsoft.com/office/drawing/2014/main" id="{2576F950-6EFD-0976-ABE1-EADA7EBB66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029" name="Graphic 2028" descr="Deciduous tree with solid fill">
              <a:extLst>
                <a:ext uri="{FF2B5EF4-FFF2-40B4-BE49-F238E27FC236}">
                  <a16:creationId xmlns:a16="http://schemas.microsoft.com/office/drawing/2014/main" id="{CBB89EB0-3E5D-4227-4C4D-9DBF13160E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030" name="Graphic 2029" descr="Deciduous tree with solid fill">
              <a:extLst>
                <a:ext uri="{FF2B5EF4-FFF2-40B4-BE49-F238E27FC236}">
                  <a16:creationId xmlns:a16="http://schemas.microsoft.com/office/drawing/2014/main" id="{2A1B32D5-6C0C-C0AD-F018-A0FC48710F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031" name="Graphic 2030" descr="Deciduous tree with solid fill">
              <a:extLst>
                <a:ext uri="{FF2B5EF4-FFF2-40B4-BE49-F238E27FC236}">
                  <a16:creationId xmlns:a16="http://schemas.microsoft.com/office/drawing/2014/main" id="{E7F81B5A-99C7-95D6-D1EF-1270430552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032" name="Graphic 2031" descr="Deciduous tree with solid fill">
              <a:extLst>
                <a:ext uri="{FF2B5EF4-FFF2-40B4-BE49-F238E27FC236}">
                  <a16:creationId xmlns:a16="http://schemas.microsoft.com/office/drawing/2014/main" id="{CCDAB2A9-5F40-A2AC-A5CC-AFB50214A2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033" name="Graphic 2032" descr="Deciduous tree with solid fill">
              <a:extLst>
                <a:ext uri="{FF2B5EF4-FFF2-40B4-BE49-F238E27FC236}">
                  <a16:creationId xmlns:a16="http://schemas.microsoft.com/office/drawing/2014/main" id="{8E1D93CD-6B0D-35C0-125D-97458FD46D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4" y="2613890"/>
              <a:ext cx="209457" cy="196411"/>
            </a:xfrm>
            <a:prstGeom prst="rect">
              <a:avLst/>
            </a:prstGeom>
          </p:spPr>
        </p:pic>
        <p:pic>
          <p:nvPicPr>
            <p:cNvPr id="2034" name="Graphic 2033" descr="Deciduous tree with solid fill">
              <a:extLst>
                <a:ext uri="{FF2B5EF4-FFF2-40B4-BE49-F238E27FC236}">
                  <a16:creationId xmlns:a16="http://schemas.microsoft.com/office/drawing/2014/main" id="{581CAA43-EE72-AB32-61D0-806AD83A73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2035" name="Graphic 2034" descr="Deciduous tree with solid fill">
              <a:extLst>
                <a:ext uri="{FF2B5EF4-FFF2-40B4-BE49-F238E27FC236}">
                  <a16:creationId xmlns:a16="http://schemas.microsoft.com/office/drawing/2014/main" id="{F2B4E5C4-8C4B-3362-03C6-6387ACD725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2036" name="Graphic 2035" descr="Deciduous tree with solid fill">
              <a:extLst>
                <a:ext uri="{FF2B5EF4-FFF2-40B4-BE49-F238E27FC236}">
                  <a16:creationId xmlns:a16="http://schemas.microsoft.com/office/drawing/2014/main" id="{FE7D7302-1395-8C0D-22E5-A397A763B5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2037" name="Graphic 2036" descr="Deciduous tree with solid fill">
              <a:extLst>
                <a:ext uri="{FF2B5EF4-FFF2-40B4-BE49-F238E27FC236}">
                  <a16:creationId xmlns:a16="http://schemas.microsoft.com/office/drawing/2014/main" id="{13EEE163-CCEA-54D5-4981-C479804B5E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038" name="Graphic 2037" descr="Deciduous tree with solid fill">
              <a:extLst>
                <a:ext uri="{FF2B5EF4-FFF2-40B4-BE49-F238E27FC236}">
                  <a16:creationId xmlns:a16="http://schemas.microsoft.com/office/drawing/2014/main" id="{25F68579-BFBC-25E8-FDF8-B0BDCF1FED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039" name="Graphic 2038" descr="Deciduous tree with solid fill">
              <a:extLst>
                <a:ext uri="{FF2B5EF4-FFF2-40B4-BE49-F238E27FC236}">
                  <a16:creationId xmlns:a16="http://schemas.microsoft.com/office/drawing/2014/main" id="{C5853F29-CB8F-7188-05A7-9AB9C42094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2040" name="Graphic 2039" descr="Deciduous tree with solid fill">
              <a:extLst>
                <a:ext uri="{FF2B5EF4-FFF2-40B4-BE49-F238E27FC236}">
                  <a16:creationId xmlns:a16="http://schemas.microsoft.com/office/drawing/2014/main" id="{DB283889-1060-DC98-0AEF-AA570FD149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041" name="Graphic 2040" descr="Deciduous tree with solid fill">
              <a:extLst>
                <a:ext uri="{FF2B5EF4-FFF2-40B4-BE49-F238E27FC236}">
                  <a16:creationId xmlns:a16="http://schemas.microsoft.com/office/drawing/2014/main" id="{655D4CCF-D91F-B08D-1FA5-759FC2C7DB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042" name="Graphic 2041" descr="Deciduous tree with solid fill">
              <a:extLst>
                <a:ext uri="{FF2B5EF4-FFF2-40B4-BE49-F238E27FC236}">
                  <a16:creationId xmlns:a16="http://schemas.microsoft.com/office/drawing/2014/main" id="{54AAE07E-8C61-495F-7910-DE519288E5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043" name="Graphic 2042" descr="Deciduous tree with solid fill">
              <a:extLst>
                <a:ext uri="{FF2B5EF4-FFF2-40B4-BE49-F238E27FC236}">
                  <a16:creationId xmlns:a16="http://schemas.microsoft.com/office/drawing/2014/main" id="{FA5CFDDB-6511-EA73-07E3-FD0184E57C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044" name="Graphic 2043" descr="Deciduous tree with solid fill">
              <a:extLst>
                <a:ext uri="{FF2B5EF4-FFF2-40B4-BE49-F238E27FC236}">
                  <a16:creationId xmlns:a16="http://schemas.microsoft.com/office/drawing/2014/main" id="{1F7BAD11-C783-61A0-7446-5AC8F9E155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7" y="2701929"/>
              <a:ext cx="209457" cy="196411"/>
            </a:xfrm>
            <a:prstGeom prst="rect">
              <a:avLst/>
            </a:prstGeom>
          </p:spPr>
        </p:pic>
        <p:pic>
          <p:nvPicPr>
            <p:cNvPr id="2045" name="Graphic 2044" descr="Deciduous tree with solid fill">
              <a:extLst>
                <a:ext uri="{FF2B5EF4-FFF2-40B4-BE49-F238E27FC236}">
                  <a16:creationId xmlns:a16="http://schemas.microsoft.com/office/drawing/2014/main" id="{FCC0CC67-56BB-5795-F1E5-C8AC25DFB8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52" y="2797788"/>
              <a:ext cx="209457" cy="196411"/>
            </a:xfrm>
            <a:prstGeom prst="rect">
              <a:avLst/>
            </a:prstGeom>
          </p:spPr>
        </p:pic>
        <p:pic>
          <p:nvPicPr>
            <p:cNvPr id="2046" name="Graphic 2045" descr="Deciduous tree with solid fill">
              <a:extLst>
                <a:ext uri="{FF2B5EF4-FFF2-40B4-BE49-F238E27FC236}">
                  <a16:creationId xmlns:a16="http://schemas.microsoft.com/office/drawing/2014/main" id="{BCAD8CB0-1D17-12E1-8F45-056522ED6A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4" y="2613890"/>
              <a:ext cx="209457" cy="196411"/>
            </a:xfrm>
            <a:prstGeom prst="rect">
              <a:avLst/>
            </a:prstGeom>
          </p:spPr>
        </p:pic>
        <p:pic>
          <p:nvPicPr>
            <p:cNvPr id="2047" name="Graphic 2046" descr="Deciduous tree with solid fill">
              <a:extLst>
                <a:ext uri="{FF2B5EF4-FFF2-40B4-BE49-F238E27FC236}">
                  <a16:creationId xmlns:a16="http://schemas.microsoft.com/office/drawing/2014/main" id="{10576DDF-F2A4-4A55-DCD4-72BEE63CCC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2048" name="Graphic 2047" descr="Deciduous tree with solid fill">
              <a:extLst>
                <a:ext uri="{FF2B5EF4-FFF2-40B4-BE49-F238E27FC236}">
                  <a16:creationId xmlns:a16="http://schemas.microsoft.com/office/drawing/2014/main" id="{9B8D4F1A-8A8B-88D5-D339-3C1713A539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2049" name="Graphic 2048" descr="Deciduous tree with solid fill">
              <a:extLst>
                <a:ext uri="{FF2B5EF4-FFF2-40B4-BE49-F238E27FC236}">
                  <a16:creationId xmlns:a16="http://schemas.microsoft.com/office/drawing/2014/main" id="{E1D38D3D-FBDE-956C-A109-1922F2B2EB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2050" name="Graphic 2049" descr="Deciduous tree with solid fill">
              <a:extLst>
                <a:ext uri="{FF2B5EF4-FFF2-40B4-BE49-F238E27FC236}">
                  <a16:creationId xmlns:a16="http://schemas.microsoft.com/office/drawing/2014/main" id="{9062D1C0-3758-70F5-E8F3-AF2FA006CC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051" name="Graphic 2050" descr="Deciduous tree with solid fill">
              <a:extLst>
                <a:ext uri="{FF2B5EF4-FFF2-40B4-BE49-F238E27FC236}">
                  <a16:creationId xmlns:a16="http://schemas.microsoft.com/office/drawing/2014/main" id="{66864076-ACFC-56A9-1152-19B3C45F2B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2052" name="Graphic 2051" descr="Deciduous tree with solid fill">
              <a:extLst>
                <a:ext uri="{FF2B5EF4-FFF2-40B4-BE49-F238E27FC236}">
                  <a16:creationId xmlns:a16="http://schemas.microsoft.com/office/drawing/2014/main" id="{CDD0897E-4EB7-7FF3-07C4-40E6CD3973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053" name="Graphic 2052" descr="Deciduous tree with solid fill">
              <a:extLst>
                <a:ext uri="{FF2B5EF4-FFF2-40B4-BE49-F238E27FC236}">
                  <a16:creationId xmlns:a16="http://schemas.microsoft.com/office/drawing/2014/main" id="{35217006-453D-8B6E-F00F-22F0117DEC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2054" name="Graphic 2053" descr="Deciduous tree with solid fill">
              <a:extLst>
                <a:ext uri="{FF2B5EF4-FFF2-40B4-BE49-F238E27FC236}">
                  <a16:creationId xmlns:a16="http://schemas.microsoft.com/office/drawing/2014/main" id="{A908E38E-70D6-3656-A1FD-63AE88A292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055" name="Graphic 2054" descr="Deciduous tree with solid fill">
              <a:extLst>
                <a:ext uri="{FF2B5EF4-FFF2-40B4-BE49-F238E27FC236}">
                  <a16:creationId xmlns:a16="http://schemas.microsoft.com/office/drawing/2014/main" id="{9B6EC14F-F5AA-E679-CE91-C0761A0335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056" name="Graphic 2055" descr="Deciduous tree with solid fill">
              <a:extLst>
                <a:ext uri="{FF2B5EF4-FFF2-40B4-BE49-F238E27FC236}">
                  <a16:creationId xmlns:a16="http://schemas.microsoft.com/office/drawing/2014/main" id="{4AF19561-8A8E-3EB7-44A5-B4DE1BB9B6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057" name="Graphic 2056" descr="Deciduous tree with solid fill">
              <a:extLst>
                <a:ext uri="{FF2B5EF4-FFF2-40B4-BE49-F238E27FC236}">
                  <a16:creationId xmlns:a16="http://schemas.microsoft.com/office/drawing/2014/main" id="{1D72EE32-7C06-83CF-0501-AD20D33B22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2058" name="Graphic 2057" descr="Deciduous tree with solid fill">
              <a:extLst>
                <a:ext uri="{FF2B5EF4-FFF2-40B4-BE49-F238E27FC236}">
                  <a16:creationId xmlns:a16="http://schemas.microsoft.com/office/drawing/2014/main" id="{090C6C81-54CB-F053-C216-C0D8DA6096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7" y="2948910"/>
              <a:ext cx="209457" cy="196411"/>
            </a:xfrm>
            <a:prstGeom prst="rect">
              <a:avLst/>
            </a:prstGeom>
          </p:spPr>
        </p:pic>
        <p:pic>
          <p:nvPicPr>
            <p:cNvPr id="2059" name="Graphic 2058" descr="Deciduous tree with solid fill">
              <a:extLst>
                <a:ext uri="{FF2B5EF4-FFF2-40B4-BE49-F238E27FC236}">
                  <a16:creationId xmlns:a16="http://schemas.microsoft.com/office/drawing/2014/main" id="{96B704ED-9939-19C5-31AC-CB15C7C778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2060" name="Graphic 2059" descr="Deciduous tree with solid fill">
              <a:extLst>
                <a:ext uri="{FF2B5EF4-FFF2-40B4-BE49-F238E27FC236}">
                  <a16:creationId xmlns:a16="http://schemas.microsoft.com/office/drawing/2014/main" id="{C15B8124-CE04-0D7E-343E-D79D8B4750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2061" name="Graphic 2060" descr="Deciduous tree with solid fill">
              <a:extLst>
                <a:ext uri="{FF2B5EF4-FFF2-40B4-BE49-F238E27FC236}">
                  <a16:creationId xmlns:a16="http://schemas.microsoft.com/office/drawing/2014/main" id="{7DF517A1-0011-9055-1C7D-15E95D7E85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062" name="Graphic 2061" descr="Deciduous tree with solid fill">
              <a:extLst>
                <a:ext uri="{FF2B5EF4-FFF2-40B4-BE49-F238E27FC236}">
                  <a16:creationId xmlns:a16="http://schemas.microsoft.com/office/drawing/2014/main" id="{5587E069-913A-B056-7172-1DA0129FAE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063" name="Graphic 2062" descr="Deciduous tree with solid fill">
              <a:extLst>
                <a:ext uri="{FF2B5EF4-FFF2-40B4-BE49-F238E27FC236}">
                  <a16:creationId xmlns:a16="http://schemas.microsoft.com/office/drawing/2014/main" id="{E6E33422-21A3-4C82-F962-FA81D77F66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064" name="Graphic 2063" descr="Deciduous tree with solid fill">
              <a:extLst>
                <a:ext uri="{FF2B5EF4-FFF2-40B4-BE49-F238E27FC236}">
                  <a16:creationId xmlns:a16="http://schemas.microsoft.com/office/drawing/2014/main" id="{86C1B3CF-E161-4FE5-256C-C95FEFED8E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065" name="Graphic 2064" descr="Deciduous tree with solid fill">
              <a:extLst>
                <a:ext uri="{FF2B5EF4-FFF2-40B4-BE49-F238E27FC236}">
                  <a16:creationId xmlns:a16="http://schemas.microsoft.com/office/drawing/2014/main" id="{B78A9DA4-D10E-180A-3B01-E4AC77E0D5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066" name="Graphic 2065" descr="Deciduous tree with solid fill">
              <a:extLst>
                <a:ext uri="{FF2B5EF4-FFF2-40B4-BE49-F238E27FC236}">
                  <a16:creationId xmlns:a16="http://schemas.microsoft.com/office/drawing/2014/main" id="{5D0C36EC-7E18-A081-6FBC-441A9F370B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067" name="Graphic 2066" descr="Deciduous tree with solid fill">
              <a:extLst>
                <a:ext uri="{FF2B5EF4-FFF2-40B4-BE49-F238E27FC236}">
                  <a16:creationId xmlns:a16="http://schemas.microsoft.com/office/drawing/2014/main" id="{51B77181-484E-B6A5-B4AD-138CA00F34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9" y="2737381"/>
              <a:ext cx="209457" cy="196411"/>
            </a:xfrm>
            <a:prstGeom prst="rect">
              <a:avLst/>
            </a:prstGeom>
          </p:spPr>
        </p:pic>
        <p:pic>
          <p:nvPicPr>
            <p:cNvPr id="2068" name="Graphic 2067" descr="Deciduous tree with solid fill">
              <a:extLst>
                <a:ext uri="{FF2B5EF4-FFF2-40B4-BE49-F238E27FC236}">
                  <a16:creationId xmlns:a16="http://schemas.microsoft.com/office/drawing/2014/main" id="{A4EE024F-4ED3-E569-CF94-9E7945F645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2069" name="Graphic 2068" descr="Deciduous tree with solid fill">
              <a:extLst>
                <a:ext uri="{FF2B5EF4-FFF2-40B4-BE49-F238E27FC236}">
                  <a16:creationId xmlns:a16="http://schemas.microsoft.com/office/drawing/2014/main" id="{1DA68562-1196-4F26-E978-18F846E2C2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2070" name="Graphic 2069" descr="Deciduous tree with solid fill">
              <a:extLst>
                <a:ext uri="{FF2B5EF4-FFF2-40B4-BE49-F238E27FC236}">
                  <a16:creationId xmlns:a16="http://schemas.microsoft.com/office/drawing/2014/main" id="{7914280E-2C6F-56AE-DE6D-CCD1E5F461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071" name="Graphic 2070" descr="Deciduous tree with solid fill">
              <a:extLst>
                <a:ext uri="{FF2B5EF4-FFF2-40B4-BE49-F238E27FC236}">
                  <a16:creationId xmlns:a16="http://schemas.microsoft.com/office/drawing/2014/main" id="{2C28A4F8-E621-B6DC-D3E1-20D9884DC9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072" name="Graphic 2071" descr="Deciduous tree with solid fill">
              <a:extLst>
                <a:ext uri="{FF2B5EF4-FFF2-40B4-BE49-F238E27FC236}">
                  <a16:creationId xmlns:a16="http://schemas.microsoft.com/office/drawing/2014/main" id="{2E714ED3-D6F9-AA2F-14E7-F511CB2B45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2073" name="Graphic 2072" descr="Deciduous tree with solid fill">
              <a:extLst>
                <a:ext uri="{FF2B5EF4-FFF2-40B4-BE49-F238E27FC236}">
                  <a16:creationId xmlns:a16="http://schemas.microsoft.com/office/drawing/2014/main" id="{4EE79DD0-99D7-3756-ADDC-4AB7933F50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074" name="Graphic 2073" descr="Deciduous tree with solid fill">
              <a:extLst>
                <a:ext uri="{FF2B5EF4-FFF2-40B4-BE49-F238E27FC236}">
                  <a16:creationId xmlns:a16="http://schemas.microsoft.com/office/drawing/2014/main" id="{9C25275A-BE3E-0FF6-2E9D-521E47174F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075" name="Graphic 2074" descr="Deciduous tree with solid fill">
              <a:extLst>
                <a:ext uri="{FF2B5EF4-FFF2-40B4-BE49-F238E27FC236}">
                  <a16:creationId xmlns:a16="http://schemas.microsoft.com/office/drawing/2014/main" id="{56DAEB8F-A0F8-0D0B-A067-6C66A8436D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076" name="Graphic 2075" descr="Deciduous tree with solid fill">
              <a:extLst>
                <a:ext uri="{FF2B5EF4-FFF2-40B4-BE49-F238E27FC236}">
                  <a16:creationId xmlns:a16="http://schemas.microsoft.com/office/drawing/2014/main" id="{57854169-3279-DBA6-5D75-363F525588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077" name="Graphic 2076" descr="Deciduous tree with solid fill">
              <a:extLst>
                <a:ext uri="{FF2B5EF4-FFF2-40B4-BE49-F238E27FC236}">
                  <a16:creationId xmlns:a16="http://schemas.microsoft.com/office/drawing/2014/main" id="{878337C8-6B88-F4C7-7E0D-9F5E3E46A1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4" y="2825420"/>
              <a:ext cx="209457" cy="196411"/>
            </a:xfrm>
            <a:prstGeom prst="rect">
              <a:avLst/>
            </a:prstGeom>
          </p:spPr>
        </p:pic>
        <p:pic>
          <p:nvPicPr>
            <p:cNvPr id="2078" name="Graphic 2077" descr="Deciduous tree with solid fill">
              <a:extLst>
                <a:ext uri="{FF2B5EF4-FFF2-40B4-BE49-F238E27FC236}">
                  <a16:creationId xmlns:a16="http://schemas.microsoft.com/office/drawing/2014/main" id="{8F5C5D07-BED2-1806-7FA4-A8C0392A44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7" y="2921280"/>
              <a:ext cx="209457" cy="196411"/>
            </a:xfrm>
            <a:prstGeom prst="rect">
              <a:avLst/>
            </a:prstGeom>
          </p:spPr>
        </p:pic>
        <p:pic>
          <p:nvPicPr>
            <p:cNvPr id="2079" name="Graphic 2078" descr="Deciduous tree with solid fill">
              <a:extLst>
                <a:ext uri="{FF2B5EF4-FFF2-40B4-BE49-F238E27FC236}">
                  <a16:creationId xmlns:a16="http://schemas.microsoft.com/office/drawing/2014/main" id="{01BFD67A-204B-2537-0620-E16B023035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649" y="2737381"/>
              <a:ext cx="209457" cy="196411"/>
            </a:xfrm>
            <a:prstGeom prst="rect">
              <a:avLst/>
            </a:prstGeom>
          </p:spPr>
        </p:pic>
        <p:pic>
          <p:nvPicPr>
            <p:cNvPr id="2080" name="Graphic 2079" descr="Deciduous tree with solid fill">
              <a:extLst>
                <a:ext uri="{FF2B5EF4-FFF2-40B4-BE49-F238E27FC236}">
                  <a16:creationId xmlns:a16="http://schemas.microsoft.com/office/drawing/2014/main" id="{06D9FCEA-5E3F-9B4E-31C4-066DCC7D7F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2081" name="Graphic 2080" descr="Deciduous tree with solid fill">
              <a:extLst>
                <a:ext uri="{FF2B5EF4-FFF2-40B4-BE49-F238E27FC236}">
                  <a16:creationId xmlns:a16="http://schemas.microsoft.com/office/drawing/2014/main" id="{6851B308-5E6E-44A7-6551-29ABB6C7C8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2082" name="Graphic 2081" descr="Deciduous tree with solid fill">
              <a:extLst>
                <a:ext uri="{FF2B5EF4-FFF2-40B4-BE49-F238E27FC236}">
                  <a16:creationId xmlns:a16="http://schemas.microsoft.com/office/drawing/2014/main" id="{0BE24C1F-5EE6-4C83-3080-768185BF85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083" name="Graphic 2082" descr="Deciduous tree with solid fill">
              <a:extLst>
                <a:ext uri="{FF2B5EF4-FFF2-40B4-BE49-F238E27FC236}">
                  <a16:creationId xmlns:a16="http://schemas.microsoft.com/office/drawing/2014/main" id="{38DA579F-7B7D-648D-E4ED-694E397CBC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5" y="3415245"/>
              <a:ext cx="209457" cy="196411"/>
            </a:xfrm>
            <a:prstGeom prst="rect">
              <a:avLst/>
            </a:prstGeom>
          </p:spPr>
        </p:pic>
        <p:pic>
          <p:nvPicPr>
            <p:cNvPr id="2084" name="Graphic 2083" descr="Deciduous tree with solid fill">
              <a:extLst>
                <a:ext uri="{FF2B5EF4-FFF2-40B4-BE49-F238E27FC236}">
                  <a16:creationId xmlns:a16="http://schemas.microsoft.com/office/drawing/2014/main" id="{B254A495-2A9A-0124-5B3E-175B7CBBB8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085" name="Graphic 2084" descr="Deciduous tree with solid fill">
              <a:extLst>
                <a:ext uri="{FF2B5EF4-FFF2-40B4-BE49-F238E27FC236}">
                  <a16:creationId xmlns:a16="http://schemas.microsoft.com/office/drawing/2014/main" id="{BC8192E4-8E84-52BB-EF55-2EFB4624A9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6" y="3662226"/>
              <a:ext cx="209457" cy="196411"/>
            </a:xfrm>
            <a:prstGeom prst="rect">
              <a:avLst/>
            </a:prstGeom>
          </p:spPr>
        </p:pic>
        <p:pic>
          <p:nvPicPr>
            <p:cNvPr id="2086" name="Graphic 2085" descr="Deciduous tree with solid fill">
              <a:extLst>
                <a:ext uri="{FF2B5EF4-FFF2-40B4-BE49-F238E27FC236}">
                  <a16:creationId xmlns:a16="http://schemas.microsoft.com/office/drawing/2014/main" id="{3730931A-BAAE-14A0-28BC-4AB310BDE1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087" name="Graphic 2086" descr="Deciduous tree with solid fill">
              <a:extLst>
                <a:ext uri="{FF2B5EF4-FFF2-40B4-BE49-F238E27FC236}">
                  <a16:creationId xmlns:a16="http://schemas.microsoft.com/office/drawing/2014/main" id="{183844F3-563F-D9E2-4CE4-390933F7FA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088" name="Graphic 2087" descr="Deciduous tree with solid fill">
              <a:extLst>
                <a:ext uri="{FF2B5EF4-FFF2-40B4-BE49-F238E27FC236}">
                  <a16:creationId xmlns:a16="http://schemas.microsoft.com/office/drawing/2014/main" id="{9DF565CB-94A5-71A5-6802-6B66B6DC32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089" name="Graphic 2088" descr="Deciduous tree with solid fill">
              <a:extLst>
                <a:ext uri="{FF2B5EF4-FFF2-40B4-BE49-F238E27FC236}">
                  <a16:creationId xmlns:a16="http://schemas.microsoft.com/office/drawing/2014/main" id="{41EB8C90-2003-199B-6319-AF47678B99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2090" name="Graphic 2089" descr="Deciduous tree with solid fill">
              <a:extLst>
                <a:ext uri="{FF2B5EF4-FFF2-40B4-BE49-F238E27FC236}">
                  <a16:creationId xmlns:a16="http://schemas.microsoft.com/office/drawing/2014/main" id="{B5CCFFFC-8207-8796-30ED-6B6812B4CA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3" y="3072401"/>
              <a:ext cx="209457" cy="196411"/>
            </a:xfrm>
            <a:prstGeom prst="rect">
              <a:avLst/>
            </a:prstGeom>
          </p:spPr>
        </p:pic>
        <p:pic>
          <p:nvPicPr>
            <p:cNvPr id="2091" name="Graphic 2090" descr="Deciduous tree with solid fill">
              <a:extLst>
                <a:ext uri="{FF2B5EF4-FFF2-40B4-BE49-F238E27FC236}">
                  <a16:creationId xmlns:a16="http://schemas.microsoft.com/office/drawing/2014/main" id="{4B5A3718-DB61-1DF3-72D4-F147C966C1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8" y="3195893"/>
              <a:ext cx="209457" cy="196411"/>
            </a:xfrm>
            <a:prstGeom prst="rect">
              <a:avLst/>
            </a:prstGeom>
          </p:spPr>
        </p:pic>
        <p:pic>
          <p:nvPicPr>
            <p:cNvPr id="2092" name="Graphic 2091" descr="Deciduous tree with solid fill">
              <a:extLst>
                <a:ext uri="{FF2B5EF4-FFF2-40B4-BE49-F238E27FC236}">
                  <a16:creationId xmlns:a16="http://schemas.microsoft.com/office/drawing/2014/main" id="{67F042A2-A352-0F1E-9070-48134D75EA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3" y="3319384"/>
              <a:ext cx="209457" cy="196411"/>
            </a:xfrm>
            <a:prstGeom prst="rect">
              <a:avLst/>
            </a:prstGeom>
          </p:spPr>
        </p:pic>
        <p:pic>
          <p:nvPicPr>
            <p:cNvPr id="2093" name="Graphic 2092" descr="Deciduous tree with solid fill">
              <a:extLst>
                <a:ext uri="{FF2B5EF4-FFF2-40B4-BE49-F238E27FC236}">
                  <a16:creationId xmlns:a16="http://schemas.microsoft.com/office/drawing/2014/main" id="{2F94444B-0C0A-DA90-4801-E970F1FB8A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094" name="Graphic 2093" descr="Deciduous tree with solid fill">
              <a:extLst>
                <a:ext uri="{FF2B5EF4-FFF2-40B4-BE49-F238E27FC236}">
                  <a16:creationId xmlns:a16="http://schemas.microsoft.com/office/drawing/2014/main" id="{C91E537B-C218-7DE9-0AEB-49DEBE2F4D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095" name="Graphic 2094" descr="Deciduous tree with solid fill">
              <a:extLst>
                <a:ext uri="{FF2B5EF4-FFF2-40B4-BE49-F238E27FC236}">
                  <a16:creationId xmlns:a16="http://schemas.microsoft.com/office/drawing/2014/main" id="{B999C6F5-E23B-DC6F-1CAE-CC33C42EC0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096" name="Graphic 2095" descr="Deciduous tree with solid fill">
              <a:extLst>
                <a:ext uri="{FF2B5EF4-FFF2-40B4-BE49-F238E27FC236}">
                  <a16:creationId xmlns:a16="http://schemas.microsoft.com/office/drawing/2014/main" id="{4C924C36-E705-1F3C-2A55-B2A0D04400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097" name="Graphic 2096" descr="Deciduous tree with solid fill">
              <a:extLst>
                <a:ext uri="{FF2B5EF4-FFF2-40B4-BE49-F238E27FC236}">
                  <a16:creationId xmlns:a16="http://schemas.microsoft.com/office/drawing/2014/main" id="{5E748121-B5BB-EB63-93A5-74C3028E1E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098" name="Graphic 2097" descr="Deciduous tree with solid fill">
              <a:extLst>
                <a:ext uri="{FF2B5EF4-FFF2-40B4-BE49-F238E27FC236}">
                  <a16:creationId xmlns:a16="http://schemas.microsoft.com/office/drawing/2014/main" id="{2AB42301-A46B-C438-B782-5C5883BB4E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6" y="2860873"/>
              <a:ext cx="209457" cy="196411"/>
            </a:xfrm>
            <a:prstGeom prst="rect">
              <a:avLst/>
            </a:prstGeom>
          </p:spPr>
        </p:pic>
        <p:pic>
          <p:nvPicPr>
            <p:cNvPr id="2099" name="Graphic 2098" descr="Deciduous tree with solid fill">
              <a:extLst>
                <a:ext uri="{FF2B5EF4-FFF2-40B4-BE49-F238E27FC236}">
                  <a16:creationId xmlns:a16="http://schemas.microsoft.com/office/drawing/2014/main" id="{523B1421-F915-8BFE-BE22-0AA8AE66D8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2100" name="Graphic 2099" descr="Deciduous tree with solid fill">
              <a:extLst>
                <a:ext uri="{FF2B5EF4-FFF2-40B4-BE49-F238E27FC236}">
                  <a16:creationId xmlns:a16="http://schemas.microsoft.com/office/drawing/2014/main" id="{3C74A18A-4CDF-FEF8-1F80-1258974E7C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101" name="Graphic 2100" descr="Deciduous tree with solid fill">
              <a:extLst>
                <a:ext uri="{FF2B5EF4-FFF2-40B4-BE49-F238E27FC236}">
                  <a16:creationId xmlns:a16="http://schemas.microsoft.com/office/drawing/2014/main" id="{24466730-D7AA-689B-285F-D1F340BCEE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102" name="Graphic 2101" descr="Deciduous tree with solid fill">
              <a:extLst>
                <a:ext uri="{FF2B5EF4-FFF2-40B4-BE49-F238E27FC236}">
                  <a16:creationId xmlns:a16="http://schemas.microsoft.com/office/drawing/2014/main" id="{2C525036-AAA2-7350-37FA-EA2988C6EE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3" y="3354837"/>
              <a:ext cx="209457" cy="196411"/>
            </a:xfrm>
            <a:prstGeom prst="rect">
              <a:avLst/>
            </a:prstGeom>
          </p:spPr>
        </p:pic>
        <p:pic>
          <p:nvPicPr>
            <p:cNvPr id="2103" name="Graphic 2102" descr="Deciduous tree with solid fill">
              <a:extLst>
                <a:ext uri="{FF2B5EF4-FFF2-40B4-BE49-F238E27FC236}">
                  <a16:creationId xmlns:a16="http://schemas.microsoft.com/office/drawing/2014/main" id="{52778094-4131-F97B-D824-6156882A31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8" y="3478328"/>
              <a:ext cx="209457" cy="196411"/>
            </a:xfrm>
            <a:prstGeom prst="rect">
              <a:avLst/>
            </a:prstGeom>
          </p:spPr>
        </p:pic>
        <p:pic>
          <p:nvPicPr>
            <p:cNvPr id="2104" name="Graphic 2103" descr="Deciduous tree with solid fill">
              <a:extLst>
                <a:ext uri="{FF2B5EF4-FFF2-40B4-BE49-F238E27FC236}">
                  <a16:creationId xmlns:a16="http://schemas.microsoft.com/office/drawing/2014/main" id="{A7965812-E403-FE4B-2F0A-57AC395E80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3" y="3601820"/>
              <a:ext cx="209457" cy="196411"/>
            </a:xfrm>
            <a:prstGeom prst="rect">
              <a:avLst/>
            </a:prstGeom>
          </p:spPr>
        </p:pic>
        <p:pic>
          <p:nvPicPr>
            <p:cNvPr id="2105" name="Graphic 2104" descr="Deciduous tree with solid fill">
              <a:extLst>
                <a:ext uri="{FF2B5EF4-FFF2-40B4-BE49-F238E27FC236}">
                  <a16:creationId xmlns:a16="http://schemas.microsoft.com/office/drawing/2014/main" id="{4BF0B5E2-57E6-2115-9240-B5F2CBEC6A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8" y="3725311"/>
              <a:ext cx="209457" cy="196411"/>
            </a:xfrm>
            <a:prstGeom prst="rect">
              <a:avLst/>
            </a:prstGeom>
          </p:spPr>
        </p:pic>
        <p:pic>
          <p:nvPicPr>
            <p:cNvPr id="2106" name="Graphic 2105" descr="Deciduous tree with solid fill">
              <a:extLst>
                <a:ext uri="{FF2B5EF4-FFF2-40B4-BE49-F238E27FC236}">
                  <a16:creationId xmlns:a16="http://schemas.microsoft.com/office/drawing/2014/main" id="{00C4640A-75BC-226A-6164-6DC0DF3302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3" y="3848803"/>
              <a:ext cx="209457" cy="196411"/>
            </a:xfrm>
            <a:prstGeom prst="rect">
              <a:avLst/>
            </a:prstGeom>
          </p:spPr>
        </p:pic>
        <p:pic>
          <p:nvPicPr>
            <p:cNvPr id="2107" name="Graphic 2106" descr="Deciduous tree with solid fill">
              <a:extLst>
                <a:ext uri="{FF2B5EF4-FFF2-40B4-BE49-F238E27FC236}">
                  <a16:creationId xmlns:a16="http://schemas.microsoft.com/office/drawing/2014/main" id="{B12B6C5D-44F9-1191-94D9-35557A56D2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8" y="2948910"/>
              <a:ext cx="209457" cy="196411"/>
            </a:xfrm>
            <a:prstGeom prst="rect">
              <a:avLst/>
            </a:prstGeom>
          </p:spPr>
        </p:pic>
        <p:pic>
          <p:nvPicPr>
            <p:cNvPr id="2108" name="Graphic 2107" descr="Deciduous tree with solid fill">
              <a:extLst>
                <a:ext uri="{FF2B5EF4-FFF2-40B4-BE49-F238E27FC236}">
                  <a16:creationId xmlns:a16="http://schemas.microsoft.com/office/drawing/2014/main" id="{5454A652-493A-E6EA-AA53-B9FAF916CC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41" y="3044771"/>
              <a:ext cx="209457" cy="196411"/>
            </a:xfrm>
            <a:prstGeom prst="rect">
              <a:avLst/>
            </a:prstGeom>
          </p:spPr>
        </p:pic>
        <p:pic>
          <p:nvPicPr>
            <p:cNvPr id="2109" name="Graphic 2108" descr="Deciduous tree with solid fill">
              <a:extLst>
                <a:ext uri="{FF2B5EF4-FFF2-40B4-BE49-F238E27FC236}">
                  <a16:creationId xmlns:a16="http://schemas.microsoft.com/office/drawing/2014/main" id="{C9386A69-3803-E9B8-9588-8CBE2B0AAA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5" y="2860873"/>
              <a:ext cx="209457" cy="196411"/>
            </a:xfrm>
            <a:prstGeom prst="rect">
              <a:avLst/>
            </a:prstGeom>
          </p:spPr>
        </p:pic>
        <p:pic>
          <p:nvPicPr>
            <p:cNvPr id="2110" name="Graphic 2109" descr="Deciduous tree with solid fill">
              <a:extLst>
                <a:ext uri="{FF2B5EF4-FFF2-40B4-BE49-F238E27FC236}">
                  <a16:creationId xmlns:a16="http://schemas.microsoft.com/office/drawing/2014/main" id="{37BC44C6-1BC8-C1CF-703A-0C61DCE8A2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6" y="3168262"/>
              <a:ext cx="209457" cy="196411"/>
            </a:xfrm>
            <a:prstGeom prst="rect">
              <a:avLst/>
            </a:prstGeom>
          </p:spPr>
        </p:pic>
        <p:pic>
          <p:nvPicPr>
            <p:cNvPr id="2111" name="Graphic 2110" descr="Deciduous tree with solid fill">
              <a:extLst>
                <a:ext uri="{FF2B5EF4-FFF2-40B4-BE49-F238E27FC236}">
                  <a16:creationId xmlns:a16="http://schemas.microsoft.com/office/drawing/2014/main" id="{F649B168-EA5D-7E5C-2021-1ADAE50801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112" name="Graphic 2111" descr="Deciduous tree with solid fill">
              <a:extLst>
                <a:ext uri="{FF2B5EF4-FFF2-40B4-BE49-F238E27FC236}">
                  <a16:creationId xmlns:a16="http://schemas.microsoft.com/office/drawing/2014/main" id="{D4CC463C-5104-C0A4-CD75-9DE95C960A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2113" name="Graphic 2112" descr="Deciduous tree with solid fill">
              <a:extLst>
                <a:ext uri="{FF2B5EF4-FFF2-40B4-BE49-F238E27FC236}">
                  <a16:creationId xmlns:a16="http://schemas.microsoft.com/office/drawing/2014/main" id="{A5AA0AC7-AC69-60DA-A950-B8224F8C81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114" name="Graphic 2113" descr="Deciduous tree with solid fill">
              <a:extLst>
                <a:ext uri="{FF2B5EF4-FFF2-40B4-BE49-F238E27FC236}">
                  <a16:creationId xmlns:a16="http://schemas.microsoft.com/office/drawing/2014/main" id="{4822336F-F9C6-D0E0-50A9-700C6EFDCC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115" name="Graphic 2114" descr="Deciduous tree with solid fill">
              <a:extLst>
                <a:ext uri="{FF2B5EF4-FFF2-40B4-BE49-F238E27FC236}">
                  <a16:creationId xmlns:a16="http://schemas.microsoft.com/office/drawing/2014/main" id="{E016807F-AD0E-C08F-0C99-A93170D29F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116" name="Graphic 2115" descr="Deciduous tree with solid fill">
              <a:extLst>
                <a:ext uri="{FF2B5EF4-FFF2-40B4-BE49-F238E27FC236}">
                  <a16:creationId xmlns:a16="http://schemas.microsoft.com/office/drawing/2014/main" id="{297A59B7-85D2-C78A-0579-ED8CE9363D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117" name="Graphic 2116" descr="Deciduous tree with solid fill">
              <a:extLst>
                <a:ext uri="{FF2B5EF4-FFF2-40B4-BE49-F238E27FC236}">
                  <a16:creationId xmlns:a16="http://schemas.microsoft.com/office/drawing/2014/main" id="{C44F6750-13C4-1F7D-9125-72391E9E63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118" name="Graphic 2117" descr="Deciduous tree with solid fill">
              <a:extLst>
                <a:ext uri="{FF2B5EF4-FFF2-40B4-BE49-F238E27FC236}">
                  <a16:creationId xmlns:a16="http://schemas.microsoft.com/office/drawing/2014/main" id="{97EC0BD4-40D5-6E4D-3B1A-728C221774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2119" name="Graphic 2118" descr="Deciduous tree with solid fill">
              <a:extLst>
                <a:ext uri="{FF2B5EF4-FFF2-40B4-BE49-F238E27FC236}">
                  <a16:creationId xmlns:a16="http://schemas.microsoft.com/office/drawing/2014/main" id="{0544F4A9-7EEE-9D7F-3FC3-80CEF850ED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2120" name="Graphic 2119" descr="Deciduous tree with solid fill">
              <a:extLst>
                <a:ext uri="{FF2B5EF4-FFF2-40B4-BE49-F238E27FC236}">
                  <a16:creationId xmlns:a16="http://schemas.microsoft.com/office/drawing/2014/main" id="{BE80F46C-7B29-A706-E384-9726F9CCE9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121" name="Graphic 2120" descr="Deciduous tree with solid fill">
              <a:extLst>
                <a:ext uri="{FF2B5EF4-FFF2-40B4-BE49-F238E27FC236}">
                  <a16:creationId xmlns:a16="http://schemas.microsoft.com/office/drawing/2014/main" id="{295D6E0F-C1B6-5437-CC71-F9E5DE5D16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122" name="Graphic 2121" descr="Deciduous tree with solid fill">
              <a:extLst>
                <a:ext uri="{FF2B5EF4-FFF2-40B4-BE49-F238E27FC236}">
                  <a16:creationId xmlns:a16="http://schemas.microsoft.com/office/drawing/2014/main" id="{D7472DD3-6692-49D5-92AF-80DCE6649A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123" name="Graphic 2122" descr="Deciduous tree with solid fill">
              <a:extLst>
                <a:ext uri="{FF2B5EF4-FFF2-40B4-BE49-F238E27FC236}">
                  <a16:creationId xmlns:a16="http://schemas.microsoft.com/office/drawing/2014/main" id="{329500B3-5904-EFAD-C542-2A9C8CD96B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124" name="Graphic 2123" descr="Deciduous tree with solid fill">
              <a:extLst>
                <a:ext uri="{FF2B5EF4-FFF2-40B4-BE49-F238E27FC236}">
                  <a16:creationId xmlns:a16="http://schemas.microsoft.com/office/drawing/2014/main" id="{5DCFC419-86C8-AE6D-CF82-F023685D29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125" name="Graphic 2124" descr="Deciduous tree with solid fill">
              <a:extLst>
                <a:ext uri="{FF2B5EF4-FFF2-40B4-BE49-F238E27FC236}">
                  <a16:creationId xmlns:a16="http://schemas.microsoft.com/office/drawing/2014/main" id="{43CB1D30-9BE1-F124-5C46-72F7063BF3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126" name="Graphic 2125" descr="Deciduous tree with solid fill">
              <a:extLst>
                <a:ext uri="{FF2B5EF4-FFF2-40B4-BE49-F238E27FC236}">
                  <a16:creationId xmlns:a16="http://schemas.microsoft.com/office/drawing/2014/main" id="{0CE7FF4B-428F-69D6-4E60-9B447CCBCF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9" y="2984363"/>
              <a:ext cx="209457" cy="196411"/>
            </a:xfrm>
            <a:prstGeom prst="rect">
              <a:avLst/>
            </a:prstGeom>
          </p:spPr>
        </p:pic>
        <p:pic>
          <p:nvPicPr>
            <p:cNvPr id="2127" name="Graphic 2126" descr="Deciduous tree with solid fill">
              <a:extLst>
                <a:ext uri="{FF2B5EF4-FFF2-40B4-BE49-F238E27FC236}">
                  <a16:creationId xmlns:a16="http://schemas.microsoft.com/office/drawing/2014/main" id="{C7085E8A-E57E-3546-275F-817E3A9CB6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128" name="Graphic 2127" descr="Deciduous tree with solid fill">
              <a:extLst>
                <a:ext uri="{FF2B5EF4-FFF2-40B4-BE49-F238E27FC236}">
                  <a16:creationId xmlns:a16="http://schemas.microsoft.com/office/drawing/2014/main" id="{9DAA5B4E-3992-D43B-3BAC-1D50DCD217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129" name="Graphic 2128" descr="Deciduous tree with solid fill">
              <a:extLst>
                <a:ext uri="{FF2B5EF4-FFF2-40B4-BE49-F238E27FC236}">
                  <a16:creationId xmlns:a16="http://schemas.microsoft.com/office/drawing/2014/main" id="{8346E981-5BC2-4344-F84A-7ED516C7E2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2130" name="Graphic 2129" descr="Deciduous tree with solid fill">
              <a:extLst>
                <a:ext uri="{FF2B5EF4-FFF2-40B4-BE49-F238E27FC236}">
                  <a16:creationId xmlns:a16="http://schemas.microsoft.com/office/drawing/2014/main" id="{EF7574B8-F02A-4F94-DA2D-14BD2BC067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131" name="Graphic 2130" descr="Deciduous tree with solid fill">
              <a:extLst>
                <a:ext uri="{FF2B5EF4-FFF2-40B4-BE49-F238E27FC236}">
                  <a16:creationId xmlns:a16="http://schemas.microsoft.com/office/drawing/2014/main" id="{7D04713B-4BB8-D486-79EF-DBDA7889D4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132" name="Graphic 2131" descr="Deciduous tree with solid fill">
              <a:extLst>
                <a:ext uri="{FF2B5EF4-FFF2-40B4-BE49-F238E27FC236}">
                  <a16:creationId xmlns:a16="http://schemas.microsoft.com/office/drawing/2014/main" id="{3E85A8F0-031A-DACF-BB56-77B300DA96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133" name="Graphic 2132" descr="Deciduous tree with solid fill">
              <a:extLst>
                <a:ext uri="{FF2B5EF4-FFF2-40B4-BE49-F238E27FC236}">
                  <a16:creationId xmlns:a16="http://schemas.microsoft.com/office/drawing/2014/main" id="{6E12D73B-F86C-7C87-6A5F-DCF29DE706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134" name="Graphic 2133" descr="Deciduous tree with solid fill">
              <a:extLst>
                <a:ext uri="{FF2B5EF4-FFF2-40B4-BE49-F238E27FC236}">
                  <a16:creationId xmlns:a16="http://schemas.microsoft.com/office/drawing/2014/main" id="{8B4E0C75-AE5B-79E9-C842-7C315D5460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62" y="3072401"/>
              <a:ext cx="209457" cy="196411"/>
            </a:xfrm>
            <a:prstGeom prst="rect">
              <a:avLst/>
            </a:prstGeom>
          </p:spPr>
        </p:pic>
        <p:pic>
          <p:nvPicPr>
            <p:cNvPr id="2135" name="Graphic 2134" descr="Deciduous tree with solid fill">
              <a:extLst>
                <a:ext uri="{FF2B5EF4-FFF2-40B4-BE49-F238E27FC236}">
                  <a16:creationId xmlns:a16="http://schemas.microsoft.com/office/drawing/2014/main" id="{C7C639AF-ED2C-FC85-2E32-020AB93952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836" y="3168262"/>
              <a:ext cx="209457" cy="196411"/>
            </a:xfrm>
            <a:prstGeom prst="rect">
              <a:avLst/>
            </a:prstGeom>
          </p:spPr>
        </p:pic>
        <p:pic>
          <p:nvPicPr>
            <p:cNvPr id="2136" name="Graphic 2135" descr="Deciduous tree with solid fill">
              <a:extLst>
                <a:ext uri="{FF2B5EF4-FFF2-40B4-BE49-F238E27FC236}">
                  <a16:creationId xmlns:a16="http://schemas.microsoft.com/office/drawing/2014/main" id="{0DB9ED5A-539B-8E18-49C8-3CC0005E6A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039" y="2984363"/>
              <a:ext cx="209457" cy="196411"/>
            </a:xfrm>
            <a:prstGeom prst="rect">
              <a:avLst/>
            </a:prstGeom>
          </p:spPr>
        </p:pic>
        <p:pic>
          <p:nvPicPr>
            <p:cNvPr id="2137" name="Graphic 2136" descr="Deciduous tree with solid fill">
              <a:extLst>
                <a:ext uri="{FF2B5EF4-FFF2-40B4-BE49-F238E27FC236}">
                  <a16:creationId xmlns:a16="http://schemas.microsoft.com/office/drawing/2014/main" id="{3FD519BE-4CF4-D4FF-B4A3-1956FD043C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138" name="Graphic 2137" descr="Deciduous tree with solid fill">
              <a:extLst>
                <a:ext uri="{FF2B5EF4-FFF2-40B4-BE49-F238E27FC236}">
                  <a16:creationId xmlns:a16="http://schemas.microsoft.com/office/drawing/2014/main" id="{45A5125A-4655-D9E3-73BB-BB00BBBBB0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2139" name="Graphic 2138" descr="Deciduous tree with solid fill">
              <a:extLst>
                <a:ext uri="{FF2B5EF4-FFF2-40B4-BE49-F238E27FC236}">
                  <a16:creationId xmlns:a16="http://schemas.microsoft.com/office/drawing/2014/main" id="{22767D20-BCE2-92FC-8E6C-0440919B5E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140" name="Graphic 2139" descr="Deciduous tree with solid fill">
              <a:extLst>
                <a:ext uri="{FF2B5EF4-FFF2-40B4-BE49-F238E27FC236}">
                  <a16:creationId xmlns:a16="http://schemas.microsoft.com/office/drawing/2014/main" id="{C77918C7-4733-E991-E3D7-4896BCFCFD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141" name="Graphic 2140" descr="Deciduous tree with solid fill">
              <a:extLst>
                <a:ext uri="{FF2B5EF4-FFF2-40B4-BE49-F238E27FC236}">
                  <a16:creationId xmlns:a16="http://schemas.microsoft.com/office/drawing/2014/main" id="{3A49349B-B9CA-C816-4D29-954801869B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142" name="Graphic 2141" descr="Deciduous tree with solid fill">
              <a:extLst>
                <a:ext uri="{FF2B5EF4-FFF2-40B4-BE49-F238E27FC236}">
                  <a16:creationId xmlns:a16="http://schemas.microsoft.com/office/drawing/2014/main" id="{0EAAD22A-90C9-6D03-F521-980138DE63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143" name="Graphic 2142" descr="Deciduous tree with solid fill">
              <a:extLst>
                <a:ext uri="{FF2B5EF4-FFF2-40B4-BE49-F238E27FC236}">
                  <a16:creationId xmlns:a16="http://schemas.microsoft.com/office/drawing/2014/main" id="{8FBC63EC-B4A0-3822-9BC9-BBB385B398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144" name="Graphic 2143" descr="Deciduous tree with solid fill">
              <a:extLst>
                <a:ext uri="{FF2B5EF4-FFF2-40B4-BE49-F238E27FC236}">
                  <a16:creationId xmlns:a16="http://schemas.microsoft.com/office/drawing/2014/main" id="{26EF92AA-787D-0DCD-2F40-ECA910833A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2145" name="Graphic 2144" descr="Deciduous tree with solid fill">
              <a:extLst>
                <a:ext uri="{FF2B5EF4-FFF2-40B4-BE49-F238E27FC236}">
                  <a16:creationId xmlns:a16="http://schemas.microsoft.com/office/drawing/2014/main" id="{53471552-6823-D9BF-109B-25C8871EE2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146" name="Graphic 2145" descr="Deciduous tree with solid fill">
              <a:extLst>
                <a:ext uri="{FF2B5EF4-FFF2-40B4-BE49-F238E27FC236}">
                  <a16:creationId xmlns:a16="http://schemas.microsoft.com/office/drawing/2014/main" id="{6FAC43D0-E61F-C1D2-8B24-73D8A3EFB0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147" name="Graphic 2146" descr="Deciduous tree with solid fill">
              <a:extLst>
                <a:ext uri="{FF2B5EF4-FFF2-40B4-BE49-F238E27FC236}">
                  <a16:creationId xmlns:a16="http://schemas.microsoft.com/office/drawing/2014/main" id="{F3F39773-7CF9-1DC4-3E2B-9BA22242E0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148" name="Graphic 2147" descr="Deciduous tree with solid fill">
              <a:extLst>
                <a:ext uri="{FF2B5EF4-FFF2-40B4-BE49-F238E27FC236}">
                  <a16:creationId xmlns:a16="http://schemas.microsoft.com/office/drawing/2014/main" id="{EFC36D93-1BE0-070B-6D4D-C67AC6743D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149" name="Graphic 2148" descr="Deciduous tree with solid fill">
              <a:extLst>
                <a:ext uri="{FF2B5EF4-FFF2-40B4-BE49-F238E27FC236}">
                  <a16:creationId xmlns:a16="http://schemas.microsoft.com/office/drawing/2014/main" id="{46B5803D-2BFE-4D06-4D52-292F03CE06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150" name="Graphic 2149" descr="Deciduous tree with solid fill">
              <a:extLst>
                <a:ext uri="{FF2B5EF4-FFF2-40B4-BE49-F238E27FC236}">
                  <a16:creationId xmlns:a16="http://schemas.microsoft.com/office/drawing/2014/main" id="{C5B21AD2-690D-ED0B-DC16-DE8E0F0DEF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151" name="Graphic 2150" descr="Deciduous tree with solid fill">
              <a:extLst>
                <a:ext uri="{FF2B5EF4-FFF2-40B4-BE49-F238E27FC236}">
                  <a16:creationId xmlns:a16="http://schemas.microsoft.com/office/drawing/2014/main" id="{3743FFEF-0AEF-22A9-8B1A-179C1188D7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152" name="Graphic 2151" descr="Deciduous tree with solid fill">
              <a:extLst>
                <a:ext uri="{FF2B5EF4-FFF2-40B4-BE49-F238E27FC236}">
                  <a16:creationId xmlns:a16="http://schemas.microsoft.com/office/drawing/2014/main" id="{111C6A77-E4E3-BDDA-B8F7-232B5259BD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153" name="Graphic 2152" descr="Deciduous tree with solid fill">
              <a:extLst>
                <a:ext uri="{FF2B5EF4-FFF2-40B4-BE49-F238E27FC236}">
                  <a16:creationId xmlns:a16="http://schemas.microsoft.com/office/drawing/2014/main" id="{C3B7A35F-9CB1-F887-D78F-CE04819E13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2154" name="Graphic 2153" descr="Deciduous tree with solid fill">
              <a:extLst>
                <a:ext uri="{FF2B5EF4-FFF2-40B4-BE49-F238E27FC236}">
                  <a16:creationId xmlns:a16="http://schemas.microsoft.com/office/drawing/2014/main" id="{7BC0CB48-5A70-6E79-FB73-DE0E6BBF79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155" name="Graphic 2154" descr="Deciduous tree with solid fill">
              <a:extLst>
                <a:ext uri="{FF2B5EF4-FFF2-40B4-BE49-F238E27FC236}">
                  <a16:creationId xmlns:a16="http://schemas.microsoft.com/office/drawing/2014/main" id="{E8A0FB5A-4CAF-DCF5-60A9-8C30F654EC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156" name="Graphic 2155" descr="Deciduous tree with solid fill">
              <a:extLst>
                <a:ext uri="{FF2B5EF4-FFF2-40B4-BE49-F238E27FC236}">
                  <a16:creationId xmlns:a16="http://schemas.microsoft.com/office/drawing/2014/main" id="{EEDAD1AB-53E8-3245-A982-08E24A83B5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157" name="Graphic 2156" descr="Deciduous tree with solid fill">
              <a:extLst>
                <a:ext uri="{FF2B5EF4-FFF2-40B4-BE49-F238E27FC236}">
                  <a16:creationId xmlns:a16="http://schemas.microsoft.com/office/drawing/2014/main" id="{0FABACD8-C84B-189C-85D8-ACE167CB35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158" name="Graphic 2157" descr="Deciduous tree with solid fill">
              <a:extLst>
                <a:ext uri="{FF2B5EF4-FFF2-40B4-BE49-F238E27FC236}">
                  <a16:creationId xmlns:a16="http://schemas.microsoft.com/office/drawing/2014/main" id="{F871CA8F-D0DE-85EC-956D-99CBD35C11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7" y="3195893"/>
              <a:ext cx="209457" cy="196411"/>
            </a:xfrm>
            <a:prstGeom prst="rect">
              <a:avLst/>
            </a:prstGeom>
          </p:spPr>
        </p:pic>
        <p:pic>
          <p:nvPicPr>
            <p:cNvPr id="2159" name="Graphic 2158" descr="Deciduous tree with solid fill">
              <a:extLst>
                <a:ext uri="{FF2B5EF4-FFF2-40B4-BE49-F238E27FC236}">
                  <a16:creationId xmlns:a16="http://schemas.microsoft.com/office/drawing/2014/main" id="{EE9F0D9A-64E0-5864-4D65-74B04725CC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31" y="3291754"/>
              <a:ext cx="209457" cy="196411"/>
            </a:xfrm>
            <a:prstGeom prst="rect">
              <a:avLst/>
            </a:prstGeom>
          </p:spPr>
        </p:pic>
        <p:pic>
          <p:nvPicPr>
            <p:cNvPr id="2160" name="Graphic 2159" descr="Deciduous tree with solid fill">
              <a:extLst>
                <a:ext uri="{FF2B5EF4-FFF2-40B4-BE49-F238E27FC236}">
                  <a16:creationId xmlns:a16="http://schemas.microsoft.com/office/drawing/2014/main" id="{B67D625A-7F23-AFA2-8C4A-9A28404A0B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4" y="3107854"/>
              <a:ext cx="209457" cy="196411"/>
            </a:xfrm>
            <a:prstGeom prst="rect">
              <a:avLst/>
            </a:prstGeom>
          </p:spPr>
        </p:pic>
        <p:pic>
          <p:nvPicPr>
            <p:cNvPr id="2161" name="Graphic 2160" descr="Deciduous tree with solid fill">
              <a:extLst>
                <a:ext uri="{FF2B5EF4-FFF2-40B4-BE49-F238E27FC236}">
                  <a16:creationId xmlns:a16="http://schemas.microsoft.com/office/drawing/2014/main" id="{BFED9C0C-31DE-4920-9A94-5A13351CAF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2162" name="Graphic 2161" descr="Deciduous tree with solid fill">
              <a:extLst>
                <a:ext uri="{FF2B5EF4-FFF2-40B4-BE49-F238E27FC236}">
                  <a16:creationId xmlns:a16="http://schemas.microsoft.com/office/drawing/2014/main" id="{EB655431-12DD-F190-1BB1-91535C1AA5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163" name="Graphic 2162" descr="Deciduous tree with solid fill">
              <a:extLst>
                <a:ext uri="{FF2B5EF4-FFF2-40B4-BE49-F238E27FC236}">
                  <a16:creationId xmlns:a16="http://schemas.microsoft.com/office/drawing/2014/main" id="{DF86E3D3-EF17-7D8F-F2D6-27653751DC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164" name="Graphic 2163" descr="Deciduous tree with solid fill">
              <a:extLst>
                <a:ext uri="{FF2B5EF4-FFF2-40B4-BE49-F238E27FC236}">
                  <a16:creationId xmlns:a16="http://schemas.microsoft.com/office/drawing/2014/main" id="{8E10584D-37C3-6284-EFC3-2BED48A52D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165" name="Graphic 2164" descr="Deciduous tree with solid fill">
              <a:extLst>
                <a:ext uri="{FF2B5EF4-FFF2-40B4-BE49-F238E27FC236}">
                  <a16:creationId xmlns:a16="http://schemas.microsoft.com/office/drawing/2014/main" id="{46C26EC8-732A-B049-A3B3-03F99C2741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166" name="Graphic 2165" descr="Deciduous tree with solid fill">
              <a:extLst>
                <a:ext uri="{FF2B5EF4-FFF2-40B4-BE49-F238E27FC236}">
                  <a16:creationId xmlns:a16="http://schemas.microsoft.com/office/drawing/2014/main" id="{E5C38550-D04E-5661-96DC-41A982D66C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167" name="Graphic 2166" descr="Deciduous tree with solid fill">
              <a:extLst>
                <a:ext uri="{FF2B5EF4-FFF2-40B4-BE49-F238E27FC236}">
                  <a16:creationId xmlns:a16="http://schemas.microsoft.com/office/drawing/2014/main" id="{994D52F9-AB47-8636-6A60-C7DFD12DB1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168" name="Graphic 2167" descr="Deciduous tree with solid fill">
              <a:extLst>
                <a:ext uri="{FF2B5EF4-FFF2-40B4-BE49-F238E27FC236}">
                  <a16:creationId xmlns:a16="http://schemas.microsoft.com/office/drawing/2014/main" id="{591B1C7D-D2C0-D32B-F84E-43481EE97B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169" name="Graphic 2168" descr="Deciduous tree with solid fill">
              <a:extLst>
                <a:ext uri="{FF2B5EF4-FFF2-40B4-BE49-F238E27FC236}">
                  <a16:creationId xmlns:a16="http://schemas.microsoft.com/office/drawing/2014/main" id="{B2CBFF7D-623B-341C-6C9C-5523D53CAF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170" name="Graphic 2169" descr="Deciduous tree with solid fill">
              <a:extLst>
                <a:ext uri="{FF2B5EF4-FFF2-40B4-BE49-F238E27FC236}">
                  <a16:creationId xmlns:a16="http://schemas.microsoft.com/office/drawing/2014/main" id="{FAFAD98C-5917-0673-2223-3AA6F12DA5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171" name="Graphic 2170" descr="Deciduous tree with solid fill">
              <a:extLst>
                <a:ext uri="{FF2B5EF4-FFF2-40B4-BE49-F238E27FC236}">
                  <a16:creationId xmlns:a16="http://schemas.microsoft.com/office/drawing/2014/main" id="{4209823D-05DD-8D8E-0B5C-1F9A0BC8B8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172" name="Graphic 2171" descr="Deciduous tree with solid fill">
              <a:extLst>
                <a:ext uri="{FF2B5EF4-FFF2-40B4-BE49-F238E27FC236}">
                  <a16:creationId xmlns:a16="http://schemas.microsoft.com/office/drawing/2014/main" id="{EDEE6006-2B30-5AB4-20DF-97DF9869EC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173" name="Graphic 2172" descr="Deciduous tree with solid fill">
              <a:extLst>
                <a:ext uri="{FF2B5EF4-FFF2-40B4-BE49-F238E27FC236}">
                  <a16:creationId xmlns:a16="http://schemas.microsoft.com/office/drawing/2014/main" id="{B318146D-8D3D-C7D1-1B4E-72BFA9EECD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174" name="Graphic 2173" descr="Deciduous tree with solid fill">
              <a:extLst>
                <a:ext uri="{FF2B5EF4-FFF2-40B4-BE49-F238E27FC236}">
                  <a16:creationId xmlns:a16="http://schemas.microsoft.com/office/drawing/2014/main" id="{51B49A60-F89B-63EE-7D85-9C45B3A48E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2175" name="Graphic 2174" descr="Deciduous tree with solid fill">
              <a:extLst>
                <a:ext uri="{FF2B5EF4-FFF2-40B4-BE49-F238E27FC236}">
                  <a16:creationId xmlns:a16="http://schemas.microsoft.com/office/drawing/2014/main" id="{240A9F8A-6363-FF46-5269-058C9D91DE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176" name="Graphic 2175" descr="Deciduous tree with solid fill">
              <a:extLst>
                <a:ext uri="{FF2B5EF4-FFF2-40B4-BE49-F238E27FC236}">
                  <a16:creationId xmlns:a16="http://schemas.microsoft.com/office/drawing/2014/main" id="{8BE35758-0D2D-CD64-8B1A-6864C3C758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177" name="Graphic 2176" descr="Deciduous tree with solid fill">
              <a:extLst>
                <a:ext uri="{FF2B5EF4-FFF2-40B4-BE49-F238E27FC236}">
                  <a16:creationId xmlns:a16="http://schemas.microsoft.com/office/drawing/2014/main" id="{82B58980-D86B-D388-7335-060501CAC2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178" name="Graphic 2177" descr="Deciduous tree with solid fill">
              <a:extLst>
                <a:ext uri="{FF2B5EF4-FFF2-40B4-BE49-F238E27FC236}">
                  <a16:creationId xmlns:a16="http://schemas.microsoft.com/office/drawing/2014/main" id="{4550C78A-3312-47FE-EB0C-C58D1D4741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179" name="Graphic 2178" descr="Deciduous tree with solid fill">
              <a:extLst>
                <a:ext uri="{FF2B5EF4-FFF2-40B4-BE49-F238E27FC236}">
                  <a16:creationId xmlns:a16="http://schemas.microsoft.com/office/drawing/2014/main" id="{ECF33C4E-9918-DE3F-7538-A563F942E5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52" y="3319384"/>
              <a:ext cx="209457" cy="196411"/>
            </a:xfrm>
            <a:prstGeom prst="rect">
              <a:avLst/>
            </a:prstGeom>
          </p:spPr>
        </p:pic>
        <p:pic>
          <p:nvPicPr>
            <p:cNvPr id="2180" name="Graphic 2179" descr="Deciduous tree with solid fill">
              <a:extLst>
                <a:ext uri="{FF2B5EF4-FFF2-40B4-BE49-F238E27FC236}">
                  <a16:creationId xmlns:a16="http://schemas.microsoft.com/office/drawing/2014/main" id="{994E0893-676E-C123-A652-535A2DE47C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4" y="3415245"/>
              <a:ext cx="209457" cy="196411"/>
            </a:xfrm>
            <a:prstGeom prst="rect">
              <a:avLst/>
            </a:prstGeom>
          </p:spPr>
        </p:pic>
        <p:pic>
          <p:nvPicPr>
            <p:cNvPr id="2181" name="Graphic 2180" descr="Deciduous tree with solid fill">
              <a:extLst>
                <a:ext uri="{FF2B5EF4-FFF2-40B4-BE49-F238E27FC236}">
                  <a16:creationId xmlns:a16="http://schemas.microsoft.com/office/drawing/2014/main" id="{C71FFC54-A573-F030-376C-1B62571A3F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9" y="3231346"/>
              <a:ext cx="209457" cy="196411"/>
            </a:xfrm>
            <a:prstGeom prst="rect">
              <a:avLst/>
            </a:prstGeom>
          </p:spPr>
        </p:pic>
        <p:pic>
          <p:nvPicPr>
            <p:cNvPr id="2182" name="Graphic 2181" descr="Deciduous tree with solid fill">
              <a:extLst>
                <a:ext uri="{FF2B5EF4-FFF2-40B4-BE49-F238E27FC236}">
                  <a16:creationId xmlns:a16="http://schemas.microsoft.com/office/drawing/2014/main" id="{F205CA1E-C2D2-190B-599F-43F011DEDE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183" name="Graphic 2182" descr="Deciduous tree with solid fill">
              <a:extLst>
                <a:ext uri="{FF2B5EF4-FFF2-40B4-BE49-F238E27FC236}">
                  <a16:creationId xmlns:a16="http://schemas.microsoft.com/office/drawing/2014/main" id="{3BE16C41-C75C-F1F0-A790-9952E5EF4A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184" name="Graphic 2183" descr="Deciduous tree with solid fill">
              <a:extLst>
                <a:ext uri="{FF2B5EF4-FFF2-40B4-BE49-F238E27FC236}">
                  <a16:creationId xmlns:a16="http://schemas.microsoft.com/office/drawing/2014/main" id="{824BE88B-DD83-F58E-3976-77C0B6D8A4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185" name="Graphic 2184" descr="Deciduous tree with solid fill">
              <a:extLst>
                <a:ext uri="{FF2B5EF4-FFF2-40B4-BE49-F238E27FC236}">
                  <a16:creationId xmlns:a16="http://schemas.microsoft.com/office/drawing/2014/main" id="{166F297B-E2CD-DCE5-5D02-09A98179CC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186" name="Graphic 2185" descr="Deciduous tree with solid fill">
              <a:extLst>
                <a:ext uri="{FF2B5EF4-FFF2-40B4-BE49-F238E27FC236}">
                  <a16:creationId xmlns:a16="http://schemas.microsoft.com/office/drawing/2014/main" id="{9ACD885C-8FC4-DECB-7784-73E7A5BC25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187" name="Graphic 2186" descr="Deciduous tree with solid fill">
              <a:extLst>
                <a:ext uri="{FF2B5EF4-FFF2-40B4-BE49-F238E27FC236}">
                  <a16:creationId xmlns:a16="http://schemas.microsoft.com/office/drawing/2014/main" id="{7CECBD2F-745A-74D1-20C0-FD0298A947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188" name="Graphic 2187" descr="Deciduous tree with solid fill">
              <a:extLst>
                <a:ext uri="{FF2B5EF4-FFF2-40B4-BE49-F238E27FC236}">
                  <a16:creationId xmlns:a16="http://schemas.microsoft.com/office/drawing/2014/main" id="{5B388710-7E7B-7695-7C73-BA26850B95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189" name="Graphic 2188" descr="Deciduous tree with solid fill">
              <a:extLst>
                <a:ext uri="{FF2B5EF4-FFF2-40B4-BE49-F238E27FC236}">
                  <a16:creationId xmlns:a16="http://schemas.microsoft.com/office/drawing/2014/main" id="{FC5AA195-E1FB-6D70-44B9-9AEF0284E5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190" name="Graphic 2189" descr="Deciduous tree with solid fill">
              <a:extLst>
                <a:ext uri="{FF2B5EF4-FFF2-40B4-BE49-F238E27FC236}">
                  <a16:creationId xmlns:a16="http://schemas.microsoft.com/office/drawing/2014/main" id="{631486B0-3FEC-88FE-E1FF-A523850404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191" name="Graphic 2190" descr="Deciduous tree with solid fill">
              <a:extLst>
                <a:ext uri="{FF2B5EF4-FFF2-40B4-BE49-F238E27FC236}">
                  <a16:creationId xmlns:a16="http://schemas.microsoft.com/office/drawing/2014/main" id="{EEF39552-EDE1-BD0C-7DED-8D593C5DBD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192" name="Graphic 2191" descr="Deciduous tree with solid fill">
              <a:extLst>
                <a:ext uri="{FF2B5EF4-FFF2-40B4-BE49-F238E27FC236}">
                  <a16:creationId xmlns:a16="http://schemas.microsoft.com/office/drawing/2014/main" id="{C002BAF2-1B4F-1282-ACD3-CF3FEB42FF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22" y="3354837"/>
              <a:ext cx="209457" cy="196411"/>
            </a:xfrm>
            <a:prstGeom prst="rect">
              <a:avLst/>
            </a:prstGeom>
          </p:spPr>
        </p:pic>
        <p:pic>
          <p:nvPicPr>
            <p:cNvPr id="2193" name="Graphic 2192" descr="Deciduous tree with solid fill">
              <a:extLst>
                <a:ext uri="{FF2B5EF4-FFF2-40B4-BE49-F238E27FC236}">
                  <a16:creationId xmlns:a16="http://schemas.microsoft.com/office/drawing/2014/main" id="{7CBC97AA-9C6C-4A59-0B67-61BD665FD5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194" name="Graphic 2193" descr="Deciduous tree with solid fill">
              <a:extLst>
                <a:ext uri="{FF2B5EF4-FFF2-40B4-BE49-F238E27FC236}">
                  <a16:creationId xmlns:a16="http://schemas.microsoft.com/office/drawing/2014/main" id="{A4CB739A-CB3B-CA72-861F-DF44284782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195" name="Graphic 2194" descr="Deciduous tree with solid fill">
              <a:extLst>
                <a:ext uri="{FF2B5EF4-FFF2-40B4-BE49-F238E27FC236}">
                  <a16:creationId xmlns:a16="http://schemas.microsoft.com/office/drawing/2014/main" id="{B80A9605-F8CA-E28B-182E-78050C00E2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196" name="Graphic 2195" descr="Deciduous tree with solid fill">
              <a:extLst>
                <a:ext uri="{FF2B5EF4-FFF2-40B4-BE49-F238E27FC236}">
                  <a16:creationId xmlns:a16="http://schemas.microsoft.com/office/drawing/2014/main" id="{0708A1C6-93DA-B54B-787D-212AEAB85F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197" name="Graphic 2196" descr="Deciduous tree with solid fill">
              <a:extLst>
                <a:ext uri="{FF2B5EF4-FFF2-40B4-BE49-F238E27FC236}">
                  <a16:creationId xmlns:a16="http://schemas.microsoft.com/office/drawing/2014/main" id="{8322DCD5-6F1E-0802-4832-084C53897F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7" y="3442875"/>
              <a:ext cx="209457" cy="196411"/>
            </a:xfrm>
            <a:prstGeom prst="rect">
              <a:avLst/>
            </a:prstGeom>
          </p:spPr>
        </p:pic>
        <p:pic>
          <p:nvPicPr>
            <p:cNvPr id="2198" name="Graphic 2197" descr="Deciduous tree with solid fill">
              <a:extLst>
                <a:ext uri="{FF2B5EF4-FFF2-40B4-BE49-F238E27FC236}">
                  <a16:creationId xmlns:a16="http://schemas.microsoft.com/office/drawing/2014/main" id="{3AE64FEC-9240-7493-1208-FACFB6F0AA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21" y="3538735"/>
              <a:ext cx="209457" cy="196411"/>
            </a:xfrm>
            <a:prstGeom prst="rect">
              <a:avLst/>
            </a:prstGeom>
          </p:spPr>
        </p:pic>
        <p:pic>
          <p:nvPicPr>
            <p:cNvPr id="2199" name="Graphic 2198" descr="Deciduous tree with solid fill">
              <a:extLst>
                <a:ext uri="{FF2B5EF4-FFF2-40B4-BE49-F238E27FC236}">
                  <a16:creationId xmlns:a16="http://schemas.microsoft.com/office/drawing/2014/main" id="{55DCD6CA-765E-304E-A1C7-7C2E9B7631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122" y="3354837"/>
              <a:ext cx="209457" cy="196411"/>
            </a:xfrm>
            <a:prstGeom prst="rect">
              <a:avLst/>
            </a:prstGeom>
          </p:spPr>
        </p:pic>
        <p:pic>
          <p:nvPicPr>
            <p:cNvPr id="2200" name="Graphic 2199" descr="Deciduous tree with solid fill">
              <a:extLst>
                <a:ext uri="{FF2B5EF4-FFF2-40B4-BE49-F238E27FC236}">
                  <a16:creationId xmlns:a16="http://schemas.microsoft.com/office/drawing/2014/main" id="{EB846F1D-A0F9-0518-1451-314B097D7C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201" name="Graphic 2200" descr="Deciduous tree with solid fill">
              <a:extLst>
                <a:ext uri="{FF2B5EF4-FFF2-40B4-BE49-F238E27FC236}">
                  <a16:creationId xmlns:a16="http://schemas.microsoft.com/office/drawing/2014/main" id="{E4D4A331-8628-B9F8-0418-B755DD739D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202" name="Graphic 2201" descr="Deciduous tree with solid fill">
              <a:extLst>
                <a:ext uri="{FF2B5EF4-FFF2-40B4-BE49-F238E27FC236}">
                  <a16:creationId xmlns:a16="http://schemas.microsoft.com/office/drawing/2014/main" id="{A0C1D61D-06DC-FEBB-ED5C-13DA441033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203" name="Graphic 2202" descr="Deciduous tree with solid fill">
              <a:extLst>
                <a:ext uri="{FF2B5EF4-FFF2-40B4-BE49-F238E27FC236}">
                  <a16:creationId xmlns:a16="http://schemas.microsoft.com/office/drawing/2014/main" id="{AD420BBF-A7B9-114F-73DE-B9278DDF0B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204" name="Graphic 2203" descr="Deciduous tree with solid fill">
              <a:extLst>
                <a:ext uri="{FF2B5EF4-FFF2-40B4-BE49-F238E27FC236}">
                  <a16:creationId xmlns:a16="http://schemas.microsoft.com/office/drawing/2014/main" id="{594D6500-6CE7-ECA2-3C31-4A18B4BD2A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42" y="3566367"/>
              <a:ext cx="209457" cy="196411"/>
            </a:xfrm>
            <a:prstGeom prst="rect">
              <a:avLst/>
            </a:prstGeom>
          </p:spPr>
        </p:pic>
        <p:pic>
          <p:nvPicPr>
            <p:cNvPr id="2205" name="Graphic 2204" descr="Deciduous tree with solid fill">
              <a:extLst>
                <a:ext uri="{FF2B5EF4-FFF2-40B4-BE49-F238E27FC236}">
                  <a16:creationId xmlns:a16="http://schemas.microsoft.com/office/drawing/2014/main" id="{490FB161-9236-3877-07E3-1C097DCAF4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206" name="Graphic 2205" descr="Deciduous tree with solid fill">
              <a:extLst>
                <a:ext uri="{FF2B5EF4-FFF2-40B4-BE49-F238E27FC236}">
                  <a16:creationId xmlns:a16="http://schemas.microsoft.com/office/drawing/2014/main" id="{757F3065-C149-5435-B562-A0FE6CBC77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207" name="Graphic 2206" descr="Deciduous tree with solid fill">
              <a:extLst>
                <a:ext uri="{FF2B5EF4-FFF2-40B4-BE49-F238E27FC236}">
                  <a16:creationId xmlns:a16="http://schemas.microsoft.com/office/drawing/2014/main" id="{6112437B-8502-D9E8-E31F-02C353B00D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208" name="Graphic 2207" descr="Deciduous tree with solid fill">
              <a:extLst>
                <a:ext uri="{FF2B5EF4-FFF2-40B4-BE49-F238E27FC236}">
                  <a16:creationId xmlns:a16="http://schemas.microsoft.com/office/drawing/2014/main" id="{B520394F-C8B1-B3BA-7F47-AEFCFF419C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209" name="Graphic 2208" descr="Deciduous tree with solid fill">
              <a:extLst>
                <a:ext uri="{FF2B5EF4-FFF2-40B4-BE49-F238E27FC236}">
                  <a16:creationId xmlns:a16="http://schemas.microsoft.com/office/drawing/2014/main" id="{7DE423BB-592A-334B-7791-B44FE86D56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210" name="Graphic 2209" descr="Deciduous tree with solid fill">
              <a:extLst>
                <a:ext uri="{FF2B5EF4-FFF2-40B4-BE49-F238E27FC236}">
                  <a16:creationId xmlns:a16="http://schemas.microsoft.com/office/drawing/2014/main" id="{51D7070F-4E7F-1D34-8B92-5B5040A2EB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211" name="Graphic 2210" descr="Deciduous tree with solid fill">
              <a:extLst>
                <a:ext uri="{FF2B5EF4-FFF2-40B4-BE49-F238E27FC236}">
                  <a16:creationId xmlns:a16="http://schemas.microsoft.com/office/drawing/2014/main" id="{F5B991A9-B69D-60C1-1F37-7DA301A53A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212" name="Graphic 2211" descr="Deciduous tree with solid fill">
              <a:extLst>
                <a:ext uri="{FF2B5EF4-FFF2-40B4-BE49-F238E27FC236}">
                  <a16:creationId xmlns:a16="http://schemas.microsoft.com/office/drawing/2014/main" id="{DABF9059-5F05-5732-842C-44E4E0FC6C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242" y="3566367"/>
              <a:ext cx="209457" cy="196411"/>
            </a:xfrm>
            <a:prstGeom prst="rect">
              <a:avLst/>
            </a:prstGeom>
          </p:spPr>
        </p:pic>
        <p:pic>
          <p:nvPicPr>
            <p:cNvPr id="2213" name="Graphic 2212" descr="Deciduous tree with solid fill">
              <a:extLst>
                <a:ext uri="{FF2B5EF4-FFF2-40B4-BE49-F238E27FC236}">
                  <a16:creationId xmlns:a16="http://schemas.microsoft.com/office/drawing/2014/main" id="{AD47AACC-4F11-53E9-31C0-71DED70B49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5" y="3662226"/>
              <a:ext cx="209457" cy="196411"/>
            </a:xfrm>
            <a:prstGeom prst="rect">
              <a:avLst/>
            </a:prstGeom>
          </p:spPr>
        </p:pic>
        <p:pic>
          <p:nvPicPr>
            <p:cNvPr id="2214" name="Graphic 2213" descr="Deciduous tree with solid fill">
              <a:extLst>
                <a:ext uri="{FF2B5EF4-FFF2-40B4-BE49-F238E27FC236}">
                  <a16:creationId xmlns:a16="http://schemas.microsoft.com/office/drawing/2014/main" id="{D910E526-C903-83F6-57DC-5643AEF25D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7" y="3478328"/>
              <a:ext cx="209457" cy="196411"/>
            </a:xfrm>
            <a:prstGeom prst="rect">
              <a:avLst/>
            </a:prstGeom>
          </p:spPr>
        </p:pic>
        <p:pic>
          <p:nvPicPr>
            <p:cNvPr id="2215" name="Graphic 2214" descr="Deciduous tree with solid fill">
              <a:extLst>
                <a:ext uri="{FF2B5EF4-FFF2-40B4-BE49-F238E27FC236}">
                  <a16:creationId xmlns:a16="http://schemas.microsoft.com/office/drawing/2014/main" id="{BA340D41-70DA-6102-0241-D3CED00C41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216" name="Graphic 2215" descr="Deciduous tree with solid fill">
              <a:extLst>
                <a:ext uri="{FF2B5EF4-FFF2-40B4-BE49-F238E27FC236}">
                  <a16:creationId xmlns:a16="http://schemas.microsoft.com/office/drawing/2014/main" id="{0D12489E-DE17-8B98-919E-44B7E8A925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217" name="Graphic 2216" descr="Deciduous tree with solid fill">
              <a:extLst>
                <a:ext uri="{FF2B5EF4-FFF2-40B4-BE49-F238E27FC236}">
                  <a16:creationId xmlns:a16="http://schemas.microsoft.com/office/drawing/2014/main" id="{2F2799E9-C5CD-F4F2-8B85-19801D2BDC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218" name="Graphic 2217" descr="Deciduous tree with solid fill">
              <a:extLst>
                <a:ext uri="{FF2B5EF4-FFF2-40B4-BE49-F238E27FC236}">
                  <a16:creationId xmlns:a16="http://schemas.microsoft.com/office/drawing/2014/main" id="{6D1576D4-51F7-0442-B78C-EFE9D2DA58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219" name="Graphic 2218" descr="Deciduous tree with solid fill">
              <a:extLst>
                <a:ext uri="{FF2B5EF4-FFF2-40B4-BE49-F238E27FC236}">
                  <a16:creationId xmlns:a16="http://schemas.microsoft.com/office/drawing/2014/main" id="{B268DB0B-5330-DF19-17BB-5F6B826AEC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220" name="Graphic 2219" descr="Deciduous tree with solid fill">
              <a:extLst>
                <a:ext uri="{FF2B5EF4-FFF2-40B4-BE49-F238E27FC236}">
                  <a16:creationId xmlns:a16="http://schemas.microsoft.com/office/drawing/2014/main" id="{60CE0B92-5E20-431E-BE41-B6F4FFC3CA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221" name="Graphic 2220" descr="Deciduous tree with solid fill">
              <a:extLst>
                <a:ext uri="{FF2B5EF4-FFF2-40B4-BE49-F238E27FC236}">
                  <a16:creationId xmlns:a16="http://schemas.microsoft.com/office/drawing/2014/main" id="{E5F69231-B9D0-98C3-1C62-7F90DBEC50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222" name="Graphic 2221" descr="Deciduous tree with solid fill">
              <a:extLst>
                <a:ext uri="{FF2B5EF4-FFF2-40B4-BE49-F238E27FC236}">
                  <a16:creationId xmlns:a16="http://schemas.microsoft.com/office/drawing/2014/main" id="{F251D940-B310-F5A5-133C-777183F89A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223" name="Graphic 2222" descr="Deciduous tree with solid fill">
              <a:extLst>
                <a:ext uri="{FF2B5EF4-FFF2-40B4-BE49-F238E27FC236}">
                  <a16:creationId xmlns:a16="http://schemas.microsoft.com/office/drawing/2014/main" id="{C9EBB931-CE05-B80F-E3BC-D878EBEEF9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224" name="Graphic 2223" descr="Deciduous tree with solid fill">
              <a:extLst>
                <a:ext uri="{FF2B5EF4-FFF2-40B4-BE49-F238E27FC236}">
                  <a16:creationId xmlns:a16="http://schemas.microsoft.com/office/drawing/2014/main" id="{E2C57C64-8DE7-0FE5-32D0-A23AB9EC7A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6" y="3689858"/>
              <a:ext cx="209457" cy="196411"/>
            </a:xfrm>
            <a:prstGeom prst="rect">
              <a:avLst/>
            </a:prstGeom>
          </p:spPr>
        </p:pic>
        <p:pic>
          <p:nvPicPr>
            <p:cNvPr id="2225" name="Graphic 2224" descr="Deciduous tree with solid fill">
              <a:extLst>
                <a:ext uri="{FF2B5EF4-FFF2-40B4-BE49-F238E27FC236}">
                  <a16:creationId xmlns:a16="http://schemas.microsoft.com/office/drawing/2014/main" id="{5F58C500-A126-B6BE-5B7E-1154C1F062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9" y="3785717"/>
              <a:ext cx="209457" cy="196411"/>
            </a:xfrm>
            <a:prstGeom prst="rect">
              <a:avLst/>
            </a:prstGeom>
          </p:spPr>
        </p:pic>
        <p:pic>
          <p:nvPicPr>
            <p:cNvPr id="2226" name="Graphic 2225" descr="Deciduous tree with solid fill">
              <a:extLst>
                <a:ext uri="{FF2B5EF4-FFF2-40B4-BE49-F238E27FC236}">
                  <a16:creationId xmlns:a16="http://schemas.microsoft.com/office/drawing/2014/main" id="{FF191CAD-1980-215C-262D-E2172262A9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12" y="3601820"/>
              <a:ext cx="209457" cy="196411"/>
            </a:xfrm>
            <a:prstGeom prst="rect">
              <a:avLst/>
            </a:prstGeom>
          </p:spPr>
        </p:pic>
        <p:pic>
          <p:nvPicPr>
            <p:cNvPr id="2227" name="Graphic 2226" descr="Deciduous tree with solid fill">
              <a:extLst>
                <a:ext uri="{FF2B5EF4-FFF2-40B4-BE49-F238E27FC236}">
                  <a16:creationId xmlns:a16="http://schemas.microsoft.com/office/drawing/2014/main" id="{F6C97118-ADD6-9A6A-7F11-F70829E8AA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228" name="Graphic 2227" descr="Deciduous tree with solid fill">
              <a:extLst>
                <a:ext uri="{FF2B5EF4-FFF2-40B4-BE49-F238E27FC236}">
                  <a16:creationId xmlns:a16="http://schemas.microsoft.com/office/drawing/2014/main" id="{A1286DD2-B080-BF58-E019-A55FD3D860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229" name="Graphic 2228" descr="Deciduous tree with solid fill">
              <a:extLst>
                <a:ext uri="{FF2B5EF4-FFF2-40B4-BE49-F238E27FC236}">
                  <a16:creationId xmlns:a16="http://schemas.microsoft.com/office/drawing/2014/main" id="{25C9E28E-81BD-07FB-E548-67CED05BC8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230" name="Graphic 2229" descr="Deciduous tree with solid fill">
              <a:extLst>
                <a:ext uri="{FF2B5EF4-FFF2-40B4-BE49-F238E27FC236}">
                  <a16:creationId xmlns:a16="http://schemas.microsoft.com/office/drawing/2014/main" id="{9410DA2F-8202-EFED-AF5D-31A1AE0476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231" name="Graphic 2230" descr="Deciduous tree with solid fill">
              <a:extLst>
                <a:ext uri="{FF2B5EF4-FFF2-40B4-BE49-F238E27FC236}">
                  <a16:creationId xmlns:a16="http://schemas.microsoft.com/office/drawing/2014/main" id="{982A747D-37FE-206D-9C9A-6BEB56AC46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232" name="Graphic 2231" descr="Deciduous tree with solid fill">
              <a:extLst>
                <a:ext uri="{FF2B5EF4-FFF2-40B4-BE49-F238E27FC236}">
                  <a16:creationId xmlns:a16="http://schemas.microsoft.com/office/drawing/2014/main" id="{FC7784DC-D610-303D-A3AC-EA46901CDB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233" name="Graphic 2232" descr="Deciduous tree with solid fill">
              <a:extLst>
                <a:ext uri="{FF2B5EF4-FFF2-40B4-BE49-F238E27FC236}">
                  <a16:creationId xmlns:a16="http://schemas.microsoft.com/office/drawing/2014/main" id="{E48EA303-1C90-5179-AA15-86F0001428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31" y="3813349"/>
              <a:ext cx="209457" cy="196411"/>
            </a:xfrm>
            <a:prstGeom prst="rect">
              <a:avLst/>
            </a:prstGeom>
          </p:spPr>
        </p:pic>
        <p:pic>
          <p:nvPicPr>
            <p:cNvPr id="2234" name="Graphic 2233" descr="Deciduous tree with solid fill">
              <a:extLst>
                <a:ext uri="{FF2B5EF4-FFF2-40B4-BE49-F238E27FC236}">
                  <a16:creationId xmlns:a16="http://schemas.microsoft.com/office/drawing/2014/main" id="{BF2C610B-9A45-8531-CAD8-3DE1351B21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4" y="3909209"/>
              <a:ext cx="209457" cy="196411"/>
            </a:xfrm>
            <a:prstGeom prst="rect">
              <a:avLst/>
            </a:prstGeom>
          </p:spPr>
        </p:pic>
        <p:pic>
          <p:nvPicPr>
            <p:cNvPr id="2235" name="Graphic 2234" descr="Deciduous tree with solid fill">
              <a:extLst>
                <a:ext uri="{FF2B5EF4-FFF2-40B4-BE49-F238E27FC236}">
                  <a16:creationId xmlns:a16="http://schemas.microsoft.com/office/drawing/2014/main" id="{6C92CD88-56CB-7EC9-11A7-B42ECCD465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7" y="3725311"/>
              <a:ext cx="209457" cy="196411"/>
            </a:xfrm>
            <a:prstGeom prst="rect">
              <a:avLst/>
            </a:prstGeom>
          </p:spPr>
        </p:pic>
        <p:pic>
          <p:nvPicPr>
            <p:cNvPr id="2236" name="Graphic 2235" descr="Deciduous tree with solid fill">
              <a:extLst>
                <a:ext uri="{FF2B5EF4-FFF2-40B4-BE49-F238E27FC236}">
                  <a16:creationId xmlns:a16="http://schemas.microsoft.com/office/drawing/2014/main" id="{8D17EFC6-CE73-2964-405F-04D79E4BE1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237" name="Graphic 2236" descr="Deciduous tree with solid fill">
              <a:extLst>
                <a:ext uri="{FF2B5EF4-FFF2-40B4-BE49-F238E27FC236}">
                  <a16:creationId xmlns:a16="http://schemas.microsoft.com/office/drawing/2014/main" id="{ABB324C2-70BE-172F-9AB8-3325CC7798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238" name="Graphic 2237" descr="Deciduous tree with solid fill">
              <a:extLst>
                <a:ext uri="{FF2B5EF4-FFF2-40B4-BE49-F238E27FC236}">
                  <a16:creationId xmlns:a16="http://schemas.microsoft.com/office/drawing/2014/main" id="{2958F7ED-8D76-BD9B-D8CA-AED6B6C349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902" y="3848803"/>
              <a:ext cx="209457" cy="196411"/>
            </a:xfrm>
            <a:prstGeom prst="rect">
              <a:avLst/>
            </a:prstGeom>
          </p:spPr>
        </p:pic>
        <p:pic>
          <p:nvPicPr>
            <p:cNvPr id="2239" name="Graphic 2238" descr="Deciduous tree with solid fill">
              <a:extLst>
                <a:ext uri="{FF2B5EF4-FFF2-40B4-BE49-F238E27FC236}">
                  <a16:creationId xmlns:a16="http://schemas.microsoft.com/office/drawing/2014/main" id="{D900939A-31B9-BBDF-FCF5-D959AD1F2A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6" y="3936841"/>
              <a:ext cx="209457" cy="196411"/>
            </a:xfrm>
            <a:prstGeom prst="rect">
              <a:avLst/>
            </a:prstGeom>
          </p:spPr>
        </p:pic>
        <p:pic>
          <p:nvPicPr>
            <p:cNvPr id="2240" name="Graphic 2239" descr="Deciduous tree with solid fill">
              <a:extLst>
                <a:ext uri="{FF2B5EF4-FFF2-40B4-BE49-F238E27FC236}">
                  <a16:creationId xmlns:a16="http://schemas.microsoft.com/office/drawing/2014/main" id="{F7759623-CD8C-0425-1B14-B58EB9C409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9" y="4032701"/>
              <a:ext cx="209457" cy="196411"/>
            </a:xfrm>
            <a:prstGeom prst="rect">
              <a:avLst/>
            </a:prstGeom>
          </p:spPr>
        </p:pic>
        <p:pic>
          <p:nvPicPr>
            <p:cNvPr id="2241" name="Graphic 2240" descr="Deciduous tree with solid fill">
              <a:extLst>
                <a:ext uri="{FF2B5EF4-FFF2-40B4-BE49-F238E27FC236}">
                  <a16:creationId xmlns:a16="http://schemas.microsoft.com/office/drawing/2014/main" id="{D130970E-FF2B-48E5-2486-5B72691F40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1902" y="3848803"/>
              <a:ext cx="209457" cy="196411"/>
            </a:xfrm>
            <a:prstGeom prst="rect">
              <a:avLst/>
            </a:prstGeom>
          </p:spPr>
        </p:pic>
        <p:pic>
          <p:nvPicPr>
            <p:cNvPr id="2242" name="Graphic 2241" descr="Deciduous tree with solid fill">
              <a:extLst>
                <a:ext uri="{FF2B5EF4-FFF2-40B4-BE49-F238E27FC236}">
                  <a16:creationId xmlns:a16="http://schemas.microsoft.com/office/drawing/2014/main" id="{1045C7F2-1C26-C970-85E5-E986C133F8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2819" y="2160331"/>
              <a:ext cx="209457" cy="196411"/>
            </a:xfrm>
            <a:prstGeom prst="rect">
              <a:avLst/>
            </a:prstGeom>
          </p:spPr>
        </p:pic>
        <p:pic>
          <p:nvPicPr>
            <p:cNvPr id="2243" name="Graphic 2242" descr="Deciduous tree with solid fill">
              <a:extLst>
                <a:ext uri="{FF2B5EF4-FFF2-40B4-BE49-F238E27FC236}">
                  <a16:creationId xmlns:a16="http://schemas.microsoft.com/office/drawing/2014/main" id="{6DABED39-6E33-DFF2-7D27-B3996F6B8A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7192" y="2256190"/>
              <a:ext cx="209457" cy="196411"/>
            </a:xfrm>
            <a:prstGeom prst="rect">
              <a:avLst/>
            </a:prstGeom>
          </p:spPr>
        </p:pic>
        <p:pic>
          <p:nvPicPr>
            <p:cNvPr id="2244" name="Graphic 2243" descr="Deciduous tree with solid fill">
              <a:extLst>
                <a:ext uri="{FF2B5EF4-FFF2-40B4-BE49-F238E27FC236}">
                  <a16:creationId xmlns:a16="http://schemas.microsoft.com/office/drawing/2014/main" id="{22BAB268-247F-0401-95B1-2D0BF4C480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3396" y="2072292"/>
              <a:ext cx="209457" cy="196411"/>
            </a:xfrm>
            <a:prstGeom prst="rect">
              <a:avLst/>
            </a:prstGeom>
          </p:spPr>
        </p:pic>
        <p:pic>
          <p:nvPicPr>
            <p:cNvPr id="2245" name="Graphic 2244" descr="Deciduous tree with solid fill">
              <a:extLst>
                <a:ext uri="{FF2B5EF4-FFF2-40B4-BE49-F238E27FC236}">
                  <a16:creationId xmlns:a16="http://schemas.microsoft.com/office/drawing/2014/main" id="{841476DA-899C-AB0E-A998-7DE96DC4EF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54920" y="4168704"/>
              <a:ext cx="209457" cy="196411"/>
            </a:xfrm>
            <a:prstGeom prst="rect">
              <a:avLst/>
            </a:prstGeom>
          </p:spPr>
        </p:pic>
        <p:pic>
          <p:nvPicPr>
            <p:cNvPr id="2246" name="Graphic 2245" descr="Deciduous tree with solid fill">
              <a:extLst>
                <a:ext uri="{FF2B5EF4-FFF2-40B4-BE49-F238E27FC236}">
                  <a16:creationId xmlns:a16="http://schemas.microsoft.com/office/drawing/2014/main" id="{80C79025-B5B3-1268-BBA8-2A00B26C20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8886" y="2379681"/>
              <a:ext cx="209457" cy="196411"/>
            </a:xfrm>
            <a:prstGeom prst="rect">
              <a:avLst/>
            </a:prstGeom>
          </p:spPr>
        </p:pic>
        <p:pic>
          <p:nvPicPr>
            <p:cNvPr id="2247" name="Graphic 2246" descr="Deciduous tree with solid fill">
              <a:extLst>
                <a:ext uri="{FF2B5EF4-FFF2-40B4-BE49-F238E27FC236}">
                  <a16:creationId xmlns:a16="http://schemas.microsoft.com/office/drawing/2014/main" id="{C6949F1B-C064-A9AF-84F1-389BCBB6E5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0581" y="2503173"/>
              <a:ext cx="209457" cy="196411"/>
            </a:xfrm>
            <a:prstGeom prst="rect">
              <a:avLst/>
            </a:prstGeom>
          </p:spPr>
        </p:pic>
        <p:pic>
          <p:nvPicPr>
            <p:cNvPr id="2248" name="Graphic 2247" descr="Deciduous tree with solid fill">
              <a:extLst>
                <a:ext uri="{FF2B5EF4-FFF2-40B4-BE49-F238E27FC236}">
                  <a16:creationId xmlns:a16="http://schemas.microsoft.com/office/drawing/2014/main" id="{1E044120-4985-CE34-ABD1-D077F772D8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278" y="2626664"/>
              <a:ext cx="209457" cy="196411"/>
            </a:xfrm>
            <a:prstGeom prst="rect">
              <a:avLst/>
            </a:prstGeom>
          </p:spPr>
        </p:pic>
        <p:pic>
          <p:nvPicPr>
            <p:cNvPr id="2249" name="Graphic 2248" descr="Deciduous tree with solid fill">
              <a:extLst>
                <a:ext uri="{FF2B5EF4-FFF2-40B4-BE49-F238E27FC236}">
                  <a16:creationId xmlns:a16="http://schemas.microsoft.com/office/drawing/2014/main" id="{E06FD01D-7253-410F-CAD1-6A39A0269D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3971" y="2750155"/>
              <a:ext cx="209457" cy="196411"/>
            </a:xfrm>
            <a:prstGeom prst="rect">
              <a:avLst/>
            </a:prstGeom>
          </p:spPr>
        </p:pic>
        <p:pic>
          <p:nvPicPr>
            <p:cNvPr id="2250" name="Graphic 2249" descr="Deciduous tree with solid fill">
              <a:extLst>
                <a:ext uri="{FF2B5EF4-FFF2-40B4-BE49-F238E27FC236}">
                  <a16:creationId xmlns:a16="http://schemas.microsoft.com/office/drawing/2014/main" id="{883B64D4-9E83-3563-631D-3D4B3ED294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666" y="2873647"/>
              <a:ext cx="209457" cy="196411"/>
            </a:xfrm>
            <a:prstGeom prst="rect">
              <a:avLst/>
            </a:prstGeom>
          </p:spPr>
        </p:pic>
        <p:pic>
          <p:nvPicPr>
            <p:cNvPr id="2251" name="Graphic 2250" descr="Deciduous tree with solid fill">
              <a:extLst>
                <a:ext uri="{FF2B5EF4-FFF2-40B4-BE49-F238E27FC236}">
                  <a16:creationId xmlns:a16="http://schemas.microsoft.com/office/drawing/2014/main" id="{FACFBF54-4508-0B4F-E9C9-73A8B739B5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361" y="2997137"/>
              <a:ext cx="209457" cy="196411"/>
            </a:xfrm>
            <a:prstGeom prst="rect">
              <a:avLst/>
            </a:prstGeom>
          </p:spPr>
        </p:pic>
        <p:pic>
          <p:nvPicPr>
            <p:cNvPr id="2252" name="Graphic 2251" descr="Deciduous tree with solid fill">
              <a:extLst>
                <a:ext uri="{FF2B5EF4-FFF2-40B4-BE49-F238E27FC236}">
                  <a16:creationId xmlns:a16="http://schemas.microsoft.com/office/drawing/2014/main" id="{0DBD4E5B-548C-5CF7-5D99-9DEBE92CEB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055" y="3120629"/>
              <a:ext cx="209457" cy="196411"/>
            </a:xfrm>
            <a:prstGeom prst="rect">
              <a:avLst/>
            </a:prstGeom>
          </p:spPr>
        </p:pic>
        <p:pic>
          <p:nvPicPr>
            <p:cNvPr id="2253" name="Graphic 2252" descr="Deciduous tree with solid fill">
              <a:extLst>
                <a:ext uri="{FF2B5EF4-FFF2-40B4-BE49-F238E27FC236}">
                  <a16:creationId xmlns:a16="http://schemas.microsoft.com/office/drawing/2014/main" id="{6F73AA52-552D-FD5A-E2CD-5F5B8800DF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0751" y="3244121"/>
              <a:ext cx="209457" cy="196411"/>
            </a:xfrm>
            <a:prstGeom prst="rect">
              <a:avLst/>
            </a:prstGeom>
          </p:spPr>
        </p:pic>
        <p:pic>
          <p:nvPicPr>
            <p:cNvPr id="2254" name="Graphic 2253" descr="Deciduous tree with solid fill">
              <a:extLst>
                <a:ext uri="{FF2B5EF4-FFF2-40B4-BE49-F238E27FC236}">
                  <a16:creationId xmlns:a16="http://schemas.microsoft.com/office/drawing/2014/main" id="{D9649DDD-939D-BBAA-EB21-A0FA1E9991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446" y="3367612"/>
              <a:ext cx="209457" cy="196411"/>
            </a:xfrm>
            <a:prstGeom prst="rect">
              <a:avLst/>
            </a:prstGeom>
          </p:spPr>
        </p:pic>
        <p:pic>
          <p:nvPicPr>
            <p:cNvPr id="2255" name="Graphic 2254" descr="Deciduous tree with solid fill">
              <a:extLst>
                <a:ext uri="{FF2B5EF4-FFF2-40B4-BE49-F238E27FC236}">
                  <a16:creationId xmlns:a16="http://schemas.microsoft.com/office/drawing/2014/main" id="{9A1AA88C-C9C5-B714-8077-D82BEED0D5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140" y="3491103"/>
              <a:ext cx="209457" cy="196411"/>
            </a:xfrm>
            <a:prstGeom prst="rect">
              <a:avLst/>
            </a:prstGeom>
          </p:spPr>
        </p:pic>
        <p:pic>
          <p:nvPicPr>
            <p:cNvPr id="2256" name="Graphic 2255" descr="Deciduous tree with solid fill">
              <a:extLst>
                <a:ext uri="{FF2B5EF4-FFF2-40B4-BE49-F238E27FC236}">
                  <a16:creationId xmlns:a16="http://schemas.microsoft.com/office/drawing/2014/main" id="{4F127FA6-5089-0030-C346-FF14C2DB41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5834" y="3614593"/>
              <a:ext cx="209457" cy="196411"/>
            </a:xfrm>
            <a:prstGeom prst="rect">
              <a:avLst/>
            </a:prstGeom>
          </p:spPr>
        </p:pic>
        <p:pic>
          <p:nvPicPr>
            <p:cNvPr id="2257" name="Graphic 2256" descr="Deciduous tree with solid fill">
              <a:extLst>
                <a:ext uri="{FF2B5EF4-FFF2-40B4-BE49-F238E27FC236}">
                  <a16:creationId xmlns:a16="http://schemas.microsoft.com/office/drawing/2014/main" id="{464E0571-2E7C-B0B1-66E5-9EF09335A4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529" y="3738084"/>
              <a:ext cx="209457" cy="196411"/>
            </a:xfrm>
            <a:prstGeom prst="rect">
              <a:avLst/>
            </a:prstGeom>
          </p:spPr>
        </p:pic>
        <p:pic>
          <p:nvPicPr>
            <p:cNvPr id="2258" name="Graphic 2257" descr="Deciduous tree with solid fill">
              <a:extLst>
                <a:ext uri="{FF2B5EF4-FFF2-40B4-BE49-F238E27FC236}">
                  <a16:creationId xmlns:a16="http://schemas.microsoft.com/office/drawing/2014/main" id="{90416AA4-41F8-8782-929C-CFAD71D154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223" y="3861576"/>
              <a:ext cx="209457" cy="196411"/>
            </a:xfrm>
            <a:prstGeom prst="rect">
              <a:avLst/>
            </a:prstGeom>
          </p:spPr>
        </p:pic>
        <p:pic>
          <p:nvPicPr>
            <p:cNvPr id="2259" name="Graphic 2258" descr="Deciduous tree with solid fill">
              <a:extLst>
                <a:ext uri="{FF2B5EF4-FFF2-40B4-BE49-F238E27FC236}">
                  <a16:creationId xmlns:a16="http://schemas.microsoft.com/office/drawing/2014/main" id="{3BF8736C-237D-B705-9F72-52E60ED0B0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94513" y="2283821"/>
              <a:ext cx="209457" cy="196411"/>
            </a:xfrm>
            <a:prstGeom prst="rect">
              <a:avLst/>
            </a:prstGeom>
          </p:spPr>
        </p:pic>
        <p:pic>
          <p:nvPicPr>
            <p:cNvPr id="2260" name="Graphic 2259" descr="Deciduous tree with solid fill">
              <a:extLst>
                <a:ext uri="{FF2B5EF4-FFF2-40B4-BE49-F238E27FC236}">
                  <a16:creationId xmlns:a16="http://schemas.microsoft.com/office/drawing/2014/main" id="{D50C3FE2-0848-8F1B-A0BC-619282B45E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6208" y="2407313"/>
              <a:ext cx="209457" cy="196411"/>
            </a:xfrm>
            <a:prstGeom prst="rect">
              <a:avLst/>
            </a:prstGeom>
          </p:spPr>
        </p:pic>
        <p:pic>
          <p:nvPicPr>
            <p:cNvPr id="2261" name="Graphic 2260" descr="Deciduous tree with solid fill">
              <a:extLst>
                <a:ext uri="{FF2B5EF4-FFF2-40B4-BE49-F238E27FC236}">
                  <a16:creationId xmlns:a16="http://schemas.microsoft.com/office/drawing/2014/main" id="{06BAC985-3F3B-2F69-8C54-96FBDB800E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57904" y="2530805"/>
              <a:ext cx="209457" cy="196411"/>
            </a:xfrm>
            <a:prstGeom prst="rect">
              <a:avLst/>
            </a:prstGeom>
          </p:spPr>
        </p:pic>
        <p:pic>
          <p:nvPicPr>
            <p:cNvPr id="2262" name="Graphic 2261" descr="Deciduous tree with solid fill">
              <a:extLst>
                <a:ext uri="{FF2B5EF4-FFF2-40B4-BE49-F238E27FC236}">
                  <a16:creationId xmlns:a16="http://schemas.microsoft.com/office/drawing/2014/main" id="{FFA274E8-12B9-DE86-AEB3-A71E5D77CB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89598" y="2654296"/>
              <a:ext cx="209457" cy="196411"/>
            </a:xfrm>
            <a:prstGeom prst="rect">
              <a:avLst/>
            </a:prstGeom>
          </p:spPr>
        </p:pic>
        <p:pic>
          <p:nvPicPr>
            <p:cNvPr id="2263" name="Graphic 2262" descr="Deciduous tree with solid fill">
              <a:extLst>
                <a:ext uri="{FF2B5EF4-FFF2-40B4-BE49-F238E27FC236}">
                  <a16:creationId xmlns:a16="http://schemas.microsoft.com/office/drawing/2014/main" id="{321829B7-4749-09FF-4D97-9839CBF255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1292" y="2777787"/>
              <a:ext cx="209457" cy="196411"/>
            </a:xfrm>
            <a:prstGeom prst="rect">
              <a:avLst/>
            </a:prstGeom>
          </p:spPr>
        </p:pic>
        <p:pic>
          <p:nvPicPr>
            <p:cNvPr id="2264" name="Graphic 2263" descr="Deciduous tree with solid fill">
              <a:extLst>
                <a:ext uri="{FF2B5EF4-FFF2-40B4-BE49-F238E27FC236}">
                  <a16:creationId xmlns:a16="http://schemas.microsoft.com/office/drawing/2014/main" id="{7420ECCC-303A-5EC4-C470-5038AB5D27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2988" y="2901278"/>
              <a:ext cx="209457" cy="196411"/>
            </a:xfrm>
            <a:prstGeom prst="rect">
              <a:avLst/>
            </a:prstGeom>
          </p:spPr>
        </p:pic>
        <p:pic>
          <p:nvPicPr>
            <p:cNvPr id="2265" name="Graphic 2264" descr="Deciduous tree with solid fill">
              <a:extLst>
                <a:ext uri="{FF2B5EF4-FFF2-40B4-BE49-F238E27FC236}">
                  <a16:creationId xmlns:a16="http://schemas.microsoft.com/office/drawing/2014/main" id="{99C240C8-4D04-10DB-1D58-2346EDA2E7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683" y="3024768"/>
              <a:ext cx="209457" cy="196411"/>
            </a:xfrm>
            <a:prstGeom prst="rect">
              <a:avLst/>
            </a:prstGeom>
          </p:spPr>
        </p:pic>
        <p:pic>
          <p:nvPicPr>
            <p:cNvPr id="2266" name="Graphic 2265" descr="Deciduous tree with solid fill">
              <a:extLst>
                <a:ext uri="{FF2B5EF4-FFF2-40B4-BE49-F238E27FC236}">
                  <a16:creationId xmlns:a16="http://schemas.microsoft.com/office/drawing/2014/main" id="{E65EDFC7-1A07-1A5E-1954-59BE73BF36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376" y="3148261"/>
              <a:ext cx="209457" cy="196411"/>
            </a:xfrm>
            <a:prstGeom prst="rect">
              <a:avLst/>
            </a:prstGeom>
          </p:spPr>
        </p:pic>
        <p:pic>
          <p:nvPicPr>
            <p:cNvPr id="2267" name="Graphic 2266" descr="Deciduous tree with solid fill">
              <a:extLst>
                <a:ext uri="{FF2B5EF4-FFF2-40B4-BE49-F238E27FC236}">
                  <a16:creationId xmlns:a16="http://schemas.microsoft.com/office/drawing/2014/main" id="{28669BD5-AB77-BD53-A29C-DB20437824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073" y="3271751"/>
              <a:ext cx="209457" cy="196411"/>
            </a:xfrm>
            <a:prstGeom prst="rect">
              <a:avLst/>
            </a:prstGeom>
          </p:spPr>
        </p:pic>
        <p:pic>
          <p:nvPicPr>
            <p:cNvPr id="2268" name="Graphic 2267" descr="Deciduous tree with solid fill">
              <a:extLst>
                <a:ext uri="{FF2B5EF4-FFF2-40B4-BE49-F238E27FC236}">
                  <a16:creationId xmlns:a16="http://schemas.microsoft.com/office/drawing/2014/main" id="{4D809F3E-CE78-F8AB-EBDF-3101F07B3B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9766" y="3395242"/>
              <a:ext cx="209457" cy="196411"/>
            </a:xfrm>
            <a:prstGeom prst="rect">
              <a:avLst/>
            </a:prstGeom>
          </p:spPr>
        </p:pic>
        <p:pic>
          <p:nvPicPr>
            <p:cNvPr id="2269" name="Graphic 2268" descr="Deciduous tree with solid fill">
              <a:extLst>
                <a:ext uri="{FF2B5EF4-FFF2-40B4-BE49-F238E27FC236}">
                  <a16:creationId xmlns:a16="http://schemas.microsoft.com/office/drawing/2014/main" id="{BF9DDCDA-D58B-E802-B671-35B5737E13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460" y="3518734"/>
              <a:ext cx="209457" cy="196411"/>
            </a:xfrm>
            <a:prstGeom prst="rect">
              <a:avLst/>
            </a:prstGeom>
          </p:spPr>
        </p:pic>
        <p:pic>
          <p:nvPicPr>
            <p:cNvPr id="2270" name="Graphic 2269" descr="Deciduous tree with solid fill">
              <a:extLst>
                <a:ext uri="{FF2B5EF4-FFF2-40B4-BE49-F238E27FC236}">
                  <a16:creationId xmlns:a16="http://schemas.microsoft.com/office/drawing/2014/main" id="{0E548CA2-0ED3-D358-4DC6-85C78863F9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156" y="3642225"/>
              <a:ext cx="209457" cy="196411"/>
            </a:xfrm>
            <a:prstGeom prst="rect">
              <a:avLst/>
            </a:prstGeom>
          </p:spPr>
        </p:pic>
        <p:pic>
          <p:nvPicPr>
            <p:cNvPr id="2271" name="Graphic 2270" descr="Deciduous tree with solid fill">
              <a:extLst>
                <a:ext uri="{FF2B5EF4-FFF2-40B4-BE49-F238E27FC236}">
                  <a16:creationId xmlns:a16="http://schemas.microsoft.com/office/drawing/2014/main" id="{001FDF1A-0EAE-BAF5-EA80-F87297843B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4851" y="3765716"/>
              <a:ext cx="209457" cy="196411"/>
            </a:xfrm>
            <a:prstGeom prst="rect">
              <a:avLst/>
            </a:prstGeom>
          </p:spPr>
        </p:pic>
        <p:pic>
          <p:nvPicPr>
            <p:cNvPr id="2272" name="Graphic 2271" descr="Deciduous tree with solid fill">
              <a:extLst>
                <a:ext uri="{FF2B5EF4-FFF2-40B4-BE49-F238E27FC236}">
                  <a16:creationId xmlns:a16="http://schemas.microsoft.com/office/drawing/2014/main" id="{C4306660-53F1-F48D-566F-5C6DDC0805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65091" y="2195783"/>
              <a:ext cx="209457" cy="196411"/>
            </a:xfrm>
            <a:prstGeom prst="rect">
              <a:avLst/>
            </a:prstGeom>
          </p:spPr>
        </p:pic>
        <p:pic>
          <p:nvPicPr>
            <p:cNvPr id="2273" name="Graphic 2272" descr="Deciduous tree with solid fill">
              <a:extLst>
                <a:ext uri="{FF2B5EF4-FFF2-40B4-BE49-F238E27FC236}">
                  <a16:creationId xmlns:a16="http://schemas.microsoft.com/office/drawing/2014/main" id="{B890EE9C-7D87-D354-1896-89D3AC9534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6784" y="2319274"/>
              <a:ext cx="209457" cy="196411"/>
            </a:xfrm>
            <a:prstGeom prst="rect">
              <a:avLst/>
            </a:prstGeom>
          </p:spPr>
        </p:pic>
        <p:pic>
          <p:nvPicPr>
            <p:cNvPr id="2274" name="Graphic 2273" descr="Deciduous tree with solid fill">
              <a:extLst>
                <a:ext uri="{FF2B5EF4-FFF2-40B4-BE49-F238E27FC236}">
                  <a16:creationId xmlns:a16="http://schemas.microsoft.com/office/drawing/2014/main" id="{7B0DE6CD-6336-9077-4ED2-219A892300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8479" y="2442766"/>
              <a:ext cx="209457" cy="196411"/>
            </a:xfrm>
            <a:prstGeom prst="rect">
              <a:avLst/>
            </a:prstGeom>
          </p:spPr>
        </p:pic>
        <p:pic>
          <p:nvPicPr>
            <p:cNvPr id="2275" name="Graphic 2274" descr="Deciduous tree with solid fill">
              <a:extLst>
                <a:ext uri="{FF2B5EF4-FFF2-40B4-BE49-F238E27FC236}">
                  <a16:creationId xmlns:a16="http://schemas.microsoft.com/office/drawing/2014/main" id="{64179630-AB5F-2E02-7B8A-CB15083904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0176" y="2566257"/>
              <a:ext cx="209457" cy="196411"/>
            </a:xfrm>
            <a:prstGeom prst="rect">
              <a:avLst/>
            </a:prstGeom>
          </p:spPr>
        </p:pic>
        <p:pic>
          <p:nvPicPr>
            <p:cNvPr id="2276" name="Graphic 2275" descr="Deciduous tree with solid fill">
              <a:extLst>
                <a:ext uri="{FF2B5EF4-FFF2-40B4-BE49-F238E27FC236}">
                  <a16:creationId xmlns:a16="http://schemas.microsoft.com/office/drawing/2014/main" id="{B7ED6AA0-DB52-D904-2819-FA5C0569EA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1869" y="2689748"/>
              <a:ext cx="209457" cy="196411"/>
            </a:xfrm>
            <a:prstGeom prst="rect">
              <a:avLst/>
            </a:prstGeom>
          </p:spPr>
        </p:pic>
        <p:pic>
          <p:nvPicPr>
            <p:cNvPr id="2277" name="Graphic 2276" descr="Deciduous tree with solid fill">
              <a:extLst>
                <a:ext uri="{FF2B5EF4-FFF2-40B4-BE49-F238E27FC236}">
                  <a16:creationId xmlns:a16="http://schemas.microsoft.com/office/drawing/2014/main" id="{AEE42165-0FB0-D1B2-249C-11BD589CC3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563" y="2813240"/>
              <a:ext cx="209457" cy="196411"/>
            </a:xfrm>
            <a:prstGeom prst="rect">
              <a:avLst/>
            </a:prstGeom>
          </p:spPr>
        </p:pic>
        <p:pic>
          <p:nvPicPr>
            <p:cNvPr id="2278" name="Graphic 2277" descr="Deciduous tree with solid fill">
              <a:extLst>
                <a:ext uri="{FF2B5EF4-FFF2-40B4-BE49-F238E27FC236}">
                  <a16:creationId xmlns:a16="http://schemas.microsoft.com/office/drawing/2014/main" id="{0CEA5C37-3ACD-991A-8980-3F6620563F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5259" y="2936731"/>
              <a:ext cx="209457" cy="196411"/>
            </a:xfrm>
            <a:prstGeom prst="rect">
              <a:avLst/>
            </a:prstGeom>
          </p:spPr>
        </p:pic>
        <p:pic>
          <p:nvPicPr>
            <p:cNvPr id="2279" name="Graphic 2278" descr="Deciduous tree with solid fill">
              <a:extLst>
                <a:ext uri="{FF2B5EF4-FFF2-40B4-BE49-F238E27FC236}">
                  <a16:creationId xmlns:a16="http://schemas.microsoft.com/office/drawing/2014/main" id="{634F8564-5C94-405C-5292-474E484A09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6953" y="3060221"/>
              <a:ext cx="209457" cy="196411"/>
            </a:xfrm>
            <a:prstGeom prst="rect">
              <a:avLst/>
            </a:prstGeom>
          </p:spPr>
        </p:pic>
        <p:pic>
          <p:nvPicPr>
            <p:cNvPr id="2280" name="Graphic 2279" descr="Deciduous tree with solid fill">
              <a:extLst>
                <a:ext uri="{FF2B5EF4-FFF2-40B4-BE49-F238E27FC236}">
                  <a16:creationId xmlns:a16="http://schemas.microsoft.com/office/drawing/2014/main" id="{B4B1C470-07D5-59F7-CA0C-D35D8873AF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648" y="3183714"/>
              <a:ext cx="209457" cy="196411"/>
            </a:xfrm>
            <a:prstGeom prst="rect">
              <a:avLst/>
            </a:prstGeom>
          </p:spPr>
        </p:pic>
        <p:pic>
          <p:nvPicPr>
            <p:cNvPr id="2281" name="Graphic 2280" descr="Deciduous tree with solid fill">
              <a:extLst>
                <a:ext uri="{FF2B5EF4-FFF2-40B4-BE49-F238E27FC236}">
                  <a16:creationId xmlns:a16="http://schemas.microsoft.com/office/drawing/2014/main" id="{DDB8612E-65F4-1CDF-40A8-94C5CE46DD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343" y="3307203"/>
              <a:ext cx="209457" cy="196411"/>
            </a:xfrm>
            <a:prstGeom prst="rect">
              <a:avLst/>
            </a:prstGeom>
          </p:spPr>
        </p:pic>
        <p:pic>
          <p:nvPicPr>
            <p:cNvPr id="2282" name="Graphic 2281" descr="Deciduous tree with solid fill">
              <a:extLst>
                <a:ext uri="{FF2B5EF4-FFF2-40B4-BE49-F238E27FC236}">
                  <a16:creationId xmlns:a16="http://schemas.microsoft.com/office/drawing/2014/main" id="{D063960C-8252-46B3-5EE1-E9A16EB20F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038" y="3430695"/>
              <a:ext cx="209457" cy="196411"/>
            </a:xfrm>
            <a:prstGeom prst="rect">
              <a:avLst/>
            </a:prstGeom>
          </p:spPr>
        </p:pic>
        <p:pic>
          <p:nvPicPr>
            <p:cNvPr id="2283" name="Graphic 2282" descr="Deciduous tree with solid fill">
              <a:extLst>
                <a:ext uri="{FF2B5EF4-FFF2-40B4-BE49-F238E27FC236}">
                  <a16:creationId xmlns:a16="http://schemas.microsoft.com/office/drawing/2014/main" id="{EE26F34D-9D0F-FBF7-83E1-1FBFF6AAC4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3733" y="3554186"/>
              <a:ext cx="209457" cy="196411"/>
            </a:xfrm>
            <a:prstGeom prst="rect">
              <a:avLst/>
            </a:prstGeom>
          </p:spPr>
        </p:pic>
        <p:pic>
          <p:nvPicPr>
            <p:cNvPr id="2284" name="Graphic 2283" descr="Deciduous tree with solid fill">
              <a:extLst>
                <a:ext uri="{FF2B5EF4-FFF2-40B4-BE49-F238E27FC236}">
                  <a16:creationId xmlns:a16="http://schemas.microsoft.com/office/drawing/2014/main" id="{5E750A1B-BA8F-FB35-47EB-B44776631A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7" y="3677678"/>
              <a:ext cx="209457" cy="196411"/>
            </a:xfrm>
            <a:prstGeom prst="rect">
              <a:avLst/>
            </a:prstGeom>
          </p:spPr>
        </p:pic>
        <p:pic>
          <p:nvPicPr>
            <p:cNvPr id="2285" name="Graphic 2284" descr="Deciduous tree with solid fill">
              <a:extLst>
                <a:ext uri="{FF2B5EF4-FFF2-40B4-BE49-F238E27FC236}">
                  <a16:creationId xmlns:a16="http://schemas.microsoft.com/office/drawing/2014/main" id="{DC0A634A-3671-8309-F193-DF2011D836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33021" y="4082977"/>
              <a:ext cx="209457" cy="196411"/>
            </a:xfrm>
            <a:prstGeom prst="rect">
              <a:avLst/>
            </a:prstGeom>
          </p:spPr>
        </p:pic>
        <p:pic>
          <p:nvPicPr>
            <p:cNvPr id="2286" name="Graphic 2285" descr="Deciduous tree with solid fill">
              <a:extLst>
                <a:ext uri="{FF2B5EF4-FFF2-40B4-BE49-F238E27FC236}">
                  <a16:creationId xmlns:a16="http://schemas.microsoft.com/office/drawing/2014/main" id="{A9D4BA06-AB64-95D3-45FC-2AF645979C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89906" y="1867442"/>
              <a:ext cx="209457" cy="196411"/>
            </a:xfrm>
            <a:prstGeom prst="rect">
              <a:avLst/>
            </a:prstGeom>
          </p:spPr>
        </p:pic>
        <p:pic>
          <p:nvPicPr>
            <p:cNvPr id="2287" name="Graphic 2286" descr="Deciduous tree with solid fill">
              <a:extLst>
                <a:ext uri="{FF2B5EF4-FFF2-40B4-BE49-F238E27FC236}">
                  <a16:creationId xmlns:a16="http://schemas.microsoft.com/office/drawing/2014/main" id="{00602B7F-0378-F02B-DE5F-69298072BF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4278" y="1963301"/>
              <a:ext cx="209457" cy="196411"/>
            </a:xfrm>
            <a:prstGeom prst="rect">
              <a:avLst/>
            </a:prstGeom>
          </p:spPr>
        </p:pic>
        <p:pic>
          <p:nvPicPr>
            <p:cNvPr id="2288" name="Graphic 2287" descr="Deciduous tree with solid fill">
              <a:extLst>
                <a:ext uri="{FF2B5EF4-FFF2-40B4-BE49-F238E27FC236}">
                  <a16:creationId xmlns:a16="http://schemas.microsoft.com/office/drawing/2014/main" id="{F678872E-58C3-8853-36F0-BBC1118A00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0482" y="1779403"/>
              <a:ext cx="209457" cy="196411"/>
            </a:xfrm>
            <a:prstGeom prst="rect">
              <a:avLst/>
            </a:prstGeom>
          </p:spPr>
        </p:pic>
        <p:pic>
          <p:nvPicPr>
            <p:cNvPr id="2289" name="Graphic 2288" descr="Deciduous tree with solid fill">
              <a:extLst>
                <a:ext uri="{FF2B5EF4-FFF2-40B4-BE49-F238E27FC236}">
                  <a16:creationId xmlns:a16="http://schemas.microsoft.com/office/drawing/2014/main" id="{C06881DF-3545-A2B5-909D-25BC70365A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974" y="2086792"/>
              <a:ext cx="209457" cy="196411"/>
            </a:xfrm>
            <a:prstGeom prst="rect">
              <a:avLst/>
            </a:prstGeom>
          </p:spPr>
        </p:pic>
        <p:pic>
          <p:nvPicPr>
            <p:cNvPr id="2290" name="Graphic 2289" descr="Deciduous tree with solid fill">
              <a:extLst>
                <a:ext uri="{FF2B5EF4-FFF2-40B4-BE49-F238E27FC236}">
                  <a16:creationId xmlns:a16="http://schemas.microsoft.com/office/drawing/2014/main" id="{8825B9F6-FAB9-D702-D35E-EE45B7B0C0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9" y="2210283"/>
              <a:ext cx="209457" cy="196411"/>
            </a:xfrm>
            <a:prstGeom prst="rect">
              <a:avLst/>
            </a:prstGeom>
          </p:spPr>
        </p:pic>
        <p:pic>
          <p:nvPicPr>
            <p:cNvPr id="2291" name="Graphic 2290" descr="Deciduous tree with solid fill">
              <a:extLst>
                <a:ext uri="{FF2B5EF4-FFF2-40B4-BE49-F238E27FC236}">
                  <a16:creationId xmlns:a16="http://schemas.microsoft.com/office/drawing/2014/main" id="{BC385C25-6F2F-650E-85B1-E17AA97B3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3" y="2333774"/>
              <a:ext cx="209457" cy="196411"/>
            </a:xfrm>
            <a:prstGeom prst="rect">
              <a:avLst/>
            </a:prstGeom>
          </p:spPr>
        </p:pic>
        <p:pic>
          <p:nvPicPr>
            <p:cNvPr id="2292" name="Graphic 2291" descr="Deciduous tree with solid fill">
              <a:extLst>
                <a:ext uri="{FF2B5EF4-FFF2-40B4-BE49-F238E27FC236}">
                  <a16:creationId xmlns:a16="http://schemas.microsoft.com/office/drawing/2014/main" id="{FCA40595-3BFC-0366-10B4-C713DA6AD3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8" y="2457266"/>
              <a:ext cx="209457" cy="196411"/>
            </a:xfrm>
            <a:prstGeom prst="rect">
              <a:avLst/>
            </a:prstGeom>
          </p:spPr>
        </p:pic>
        <p:pic>
          <p:nvPicPr>
            <p:cNvPr id="2293" name="Graphic 2292" descr="Deciduous tree with solid fill">
              <a:extLst>
                <a:ext uri="{FF2B5EF4-FFF2-40B4-BE49-F238E27FC236}">
                  <a16:creationId xmlns:a16="http://schemas.microsoft.com/office/drawing/2014/main" id="{6D21517F-3ED7-6E4F-164F-E8F5D2AAB4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3" y="2580758"/>
              <a:ext cx="209457" cy="196411"/>
            </a:xfrm>
            <a:prstGeom prst="rect">
              <a:avLst/>
            </a:prstGeom>
          </p:spPr>
        </p:pic>
        <p:pic>
          <p:nvPicPr>
            <p:cNvPr id="2294" name="Graphic 2293" descr="Deciduous tree with solid fill">
              <a:extLst>
                <a:ext uri="{FF2B5EF4-FFF2-40B4-BE49-F238E27FC236}">
                  <a16:creationId xmlns:a16="http://schemas.microsoft.com/office/drawing/2014/main" id="{D6D534B9-6A72-F93A-919A-D0E4B90D20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2295" name="Graphic 2294" descr="Deciduous tree with solid fill">
              <a:extLst>
                <a:ext uri="{FF2B5EF4-FFF2-40B4-BE49-F238E27FC236}">
                  <a16:creationId xmlns:a16="http://schemas.microsoft.com/office/drawing/2014/main" id="{DA301189-5E82-747E-9414-44C64853B6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2296" name="Graphic 2295" descr="Deciduous tree with solid fill">
              <a:extLst>
                <a:ext uri="{FF2B5EF4-FFF2-40B4-BE49-F238E27FC236}">
                  <a16:creationId xmlns:a16="http://schemas.microsoft.com/office/drawing/2014/main" id="{57AA3053-5D7E-AD3C-77C4-5CE50C7AAA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297" name="Graphic 2296" descr="Deciduous tree with solid fill">
              <a:extLst>
                <a:ext uri="{FF2B5EF4-FFF2-40B4-BE49-F238E27FC236}">
                  <a16:creationId xmlns:a16="http://schemas.microsoft.com/office/drawing/2014/main" id="{D9D4C4B9-1DB0-A616-117F-212AE8B967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1" y="3074722"/>
              <a:ext cx="209457" cy="196411"/>
            </a:xfrm>
            <a:prstGeom prst="rect">
              <a:avLst/>
            </a:prstGeom>
          </p:spPr>
        </p:pic>
        <p:pic>
          <p:nvPicPr>
            <p:cNvPr id="2298" name="Graphic 2297" descr="Deciduous tree with solid fill">
              <a:extLst>
                <a:ext uri="{FF2B5EF4-FFF2-40B4-BE49-F238E27FC236}">
                  <a16:creationId xmlns:a16="http://schemas.microsoft.com/office/drawing/2014/main" id="{48201674-4A66-1EC2-E798-074951386B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6" y="3198214"/>
              <a:ext cx="209457" cy="196411"/>
            </a:xfrm>
            <a:prstGeom prst="rect">
              <a:avLst/>
            </a:prstGeom>
          </p:spPr>
        </p:pic>
        <p:pic>
          <p:nvPicPr>
            <p:cNvPr id="2299" name="Graphic 2298" descr="Deciduous tree with solid fill">
              <a:extLst>
                <a:ext uri="{FF2B5EF4-FFF2-40B4-BE49-F238E27FC236}">
                  <a16:creationId xmlns:a16="http://schemas.microsoft.com/office/drawing/2014/main" id="{396AE9FB-7E6B-5982-21AE-0E3D49C1D4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1" y="3321705"/>
              <a:ext cx="209457" cy="196411"/>
            </a:xfrm>
            <a:prstGeom prst="rect">
              <a:avLst/>
            </a:prstGeom>
          </p:spPr>
        </p:pic>
        <p:pic>
          <p:nvPicPr>
            <p:cNvPr id="2300" name="Graphic 2299" descr="Deciduous tree with solid fill">
              <a:extLst>
                <a:ext uri="{FF2B5EF4-FFF2-40B4-BE49-F238E27FC236}">
                  <a16:creationId xmlns:a16="http://schemas.microsoft.com/office/drawing/2014/main" id="{ABA995E0-0CB9-B4BF-0C40-307358ACDB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6" y="3445196"/>
              <a:ext cx="209457" cy="196411"/>
            </a:xfrm>
            <a:prstGeom prst="rect">
              <a:avLst/>
            </a:prstGeom>
          </p:spPr>
        </p:pic>
        <p:pic>
          <p:nvPicPr>
            <p:cNvPr id="2301" name="Graphic 2300" descr="Deciduous tree with solid fill">
              <a:extLst>
                <a:ext uri="{FF2B5EF4-FFF2-40B4-BE49-F238E27FC236}">
                  <a16:creationId xmlns:a16="http://schemas.microsoft.com/office/drawing/2014/main" id="{551C0160-7ED8-5306-7153-1216EE043A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601" y="1990933"/>
              <a:ext cx="209457" cy="196411"/>
            </a:xfrm>
            <a:prstGeom prst="rect">
              <a:avLst/>
            </a:prstGeom>
          </p:spPr>
        </p:pic>
        <p:pic>
          <p:nvPicPr>
            <p:cNvPr id="2302" name="Graphic 2301" descr="Deciduous tree with solid fill">
              <a:extLst>
                <a:ext uri="{FF2B5EF4-FFF2-40B4-BE49-F238E27FC236}">
                  <a16:creationId xmlns:a16="http://schemas.microsoft.com/office/drawing/2014/main" id="{F4A47DDD-FB80-907D-9D07-3C8B60BAFE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4" y="2114424"/>
              <a:ext cx="209457" cy="196411"/>
            </a:xfrm>
            <a:prstGeom prst="rect">
              <a:avLst/>
            </a:prstGeom>
          </p:spPr>
        </p:pic>
        <p:pic>
          <p:nvPicPr>
            <p:cNvPr id="2303" name="Graphic 2302" descr="Deciduous tree with solid fill">
              <a:extLst>
                <a:ext uri="{FF2B5EF4-FFF2-40B4-BE49-F238E27FC236}">
                  <a16:creationId xmlns:a16="http://schemas.microsoft.com/office/drawing/2014/main" id="{EC8AB8EF-1614-499D-CEB4-0645955FEB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2304" name="Graphic 2303" descr="Deciduous tree with solid fill">
              <a:extLst>
                <a:ext uri="{FF2B5EF4-FFF2-40B4-BE49-F238E27FC236}">
                  <a16:creationId xmlns:a16="http://schemas.microsoft.com/office/drawing/2014/main" id="{10DB81C3-FD21-F2BD-ED35-6A36325637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2305" name="Graphic 2304" descr="Deciduous tree with solid fill">
              <a:extLst>
                <a:ext uri="{FF2B5EF4-FFF2-40B4-BE49-F238E27FC236}">
                  <a16:creationId xmlns:a16="http://schemas.microsoft.com/office/drawing/2014/main" id="{CB40405C-7131-0C06-2A56-AC81BB2D79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2306" name="Graphic 2305" descr="Deciduous tree with solid fill">
              <a:extLst>
                <a:ext uri="{FF2B5EF4-FFF2-40B4-BE49-F238E27FC236}">
                  <a16:creationId xmlns:a16="http://schemas.microsoft.com/office/drawing/2014/main" id="{80B8DEE0-30B9-F835-E8C8-9ADBD78F0F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4" y="2608389"/>
              <a:ext cx="209457" cy="196411"/>
            </a:xfrm>
            <a:prstGeom prst="rect">
              <a:avLst/>
            </a:prstGeom>
          </p:spPr>
        </p:pic>
        <p:pic>
          <p:nvPicPr>
            <p:cNvPr id="2307" name="Graphic 2306" descr="Deciduous tree with solid fill">
              <a:extLst>
                <a:ext uri="{FF2B5EF4-FFF2-40B4-BE49-F238E27FC236}">
                  <a16:creationId xmlns:a16="http://schemas.microsoft.com/office/drawing/2014/main" id="{03F52366-09A0-692A-FC6F-8F9DC37DBA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9" y="2731881"/>
              <a:ext cx="209457" cy="196411"/>
            </a:xfrm>
            <a:prstGeom prst="rect">
              <a:avLst/>
            </a:prstGeom>
          </p:spPr>
        </p:pic>
        <p:pic>
          <p:nvPicPr>
            <p:cNvPr id="2308" name="Graphic 2307" descr="Deciduous tree with solid fill">
              <a:extLst>
                <a:ext uri="{FF2B5EF4-FFF2-40B4-BE49-F238E27FC236}">
                  <a16:creationId xmlns:a16="http://schemas.microsoft.com/office/drawing/2014/main" id="{D50C300E-B49C-813D-FE8C-2C06920CF5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3" y="2855372"/>
              <a:ext cx="209457" cy="196411"/>
            </a:xfrm>
            <a:prstGeom prst="rect">
              <a:avLst/>
            </a:prstGeom>
          </p:spPr>
        </p:pic>
        <p:pic>
          <p:nvPicPr>
            <p:cNvPr id="2309" name="Graphic 2308" descr="Deciduous tree with solid fill">
              <a:extLst>
                <a:ext uri="{FF2B5EF4-FFF2-40B4-BE49-F238E27FC236}">
                  <a16:creationId xmlns:a16="http://schemas.microsoft.com/office/drawing/2014/main" id="{E302A8DE-1301-05B9-24A6-1767A27CB9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8" y="2978863"/>
              <a:ext cx="209457" cy="196411"/>
            </a:xfrm>
            <a:prstGeom prst="rect">
              <a:avLst/>
            </a:prstGeom>
          </p:spPr>
        </p:pic>
        <p:pic>
          <p:nvPicPr>
            <p:cNvPr id="2310" name="Graphic 2309" descr="Deciduous tree with solid fill">
              <a:extLst>
                <a:ext uri="{FF2B5EF4-FFF2-40B4-BE49-F238E27FC236}">
                  <a16:creationId xmlns:a16="http://schemas.microsoft.com/office/drawing/2014/main" id="{F42818AC-5459-32B8-739B-B1CA5484A3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3" y="3102355"/>
              <a:ext cx="209457" cy="196411"/>
            </a:xfrm>
            <a:prstGeom prst="rect">
              <a:avLst/>
            </a:prstGeom>
          </p:spPr>
        </p:pic>
        <p:pic>
          <p:nvPicPr>
            <p:cNvPr id="2311" name="Graphic 2310" descr="Deciduous tree with solid fill">
              <a:extLst>
                <a:ext uri="{FF2B5EF4-FFF2-40B4-BE49-F238E27FC236}">
                  <a16:creationId xmlns:a16="http://schemas.microsoft.com/office/drawing/2014/main" id="{7712A0AC-ABF3-68F3-7A56-62850F82C5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8" y="3225846"/>
              <a:ext cx="209457" cy="196411"/>
            </a:xfrm>
            <a:prstGeom prst="rect">
              <a:avLst/>
            </a:prstGeom>
          </p:spPr>
        </p:pic>
        <p:pic>
          <p:nvPicPr>
            <p:cNvPr id="2312" name="Graphic 2311" descr="Deciduous tree with solid fill">
              <a:extLst>
                <a:ext uri="{FF2B5EF4-FFF2-40B4-BE49-F238E27FC236}">
                  <a16:creationId xmlns:a16="http://schemas.microsoft.com/office/drawing/2014/main" id="{B7B73D4E-8883-D6BB-26B9-1F58C3EB59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3" y="3349337"/>
              <a:ext cx="209457" cy="196411"/>
            </a:xfrm>
            <a:prstGeom prst="rect">
              <a:avLst/>
            </a:prstGeom>
          </p:spPr>
        </p:pic>
        <p:pic>
          <p:nvPicPr>
            <p:cNvPr id="2313" name="Graphic 2312" descr="Deciduous tree with solid fill">
              <a:extLst>
                <a:ext uri="{FF2B5EF4-FFF2-40B4-BE49-F238E27FC236}">
                  <a16:creationId xmlns:a16="http://schemas.microsoft.com/office/drawing/2014/main" id="{06A543BE-B843-5858-44FE-A075C77F59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2176" y="1902894"/>
              <a:ext cx="209457" cy="196411"/>
            </a:xfrm>
            <a:prstGeom prst="rect">
              <a:avLst/>
            </a:prstGeom>
          </p:spPr>
        </p:pic>
        <p:pic>
          <p:nvPicPr>
            <p:cNvPr id="2314" name="Graphic 2313" descr="Deciduous tree with solid fill">
              <a:extLst>
                <a:ext uri="{FF2B5EF4-FFF2-40B4-BE49-F238E27FC236}">
                  <a16:creationId xmlns:a16="http://schemas.microsoft.com/office/drawing/2014/main" id="{DDE298E3-FE1F-8E7E-DA0E-6270AFEEA4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1" y="2026385"/>
              <a:ext cx="209457" cy="196411"/>
            </a:xfrm>
            <a:prstGeom prst="rect">
              <a:avLst/>
            </a:prstGeom>
          </p:spPr>
        </p:pic>
        <p:pic>
          <p:nvPicPr>
            <p:cNvPr id="2315" name="Graphic 2314" descr="Deciduous tree with solid fill">
              <a:extLst>
                <a:ext uri="{FF2B5EF4-FFF2-40B4-BE49-F238E27FC236}">
                  <a16:creationId xmlns:a16="http://schemas.microsoft.com/office/drawing/2014/main" id="{3CE707C8-5240-4537-8810-D9EFA472CD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6" y="2149877"/>
              <a:ext cx="209457" cy="196411"/>
            </a:xfrm>
            <a:prstGeom prst="rect">
              <a:avLst/>
            </a:prstGeom>
          </p:spPr>
        </p:pic>
        <p:pic>
          <p:nvPicPr>
            <p:cNvPr id="2316" name="Graphic 2315" descr="Deciduous tree with solid fill">
              <a:extLst>
                <a:ext uri="{FF2B5EF4-FFF2-40B4-BE49-F238E27FC236}">
                  <a16:creationId xmlns:a16="http://schemas.microsoft.com/office/drawing/2014/main" id="{DDD1C5D9-21A6-EC4D-98F4-880B3BD436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1" y="2273368"/>
              <a:ext cx="209457" cy="196411"/>
            </a:xfrm>
            <a:prstGeom prst="rect">
              <a:avLst/>
            </a:prstGeom>
          </p:spPr>
        </p:pic>
        <p:pic>
          <p:nvPicPr>
            <p:cNvPr id="2317" name="Graphic 2316" descr="Deciduous tree with solid fill">
              <a:extLst>
                <a:ext uri="{FF2B5EF4-FFF2-40B4-BE49-F238E27FC236}">
                  <a16:creationId xmlns:a16="http://schemas.microsoft.com/office/drawing/2014/main" id="{E91EF626-0E76-F9AE-1886-341CDA4E11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6" y="2396860"/>
              <a:ext cx="209457" cy="196411"/>
            </a:xfrm>
            <a:prstGeom prst="rect">
              <a:avLst/>
            </a:prstGeom>
          </p:spPr>
        </p:pic>
        <p:pic>
          <p:nvPicPr>
            <p:cNvPr id="2318" name="Graphic 2317" descr="Deciduous tree with solid fill">
              <a:extLst>
                <a:ext uri="{FF2B5EF4-FFF2-40B4-BE49-F238E27FC236}">
                  <a16:creationId xmlns:a16="http://schemas.microsoft.com/office/drawing/2014/main" id="{EBDE63CD-613B-C9E8-97C7-60ECA14074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1" y="2520351"/>
              <a:ext cx="209457" cy="196411"/>
            </a:xfrm>
            <a:prstGeom prst="rect">
              <a:avLst/>
            </a:prstGeom>
          </p:spPr>
        </p:pic>
        <p:pic>
          <p:nvPicPr>
            <p:cNvPr id="2319" name="Graphic 2318" descr="Deciduous tree with solid fill">
              <a:extLst>
                <a:ext uri="{FF2B5EF4-FFF2-40B4-BE49-F238E27FC236}">
                  <a16:creationId xmlns:a16="http://schemas.microsoft.com/office/drawing/2014/main" id="{54185AA4-B43B-247B-7BE9-CC66CE4117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6" y="2643841"/>
              <a:ext cx="209457" cy="196411"/>
            </a:xfrm>
            <a:prstGeom prst="rect">
              <a:avLst/>
            </a:prstGeom>
          </p:spPr>
        </p:pic>
        <p:pic>
          <p:nvPicPr>
            <p:cNvPr id="2320" name="Graphic 2319" descr="Deciduous tree with solid fill">
              <a:extLst>
                <a:ext uri="{FF2B5EF4-FFF2-40B4-BE49-F238E27FC236}">
                  <a16:creationId xmlns:a16="http://schemas.microsoft.com/office/drawing/2014/main" id="{D31AD8B1-7A16-7149-35A1-9E0542CF5F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1" y="2767333"/>
              <a:ext cx="209457" cy="196411"/>
            </a:xfrm>
            <a:prstGeom prst="rect">
              <a:avLst/>
            </a:prstGeom>
          </p:spPr>
        </p:pic>
        <p:pic>
          <p:nvPicPr>
            <p:cNvPr id="2321" name="Graphic 2320" descr="Deciduous tree with solid fill">
              <a:extLst>
                <a:ext uri="{FF2B5EF4-FFF2-40B4-BE49-F238E27FC236}">
                  <a16:creationId xmlns:a16="http://schemas.microsoft.com/office/drawing/2014/main" id="{800606EF-B179-0849-2756-3A2A97F33E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4" y="2890825"/>
              <a:ext cx="209457" cy="196411"/>
            </a:xfrm>
            <a:prstGeom prst="rect">
              <a:avLst/>
            </a:prstGeom>
          </p:spPr>
        </p:pic>
        <p:pic>
          <p:nvPicPr>
            <p:cNvPr id="2322" name="Graphic 2321" descr="Deciduous tree with solid fill">
              <a:extLst>
                <a:ext uri="{FF2B5EF4-FFF2-40B4-BE49-F238E27FC236}">
                  <a16:creationId xmlns:a16="http://schemas.microsoft.com/office/drawing/2014/main" id="{A3D8F446-AB96-5BCF-B16D-3BA0AD3509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9" y="3014316"/>
              <a:ext cx="209457" cy="196411"/>
            </a:xfrm>
            <a:prstGeom prst="rect">
              <a:avLst/>
            </a:prstGeom>
          </p:spPr>
        </p:pic>
        <p:pic>
          <p:nvPicPr>
            <p:cNvPr id="2323" name="Graphic 2322" descr="Deciduous tree with solid fill">
              <a:extLst>
                <a:ext uri="{FF2B5EF4-FFF2-40B4-BE49-F238E27FC236}">
                  <a16:creationId xmlns:a16="http://schemas.microsoft.com/office/drawing/2014/main" id="{09171B59-1C74-DEA8-FEA8-A01244DB84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4" y="3137808"/>
              <a:ext cx="209457" cy="196411"/>
            </a:xfrm>
            <a:prstGeom prst="rect">
              <a:avLst/>
            </a:prstGeom>
          </p:spPr>
        </p:pic>
        <p:pic>
          <p:nvPicPr>
            <p:cNvPr id="2324" name="Graphic 2323" descr="Deciduous tree with solid fill">
              <a:extLst>
                <a:ext uri="{FF2B5EF4-FFF2-40B4-BE49-F238E27FC236}">
                  <a16:creationId xmlns:a16="http://schemas.microsoft.com/office/drawing/2014/main" id="{2B9CB9A9-E5C4-E5CA-640D-3F87C1FAE0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8" y="3261298"/>
              <a:ext cx="209457" cy="196411"/>
            </a:xfrm>
            <a:prstGeom prst="rect">
              <a:avLst/>
            </a:prstGeom>
          </p:spPr>
        </p:pic>
        <p:pic>
          <p:nvPicPr>
            <p:cNvPr id="2325" name="Graphic 2324" descr="Deciduous tree with solid fill">
              <a:extLst>
                <a:ext uri="{FF2B5EF4-FFF2-40B4-BE49-F238E27FC236}">
                  <a16:creationId xmlns:a16="http://schemas.microsoft.com/office/drawing/2014/main" id="{E5F1C0D3-4BC1-0218-0F8E-F8509671E6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601" y="1990933"/>
              <a:ext cx="209457" cy="196411"/>
            </a:xfrm>
            <a:prstGeom prst="rect">
              <a:avLst/>
            </a:prstGeom>
          </p:spPr>
        </p:pic>
        <p:pic>
          <p:nvPicPr>
            <p:cNvPr id="2326" name="Graphic 2325" descr="Deciduous tree with solid fill">
              <a:extLst>
                <a:ext uri="{FF2B5EF4-FFF2-40B4-BE49-F238E27FC236}">
                  <a16:creationId xmlns:a16="http://schemas.microsoft.com/office/drawing/2014/main" id="{B96F2A04-7897-0F09-2263-8456F7AC25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5974" y="2086792"/>
              <a:ext cx="209457" cy="196411"/>
            </a:xfrm>
            <a:prstGeom prst="rect">
              <a:avLst/>
            </a:prstGeom>
          </p:spPr>
        </p:pic>
        <p:pic>
          <p:nvPicPr>
            <p:cNvPr id="2327" name="Graphic 2326" descr="Deciduous tree with solid fill">
              <a:extLst>
                <a:ext uri="{FF2B5EF4-FFF2-40B4-BE49-F238E27FC236}">
                  <a16:creationId xmlns:a16="http://schemas.microsoft.com/office/drawing/2014/main" id="{212F7DFD-EBF0-E5C4-D38B-D5499C66A4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2176" y="1902894"/>
              <a:ext cx="209457" cy="196411"/>
            </a:xfrm>
            <a:prstGeom prst="rect">
              <a:avLst/>
            </a:prstGeom>
          </p:spPr>
        </p:pic>
        <p:pic>
          <p:nvPicPr>
            <p:cNvPr id="2328" name="Graphic 2327" descr="Deciduous tree with solid fill">
              <a:extLst>
                <a:ext uri="{FF2B5EF4-FFF2-40B4-BE49-F238E27FC236}">
                  <a16:creationId xmlns:a16="http://schemas.microsoft.com/office/drawing/2014/main" id="{8ECA07A0-6C73-15B4-7DB5-CE628E38D0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9" y="2210283"/>
              <a:ext cx="209457" cy="196411"/>
            </a:xfrm>
            <a:prstGeom prst="rect">
              <a:avLst/>
            </a:prstGeom>
          </p:spPr>
        </p:pic>
        <p:pic>
          <p:nvPicPr>
            <p:cNvPr id="2329" name="Graphic 2328" descr="Deciduous tree with solid fill">
              <a:extLst>
                <a:ext uri="{FF2B5EF4-FFF2-40B4-BE49-F238E27FC236}">
                  <a16:creationId xmlns:a16="http://schemas.microsoft.com/office/drawing/2014/main" id="{07BC4A07-6CCD-6F23-6748-D945C52997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3" y="2333774"/>
              <a:ext cx="209457" cy="196411"/>
            </a:xfrm>
            <a:prstGeom prst="rect">
              <a:avLst/>
            </a:prstGeom>
          </p:spPr>
        </p:pic>
        <p:pic>
          <p:nvPicPr>
            <p:cNvPr id="2330" name="Graphic 2329" descr="Deciduous tree with solid fill">
              <a:extLst>
                <a:ext uri="{FF2B5EF4-FFF2-40B4-BE49-F238E27FC236}">
                  <a16:creationId xmlns:a16="http://schemas.microsoft.com/office/drawing/2014/main" id="{956BAAAF-1C68-21FD-921F-DDEB94DB6A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8" y="2457266"/>
              <a:ext cx="209457" cy="196411"/>
            </a:xfrm>
            <a:prstGeom prst="rect">
              <a:avLst/>
            </a:prstGeom>
          </p:spPr>
        </p:pic>
        <p:pic>
          <p:nvPicPr>
            <p:cNvPr id="2331" name="Graphic 2330" descr="Deciduous tree with solid fill">
              <a:extLst>
                <a:ext uri="{FF2B5EF4-FFF2-40B4-BE49-F238E27FC236}">
                  <a16:creationId xmlns:a16="http://schemas.microsoft.com/office/drawing/2014/main" id="{9541315C-0A15-EAA3-5B63-D480B7D045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3" y="2580758"/>
              <a:ext cx="209457" cy="196411"/>
            </a:xfrm>
            <a:prstGeom prst="rect">
              <a:avLst/>
            </a:prstGeom>
          </p:spPr>
        </p:pic>
        <p:pic>
          <p:nvPicPr>
            <p:cNvPr id="2332" name="Graphic 2331" descr="Deciduous tree with solid fill">
              <a:extLst>
                <a:ext uri="{FF2B5EF4-FFF2-40B4-BE49-F238E27FC236}">
                  <a16:creationId xmlns:a16="http://schemas.microsoft.com/office/drawing/2014/main" id="{45176934-30D6-DBB3-72DF-F3E84F53D3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2333" name="Graphic 2332" descr="Deciduous tree with solid fill">
              <a:extLst>
                <a:ext uri="{FF2B5EF4-FFF2-40B4-BE49-F238E27FC236}">
                  <a16:creationId xmlns:a16="http://schemas.microsoft.com/office/drawing/2014/main" id="{1EBE6EC6-BB4C-D77F-6F91-8547995DB3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3" y="2827740"/>
              <a:ext cx="209457" cy="196411"/>
            </a:xfrm>
            <a:prstGeom prst="rect">
              <a:avLst/>
            </a:prstGeom>
          </p:spPr>
        </p:pic>
        <p:pic>
          <p:nvPicPr>
            <p:cNvPr id="2334" name="Graphic 2333" descr="Deciduous tree with solid fill">
              <a:extLst>
                <a:ext uri="{FF2B5EF4-FFF2-40B4-BE49-F238E27FC236}">
                  <a16:creationId xmlns:a16="http://schemas.microsoft.com/office/drawing/2014/main" id="{35BE4EFD-0F0C-2EE9-B380-6935A63059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8" y="2951231"/>
              <a:ext cx="209457" cy="196411"/>
            </a:xfrm>
            <a:prstGeom prst="rect">
              <a:avLst/>
            </a:prstGeom>
          </p:spPr>
        </p:pic>
        <p:pic>
          <p:nvPicPr>
            <p:cNvPr id="2335" name="Graphic 2334" descr="Deciduous tree with solid fill">
              <a:extLst>
                <a:ext uri="{FF2B5EF4-FFF2-40B4-BE49-F238E27FC236}">
                  <a16:creationId xmlns:a16="http://schemas.microsoft.com/office/drawing/2014/main" id="{EA04FE99-7E10-D78D-E5D2-2329C08E69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1" y="3074722"/>
              <a:ext cx="209457" cy="196411"/>
            </a:xfrm>
            <a:prstGeom prst="rect">
              <a:avLst/>
            </a:prstGeom>
          </p:spPr>
        </p:pic>
        <p:pic>
          <p:nvPicPr>
            <p:cNvPr id="2336" name="Graphic 2335" descr="Deciduous tree with solid fill">
              <a:extLst>
                <a:ext uri="{FF2B5EF4-FFF2-40B4-BE49-F238E27FC236}">
                  <a16:creationId xmlns:a16="http://schemas.microsoft.com/office/drawing/2014/main" id="{9470E4B4-2588-DC8B-80D0-D2DBD3BBBD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6" y="3198214"/>
              <a:ext cx="209457" cy="196411"/>
            </a:xfrm>
            <a:prstGeom prst="rect">
              <a:avLst/>
            </a:prstGeom>
          </p:spPr>
        </p:pic>
        <p:pic>
          <p:nvPicPr>
            <p:cNvPr id="2337" name="Graphic 2336" descr="Deciduous tree with solid fill">
              <a:extLst>
                <a:ext uri="{FF2B5EF4-FFF2-40B4-BE49-F238E27FC236}">
                  <a16:creationId xmlns:a16="http://schemas.microsoft.com/office/drawing/2014/main" id="{D3405B2E-D69A-EBB0-036E-A2A81860DC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1" y="3321705"/>
              <a:ext cx="209457" cy="196411"/>
            </a:xfrm>
            <a:prstGeom prst="rect">
              <a:avLst/>
            </a:prstGeom>
          </p:spPr>
        </p:pic>
        <p:pic>
          <p:nvPicPr>
            <p:cNvPr id="2338" name="Graphic 2337" descr="Deciduous tree with solid fill">
              <a:extLst>
                <a:ext uri="{FF2B5EF4-FFF2-40B4-BE49-F238E27FC236}">
                  <a16:creationId xmlns:a16="http://schemas.microsoft.com/office/drawing/2014/main" id="{1A1F6F6E-8DD8-88B5-26F6-6BFB3AF0DA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6" y="3445196"/>
              <a:ext cx="209457" cy="196411"/>
            </a:xfrm>
            <a:prstGeom prst="rect">
              <a:avLst/>
            </a:prstGeom>
          </p:spPr>
        </p:pic>
        <p:pic>
          <p:nvPicPr>
            <p:cNvPr id="2339" name="Graphic 2338" descr="Deciduous tree with solid fill">
              <a:extLst>
                <a:ext uri="{FF2B5EF4-FFF2-40B4-BE49-F238E27FC236}">
                  <a16:creationId xmlns:a16="http://schemas.microsoft.com/office/drawing/2014/main" id="{7493FEA0-36AE-35B0-826A-EB60280986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5" y="2114424"/>
              <a:ext cx="209457" cy="196411"/>
            </a:xfrm>
            <a:prstGeom prst="rect">
              <a:avLst/>
            </a:prstGeom>
          </p:spPr>
        </p:pic>
        <p:pic>
          <p:nvPicPr>
            <p:cNvPr id="2340" name="Graphic 2339" descr="Deciduous tree with solid fill">
              <a:extLst>
                <a:ext uri="{FF2B5EF4-FFF2-40B4-BE49-F238E27FC236}">
                  <a16:creationId xmlns:a16="http://schemas.microsoft.com/office/drawing/2014/main" id="{2F3E8A1C-C143-20EF-6FF1-A93B72C64C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90" y="2237915"/>
              <a:ext cx="209457" cy="196411"/>
            </a:xfrm>
            <a:prstGeom prst="rect">
              <a:avLst/>
            </a:prstGeom>
          </p:spPr>
        </p:pic>
        <p:pic>
          <p:nvPicPr>
            <p:cNvPr id="2341" name="Graphic 2340" descr="Deciduous tree with solid fill">
              <a:extLst>
                <a:ext uri="{FF2B5EF4-FFF2-40B4-BE49-F238E27FC236}">
                  <a16:creationId xmlns:a16="http://schemas.microsoft.com/office/drawing/2014/main" id="{34AF7E2E-579A-F8BA-6F8C-900EF5649C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5" y="2361406"/>
              <a:ext cx="209457" cy="196411"/>
            </a:xfrm>
            <a:prstGeom prst="rect">
              <a:avLst/>
            </a:prstGeom>
          </p:spPr>
        </p:pic>
        <p:pic>
          <p:nvPicPr>
            <p:cNvPr id="2342" name="Graphic 2341" descr="Deciduous tree with solid fill">
              <a:extLst>
                <a:ext uri="{FF2B5EF4-FFF2-40B4-BE49-F238E27FC236}">
                  <a16:creationId xmlns:a16="http://schemas.microsoft.com/office/drawing/2014/main" id="{679AD818-300E-718E-163B-2AB03E88D9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2343" name="Graphic 2342" descr="Deciduous tree with solid fill">
              <a:extLst>
                <a:ext uri="{FF2B5EF4-FFF2-40B4-BE49-F238E27FC236}">
                  <a16:creationId xmlns:a16="http://schemas.microsoft.com/office/drawing/2014/main" id="{60BE1C61-465E-F5FC-267D-0FD3BF8A52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4" y="2608389"/>
              <a:ext cx="209457" cy="196411"/>
            </a:xfrm>
            <a:prstGeom prst="rect">
              <a:avLst/>
            </a:prstGeom>
          </p:spPr>
        </p:pic>
        <p:pic>
          <p:nvPicPr>
            <p:cNvPr id="2344" name="Graphic 2343" descr="Deciduous tree with solid fill">
              <a:extLst>
                <a:ext uri="{FF2B5EF4-FFF2-40B4-BE49-F238E27FC236}">
                  <a16:creationId xmlns:a16="http://schemas.microsoft.com/office/drawing/2014/main" id="{184EEDD5-7F07-6709-6C11-46A49D6CFD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9" y="2731881"/>
              <a:ext cx="209457" cy="196411"/>
            </a:xfrm>
            <a:prstGeom prst="rect">
              <a:avLst/>
            </a:prstGeom>
          </p:spPr>
        </p:pic>
        <p:pic>
          <p:nvPicPr>
            <p:cNvPr id="2345" name="Graphic 2344" descr="Deciduous tree with solid fill">
              <a:extLst>
                <a:ext uri="{FF2B5EF4-FFF2-40B4-BE49-F238E27FC236}">
                  <a16:creationId xmlns:a16="http://schemas.microsoft.com/office/drawing/2014/main" id="{62ABF874-50ED-29E9-5016-EF3F7ECDA6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3" y="2855372"/>
              <a:ext cx="209457" cy="196411"/>
            </a:xfrm>
            <a:prstGeom prst="rect">
              <a:avLst/>
            </a:prstGeom>
          </p:spPr>
        </p:pic>
        <p:pic>
          <p:nvPicPr>
            <p:cNvPr id="2346" name="Graphic 2345" descr="Deciduous tree with solid fill">
              <a:extLst>
                <a:ext uri="{FF2B5EF4-FFF2-40B4-BE49-F238E27FC236}">
                  <a16:creationId xmlns:a16="http://schemas.microsoft.com/office/drawing/2014/main" id="{8BDFE0BF-1727-8C84-B156-902C8E3658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8" y="2978863"/>
              <a:ext cx="209457" cy="196411"/>
            </a:xfrm>
            <a:prstGeom prst="rect">
              <a:avLst/>
            </a:prstGeom>
          </p:spPr>
        </p:pic>
        <p:pic>
          <p:nvPicPr>
            <p:cNvPr id="2347" name="Graphic 2346" descr="Deciduous tree with solid fill">
              <a:extLst>
                <a:ext uri="{FF2B5EF4-FFF2-40B4-BE49-F238E27FC236}">
                  <a16:creationId xmlns:a16="http://schemas.microsoft.com/office/drawing/2014/main" id="{19D0E331-9E44-8983-E4C4-386FF1A5CE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3" y="3102355"/>
              <a:ext cx="209457" cy="196411"/>
            </a:xfrm>
            <a:prstGeom prst="rect">
              <a:avLst/>
            </a:prstGeom>
          </p:spPr>
        </p:pic>
        <p:pic>
          <p:nvPicPr>
            <p:cNvPr id="2348" name="Graphic 2347" descr="Deciduous tree with solid fill">
              <a:extLst>
                <a:ext uri="{FF2B5EF4-FFF2-40B4-BE49-F238E27FC236}">
                  <a16:creationId xmlns:a16="http://schemas.microsoft.com/office/drawing/2014/main" id="{40AB371B-3145-27A2-697D-ED08A24883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8" y="3225846"/>
              <a:ext cx="209457" cy="196411"/>
            </a:xfrm>
            <a:prstGeom prst="rect">
              <a:avLst/>
            </a:prstGeom>
          </p:spPr>
        </p:pic>
        <p:pic>
          <p:nvPicPr>
            <p:cNvPr id="2349" name="Graphic 2348" descr="Deciduous tree with solid fill">
              <a:extLst>
                <a:ext uri="{FF2B5EF4-FFF2-40B4-BE49-F238E27FC236}">
                  <a16:creationId xmlns:a16="http://schemas.microsoft.com/office/drawing/2014/main" id="{8D94C595-D13B-786B-DBC7-987D253BB9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3" y="3349337"/>
              <a:ext cx="209457" cy="196411"/>
            </a:xfrm>
            <a:prstGeom prst="rect">
              <a:avLst/>
            </a:prstGeom>
          </p:spPr>
        </p:pic>
        <p:pic>
          <p:nvPicPr>
            <p:cNvPr id="2350" name="Graphic 2349" descr="Deciduous tree with solid fill">
              <a:extLst>
                <a:ext uri="{FF2B5EF4-FFF2-40B4-BE49-F238E27FC236}">
                  <a16:creationId xmlns:a16="http://schemas.microsoft.com/office/drawing/2014/main" id="{14A6C581-0C67-3669-8311-3EB1C1917B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1" y="2026385"/>
              <a:ext cx="209457" cy="196411"/>
            </a:xfrm>
            <a:prstGeom prst="rect">
              <a:avLst/>
            </a:prstGeom>
          </p:spPr>
        </p:pic>
        <p:pic>
          <p:nvPicPr>
            <p:cNvPr id="2351" name="Graphic 2350" descr="Deciduous tree with solid fill">
              <a:extLst>
                <a:ext uri="{FF2B5EF4-FFF2-40B4-BE49-F238E27FC236}">
                  <a16:creationId xmlns:a16="http://schemas.microsoft.com/office/drawing/2014/main" id="{230C8C18-DE36-0B71-827E-600E4AD11F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6" y="2149877"/>
              <a:ext cx="209457" cy="196411"/>
            </a:xfrm>
            <a:prstGeom prst="rect">
              <a:avLst/>
            </a:prstGeom>
          </p:spPr>
        </p:pic>
        <p:pic>
          <p:nvPicPr>
            <p:cNvPr id="2352" name="Graphic 2351" descr="Deciduous tree with solid fill">
              <a:extLst>
                <a:ext uri="{FF2B5EF4-FFF2-40B4-BE49-F238E27FC236}">
                  <a16:creationId xmlns:a16="http://schemas.microsoft.com/office/drawing/2014/main" id="{F5ACE082-B19A-579A-F622-98E223595F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1" y="2273368"/>
              <a:ext cx="209457" cy="196411"/>
            </a:xfrm>
            <a:prstGeom prst="rect">
              <a:avLst/>
            </a:prstGeom>
          </p:spPr>
        </p:pic>
        <p:pic>
          <p:nvPicPr>
            <p:cNvPr id="2353" name="Graphic 2352" descr="Deciduous tree with solid fill">
              <a:extLst>
                <a:ext uri="{FF2B5EF4-FFF2-40B4-BE49-F238E27FC236}">
                  <a16:creationId xmlns:a16="http://schemas.microsoft.com/office/drawing/2014/main" id="{9E4083DC-D055-E984-4805-3B91D84643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6" y="2396860"/>
              <a:ext cx="209457" cy="196411"/>
            </a:xfrm>
            <a:prstGeom prst="rect">
              <a:avLst/>
            </a:prstGeom>
          </p:spPr>
        </p:pic>
        <p:pic>
          <p:nvPicPr>
            <p:cNvPr id="2354" name="Graphic 2353" descr="Deciduous tree with solid fill">
              <a:extLst>
                <a:ext uri="{FF2B5EF4-FFF2-40B4-BE49-F238E27FC236}">
                  <a16:creationId xmlns:a16="http://schemas.microsoft.com/office/drawing/2014/main" id="{399674A0-0E35-9094-4CEA-443A41C3B6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1" y="2520351"/>
              <a:ext cx="209457" cy="196411"/>
            </a:xfrm>
            <a:prstGeom prst="rect">
              <a:avLst/>
            </a:prstGeom>
          </p:spPr>
        </p:pic>
        <p:pic>
          <p:nvPicPr>
            <p:cNvPr id="2355" name="Graphic 2354" descr="Deciduous tree with solid fill">
              <a:extLst>
                <a:ext uri="{FF2B5EF4-FFF2-40B4-BE49-F238E27FC236}">
                  <a16:creationId xmlns:a16="http://schemas.microsoft.com/office/drawing/2014/main" id="{68CCC67F-71BE-19E5-2C88-49280A2673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6" y="2643841"/>
              <a:ext cx="209457" cy="196411"/>
            </a:xfrm>
            <a:prstGeom prst="rect">
              <a:avLst/>
            </a:prstGeom>
          </p:spPr>
        </p:pic>
        <p:pic>
          <p:nvPicPr>
            <p:cNvPr id="2356" name="Graphic 2355" descr="Deciduous tree with solid fill">
              <a:extLst>
                <a:ext uri="{FF2B5EF4-FFF2-40B4-BE49-F238E27FC236}">
                  <a16:creationId xmlns:a16="http://schemas.microsoft.com/office/drawing/2014/main" id="{1DB2131D-F2DB-29F6-1675-4ED87B4D0F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1" y="2767333"/>
              <a:ext cx="209457" cy="196411"/>
            </a:xfrm>
            <a:prstGeom prst="rect">
              <a:avLst/>
            </a:prstGeom>
          </p:spPr>
        </p:pic>
        <p:pic>
          <p:nvPicPr>
            <p:cNvPr id="2357" name="Graphic 2356" descr="Deciduous tree with solid fill">
              <a:extLst>
                <a:ext uri="{FF2B5EF4-FFF2-40B4-BE49-F238E27FC236}">
                  <a16:creationId xmlns:a16="http://schemas.microsoft.com/office/drawing/2014/main" id="{2791B6A2-7269-34C8-3781-02ADC4CE8A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5" y="2890825"/>
              <a:ext cx="209457" cy="196411"/>
            </a:xfrm>
            <a:prstGeom prst="rect">
              <a:avLst/>
            </a:prstGeom>
          </p:spPr>
        </p:pic>
        <p:pic>
          <p:nvPicPr>
            <p:cNvPr id="2358" name="Graphic 2357" descr="Deciduous tree with solid fill">
              <a:extLst>
                <a:ext uri="{FF2B5EF4-FFF2-40B4-BE49-F238E27FC236}">
                  <a16:creationId xmlns:a16="http://schemas.microsoft.com/office/drawing/2014/main" id="{4A317DF7-7891-549A-80B4-DFFB57A555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9" y="3014316"/>
              <a:ext cx="209457" cy="196411"/>
            </a:xfrm>
            <a:prstGeom prst="rect">
              <a:avLst/>
            </a:prstGeom>
          </p:spPr>
        </p:pic>
        <p:pic>
          <p:nvPicPr>
            <p:cNvPr id="2359" name="Graphic 2358" descr="Deciduous tree with solid fill">
              <a:extLst>
                <a:ext uri="{FF2B5EF4-FFF2-40B4-BE49-F238E27FC236}">
                  <a16:creationId xmlns:a16="http://schemas.microsoft.com/office/drawing/2014/main" id="{176666A8-A9B6-9E6B-1127-BBA6C1910C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4" y="3137808"/>
              <a:ext cx="209457" cy="196411"/>
            </a:xfrm>
            <a:prstGeom prst="rect">
              <a:avLst/>
            </a:prstGeom>
          </p:spPr>
        </p:pic>
        <p:pic>
          <p:nvPicPr>
            <p:cNvPr id="2360" name="Graphic 2359" descr="Deciduous tree with solid fill">
              <a:extLst>
                <a:ext uri="{FF2B5EF4-FFF2-40B4-BE49-F238E27FC236}">
                  <a16:creationId xmlns:a16="http://schemas.microsoft.com/office/drawing/2014/main" id="{A1B3052E-B745-A541-C09A-C5758EB3CA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8" y="3261298"/>
              <a:ext cx="209457" cy="196411"/>
            </a:xfrm>
            <a:prstGeom prst="rect">
              <a:avLst/>
            </a:prstGeom>
          </p:spPr>
        </p:pic>
        <p:pic>
          <p:nvPicPr>
            <p:cNvPr id="2361" name="Graphic 2360" descr="Deciduous tree with solid fill">
              <a:extLst>
                <a:ext uri="{FF2B5EF4-FFF2-40B4-BE49-F238E27FC236}">
                  <a16:creationId xmlns:a16="http://schemas.microsoft.com/office/drawing/2014/main" id="{AE57B03B-7F39-B086-3F08-6AFCEE08D1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5" y="2114424"/>
              <a:ext cx="209457" cy="196411"/>
            </a:xfrm>
            <a:prstGeom prst="rect">
              <a:avLst/>
            </a:prstGeom>
          </p:spPr>
        </p:pic>
        <p:pic>
          <p:nvPicPr>
            <p:cNvPr id="2362" name="Graphic 2361" descr="Deciduous tree with solid fill">
              <a:extLst>
                <a:ext uri="{FF2B5EF4-FFF2-40B4-BE49-F238E27FC236}">
                  <a16:creationId xmlns:a16="http://schemas.microsoft.com/office/drawing/2014/main" id="{6CAB30CA-43C6-3C59-3756-CFD429A217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8" y="2210283"/>
              <a:ext cx="209457" cy="196411"/>
            </a:xfrm>
            <a:prstGeom prst="rect">
              <a:avLst/>
            </a:prstGeom>
          </p:spPr>
        </p:pic>
        <p:pic>
          <p:nvPicPr>
            <p:cNvPr id="2363" name="Graphic 2362" descr="Deciduous tree with solid fill">
              <a:extLst>
                <a:ext uri="{FF2B5EF4-FFF2-40B4-BE49-F238E27FC236}">
                  <a16:creationId xmlns:a16="http://schemas.microsoft.com/office/drawing/2014/main" id="{3A734193-9A24-437F-674D-850A1F00ED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70" y="2026385"/>
              <a:ext cx="209457" cy="196411"/>
            </a:xfrm>
            <a:prstGeom prst="rect">
              <a:avLst/>
            </a:prstGeom>
          </p:spPr>
        </p:pic>
        <p:pic>
          <p:nvPicPr>
            <p:cNvPr id="2364" name="Graphic 2363" descr="Deciduous tree with solid fill">
              <a:extLst>
                <a:ext uri="{FF2B5EF4-FFF2-40B4-BE49-F238E27FC236}">
                  <a16:creationId xmlns:a16="http://schemas.microsoft.com/office/drawing/2014/main" id="{4B76E3BE-36BF-FD33-F3A0-210BD12373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62" y="2333774"/>
              <a:ext cx="209457" cy="196411"/>
            </a:xfrm>
            <a:prstGeom prst="rect">
              <a:avLst/>
            </a:prstGeom>
          </p:spPr>
        </p:pic>
        <p:pic>
          <p:nvPicPr>
            <p:cNvPr id="2365" name="Graphic 2364" descr="Deciduous tree with solid fill">
              <a:extLst>
                <a:ext uri="{FF2B5EF4-FFF2-40B4-BE49-F238E27FC236}">
                  <a16:creationId xmlns:a16="http://schemas.microsoft.com/office/drawing/2014/main" id="{8BB047FE-2E61-C379-7E4F-CDDA9DD18C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2366" name="Graphic 2365" descr="Deciduous tree with solid fill">
              <a:extLst>
                <a:ext uri="{FF2B5EF4-FFF2-40B4-BE49-F238E27FC236}">
                  <a16:creationId xmlns:a16="http://schemas.microsoft.com/office/drawing/2014/main" id="{006F28BC-4C22-EFB3-9123-ED2B297CE7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2367" name="Graphic 2366" descr="Deciduous tree with solid fill">
              <a:extLst>
                <a:ext uri="{FF2B5EF4-FFF2-40B4-BE49-F238E27FC236}">
                  <a16:creationId xmlns:a16="http://schemas.microsoft.com/office/drawing/2014/main" id="{9A3249E0-977D-F351-72B5-E87AB3B122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2368" name="Graphic 2367" descr="Deciduous tree with solid fill">
              <a:extLst>
                <a:ext uri="{FF2B5EF4-FFF2-40B4-BE49-F238E27FC236}">
                  <a16:creationId xmlns:a16="http://schemas.microsoft.com/office/drawing/2014/main" id="{A58A857D-9AF6-C0B9-4F5E-E1DE84F4F5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2369" name="Graphic 2368" descr="Deciduous tree with solid fill">
              <a:extLst>
                <a:ext uri="{FF2B5EF4-FFF2-40B4-BE49-F238E27FC236}">
                  <a16:creationId xmlns:a16="http://schemas.microsoft.com/office/drawing/2014/main" id="{311471BA-4559-D139-F045-DD40D112E0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370" name="Graphic 2369" descr="Deciduous tree with solid fill">
              <a:extLst>
                <a:ext uri="{FF2B5EF4-FFF2-40B4-BE49-F238E27FC236}">
                  <a16:creationId xmlns:a16="http://schemas.microsoft.com/office/drawing/2014/main" id="{F37F611C-E300-EA03-9963-B3EF7B52C5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371" name="Graphic 2370" descr="Deciduous tree with solid fill">
              <a:extLst>
                <a:ext uri="{FF2B5EF4-FFF2-40B4-BE49-F238E27FC236}">
                  <a16:creationId xmlns:a16="http://schemas.microsoft.com/office/drawing/2014/main" id="{E19EAF5A-2A91-5909-A047-2C96D5A4FF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372" name="Graphic 2371" descr="Deciduous tree with solid fill">
              <a:extLst>
                <a:ext uri="{FF2B5EF4-FFF2-40B4-BE49-F238E27FC236}">
                  <a16:creationId xmlns:a16="http://schemas.microsoft.com/office/drawing/2014/main" id="{2CF72902-1AC2-BDA5-F148-48114AB80C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373" name="Graphic 2372" descr="Deciduous tree with solid fill">
              <a:extLst>
                <a:ext uri="{FF2B5EF4-FFF2-40B4-BE49-F238E27FC236}">
                  <a16:creationId xmlns:a16="http://schemas.microsoft.com/office/drawing/2014/main" id="{4652BAC7-5B09-7741-D316-116103E8A2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374" name="Graphic 2373" descr="Deciduous tree with solid fill">
              <a:extLst>
                <a:ext uri="{FF2B5EF4-FFF2-40B4-BE49-F238E27FC236}">
                  <a16:creationId xmlns:a16="http://schemas.microsoft.com/office/drawing/2014/main" id="{B47955E5-A390-435E-A317-CBAA1F8953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2375" name="Graphic 2374" descr="Deciduous tree with solid fill">
              <a:extLst>
                <a:ext uri="{FF2B5EF4-FFF2-40B4-BE49-F238E27FC236}">
                  <a16:creationId xmlns:a16="http://schemas.microsoft.com/office/drawing/2014/main" id="{48A94B39-91EA-3F26-C405-46D3BC4C37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2376" name="Graphic 2375" descr="Deciduous tree with solid fill">
              <a:extLst>
                <a:ext uri="{FF2B5EF4-FFF2-40B4-BE49-F238E27FC236}">
                  <a16:creationId xmlns:a16="http://schemas.microsoft.com/office/drawing/2014/main" id="{2BA9F700-73BD-23AC-5A8F-E6CA72E219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2377" name="Graphic 2376" descr="Deciduous tree with solid fill">
              <a:extLst>
                <a:ext uri="{FF2B5EF4-FFF2-40B4-BE49-F238E27FC236}">
                  <a16:creationId xmlns:a16="http://schemas.microsoft.com/office/drawing/2014/main" id="{A9CF4B05-E00F-636B-9BD0-DB7A46C581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2378" name="Graphic 2377" descr="Deciduous tree with solid fill">
              <a:extLst>
                <a:ext uri="{FF2B5EF4-FFF2-40B4-BE49-F238E27FC236}">
                  <a16:creationId xmlns:a16="http://schemas.microsoft.com/office/drawing/2014/main" id="{F9333692-0635-D8C3-8489-3F0DBA1696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2379" name="Graphic 2378" descr="Deciduous tree with solid fill">
              <a:extLst>
                <a:ext uri="{FF2B5EF4-FFF2-40B4-BE49-F238E27FC236}">
                  <a16:creationId xmlns:a16="http://schemas.microsoft.com/office/drawing/2014/main" id="{148A30D4-E0D1-3679-AD1B-09CD2BA9ED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2380" name="Graphic 2379" descr="Deciduous tree with solid fill">
              <a:extLst>
                <a:ext uri="{FF2B5EF4-FFF2-40B4-BE49-F238E27FC236}">
                  <a16:creationId xmlns:a16="http://schemas.microsoft.com/office/drawing/2014/main" id="{47B6CC19-11C4-BAC7-DAB8-C471F2868E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381" name="Graphic 2380" descr="Deciduous tree with solid fill">
              <a:extLst>
                <a:ext uri="{FF2B5EF4-FFF2-40B4-BE49-F238E27FC236}">
                  <a16:creationId xmlns:a16="http://schemas.microsoft.com/office/drawing/2014/main" id="{F20D4B91-3F68-9E7B-118E-5056CE674F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382" name="Graphic 2381" descr="Deciduous tree with solid fill">
              <a:extLst>
                <a:ext uri="{FF2B5EF4-FFF2-40B4-BE49-F238E27FC236}">
                  <a16:creationId xmlns:a16="http://schemas.microsoft.com/office/drawing/2014/main" id="{2BE00DAB-C85C-2AB6-B235-D30196FC33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383" name="Graphic 2382" descr="Deciduous tree with solid fill">
              <a:extLst>
                <a:ext uri="{FF2B5EF4-FFF2-40B4-BE49-F238E27FC236}">
                  <a16:creationId xmlns:a16="http://schemas.microsoft.com/office/drawing/2014/main" id="{9A65E3D3-881C-855C-369F-A0BD726C45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384" name="Graphic 2383" descr="Deciduous tree with solid fill">
              <a:extLst>
                <a:ext uri="{FF2B5EF4-FFF2-40B4-BE49-F238E27FC236}">
                  <a16:creationId xmlns:a16="http://schemas.microsoft.com/office/drawing/2014/main" id="{F0346379-DACD-7FB3-CBFF-C697108C99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5" y="2149877"/>
              <a:ext cx="209457" cy="196411"/>
            </a:xfrm>
            <a:prstGeom prst="rect">
              <a:avLst/>
            </a:prstGeom>
          </p:spPr>
        </p:pic>
        <p:pic>
          <p:nvPicPr>
            <p:cNvPr id="2385" name="Graphic 2384" descr="Deciduous tree with solid fill">
              <a:extLst>
                <a:ext uri="{FF2B5EF4-FFF2-40B4-BE49-F238E27FC236}">
                  <a16:creationId xmlns:a16="http://schemas.microsoft.com/office/drawing/2014/main" id="{B767A3E7-5D83-4442-DCC6-EAF53BD3CB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2386" name="Graphic 2385" descr="Deciduous tree with solid fill">
              <a:extLst>
                <a:ext uri="{FF2B5EF4-FFF2-40B4-BE49-F238E27FC236}">
                  <a16:creationId xmlns:a16="http://schemas.microsoft.com/office/drawing/2014/main" id="{169B78A5-AD81-541D-97ED-27C4B722FC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2387" name="Graphic 2386" descr="Deciduous tree with solid fill">
              <a:extLst>
                <a:ext uri="{FF2B5EF4-FFF2-40B4-BE49-F238E27FC236}">
                  <a16:creationId xmlns:a16="http://schemas.microsoft.com/office/drawing/2014/main" id="{25327901-0348-7605-91C4-8D73BD9F43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2388" name="Graphic 2387" descr="Deciduous tree with solid fill">
              <a:extLst>
                <a:ext uri="{FF2B5EF4-FFF2-40B4-BE49-F238E27FC236}">
                  <a16:creationId xmlns:a16="http://schemas.microsoft.com/office/drawing/2014/main" id="{8059825C-AC0A-6459-F0E7-61625B1657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2389" name="Graphic 2388" descr="Deciduous tree with solid fill">
              <a:extLst>
                <a:ext uri="{FF2B5EF4-FFF2-40B4-BE49-F238E27FC236}">
                  <a16:creationId xmlns:a16="http://schemas.microsoft.com/office/drawing/2014/main" id="{1FA07FBF-62EB-6F4F-62A5-454176E392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390" name="Graphic 2389" descr="Deciduous tree with solid fill">
              <a:extLst>
                <a:ext uri="{FF2B5EF4-FFF2-40B4-BE49-F238E27FC236}">
                  <a16:creationId xmlns:a16="http://schemas.microsoft.com/office/drawing/2014/main" id="{F3E136B9-974E-C27F-5BB1-8D90E00CA2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391" name="Graphic 2390" descr="Deciduous tree with solid fill">
              <a:extLst>
                <a:ext uri="{FF2B5EF4-FFF2-40B4-BE49-F238E27FC236}">
                  <a16:creationId xmlns:a16="http://schemas.microsoft.com/office/drawing/2014/main" id="{C86C1B4B-86E9-EA47-DD2D-C5A6C69F63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392" name="Graphic 2391" descr="Deciduous tree with solid fill">
              <a:extLst>
                <a:ext uri="{FF2B5EF4-FFF2-40B4-BE49-F238E27FC236}">
                  <a16:creationId xmlns:a16="http://schemas.microsoft.com/office/drawing/2014/main" id="{569FFB2C-68A7-77A1-A601-F3FC8974AB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393" name="Graphic 2392" descr="Deciduous tree with solid fill">
              <a:extLst>
                <a:ext uri="{FF2B5EF4-FFF2-40B4-BE49-F238E27FC236}">
                  <a16:creationId xmlns:a16="http://schemas.microsoft.com/office/drawing/2014/main" id="{16199667-B548-4C13-460D-E2371C8EC1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394" name="Graphic 2393" descr="Deciduous tree with solid fill">
              <a:extLst>
                <a:ext uri="{FF2B5EF4-FFF2-40B4-BE49-F238E27FC236}">
                  <a16:creationId xmlns:a16="http://schemas.microsoft.com/office/drawing/2014/main" id="{80CD0658-3ECA-B8B5-BF32-F73C0D17ED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9" y="2237915"/>
              <a:ext cx="209457" cy="196411"/>
            </a:xfrm>
            <a:prstGeom prst="rect">
              <a:avLst/>
            </a:prstGeom>
          </p:spPr>
        </p:pic>
        <p:pic>
          <p:nvPicPr>
            <p:cNvPr id="2395" name="Graphic 2394" descr="Deciduous tree with solid fill">
              <a:extLst>
                <a:ext uri="{FF2B5EF4-FFF2-40B4-BE49-F238E27FC236}">
                  <a16:creationId xmlns:a16="http://schemas.microsoft.com/office/drawing/2014/main" id="{F3615A9D-1224-36C6-B89E-243AAFF3F4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9362" y="2333774"/>
              <a:ext cx="209457" cy="196411"/>
            </a:xfrm>
            <a:prstGeom prst="rect">
              <a:avLst/>
            </a:prstGeom>
          </p:spPr>
        </p:pic>
        <p:pic>
          <p:nvPicPr>
            <p:cNvPr id="2396" name="Graphic 2395" descr="Deciduous tree with solid fill">
              <a:extLst>
                <a:ext uri="{FF2B5EF4-FFF2-40B4-BE49-F238E27FC236}">
                  <a16:creationId xmlns:a16="http://schemas.microsoft.com/office/drawing/2014/main" id="{48A5A945-1376-944C-7EBC-B6D7AA7941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5" y="2149877"/>
              <a:ext cx="209457" cy="196411"/>
            </a:xfrm>
            <a:prstGeom prst="rect">
              <a:avLst/>
            </a:prstGeom>
          </p:spPr>
        </p:pic>
        <p:pic>
          <p:nvPicPr>
            <p:cNvPr id="2397" name="Graphic 2396" descr="Deciduous tree with solid fill">
              <a:extLst>
                <a:ext uri="{FF2B5EF4-FFF2-40B4-BE49-F238E27FC236}">
                  <a16:creationId xmlns:a16="http://schemas.microsoft.com/office/drawing/2014/main" id="{95898BDA-D5A0-218C-0B01-564B160277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2398" name="Graphic 2397" descr="Deciduous tree with solid fill">
              <a:extLst>
                <a:ext uri="{FF2B5EF4-FFF2-40B4-BE49-F238E27FC236}">
                  <a16:creationId xmlns:a16="http://schemas.microsoft.com/office/drawing/2014/main" id="{5752B613-E32C-2DC8-2602-B2B7F0508B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2399" name="Graphic 2398" descr="Deciduous tree with solid fill">
              <a:extLst>
                <a:ext uri="{FF2B5EF4-FFF2-40B4-BE49-F238E27FC236}">
                  <a16:creationId xmlns:a16="http://schemas.microsoft.com/office/drawing/2014/main" id="{5B4C777D-5CBB-FA70-B23D-8652CFD3B2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6" y="2704249"/>
              <a:ext cx="209457" cy="196411"/>
            </a:xfrm>
            <a:prstGeom prst="rect">
              <a:avLst/>
            </a:prstGeom>
          </p:spPr>
        </p:pic>
        <p:pic>
          <p:nvPicPr>
            <p:cNvPr id="2400" name="Graphic 2399" descr="Deciduous tree with solid fill">
              <a:extLst>
                <a:ext uri="{FF2B5EF4-FFF2-40B4-BE49-F238E27FC236}">
                  <a16:creationId xmlns:a16="http://schemas.microsoft.com/office/drawing/2014/main" id="{3094B2B8-0670-01D3-C699-3A1C8C48AB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2401" name="Graphic 2400" descr="Deciduous tree with solid fill">
              <a:extLst>
                <a:ext uri="{FF2B5EF4-FFF2-40B4-BE49-F238E27FC236}">
                  <a16:creationId xmlns:a16="http://schemas.microsoft.com/office/drawing/2014/main" id="{E9ED2BDD-777C-B01C-BB12-386AFEB701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402" name="Graphic 2401" descr="Deciduous tree with solid fill">
              <a:extLst>
                <a:ext uri="{FF2B5EF4-FFF2-40B4-BE49-F238E27FC236}">
                  <a16:creationId xmlns:a16="http://schemas.microsoft.com/office/drawing/2014/main" id="{C1E94F0F-E88D-B2B9-C5DE-7265EE8ADE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403" name="Graphic 2402" descr="Deciduous tree with solid fill">
              <a:extLst>
                <a:ext uri="{FF2B5EF4-FFF2-40B4-BE49-F238E27FC236}">
                  <a16:creationId xmlns:a16="http://schemas.microsoft.com/office/drawing/2014/main" id="{9E2B6FB1-F295-A446-944D-5CB6270ABA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404" name="Graphic 2403" descr="Deciduous tree with solid fill">
              <a:extLst>
                <a:ext uri="{FF2B5EF4-FFF2-40B4-BE49-F238E27FC236}">
                  <a16:creationId xmlns:a16="http://schemas.microsoft.com/office/drawing/2014/main" id="{151FD892-585A-27C1-154F-BDC8DE1083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405" name="Graphic 2404" descr="Deciduous tree with solid fill">
              <a:extLst>
                <a:ext uri="{FF2B5EF4-FFF2-40B4-BE49-F238E27FC236}">
                  <a16:creationId xmlns:a16="http://schemas.microsoft.com/office/drawing/2014/main" id="{D9F11E24-A405-F1D3-8C7D-5FA40016FE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406" name="Graphic 2405" descr="Deciduous tree with solid fill">
              <a:extLst>
                <a:ext uri="{FF2B5EF4-FFF2-40B4-BE49-F238E27FC236}">
                  <a16:creationId xmlns:a16="http://schemas.microsoft.com/office/drawing/2014/main" id="{01F77ADE-C0CE-6D53-0CDD-3B13EB3358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2407" name="Graphic 2406" descr="Deciduous tree with solid fill">
              <a:extLst>
                <a:ext uri="{FF2B5EF4-FFF2-40B4-BE49-F238E27FC236}">
                  <a16:creationId xmlns:a16="http://schemas.microsoft.com/office/drawing/2014/main" id="{B02E3672-1B92-7573-F7AA-E41B1DBDB4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9" y="2484898"/>
              <a:ext cx="209457" cy="196411"/>
            </a:xfrm>
            <a:prstGeom prst="rect">
              <a:avLst/>
            </a:prstGeom>
          </p:spPr>
        </p:pic>
        <p:pic>
          <p:nvPicPr>
            <p:cNvPr id="2408" name="Graphic 2407" descr="Deciduous tree with solid fill">
              <a:extLst>
                <a:ext uri="{FF2B5EF4-FFF2-40B4-BE49-F238E27FC236}">
                  <a16:creationId xmlns:a16="http://schemas.microsoft.com/office/drawing/2014/main" id="{C5D04117-D03E-635A-2D97-D20A9A5673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2409" name="Graphic 2408" descr="Deciduous tree with solid fill">
              <a:extLst>
                <a:ext uri="{FF2B5EF4-FFF2-40B4-BE49-F238E27FC236}">
                  <a16:creationId xmlns:a16="http://schemas.microsoft.com/office/drawing/2014/main" id="{8644E0DE-5A2E-ACB8-F5DE-5CD0BED97C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2410" name="Graphic 2409" descr="Deciduous tree with solid fill">
              <a:extLst>
                <a:ext uri="{FF2B5EF4-FFF2-40B4-BE49-F238E27FC236}">
                  <a16:creationId xmlns:a16="http://schemas.microsoft.com/office/drawing/2014/main" id="{0F58AA5F-2020-9E6B-76C9-D564979DD5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2411" name="Graphic 2410" descr="Deciduous tree with solid fill">
              <a:extLst>
                <a:ext uri="{FF2B5EF4-FFF2-40B4-BE49-F238E27FC236}">
                  <a16:creationId xmlns:a16="http://schemas.microsoft.com/office/drawing/2014/main" id="{3DEA1807-7E0C-9AE8-6DA1-9D41BB1CD4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412" name="Graphic 2411" descr="Deciduous tree with solid fill">
              <a:extLst>
                <a:ext uri="{FF2B5EF4-FFF2-40B4-BE49-F238E27FC236}">
                  <a16:creationId xmlns:a16="http://schemas.microsoft.com/office/drawing/2014/main" id="{13EE52A4-3DF5-D9CE-1EDD-4A746F5FA7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413" name="Graphic 2412" descr="Deciduous tree with solid fill">
              <a:extLst>
                <a:ext uri="{FF2B5EF4-FFF2-40B4-BE49-F238E27FC236}">
                  <a16:creationId xmlns:a16="http://schemas.microsoft.com/office/drawing/2014/main" id="{210FD361-35B7-A34D-C082-D7C693BADB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414" name="Graphic 2413" descr="Deciduous tree with solid fill">
              <a:extLst>
                <a:ext uri="{FF2B5EF4-FFF2-40B4-BE49-F238E27FC236}">
                  <a16:creationId xmlns:a16="http://schemas.microsoft.com/office/drawing/2014/main" id="{4C3AFCC0-9648-5730-78F9-F16B4E9DE2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415" name="Graphic 2414" descr="Deciduous tree with solid fill">
              <a:extLst>
                <a:ext uri="{FF2B5EF4-FFF2-40B4-BE49-F238E27FC236}">
                  <a16:creationId xmlns:a16="http://schemas.microsoft.com/office/drawing/2014/main" id="{DB42AC62-9B83-616F-D117-79EC5AA75A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2416" name="Graphic 2415" descr="Deciduous tree with solid fill">
              <a:extLst>
                <a:ext uri="{FF2B5EF4-FFF2-40B4-BE49-F238E27FC236}">
                  <a16:creationId xmlns:a16="http://schemas.microsoft.com/office/drawing/2014/main" id="{9D4D8090-6851-BFF6-B720-E1C8102A75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2417" name="Graphic 2416" descr="Deciduous tree with solid fill">
              <a:extLst>
                <a:ext uri="{FF2B5EF4-FFF2-40B4-BE49-F238E27FC236}">
                  <a16:creationId xmlns:a16="http://schemas.microsoft.com/office/drawing/2014/main" id="{3BDC9877-F829-76F9-6C51-E92A0EA116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2418" name="Graphic 2417" descr="Deciduous tree with solid fill">
              <a:extLst>
                <a:ext uri="{FF2B5EF4-FFF2-40B4-BE49-F238E27FC236}">
                  <a16:creationId xmlns:a16="http://schemas.microsoft.com/office/drawing/2014/main" id="{7EBDBF43-F1FB-9B1F-426A-789BC72DED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2419" name="Graphic 2418" descr="Deciduous tree with solid fill">
              <a:extLst>
                <a:ext uri="{FF2B5EF4-FFF2-40B4-BE49-F238E27FC236}">
                  <a16:creationId xmlns:a16="http://schemas.microsoft.com/office/drawing/2014/main" id="{94E1B2E2-5410-9F63-902D-1AC3619B3E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420" name="Graphic 2419" descr="Deciduous tree with solid fill">
              <a:extLst>
                <a:ext uri="{FF2B5EF4-FFF2-40B4-BE49-F238E27FC236}">
                  <a16:creationId xmlns:a16="http://schemas.microsoft.com/office/drawing/2014/main" id="{F4D375F3-BBBD-A101-1C2F-79A7B89776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421" name="Graphic 2420" descr="Deciduous tree with solid fill">
              <a:extLst>
                <a:ext uri="{FF2B5EF4-FFF2-40B4-BE49-F238E27FC236}">
                  <a16:creationId xmlns:a16="http://schemas.microsoft.com/office/drawing/2014/main" id="{497004B2-8884-D26F-02B1-99FEA883CF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422" name="Graphic 2421" descr="Deciduous tree with solid fill">
              <a:extLst>
                <a:ext uri="{FF2B5EF4-FFF2-40B4-BE49-F238E27FC236}">
                  <a16:creationId xmlns:a16="http://schemas.microsoft.com/office/drawing/2014/main" id="{A40BBD58-7AE4-7209-4A4B-3ACDADD80A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423" name="Graphic 2422" descr="Deciduous tree with solid fill">
              <a:extLst>
                <a:ext uri="{FF2B5EF4-FFF2-40B4-BE49-F238E27FC236}">
                  <a16:creationId xmlns:a16="http://schemas.microsoft.com/office/drawing/2014/main" id="{2D7F0AB6-738D-B993-6826-6D88EE7DB8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424" name="Graphic 2423" descr="Deciduous tree with solid fill">
              <a:extLst>
                <a:ext uri="{FF2B5EF4-FFF2-40B4-BE49-F238E27FC236}">
                  <a16:creationId xmlns:a16="http://schemas.microsoft.com/office/drawing/2014/main" id="{74B72AA7-0684-8EC5-1765-A732C8FF87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84" y="2361406"/>
              <a:ext cx="209457" cy="196411"/>
            </a:xfrm>
            <a:prstGeom prst="rect">
              <a:avLst/>
            </a:prstGeom>
          </p:spPr>
        </p:pic>
        <p:pic>
          <p:nvPicPr>
            <p:cNvPr id="2425" name="Graphic 2424" descr="Deciduous tree with solid fill">
              <a:extLst>
                <a:ext uri="{FF2B5EF4-FFF2-40B4-BE49-F238E27FC236}">
                  <a16:creationId xmlns:a16="http://schemas.microsoft.com/office/drawing/2014/main" id="{082A68F4-121D-996F-3C20-AED8E96767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7" y="2457266"/>
              <a:ext cx="209457" cy="196411"/>
            </a:xfrm>
            <a:prstGeom prst="rect">
              <a:avLst/>
            </a:prstGeom>
          </p:spPr>
        </p:pic>
        <p:pic>
          <p:nvPicPr>
            <p:cNvPr id="2426" name="Graphic 2425" descr="Deciduous tree with solid fill">
              <a:extLst>
                <a:ext uri="{FF2B5EF4-FFF2-40B4-BE49-F238E27FC236}">
                  <a16:creationId xmlns:a16="http://schemas.microsoft.com/office/drawing/2014/main" id="{5A7B8C57-9E33-E15E-562F-09BCA2FB19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60" y="2273368"/>
              <a:ext cx="209457" cy="196411"/>
            </a:xfrm>
            <a:prstGeom prst="rect">
              <a:avLst/>
            </a:prstGeom>
          </p:spPr>
        </p:pic>
        <p:pic>
          <p:nvPicPr>
            <p:cNvPr id="2427" name="Graphic 2426" descr="Deciduous tree with solid fill">
              <a:extLst>
                <a:ext uri="{FF2B5EF4-FFF2-40B4-BE49-F238E27FC236}">
                  <a16:creationId xmlns:a16="http://schemas.microsoft.com/office/drawing/2014/main" id="{40EAD81F-3834-D6CE-524B-4441DB5E20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52" y="2580758"/>
              <a:ext cx="209457" cy="196411"/>
            </a:xfrm>
            <a:prstGeom prst="rect">
              <a:avLst/>
            </a:prstGeom>
          </p:spPr>
        </p:pic>
        <p:pic>
          <p:nvPicPr>
            <p:cNvPr id="2428" name="Graphic 2427" descr="Deciduous tree with solid fill">
              <a:extLst>
                <a:ext uri="{FF2B5EF4-FFF2-40B4-BE49-F238E27FC236}">
                  <a16:creationId xmlns:a16="http://schemas.microsoft.com/office/drawing/2014/main" id="{08D81EE3-662D-C8F1-97BA-B5B7173954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2429" name="Graphic 2428" descr="Deciduous tree with solid fill">
              <a:extLst>
                <a:ext uri="{FF2B5EF4-FFF2-40B4-BE49-F238E27FC236}">
                  <a16:creationId xmlns:a16="http://schemas.microsoft.com/office/drawing/2014/main" id="{9D1A88BE-1272-8171-CB15-E7F26C7822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2430" name="Graphic 2429" descr="Deciduous tree with solid fill">
              <a:extLst>
                <a:ext uri="{FF2B5EF4-FFF2-40B4-BE49-F238E27FC236}">
                  <a16:creationId xmlns:a16="http://schemas.microsoft.com/office/drawing/2014/main" id="{7954F992-3C1E-1F5E-265D-FCED11749B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431" name="Graphic 2430" descr="Deciduous tree with solid fill">
              <a:extLst>
                <a:ext uri="{FF2B5EF4-FFF2-40B4-BE49-F238E27FC236}">
                  <a16:creationId xmlns:a16="http://schemas.microsoft.com/office/drawing/2014/main" id="{E3B6C658-503B-CB4C-3F8C-9129A12B3B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432" name="Graphic 2431" descr="Deciduous tree with solid fill">
              <a:extLst>
                <a:ext uri="{FF2B5EF4-FFF2-40B4-BE49-F238E27FC236}">
                  <a16:creationId xmlns:a16="http://schemas.microsoft.com/office/drawing/2014/main" id="{BA5BD6A9-7C28-4A64-54DF-6D345388CB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433" name="Graphic 2432" descr="Deciduous tree with solid fill">
              <a:extLst>
                <a:ext uri="{FF2B5EF4-FFF2-40B4-BE49-F238E27FC236}">
                  <a16:creationId xmlns:a16="http://schemas.microsoft.com/office/drawing/2014/main" id="{96D28FBB-B5F5-9038-69CE-020D9E6EE2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434" name="Graphic 2433" descr="Deciduous tree with solid fill">
              <a:extLst>
                <a:ext uri="{FF2B5EF4-FFF2-40B4-BE49-F238E27FC236}">
                  <a16:creationId xmlns:a16="http://schemas.microsoft.com/office/drawing/2014/main" id="{354A9FE9-00F2-03F2-021D-67A891B490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435" name="Graphic 2434" descr="Deciduous tree with solid fill">
              <a:extLst>
                <a:ext uri="{FF2B5EF4-FFF2-40B4-BE49-F238E27FC236}">
                  <a16:creationId xmlns:a16="http://schemas.microsoft.com/office/drawing/2014/main" id="{B800F70D-9454-3645-7DB6-F6C3A33B2F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2436" name="Graphic 2435" descr="Deciduous tree with solid fill">
              <a:extLst>
                <a:ext uri="{FF2B5EF4-FFF2-40B4-BE49-F238E27FC236}">
                  <a16:creationId xmlns:a16="http://schemas.microsoft.com/office/drawing/2014/main" id="{A8AE01A4-0BAF-A91A-4987-CF10F1849D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2437" name="Graphic 2436" descr="Deciduous tree with solid fill">
              <a:extLst>
                <a:ext uri="{FF2B5EF4-FFF2-40B4-BE49-F238E27FC236}">
                  <a16:creationId xmlns:a16="http://schemas.microsoft.com/office/drawing/2014/main" id="{B036D2EC-13C4-2254-5775-63BBD2E5B5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2438" name="Graphic 2437" descr="Deciduous tree with solid fill">
              <a:extLst>
                <a:ext uri="{FF2B5EF4-FFF2-40B4-BE49-F238E27FC236}">
                  <a16:creationId xmlns:a16="http://schemas.microsoft.com/office/drawing/2014/main" id="{AA44B3F6-F411-4617-A10F-5B496C76B2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2439" name="Graphic 2438" descr="Deciduous tree with solid fill">
              <a:extLst>
                <a:ext uri="{FF2B5EF4-FFF2-40B4-BE49-F238E27FC236}">
                  <a16:creationId xmlns:a16="http://schemas.microsoft.com/office/drawing/2014/main" id="{2CF8FD03-E179-F9D5-D14B-CC0D0B615C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440" name="Graphic 2439" descr="Deciduous tree with solid fill">
              <a:extLst>
                <a:ext uri="{FF2B5EF4-FFF2-40B4-BE49-F238E27FC236}">
                  <a16:creationId xmlns:a16="http://schemas.microsoft.com/office/drawing/2014/main" id="{406745F8-AFC9-0DF7-D03B-6454CAB13A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441" name="Graphic 2440" descr="Deciduous tree with solid fill">
              <a:extLst>
                <a:ext uri="{FF2B5EF4-FFF2-40B4-BE49-F238E27FC236}">
                  <a16:creationId xmlns:a16="http://schemas.microsoft.com/office/drawing/2014/main" id="{F595D543-DDB0-30DA-1716-2B1BCA9B01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442" name="Graphic 2441" descr="Deciduous tree with solid fill">
              <a:extLst>
                <a:ext uri="{FF2B5EF4-FFF2-40B4-BE49-F238E27FC236}">
                  <a16:creationId xmlns:a16="http://schemas.microsoft.com/office/drawing/2014/main" id="{11481FE0-F67E-AEF7-B7E0-37D51EF2A7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443" name="Graphic 2442" descr="Deciduous tree with solid fill">
              <a:extLst>
                <a:ext uri="{FF2B5EF4-FFF2-40B4-BE49-F238E27FC236}">
                  <a16:creationId xmlns:a16="http://schemas.microsoft.com/office/drawing/2014/main" id="{CC087D97-585B-A97C-0D7C-26FD786D44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2444" name="Graphic 2443" descr="Deciduous tree with solid fill">
              <a:extLst>
                <a:ext uri="{FF2B5EF4-FFF2-40B4-BE49-F238E27FC236}">
                  <a16:creationId xmlns:a16="http://schemas.microsoft.com/office/drawing/2014/main" id="{4A79EF26-37A1-94A6-9542-6BF09D64DE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2445" name="Graphic 2444" descr="Deciduous tree with solid fill">
              <a:extLst>
                <a:ext uri="{FF2B5EF4-FFF2-40B4-BE49-F238E27FC236}">
                  <a16:creationId xmlns:a16="http://schemas.microsoft.com/office/drawing/2014/main" id="{BA565715-4F0F-A683-A97E-9568613A99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2446" name="Graphic 2445" descr="Deciduous tree with solid fill">
              <a:extLst>
                <a:ext uri="{FF2B5EF4-FFF2-40B4-BE49-F238E27FC236}">
                  <a16:creationId xmlns:a16="http://schemas.microsoft.com/office/drawing/2014/main" id="{E885AC98-2628-C725-3552-802EDC1993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447" name="Graphic 2446" descr="Deciduous tree with solid fill">
              <a:extLst>
                <a:ext uri="{FF2B5EF4-FFF2-40B4-BE49-F238E27FC236}">
                  <a16:creationId xmlns:a16="http://schemas.microsoft.com/office/drawing/2014/main" id="{10724FCE-7142-1134-D6C8-00C3208C8D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448" name="Graphic 2447" descr="Deciduous tree with solid fill">
              <a:extLst>
                <a:ext uri="{FF2B5EF4-FFF2-40B4-BE49-F238E27FC236}">
                  <a16:creationId xmlns:a16="http://schemas.microsoft.com/office/drawing/2014/main" id="{2339B6EF-0BDD-4673-5590-32B41CE2C2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449" name="Graphic 2448" descr="Deciduous tree with solid fill">
              <a:extLst>
                <a:ext uri="{FF2B5EF4-FFF2-40B4-BE49-F238E27FC236}">
                  <a16:creationId xmlns:a16="http://schemas.microsoft.com/office/drawing/2014/main" id="{F15F29DF-8D99-A453-097F-62BB8E983E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450" name="Graphic 2449" descr="Deciduous tree with solid fill">
              <a:extLst>
                <a:ext uri="{FF2B5EF4-FFF2-40B4-BE49-F238E27FC236}">
                  <a16:creationId xmlns:a16="http://schemas.microsoft.com/office/drawing/2014/main" id="{D1EBFA10-CD0C-9D98-6D88-640085E42C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451" name="Graphic 2450" descr="Deciduous tree with solid fill">
              <a:extLst>
                <a:ext uri="{FF2B5EF4-FFF2-40B4-BE49-F238E27FC236}">
                  <a16:creationId xmlns:a16="http://schemas.microsoft.com/office/drawing/2014/main" id="{CB3B7C64-3FC2-F2BF-F5DA-1255EA254D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8" y="2484898"/>
              <a:ext cx="209457" cy="196411"/>
            </a:xfrm>
            <a:prstGeom prst="rect">
              <a:avLst/>
            </a:prstGeom>
          </p:spPr>
        </p:pic>
        <p:pic>
          <p:nvPicPr>
            <p:cNvPr id="2452" name="Graphic 2451" descr="Deciduous tree with solid fill">
              <a:extLst>
                <a:ext uri="{FF2B5EF4-FFF2-40B4-BE49-F238E27FC236}">
                  <a16:creationId xmlns:a16="http://schemas.microsoft.com/office/drawing/2014/main" id="{FCBC857F-E9F5-B1D0-B64C-E365EE7325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2752" y="2580758"/>
              <a:ext cx="209457" cy="196411"/>
            </a:xfrm>
            <a:prstGeom prst="rect">
              <a:avLst/>
            </a:prstGeom>
          </p:spPr>
        </p:pic>
        <p:pic>
          <p:nvPicPr>
            <p:cNvPr id="2453" name="Graphic 2452" descr="Deciduous tree with solid fill">
              <a:extLst>
                <a:ext uri="{FF2B5EF4-FFF2-40B4-BE49-F238E27FC236}">
                  <a16:creationId xmlns:a16="http://schemas.microsoft.com/office/drawing/2014/main" id="{ED857557-8A65-F32C-AEA6-F6E1F641DE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5" y="2396860"/>
              <a:ext cx="209457" cy="196411"/>
            </a:xfrm>
            <a:prstGeom prst="rect">
              <a:avLst/>
            </a:prstGeom>
          </p:spPr>
        </p:pic>
        <p:pic>
          <p:nvPicPr>
            <p:cNvPr id="2454" name="Graphic 2453" descr="Deciduous tree with solid fill">
              <a:extLst>
                <a:ext uri="{FF2B5EF4-FFF2-40B4-BE49-F238E27FC236}">
                  <a16:creationId xmlns:a16="http://schemas.microsoft.com/office/drawing/2014/main" id="{4A77546E-B485-D611-C43E-B9E0F41AD2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5" y="2704249"/>
              <a:ext cx="209457" cy="196411"/>
            </a:xfrm>
            <a:prstGeom prst="rect">
              <a:avLst/>
            </a:prstGeom>
          </p:spPr>
        </p:pic>
        <p:pic>
          <p:nvPicPr>
            <p:cNvPr id="2455" name="Graphic 2454" descr="Deciduous tree with solid fill">
              <a:extLst>
                <a:ext uri="{FF2B5EF4-FFF2-40B4-BE49-F238E27FC236}">
                  <a16:creationId xmlns:a16="http://schemas.microsoft.com/office/drawing/2014/main" id="{C51EE5AA-FAA8-4B96-05DC-9DDC36F79A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2456" name="Graphic 2455" descr="Deciduous tree with solid fill">
              <a:extLst>
                <a:ext uri="{FF2B5EF4-FFF2-40B4-BE49-F238E27FC236}">
                  <a16:creationId xmlns:a16="http://schemas.microsoft.com/office/drawing/2014/main" id="{8CFC9B56-17C5-4E6E-CBFA-4877DF7307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457" name="Graphic 2456" descr="Deciduous tree with solid fill">
              <a:extLst>
                <a:ext uri="{FF2B5EF4-FFF2-40B4-BE49-F238E27FC236}">
                  <a16:creationId xmlns:a16="http://schemas.microsoft.com/office/drawing/2014/main" id="{B037CBC8-7505-FAEC-9D50-25DAB091F2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458" name="Graphic 2457" descr="Deciduous tree with solid fill">
              <a:extLst>
                <a:ext uri="{FF2B5EF4-FFF2-40B4-BE49-F238E27FC236}">
                  <a16:creationId xmlns:a16="http://schemas.microsoft.com/office/drawing/2014/main" id="{F783487A-96C9-11C1-A350-58D3C100A4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459" name="Graphic 2458" descr="Deciduous tree with solid fill">
              <a:extLst>
                <a:ext uri="{FF2B5EF4-FFF2-40B4-BE49-F238E27FC236}">
                  <a16:creationId xmlns:a16="http://schemas.microsoft.com/office/drawing/2014/main" id="{41DC37C1-D706-E5A3-B330-5C9BE81FA1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460" name="Graphic 2459" descr="Deciduous tree with solid fill">
              <a:extLst>
                <a:ext uri="{FF2B5EF4-FFF2-40B4-BE49-F238E27FC236}">
                  <a16:creationId xmlns:a16="http://schemas.microsoft.com/office/drawing/2014/main" id="{011AAD14-4232-FA7D-974F-963FFB569A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461" name="Graphic 2460" descr="Deciduous tree with solid fill">
              <a:extLst>
                <a:ext uri="{FF2B5EF4-FFF2-40B4-BE49-F238E27FC236}">
                  <a16:creationId xmlns:a16="http://schemas.microsoft.com/office/drawing/2014/main" id="{8BC72DF2-C38B-2FEE-5EAA-A335CE7DC1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2462" name="Graphic 2461" descr="Deciduous tree with solid fill">
              <a:extLst>
                <a:ext uri="{FF2B5EF4-FFF2-40B4-BE49-F238E27FC236}">
                  <a16:creationId xmlns:a16="http://schemas.microsoft.com/office/drawing/2014/main" id="{F10DEA9C-28F7-679B-0EA8-0568DD22D2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2463" name="Graphic 2462" descr="Deciduous tree with solid fill">
              <a:extLst>
                <a:ext uri="{FF2B5EF4-FFF2-40B4-BE49-F238E27FC236}">
                  <a16:creationId xmlns:a16="http://schemas.microsoft.com/office/drawing/2014/main" id="{D3FDD21A-0756-56AF-1C90-6ECED391A3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2464" name="Graphic 2463" descr="Deciduous tree with solid fill">
              <a:extLst>
                <a:ext uri="{FF2B5EF4-FFF2-40B4-BE49-F238E27FC236}">
                  <a16:creationId xmlns:a16="http://schemas.microsoft.com/office/drawing/2014/main" id="{293848ED-E3A1-0388-DE72-7CBA637049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465" name="Graphic 2464" descr="Deciduous tree with solid fill">
              <a:extLst>
                <a:ext uri="{FF2B5EF4-FFF2-40B4-BE49-F238E27FC236}">
                  <a16:creationId xmlns:a16="http://schemas.microsoft.com/office/drawing/2014/main" id="{315D97F5-0D79-20BD-08F2-65675BDAED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466" name="Graphic 2465" descr="Deciduous tree with solid fill">
              <a:extLst>
                <a:ext uri="{FF2B5EF4-FFF2-40B4-BE49-F238E27FC236}">
                  <a16:creationId xmlns:a16="http://schemas.microsoft.com/office/drawing/2014/main" id="{8A09BF71-A73E-327B-38E4-D05D988BF2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467" name="Graphic 2466" descr="Deciduous tree with solid fill">
              <a:extLst>
                <a:ext uri="{FF2B5EF4-FFF2-40B4-BE49-F238E27FC236}">
                  <a16:creationId xmlns:a16="http://schemas.microsoft.com/office/drawing/2014/main" id="{D4FFFB21-2933-C499-0AC3-6EF64A7C73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468" name="Graphic 2467" descr="Deciduous tree with solid fill">
              <a:extLst>
                <a:ext uri="{FF2B5EF4-FFF2-40B4-BE49-F238E27FC236}">
                  <a16:creationId xmlns:a16="http://schemas.microsoft.com/office/drawing/2014/main" id="{D916744B-73BA-7312-3660-DA1255BEDB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50" y="2520351"/>
              <a:ext cx="209457" cy="196411"/>
            </a:xfrm>
            <a:prstGeom prst="rect">
              <a:avLst/>
            </a:prstGeom>
          </p:spPr>
        </p:pic>
        <p:pic>
          <p:nvPicPr>
            <p:cNvPr id="2469" name="Graphic 2468" descr="Deciduous tree with solid fill">
              <a:extLst>
                <a:ext uri="{FF2B5EF4-FFF2-40B4-BE49-F238E27FC236}">
                  <a16:creationId xmlns:a16="http://schemas.microsoft.com/office/drawing/2014/main" id="{959F0F10-C65C-0A0E-2F02-AEF295EBB2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2470" name="Graphic 2469" descr="Deciduous tree with solid fill">
              <a:extLst>
                <a:ext uri="{FF2B5EF4-FFF2-40B4-BE49-F238E27FC236}">
                  <a16:creationId xmlns:a16="http://schemas.microsoft.com/office/drawing/2014/main" id="{963DAD98-E924-CF5D-AB4B-A9FE7FE089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471" name="Graphic 2470" descr="Deciduous tree with solid fill">
              <a:extLst>
                <a:ext uri="{FF2B5EF4-FFF2-40B4-BE49-F238E27FC236}">
                  <a16:creationId xmlns:a16="http://schemas.microsoft.com/office/drawing/2014/main" id="{ABFFA057-2665-CBFC-ED98-12F4B8AA71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472" name="Graphic 2471" descr="Deciduous tree with solid fill">
              <a:extLst>
                <a:ext uri="{FF2B5EF4-FFF2-40B4-BE49-F238E27FC236}">
                  <a16:creationId xmlns:a16="http://schemas.microsoft.com/office/drawing/2014/main" id="{792167BE-5F70-1704-6037-89C75F64EE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473" name="Graphic 2472" descr="Deciduous tree with solid fill">
              <a:extLst>
                <a:ext uri="{FF2B5EF4-FFF2-40B4-BE49-F238E27FC236}">
                  <a16:creationId xmlns:a16="http://schemas.microsoft.com/office/drawing/2014/main" id="{785581FF-FAEB-D636-F482-1314EE31B8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474" name="Graphic 2473" descr="Deciduous tree with solid fill">
              <a:extLst>
                <a:ext uri="{FF2B5EF4-FFF2-40B4-BE49-F238E27FC236}">
                  <a16:creationId xmlns:a16="http://schemas.microsoft.com/office/drawing/2014/main" id="{CF73CEC5-4C70-57DE-E454-E89A29395D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475" name="Graphic 2474" descr="Deciduous tree with solid fill">
              <a:extLst>
                <a:ext uri="{FF2B5EF4-FFF2-40B4-BE49-F238E27FC236}">
                  <a16:creationId xmlns:a16="http://schemas.microsoft.com/office/drawing/2014/main" id="{C332C09D-CF54-80CB-A04B-B98C04B1AE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73" y="2608389"/>
              <a:ext cx="209457" cy="196411"/>
            </a:xfrm>
            <a:prstGeom prst="rect">
              <a:avLst/>
            </a:prstGeom>
          </p:spPr>
        </p:pic>
        <p:pic>
          <p:nvPicPr>
            <p:cNvPr id="2476" name="Graphic 2475" descr="Deciduous tree with solid fill">
              <a:extLst>
                <a:ext uri="{FF2B5EF4-FFF2-40B4-BE49-F238E27FC236}">
                  <a16:creationId xmlns:a16="http://schemas.microsoft.com/office/drawing/2014/main" id="{5620F548-5F27-D94B-5C12-5C20EE4F7E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4445" y="2704249"/>
              <a:ext cx="209457" cy="196411"/>
            </a:xfrm>
            <a:prstGeom prst="rect">
              <a:avLst/>
            </a:prstGeom>
          </p:spPr>
        </p:pic>
        <p:pic>
          <p:nvPicPr>
            <p:cNvPr id="2477" name="Graphic 2476" descr="Deciduous tree with solid fill">
              <a:extLst>
                <a:ext uri="{FF2B5EF4-FFF2-40B4-BE49-F238E27FC236}">
                  <a16:creationId xmlns:a16="http://schemas.microsoft.com/office/drawing/2014/main" id="{88198B87-BD6D-80FA-F51A-E6C5BDC8FB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0650" y="2520351"/>
              <a:ext cx="209457" cy="196411"/>
            </a:xfrm>
            <a:prstGeom prst="rect">
              <a:avLst/>
            </a:prstGeom>
          </p:spPr>
        </p:pic>
        <p:pic>
          <p:nvPicPr>
            <p:cNvPr id="2478" name="Graphic 2477" descr="Deciduous tree with solid fill">
              <a:extLst>
                <a:ext uri="{FF2B5EF4-FFF2-40B4-BE49-F238E27FC236}">
                  <a16:creationId xmlns:a16="http://schemas.microsoft.com/office/drawing/2014/main" id="{A40AB1FE-5D04-9D90-0674-B1ED283EDA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42" y="2827740"/>
              <a:ext cx="209457" cy="196411"/>
            </a:xfrm>
            <a:prstGeom prst="rect">
              <a:avLst/>
            </a:prstGeom>
          </p:spPr>
        </p:pic>
        <p:pic>
          <p:nvPicPr>
            <p:cNvPr id="2479" name="Graphic 2478" descr="Deciduous tree with solid fill">
              <a:extLst>
                <a:ext uri="{FF2B5EF4-FFF2-40B4-BE49-F238E27FC236}">
                  <a16:creationId xmlns:a16="http://schemas.microsoft.com/office/drawing/2014/main" id="{4D984881-C5C9-6D63-61D8-FA20B4A719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480" name="Graphic 2479" descr="Deciduous tree with solid fill">
              <a:extLst>
                <a:ext uri="{FF2B5EF4-FFF2-40B4-BE49-F238E27FC236}">
                  <a16:creationId xmlns:a16="http://schemas.microsoft.com/office/drawing/2014/main" id="{E41DA1BE-BE1C-A252-0245-272E2F5E88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481" name="Graphic 2480" descr="Deciduous tree with solid fill">
              <a:extLst>
                <a:ext uri="{FF2B5EF4-FFF2-40B4-BE49-F238E27FC236}">
                  <a16:creationId xmlns:a16="http://schemas.microsoft.com/office/drawing/2014/main" id="{091F93B7-9AA3-EAD4-C0F9-3E2E95AD5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482" name="Graphic 2481" descr="Deciduous tree with solid fill">
              <a:extLst>
                <a:ext uri="{FF2B5EF4-FFF2-40B4-BE49-F238E27FC236}">
                  <a16:creationId xmlns:a16="http://schemas.microsoft.com/office/drawing/2014/main" id="{1028CA12-D7FC-20AE-CE53-5B02C502F6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483" name="Graphic 2482" descr="Deciduous tree with solid fill">
              <a:extLst>
                <a:ext uri="{FF2B5EF4-FFF2-40B4-BE49-F238E27FC236}">
                  <a16:creationId xmlns:a16="http://schemas.microsoft.com/office/drawing/2014/main" id="{D7440F7E-05CA-8B5F-E5FF-E932252C07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484" name="Graphic 2483" descr="Deciduous tree with solid fill">
              <a:extLst>
                <a:ext uri="{FF2B5EF4-FFF2-40B4-BE49-F238E27FC236}">
                  <a16:creationId xmlns:a16="http://schemas.microsoft.com/office/drawing/2014/main" id="{EE7497E2-F5DF-2F36-DE76-B5DF8F3537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2485" name="Graphic 2484" descr="Deciduous tree with solid fill">
              <a:extLst>
                <a:ext uri="{FF2B5EF4-FFF2-40B4-BE49-F238E27FC236}">
                  <a16:creationId xmlns:a16="http://schemas.microsoft.com/office/drawing/2014/main" id="{61237E07-AA39-B5E6-806B-483F2A4212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2486" name="Graphic 2485" descr="Deciduous tree with solid fill">
              <a:extLst>
                <a:ext uri="{FF2B5EF4-FFF2-40B4-BE49-F238E27FC236}">
                  <a16:creationId xmlns:a16="http://schemas.microsoft.com/office/drawing/2014/main" id="{C80163FA-36EF-BEA5-1A75-73DF03CA49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487" name="Graphic 2486" descr="Deciduous tree with solid fill">
              <a:extLst>
                <a:ext uri="{FF2B5EF4-FFF2-40B4-BE49-F238E27FC236}">
                  <a16:creationId xmlns:a16="http://schemas.microsoft.com/office/drawing/2014/main" id="{6C3D8037-7547-64F3-EBA9-987F48EE5C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488" name="Graphic 2487" descr="Deciduous tree with solid fill">
              <a:extLst>
                <a:ext uri="{FF2B5EF4-FFF2-40B4-BE49-F238E27FC236}">
                  <a16:creationId xmlns:a16="http://schemas.microsoft.com/office/drawing/2014/main" id="{1D93C226-B58E-5AFE-3661-89DD045FD5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489" name="Graphic 2488" descr="Deciduous tree with solid fill">
              <a:extLst>
                <a:ext uri="{FF2B5EF4-FFF2-40B4-BE49-F238E27FC236}">
                  <a16:creationId xmlns:a16="http://schemas.microsoft.com/office/drawing/2014/main" id="{9BE25044-4CDD-6C08-8545-708D81C3F1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490" name="Graphic 2489" descr="Deciduous tree with solid fill">
              <a:extLst>
                <a:ext uri="{FF2B5EF4-FFF2-40B4-BE49-F238E27FC236}">
                  <a16:creationId xmlns:a16="http://schemas.microsoft.com/office/drawing/2014/main" id="{A11D2EEE-3769-73A0-A0A2-A19561D77D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45" y="2643841"/>
              <a:ext cx="209457" cy="196411"/>
            </a:xfrm>
            <a:prstGeom prst="rect">
              <a:avLst/>
            </a:prstGeom>
          </p:spPr>
        </p:pic>
        <p:pic>
          <p:nvPicPr>
            <p:cNvPr id="2491" name="Graphic 2490" descr="Deciduous tree with solid fill">
              <a:extLst>
                <a:ext uri="{FF2B5EF4-FFF2-40B4-BE49-F238E27FC236}">
                  <a16:creationId xmlns:a16="http://schemas.microsoft.com/office/drawing/2014/main" id="{020AB49C-3D1C-6796-F70F-9A69F2A5C9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492" name="Graphic 2491" descr="Deciduous tree with solid fill">
              <a:extLst>
                <a:ext uri="{FF2B5EF4-FFF2-40B4-BE49-F238E27FC236}">
                  <a16:creationId xmlns:a16="http://schemas.microsoft.com/office/drawing/2014/main" id="{583D62F3-2318-C8E8-B051-F0DF69A9CA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493" name="Graphic 2492" descr="Deciduous tree with solid fill">
              <a:extLst>
                <a:ext uri="{FF2B5EF4-FFF2-40B4-BE49-F238E27FC236}">
                  <a16:creationId xmlns:a16="http://schemas.microsoft.com/office/drawing/2014/main" id="{B015405A-5FFA-600F-EA41-470421E038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494" name="Graphic 2493" descr="Deciduous tree with solid fill">
              <a:extLst>
                <a:ext uri="{FF2B5EF4-FFF2-40B4-BE49-F238E27FC236}">
                  <a16:creationId xmlns:a16="http://schemas.microsoft.com/office/drawing/2014/main" id="{331D79CD-1EB3-0BD1-33DE-3C89D54A59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495" name="Graphic 2494" descr="Deciduous tree with solid fill">
              <a:extLst>
                <a:ext uri="{FF2B5EF4-FFF2-40B4-BE49-F238E27FC236}">
                  <a16:creationId xmlns:a16="http://schemas.microsoft.com/office/drawing/2014/main" id="{0C47A62A-2940-270B-B2DF-503E1E4B4C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496" name="Graphic 2495" descr="Deciduous tree with solid fill">
              <a:extLst>
                <a:ext uri="{FF2B5EF4-FFF2-40B4-BE49-F238E27FC236}">
                  <a16:creationId xmlns:a16="http://schemas.microsoft.com/office/drawing/2014/main" id="{1EC16D02-8F36-8A8B-FBBA-A6C3416BA6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8" y="2731881"/>
              <a:ext cx="209457" cy="196411"/>
            </a:xfrm>
            <a:prstGeom prst="rect">
              <a:avLst/>
            </a:prstGeom>
          </p:spPr>
        </p:pic>
        <p:pic>
          <p:nvPicPr>
            <p:cNvPr id="2497" name="Graphic 2496" descr="Deciduous tree with solid fill">
              <a:extLst>
                <a:ext uri="{FF2B5EF4-FFF2-40B4-BE49-F238E27FC236}">
                  <a16:creationId xmlns:a16="http://schemas.microsoft.com/office/drawing/2014/main" id="{30DB48EE-4E8A-BBF3-A7ED-D5DC8A52C5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142" y="2827740"/>
              <a:ext cx="209457" cy="196411"/>
            </a:xfrm>
            <a:prstGeom prst="rect">
              <a:avLst/>
            </a:prstGeom>
          </p:spPr>
        </p:pic>
        <p:pic>
          <p:nvPicPr>
            <p:cNvPr id="2498" name="Graphic 2497" descr="Deciduous tree with solid fill">
              <a:extLst>
                <a:ext uri="{FF2B5EF4-FFF2-40B4-BE49-F238E27FC236}">
                  <a16:creationId xmlns:a16="http://schemas.microsoft.com/office/drawing/2014/main" id="{2C30E521-00A4-5D34-28E8-A700430573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2345" y="2643841"/>
              <a:ext cx="209457" cy="196411"/>
            </a:xfrm>
            <a:prstGeom prst="rect">
              <a:avLst/>
            </a:prstGeom>
          </p:spPr>
        </p:pic>
        <p:pic>
          <p:nvPicPr>
            <p:cNvPr id="2499" name="Graphic 2498" descr="Deciduous tree with solid fill">
              <a:extLst>
                <a:ext uri="{FF2B5EF4-FFF2-40B4-BE49-F238E27FC236}">
                  <a16:creationId xmlns:a16="http://schemas.microsoft.com/office/drawing/2014/main" id="{4DCA6BF9-E8AE-A5A5-8A3A-CEAACB8E4C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500" name="Graphic 2499" descr="Deciduous tree with solid fill">
              <a:extLst>
                <a:ext uri="{FF2B5EF4-FFF2-40B4-BE49-F238E27FC236}">
                  <a16:creationId xmlns:a16="http://schemas.microsoft.com/office/drawing/2014/main" id="{B41E3EF5-DE1A-3F20-C966-1DBDED7746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501" name="Graphic 2500" descr="Deciduous tree with solid fill">
              <a:extLst>
                <a:ext uri="{FF2B5EF4-FFF2-40B4-BE49-F238E27FC236}">
                  <a16:creationId xmlns:a16="http://schemas.microsoft.com/office/drawing/2014/main" id="{C983D358-835D-6573-B0CA-6E2032E3F5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502" name="Graphic 2501" descr="Deciduous tree with solid fill">
              <a:extLst>
                <a:ext uri="{FF2B5EF4-FFF2-40B4-BE49-F238E27FC236}">
                  <a16:creationId xmlns:a16="http://schemas.microsoft.com/office/drawing/2014/main" id="{1DC37F4E-C229-A20C-36D3-5DC65D6844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503" name="Graphic 2502" descr="Deciduous tree with solid fill">
              <a:extLst>
                <a:ext uri="{FF2B5EF4-FFF2-40B4-BE49-F238E27FC236}">
                  <a16:creationId xmlns:a16="http://schemas.microsoft.com/office/drawing/2014/main" id="{F3EFCEA0-0A4D-23F8-1588-5631FDC5A4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504" name="Graphic 2503" descr="Deciduous tree with solid fill">
              <a:extLst>
                <a:ext uri="{FF2B5EF4-FFF2-40B4-BE49-F238E27FC236}">
                  <a16:creationId xmlns:a16="http://schemas.microsoft.com/office/drawing/2014/main" id="{3A1B048A-6862-DBF5-2DF6-7DC8B47B7C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62" y="2855372"/>
              <a:ext cx="209457" cy="196411"/>
            </a:xfrm>
            <a:prstGeom prst="rect">
              <a:avLst/>
            </a:prstGeom>
          </p:spPr>
        </p:pic>
        <p:pic>
          <p:nvPicPr>
            <p:cNvPr id="2505" name="Graphic 2504" descr="Deciduous tree with solid fill">
              <a:extLst>
                <a:ext uri="{FF2B5EF4-FFF2-40B4-BE49-F238E27FC236}">
                  <a16:creationId xmlns:a16="http://schemas.microsoft.com/office/drawing/2014/main" id="{94CD7E4E-E231-476B-428E-33F84E7CAE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506" name="Graphic 2505" descr="Deciduous tree with solid fill">
              <a:extLst>
                <a:ext uri="{FF2B5EF4-FFF2-40B4-BE49-F238E27FC236}">
                  <a16:creationId xmlns:a16="http://schemas.microsoft.com/office/drawing/2014/main" id="{2B855AD1-CA7A-94B5-95FA-D089EF6D53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507" name="Graphic 2506" descr="Deciduous tree with solid fill">
              <a:extLst>
                <a:ext uri="{FF2B5EF4-FFF2-40B4-BE49-F238E27FC236}">
                  <a16:creationId xmlns:a16="http://schemas.microsoft.com/office/drawing/2014/main" id="{90751CE9-26EC-6869-27C2-86BC134C69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508" name="Graphic 2507" descr="Deciduous tree with solid fill">
              <a:extLst>
                <a:ext uri="{FF2B5EF4-FFF2-40B4-BE49-F238E27FC236}">
                  <a16:creationId xmlns:a16="http://schemas.microsoft.com/office/drawing/2014/main" id="{649D7DEF-15F4-936C-07AD-7CD5DB975A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509" name="Graphic 2508" descr="Deciduous tree with solid fill">
              <a:extLst>
                <a:ext uri="{FF2B5EF4-FFF2-40B4-BE49-F238E27FC236}">
                  <a16:creationId xmlns:a16="http://schemas.microsoft.com/office/drawing/2014/main" id="{49358B9E-DBE1-FC3F-D352-2A655F6F09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510" name="Graphic 2509" descr="Deciduous tree with solid fill">
              <a:extLst>
                <a:ext uri="{FF2B5EF4-FFF2-40B4-BE49-F238E27FC236}">
                  <a16:creationId xmlns:a16="http://schemas.microsoft.com/office/drawing/2014/main" id="{7EF478CA-9305-96BE-80AC-ECA885588A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511" name="Graphic 2510" descr="Deciduous tree with solid fill">
              <a:extLst>
                <a:ext uri="{FF2B5EF4-FFF2-40B4-BE49-F238E27FC236}">
                  <a16:creationId xmlns:a16="http://schemas.microsoft.com/office/drawing/2014/main" id="{A9775751-090A-8C7C-3945-D2CF690E19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512" name="Graphic 2511" descr="Deciduous tree with solid fill">
              <a:extLst>
                <a:ext uri="{FF2B5EF4-FFF2-40B4-BE49-F238E27FC236}">
                  <a16:creationId xmlns:a16="http://schemas.microsoft.com/office/drawing/2014/main" id="{6B1CF761-6E76-A119-FC8B-9B11590724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513" name="Graphic 2512" descr="Deciduous tree with solid fill">
              <a:extLst>
                <a:ext uri="{FF2B5EF4-FFF2-40B4-BE49-F238E27FC236}">
                  <a16:creationId xmlns:a16="http://schemas.microsoft.com/office/drawing/2014/main" id="{7A70BB02-8E5A-A0E9-B0FC-34A29D3353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514" name="Graphic 2513" descr="Deciduous tree with solid fill">
              <a:extLst>
                <a:ext uri="{FF2B5EF4-FFF2-40B4-BE49-F238E27FC236}">
                  <a16:creationId xmlns:a16="http://schemas.microsoft.com/office/drawing/2014/main" id="{4F2FB68D-B9BE-2D16-C9CB-51DF91187E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3462" y="2855372"/>
              <a:ext cx="209457" cy="196411"/>
            </a:xfrm>
            <a:prstGeom prst="rect">
              <a:avLst/>
            </a:prstGeom>
          </p:spPr>
        </p:pic>
        <p:pic>
          <p:nvPicPr>
            <p:cNvPr id="2515" name="Graphic 2514" descr="Deciduous tree with solid fill">
              <a:extLst>
                <a:ext uri="{FF2B5EF4-FFF2-40B4-BE49-F238E27FC236}">
                  <a16:creationId xmlns:a16="http://schemas.microsoft.com/office/drawing/2014/main" id="{5FD69231-054F-0F98-9F41-DFB4FF39D6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7" y="2951231"/>
              <a:ext cx="209457" cy="196411"/>
            </a:xfrm>
            <a:prstGeom prst="rect">
              <a:avLst/>
            </a:prstGeom>
          </p:spPr>
        </p:pic>
        <p:pic>
          <p:nvPicPr>
            <p:cNvPr id="2516" name="Graphic 2515" descr="Deciduous tree with solid fill">
              <a:extLst>
                <a:ext uri="{FF2B5EF4-FFF2-40B4-BE49-F238E27FC236}">
                  <a16:creationId xmlns:a16="http://schemas.microsoft.com/office/drawing/2014/main" id="{A86049F9-AD36-5824-FEE7-E6CB6200F1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40" y="2767333"/>
              <a:ext cx="209457" cy="196411"/>
            </a:xfrm>
            <a:prstGeom prst="rect">
              <a:avLst/>
            </a:prstGeom>
          </p:spPr>
        </p:pic>
        <p:pic>
          <p:nvPicPr>
            <p:cNvPr id="2517" name="Graphic 2516" descr="Deciduous tree with solid fill">
              <a:extLst>
                <a:ext uri="{FF2B5EF4-FFF2-40B4-BE49-F238E27FC236}">
                  <a16:creationId xmlns:a16="http://schemas.microsoft.com/office/drawing/2014/main" id="{6D4E2DD2-17D7-D95F-2CA9-9EDAE9B740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518" name="Graphic 2517" descr="Deciduous tree with solid fill">
              <a:extLst>
                <a:ext uri="{FF2B5EF4-FFF2-40B4-BE49-F238E27FC236}">
                  <a16:creationId xmlns:a16="http://schemas.microsoft.com/office/drawing/2014/main" id="{E0693DC2-F0DD-185E-F209-0BB081C2D6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519" name="Graphic 2518" descr="Deciduous tree with solid fill">
              <a:extLst>
                <a:ext uri="{FF2B5EF4-FFF2-40B4-BE49-F238E27FC236}">
                  <a16:creationId xmlns:a16="http://schemas.microsoft.com/office/drawing/2014/main" id="{61C76444-31C8-D93E-CDCF-5649A88AF7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520" name="Graphic 2519" descr="Deciduous tree with solid fill">
              <a:extLst>
                <a:ext uri="{FF2B5EF4-FFF2-40B4-BE49-F238E27FC236}">
                  <a16:creationId xmlns:a16="http://schemas.microsoft.com/office/drawing/2014/main" id="{2449E0AD-BC86-2BB1-E5F6-1A65A559DF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521" name="Graphic 2520" descr="Deciduous tree with solid fill">
              <a:extLst>
                <a:ext uri="{FF2B5EF4-FFF2-40B4-BE49-F238E27FC236}">
                  <a16:creationId xmlns:a16="http://schemas.microsoft.com/office/drawing/2014/main" id="{FF79AF87-98D0-435B-ED6E-E1C2413626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522" name="Graphic 2521" descr="Deciduous tree with solid fill">
              <a:extLst>
                <a:ext uri="{FF2B5EF4-FFF2-40B4-BE49-F238E27FC236}">
                  <a16:creationId xmlns:a16="http://schemas.microsoft.com/office/drawing/2014/main" id="{67940EB1-8AE2-7710-02DB-E284336F5F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523" name="Graphic 2522" descr="Deciduous tree with solid fill">
              <a:extLst>
                <a:ext uri="{FF2B5EF4-FFF2-40B4-BE49-F238E27FC236}">
                  <a16:creationId xmlns:a16="http://schemas.microsoft.com/office/drawing/2014/main" id="{EBA20314-154B-2A44-CAD7-077AE03308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524" name="Graphic 2523" descr="Deciduous tree with solid fill">
              <a:extLst>
                <a:ext uri="{FF2B5EF4-FFF2-40B4-BE49-F238E27FC236}">
                  <a16:creationId xmlns:a16="http://schemas.microsoft.com/office/drawing/2014/main" id="{0BDFBF20-FF16-8100-C8B5-6DD33B2F36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525" name="Graphic 2524" descr="Deciduous tree with solid fill">
              <a:extLst>
                <a:ext uri="{FF2B5EF4-FFF2-40B4-BE49-F238E27FC236}">
                  <a16:creationId xmlns:a16="http://schemas.microsoft.com/office/drawing/2014/main" id="{9778ACD0-27DB-D712-E714-D8161F4B7A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526" name="Graphic 2525" descr="Deciduous tree with solid fill">
              <a:extLst>
                <a:ext uri="{FF2B5EF4-FFF2-40B4-BE49-F238E27FC236}">
                  <a16:creationId xmlns:a16="http://schemas.microsoft.com/office/drawing/2014/main" id="{07871B02-9C9B-3495-56E1-B3EAEE7F30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527" name="Graphic 2526" descr="Deciduous tree with solid fill">
              <a:extLst>
                <a:ext uri="{FF2B5EF4-FFF2-40B4-BE49-F238E27FC236}">
                  <a16:creationId xmlns:a16="http://schemas.microsoft.com/office/drawing/2014/main" id="{0E3D1DD3-5830-361C-644E-C175FF96C1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528" name="Graphic 2527" descr="Deciduous tree with solid fill">
              <a:extLst>
                <a:ext uri="{FF2B5EF4-FFF2-40B4-BE49-F238E27FC236}">
                  <a16:creationId xmlns:a16="http://schemas.microsoft.com/office/drawing/2014/main" id="{28CE4BAD-E03A-8210-40A2-1010BECA5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529" name="Graphic 2528" descr="Deciduous tree with solid fill">
              <a:extLst>
                <a:ext uri="{FF2B5EF4-FFF2-40B4-BE49-F238E27FC236}">
                  <a16:creationId xmlns:a16="http://schemas.microsoft.com/office/drawing/2014/main" id="{ED87CE1A-C0C4-016C-7CEC-BD2B291786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7" y="2978863"/>
              <a:ext cx="209457" cy="196411"/>
            </a:xfrm>
            <a:prstGeom prst="rect">
              <a:avLst/>
            </a:prstGeom>
          </p:spPr>
        </p:pic>
        <p:pic>
          <p:nvPicPr>
            <p:cNvPr id="2530" name="Graphic 2529" descr="Deciduous tree with solid fill">
              <a:extLst>
                <a:ext uri="{FF2B5EF4-FFF2-40B4-BE49-F238E27FC236}">
                  <a16:creationId xmlns:a16="http://schemas.microsoft.com/office/drawing/2014/main" id="{87F7408C-0328-7072-E1EF-8FF89C2835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30" y="3074722"/>
              <a:ext cx="209457" cy="196411"/>
            </a:xfrm>
            <a:prstGeom prst="rect">
              <a:avLst/>
            </a:prstGeom>
          </p:spPr>
        </p:pic>
        <p:pic>
          <p:nvPicPr>
            <p:cNvPr id="2531" name="Graphic 2530" descr="Deciduous tree with solid fill">
              <a:extLst>
                <a:ext uri="{FF2B5EF4-FFF2-40B4-BE49-F238E27FC236}">
                  <a16:creationId xmlns:a16="http://schemas.microsoft.com/office/drawing/2014/main" id="{2463D834-E8E7-4456-0843-427358C1D1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33" y="2890825"/>
              <a:ext cx="209457" cy="196411"/>
            </a:xfrm>
            <a:prstGeom prst="rect">
              <a:avLst/>
            </a:prstGeom>
          </p:spPr>
        </p:pic>
        <p:pic>
          <p:nvPicPr>
            <p:cNvPr id="2532" name="Graphic 2531" descr="Deciduous tree with solid fill">
              <a:extLst>
                <a:ext uri="{FF2B5EF4-FFF2-40B4-BE49-F238E27FC236}">
                  <a16:creationId xmlns:a16="http://schemas.microsoft.com/office/drawing/2014/main" id="{52F252F5-8DF2-F73A-051F-100B600D35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533" name="Graphic 2532" descr="Deciduous tree with solid fill">
              <a:extLst>
                <a:ext uri="{FF2B5EF4-FFF2-40B4-BE49-F238E27FC236}">
                  <a16:creationId xmlns:a16="http://schemas.microsoft.com/office/drawing/2014/main" id="{A45EEE42-9EC3-1802-9855-E6A7A7D2B9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534" name="Graphic 2533" descr="Deciduous tree with solid fill">
              <a:extLst>
                <a:ext uri="{FF2B5EF4-FFF2-40B4-BE49-F238E27FC236}">
                  <a16:creationId xmlns:a16="http://schemas.microsoft.com/office/drawing/2014/main" id="{13DBE5A6-791F-3621-99AE-8F7E960471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535" name="Graphic 2534" descr="Deciduous tree with solid fill">
              <a:extLst>
                <a:ext uri="{FF2B5EF4-FFF2-40B4-BE49-F238E27FC236}">
                  <a16:creationId xmlns:a16="http://schemas.microsoft.com/office/drawing/2014/main" id="{19B4993C-DB29-CE74-FA35-0DB3CC70F8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536" name="Graphic 2535" descr="Deciduous tree with solid fill">
              <a:extLst>
                <a:ext uri="{FF2B5EF4-FFF2-40B4-BE49-F238E27FC236}">
                  <a16:creationId xmlns:a16="http://schemas.microsoft.com/office/drawing/2014/main" id="{31274DD4-CB6A-F9DD-906A-5209051B5F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537" name="Graphic 2536" descr="Deciduous tree with solid fill">
              <a:extLst>
                <a:ext uri="{FF2B5EF4-FFF2-40B4-BE49-F238E27FC236}">
                  <a16:creationId xmlns:a16="http://schemas.microsoft.com/office/drawing/2014/main" id="{128AB379-DEC6-57BB-BBEE-651E9504A6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538" name="Graphic 2537" descr="Deciduous tree with solid fill">
              <a:extLst>
                <a:ext uri="{FF2B5EF4-FFF2-40B4-BE49-F238E27FC236}">
                  <a16:creationId xmlns:a16="http://schemas.microsoft.com/office/drawing/2014/main" id="{5EE4A722-BC57-FCB6-2907-486B283A3A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539" name="Graphic 2538" descr="Deciduous tree with solid fill">
              <a:extLst>
                <a:ext uri="{FF2B5EF4-FFF2-40B4-BE49-F238E27FC236}">
                  <a16:creationId xmlns:a16="http://schemas.microsoft.com/office/drawing/2014/main" id="{83037610-A91C-8074-3221-CA9E203FC4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540" name="Graphic 2539" descr="Deciduous tree with solid fill">
              <a:extLst>
                <a:ext uri="{FF2B5EF4-FFF2-40B4-BE49-F238E27FC236}">
                  <a16:creationId xmlns:a16="http://schemas.microsoft.com/office/drawing/2014/main" id="{8306148E-000E-9938-61FA-AE7AC23B7C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541" name="Graphic 2540" descr="Deciduous tree with solid fill">
              <a:extLst>
                <a:ext uri="{FF2B5EF4-FFF2-40B4-BE49-F238E27FC236}">
                  <a16:creationId xmlns:a16="http://schemas.microsoft.com/office/drawing/2014/main" id="{101FE126-95B7-370B-5056-C851CB577F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52" y="3102355"/>
              <a:ext cx="209457" cy="196411"/>
            </a:xfrm>
            <a:prstGeom prst="rect">
              <a:avLst/>
            </a:prstGeom>
          </p:spPr>
        </p:pic>
        <p:pic>
          <p:nvPicPr>
            <p:cNvPr id="2542" name="Graphic 2541" descr="Deciduous tree with solid fill">
              <a:extLst>
                <a:ext uri="{FF2B5EF4-FFF2-40B4-BE49-F238E27FC236}">
                  <a16:creationId xmlns:a16="http://schemas.microsoft.com/office/drawing/2014/main" id="{46F27B02-95F2-6860-D019-C281BB8C36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5" y="3198214"/>
              <a:ext cx="209457" cy="196411"/>
            </a:xfrm>
            <a:prstGeom prst="rect">
              <a:avLst/>
            </a:prstGeom>
          </p:spPr>
        </p:pic>
        <p:pic>
          <p:nvPicPr>
            <p:cNvPr id="2543" name="Graphic 2542" descr="Deciduous tree with solid fill">
              <a:extLst>
                <a:ext uri="{FF2B5EF4-FFF2-40B4-BE49-F238E27FC236}">
                  <a16:creationId xmlns:a16="http://schemas.microsoft.com/office/drawing/2014/main" id="{6DAAD0E5-A174-F510-2D12-5989C5A2DB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8" y="3014316"/>
              <a:ext cx="209457" cy="196411"/>
            </a:xfrm>
            <a:prstGeom prst="rect">
              <a:avLst/>
            </a:prstGeom>
          </p:spPr>
        </p:pic>
        <p:pic>
          <p:nvPicPr>
            <p:cNvPr id="2544" name="Graphic 2543" descr="Deciduous tree with solid fill">
              <a:extLst>
                <a:ext uri="{FF2B5EF4-FFF2-40B4-BE49-F238E27FC236}">
                  <a16:creationId xmlns:a16="http://schemas.microsoft.com/office/drawing/2014/main" id="{BDE2AB05-0C43-BF4D-8D37-8B321E7516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20" y="3321705"/>
              <a:ext cx="209457" cy="196411"/>
            </a:xfrm>
            <a:prstGeom prst="rect">
              <a:avLst/>
            </a:prstGeom>
          </p:spPr>
        </p:pic>
        <p:pic>
          <p:nvPicPr>
            <p:cNvPr id="2545" name="Graphic 2544" descr="Deciduous tree with solid fill">
              <a:extLst>
                <a:ext uri="{FF2B5EF4-FFF2-40B4-BE49-F238E27FC236}">
                  <a16:creationId xmlns:a16="http://schemas.microsoft.com/office/drawing/2014/main" id="{142C7412-F52F-7840-76EF-6E440CF774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546" name="Graphic 2545" descr="Deciduous tree with solid fill">
              <a:extLst>
                <a:ext uri="{FF2B5EF4-FFF2-40B4-BE49-F238E27FC236}">
                  <a16:creationId xmlns:a16="http://schemas.microsoft.com/office/drawing/2014/main" id="{E4CBF5AE-C24B-4973-B593-5B82522102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547" name="Graphic 2546" descr="Deciduous tree with solid fill">
              <a:extLst>
                <a:ext uri="{FF2B5EF4-FFF2-40B4-BE49-F238E27FC236}">
                  <a16:creationId xmlns:a16="http://schemas.microsoft.com/office/drawing/2014/main" id="{BB13422F-B35E-0D81-C900-14537D6078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548" name="Graphic 2547" descr="Deciduous tree with solid fill">
              <a:extLst>
                <a:ext uri="{FF2B5EF4-FFF2-40B4-BE49-F238E27FC236}">
                  <a16:creationId xmlns:a16="http://schemas.microsoft.com/office/drawing/2014/main" id="{0242EA8D-2093-3DCF-B9DF-7110B592BE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23" y="3137808"/>
              <a:ext cx="209457" cy="196411"/>
            </a:xfrm>
            <a:prstGeom prst="rect">
              <a:avLst/>
            </a:prstGeom>
          </p:spPr>
        </p:pic>
        <p:pic>
          <p:nvPicPr>
            <p:cNvPr id="2549" name="Graphic 2548" descr="Deciduous tree with solid fill">
              <a:extLst>
                <a:ext uri="{FF2B5EF4-FFF2-40B4-BE49-F238E27FC236}">
                  <a16:creationId xmlns:a16="http://schemas.microsoft.com/office/drawing/2014/main" id="{E10FDB7A-0489-A771-8C3D-BFF13C0232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550" name="Graphic 2549" descr="Deciduous tree with solid fill">
              <a:extLst>
                <a:ext uri="{FF2B5EF4-FFF2-40B4-BE49-F238E27FC236}">
                  <a16:creationId xmlns:a16="http://schemas.microsoft.com/office/drawing/2014/main" id="{3D02F9A0-816E-0188-A680-B2F005F7ED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7" y="3225846"/>
              <a:ext cx="209457" cy="196411"/>
            </a:xfrm>
            <a:prstGeom prst="rect">
              <a:avLst/>
            </a:prstGeom>
          </p:spPr>
        </p:pic>
        <p:pic>
          <p:nvPicPr>
            <p:cNvPr id="2551" name="Graphic 2550" descr="Deciduous tree with solid fill">
              <a:extLst>
                <a:ext uri="{FF2B5EF4-FFF2-40B4-BE49-F238E27FC236}">
                  <a16:creationId xmlns:a16="http://schemas.microsoft.com/office/drawing/2014/main" id="{47AA11BF-AE57-C1B5-EBE8-23AC6754A6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2920" y="3321705"/>
              <a:ext cx="209457" cy="196411"/>
            </a:xfrm>
            <a:prstGeom prst="rect">
              <a:avLst/>
            </a:prstGeom>
          </p:spPr>
        </p:pic>
        <p:pic>
          <p:nvPicPr>
            <p:cNvPr id="2552" name="Graphic 2551" descr="Deciduous tree with solid fill">
              <a:extLst>
                <a:ext uri="{FF2B5EF4-FFF2-40B4-BE49-F238E27FC236}">
                  <a16:creationId xmlns:a16="http://schemas.microsoft.com/office/drawing/2014/main" id="{85B5FBEC-A780-72C6-BA07-8E2660A496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9123" y="3137808"/>
              <a:ext cx="209457" cy="196411"/>
            </a:xfrm>
            <a:prstGeom prst="rect">
              <a:avLst/>
            </a:prstGeom>
          </p:spPr>
        </p:pic>
        <p:pic>
          <p:nvPicPr>
            <p:cNvPr id="2553" name="Graphic 2552" descr="Deciduous tree with solid fill">
              <a:extLst>
                <a:ext uri="{FF2B5EF4-FFF2-40B4-BE49-F238E27FC236}">
                  <a16:creationId xmlns:a16="http://schemas.microsoft.com/office/drawing/2014/main" id="{9A6C2255-8F91-4756-EB87-86EB37F271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554" name="Graphic 2553" descr="Deciduous tree with solid fill">
              <a:extLst>
                <a:ext uri="{FF2B5EF4-FFF2-40B4-BE49-F238E27FC236}">
                  <a16:creationId xmlns:a16="http://schemas.microsoft.com/office/drawing/2014/main" id="{1AC4E5AE-1475-A115-C0DD-3542CA6719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555" name="Graphic 2554" descr="Deciduous tree with solid fill">
              <a:extLst>
                <a:ext uri="{FF2B5EF4-FFF2-40B4-BE49-F238E27FC236}">
                  <a16:creationId xmlns:a16="http://schemas.microsoft.com/office/drawing/2014/main" id="{2DDF1D91-750A-C8C6-C99A-174276B457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556" name="Graphic 2555" descr="Deciduous tree with solid fill">
              <a:extLst>
                <a:ext uri="{FF2B5EF4-FFF2-40B4-BE49-F238E27FC236}">
                  <a16:creationId xmlns:a16="http://schemas.microsoft.com/office/drawing/2014/main" id="{1489B643-3ECD-B63B-7509-204ADD9472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42" y="3349337"/>
              <a:ext cx="209457" cy="196411"/>
            </a:xfrm>
            <a:prstGeom prst="rect">
              <a:avLst/>
            </a:prstGeom>
          </p:spPr>
        </p:pic>
        <p:pic>
          <p:nvPicPr>
            <p:cNvPr id="2557" name="Graphic 2556" descr="Deciduous tree with solid fill">
              <a:extLst>
                <a:ext uri="{FF2B5EF4-FFF2-40B4-BE49-F238E27FC236}">
                  <a16:creationId xmlns:a16="http://schemas.microsoft.com/office/drawing/2014/main" id="{6C94C666-0E11-82EE-3433-D7A4A4A0ED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15" y="3445196"/>
              <a:ext cx="209457" cy="196411"/>
            </a:xfrm>
            <a:prstGeom prst="rect">
              <a:avLst/>
            </a:prstGeom>
          </p:spPr>
        </p:pic>
        <p:pic>
          <p:nvPicPr>
            <p:cNvPr id="2558" name="Graphic 2557" descr="Deciduous tree with solid fill">
              <a:extLst>
                <a:ext uri="{FF2B5EF4-FFF2-40B4-BE49-F238E27FC236}">
                  <a16:creationId xmlns:a16="http://schemas.microsoft.com/office/drawing/2014/main" id="{6495740E-6199-0B64-F3D5-71703E5861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7" y="3261298"/>
              <a:ext cx="209457" cy="196411"/>
            </a:xfrm>
            <a:prstGeom prst="rect">
              <a:avLst/>
            </a:prstGeom>
          </p:spPr>
        </p:pic>
        <p:pic>
          <p:nvPicPr>
            <p:cNvPr id="2559" name="Graphic 2558" descr="Deciduous tree with solid fill">
              <a:extLst>
                <a:ext uri="{FF2B5EF4-FFF2-40B4-BE49-F238E27FC236}">
                  <a16:creationId xmlns:a16="http://schemas.microsoft.com/office/drawing/2014/main" id="{D0CD1A90-8BCF-EC6E-BC6A-BAF9F12169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31734" y="1572825"/>
              <a:ext cx="209457" cy="196411"/>
            </a:xfrm>
            <a:prstGeom prst="rect">
              <a:avLst/>
            </a:prstGeom>
          </p:spPr>
        </p:pic>
        <p:pic>
          <p:nvPicPr>
            <p:cNvPr id="2560" name="Graphic 2559" descr="Deciduous tree with solid fill">
              <a:extLst>
                <a:ext uri="{FF2B5EF4-FFF2-40B4-BE49-F238E27FC236}">
                  <a16:creationId xmlns:a16="http://schemas.microsoft.com/office/drawing/2014/main" id="{AE51B821-C5E9-9DDE-FF97-DC89DD4FC1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46107" y="1668685"/>
              <a:ext cx="209457" cy="196411"/>
            </a:xfrm>
            <a:prstGeom prst="rect">
              <a:avLst/>
            </a:prstGeom>
          </p:spPr>
        </p:pic>
        <p:pic>
          <p:nvPicPr>
            <p:cNvPr id="2561" name="Graphic 2560" descr="Deciduous tree with solid fill">
              <a:extLst>
                <a:ext uri="{FF2B5EF4-FFF2-40B4-BE49-F238E27FC236}">
                  <a16:creationId xmlns:a16="http://schemas.microsoft.com/office/drawing/2014/main" id="{A23C9AA2-5D4E-2639-D0F1-01D19238A8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2311" y="1484787"/>
              <a:ext cx="209457" cy="196411"/>
            </a:xfrm>
            <a:prstGeom prst="rect">
              <a:avLst/>
            </a:prstGeom>
          </p:spPr>
        </p:pic>
        <p:pic>
          <p:nvPicPr>
            <p:cNvPr id="2562" name="Graphic 2561" descr="Deciduous tree with solid fill">
              <a:extLst>
                <a:ext uri="{FF2B5EF4-FFF2-40B4-BE49-F238E27FC236}">
                  <a16:creationId xmlns:a16="http://schemas.microsoft.com/office/drawing/2014/main" id="{23C5D95B-8FE9-5181-D6ED-7995597573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23834" y="3581200"/>
              <a:ext cx="209457" cy="196411"/>
            </a:xfrm>
            <a:prstGeom prst="rect">
              <a:avLst/>
            </a:prstGeom>
          </p:spPr>
        </p:pic>
        <p:pic>
          <p:nvPicPr>
            <p:cNvPr id="2563" name="Graphic 2562" descr="Deciduous tree with solid fill">
              <a:extLst>
                <a:ext uri="{FF2B5EF4-FFF2-40B4-BE49-F238E27FC236}">
                  <a16:creationId xmlns:a16="http://schemas.microsoft.com/office/drawing/2014/main" id="{377F12FE-1707-1064-0249-6BD3ABBBD3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7803" y="1792177"/>
              <a:ext cx="209457" cy="196411"/>
            </a:xfrm>
            <a:prstGeom prst="rect">
              <a:avLst/>
            </a:prstGeom>
          </p:spPr>
        </p:pic>
        <p:pic>
          <p:nvPicPr>
            <p:cNvPr id="2564" name="Graphic 2563" descr="Deciduous tree with solid fill">
              <a:extLst>
                <a:ext uri="{FF2B5EF4-FFF2-40B4-BE49-F238E27FC236}">
                  <a16:creationId xmlns:a16="http://schemas.microsoft.com/office/drawing/2014/main" id="{7C8AE521-7C0B-098E-E435-AAE75C87D9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9499" y="1915668"/>
              <a:ext cx="209457" cy="196411"/>
            </a:xfrm>
            <a:prstGeom prst="rect">
              <a:avLst/>
            </a:prstGeom>
          </p:spPr>
        </p:pic>
        <p:pic>
          <p:nvPicPr>
            <p:cNvPr id="2565" name="Graphic 2564" descr="Deciduous tree with solid fill">
              <a:extLst>
                <a:ext uri="{FF2B5EF4-FFF2-40B4-BE49-F238E27FC236}">
                  <a16:creationId xmlns:a16="http://schemas.microsoft.com/office/drawing/2014/main" id="{138A3F77-BF60-DCFF-62A5-1B291C970A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41192" y="2039159"/>
              <a:ext cx="209457" cy="196411"/>
            </a:xfrm>
            <a:prstGeom prst="rect">
              <a:avLst/>
            </a:prstGeom>
          </p:spPr>
        </p:pic>
        <p:pic>
          <p:nvPicPr>
            <p:cNvPr id="2566" name="Graphic 2565" descr="Deciduous tree with solid fill">
              <a:extLst>
                <a:ext uri="{FF2B5EF4-FFF2-40B4-BE49-F238E27FC236}">
                  <a16:creationId xmlns:a16="http://schemas.microsoft.com/office/drawing/2014/main" id="{7759C68D-D40E-1321-A27E-6FEAA0A769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72887" y="2162650"/>
              <a:ext cx="209457" cy="196411"/>
            </a:xfrm>
            <a:prstGeom prst="rect">
              <a:avLst/>
            </a:prstGeom>
          </p:spPr>
        </p:pic>
        <p:pic>
          <p:nvPicPr>
            <p:cNvPr id="2567" name="Graphic 2566" descr="Deciduous tree with solid fill">
              <a:extLst>
                <a:ext uri="{FF2B5EF4-FFF2-40B4-BE49-F238E27FC236}">
                  <a16:creationId xmlns:a16="http://schemas.microsoft.com/office/drawing/2014/main" id="{53F064F8-E364-CCB0-8700-3982049496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04582" y="2286141"/>
              <a:ext cx="209457" cy="196411"/>
            </a:xfrm>
            <a:prstGeom prst="rect">
              <a:avLst/>
            </a:prstGeom>
          </p:spPr>
        </p:pic>
        <p:pic>
          <p:nvPicPr>
            <p:cNvPr id="2568" name="Graphic 2567" descr="Deciduous tree with solid fill">
              <a:extLst>
                <a:ext uri="{FF2B5EF4-FFF2-40B4-BE49-F238E27FC236}">
                  <a16:creationId xmlns:a16="http://schemas.microsoft.com/office/drawing/2014/main" id="{EFF7B479-602A-DBC9-F1CE-B162757AC2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36276" y="2409633"/>
              <a:ext cx="209457" cy="196411"/>
            </a:xfrm>
            <a:prstGeom prst="rect">
              <a:avLst/>
            </a:prstGeom>
          </p:spPr>
        </p:pic>
        <p:pic>
          <p:nvPicPr>
            <p:cNvPr id="2569" name="Graphic 2568" descr="Deciduous tree with solid fill">
              <a:extLst>
                <a:ext uri="{FF2B5EF4-FFF2-40B4-BE49-F238E27FC236}">
                  <a16:creationId xmlns:a16="http://schemas.microsoft.com/office/drawing/2014/main" id="{6AA0C23A-4E36-4A76-CF88-55E967A761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67971" y="2533124"/>
              <a:ext cx="209457" cy="196411"/>
            </a:xfrm>
            <a:prstGeom prst="rect">
              <a:avLst/>
            </a:prstGeom>
          </p:spPr>
        </p:pic>
        <p:pic>
          <p:nvPicPr>
            <p:cNvPr id="2570" name="Graphic 2569" descr="Deciduous tree with solid fill">
              <a:extLst>
                <a:ext uri="{FF2B5EF4-FFF2-40B4-BE49-F238E27FC236}">
                  <a16:creationId xmlns:a16="http://schemas.microsoft.com/office/drawing/2014/main" id="{229FFD2F-26C9-1A63-5290-37E7D57E9B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99667" y="2656616"/>
              <a:ext cx="209457" cy="196411"/>
            </a:xfrm>
            <a:prstGeom prst="rect">
              <a:avLst/>
            </a:prstGeom>
          </p:spPr>
        </p:pic>
        <p:pic>
          <p:nvPicPr>
            <p:cNvPr id="2571" name="Graphic 2570" descr="Deciduous tree with solid fill">
              <a:extLst>
                <a:ext uri="{FF2B5EF4-FFF2-40B4-BE49-F238E27FC236}">
                  <a16:creationId xmlns:a16="http://schemas.microsoft.com/office/drawing/2014/main" id="{45E70D1F-2460-C05D-578C-635F58A5B9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1361" y="2780107"/>
              <a:ext cx="209457" cy="196411"/>
            </a:xfrm>
            <a:prstGeom prst="rect">
              <a:avLst/>
            </a:prstGeom>
          </p:spPr>
        </p:pic>
        <p:pic>
          <p:nvPicPr>
            <p:cNvPr id="2572" name="Graphic 2571" descr="Deciduous tree with solid fill">
              <a:extLst>
                <a:ext uri="{FF2B5EF4-FFF2-40B4-BE49-F238E27FC236}">
                  <a16:creationId xmlns:a16="http://schemas.microsoft.com/office/drawing/2014/main" id="{E182D060-8F7B-A2F4-A74E-4592C34B9D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3056" y="2903598"/>
              <a:ext cx="209457" cy="196411"/>
            </a:xfrm>
            <a:prstGeom prst="rect">
              <a:avLst/>
            </a:prstGeom>
          </p:spPr>
        </p:pic>
        <p:pic>
          <p:nvPicPr>
            <p:cNvPr id="2573" name="Graphic 2572" descr="Deciduous tree with solid fill">
              <a:extLst>
                <a:ext uri="{FF2B5EF4-FFF2-40B4-BE49-F238E27FC236}">
                  <a16:creationId xmlns:a16="http://schemas.microsoft.com/office/drawing/2014/main" id="{B55BDA33-2ADA-B59C-8288-EB262D5D6B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4751" y="3027089"/>
              <a:ext cx="209457" cy="196411"/>
            </a:xfrm>
            <a:prstGeom prst="rect">
              <a:avLst/>
            </a:prstGeom>
          </p:spPr>
        </p:pic>
        <p:pic>
          <p:nvPicPr>
            <p:cNvPr id="2574" name="Graphic 2573" descr="Deciduous tree with solid fill">
              <a:extLst>
                <a:ext uri="{FF2B5EF4-FFF2-40B4-BE49-F238E27FC236}">
                  <a16:creationId xmlns:a16="http://schemas.microsoft.com/office/drawing/2014/main" id="{F18E20E7-8B83-31F9-BAD9-F897DC560F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26446" y="3150581"/>
              <a:ext cx="209457" cy="196411"/>
            </a:xfrm>
            <a:prstGeom prst="rect">
              <a:avLst/>
            </a:prstGeom>
          </p:spPr>
        </p:pic>
        <p:pic>
          <p:nvPicPr>
            <p:cNvPr id="2575" name="Graphic 2574" descr="Deciduous tree with solid fill">
              <a:extLst>
                <a:ext uri="{FF2B5EF4-FFF2-40B4-BE49-F238E27FC236}">
                  <a16:creationId xmlns:a16="http://schemas.microsoft.com/office/drawing/2014/main" id="{40529531-AF41-9960-CC6C-CE8D7FA410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8139" y="3274072"/>
              <a:ext cx="209457" cy="196411"/>
            </a:xfrm>
            <a:prstGeom prst="rect">
              <a:avLst/>
            </a:prstGeom>
          </p:spPr>
        </p:pic>
        <p:pic>
          <p:nvPicPr>
            <p:cNvPr id="2576" name="Graphic 2575" descr="Deciduous tree with solid fill">
              <a:extLst>
                <a:ext uri="{FF2B5EF4-FFF2-40B4-BE49-F238E27FC236}">
                  <a16:creationId xmlns:a16="http://schemas.microsoft.com/office/drawing/2014/main" id="{B0C7A160-4090-00A4-F97C-17ADA0BD1D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63429" y="1696317"/>
              <a:ext cx="209457" cy="196411"/>
            </a:xfrm>
            <a:prstGeom prst="rect">
              <a:avLst/>
            </a:prstGeom>
          </p:spPr>
        </p:pic>
        <p:pic>
          <p:nvPicPr>
            <p:cNvPr id="2577" name="Graphic 2576" descr="Deciduous tree with solid fill">
              <a:extLst>
                <a:ext uri="{FF2B5EF4-FFF2-40B4-BE49-F238E27FC236}">
                  <a16:creationId xmlns:a16="http://schemas.microsoft.com/office/drawing/2014/main" id="{16A5CA11-CD8F-5059-798C-C1993EA649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95124" y="1819808"/>
              <a:ext cx="209457" cy="196411"/>
            </a:xfrm>
            <a:prstGeom prst="rect">
              <a:avLst/>
            </a:prstGeom>
          </p:spPr>
        </p:pic>
        <p:pic>
          <p:nvPicPr>
            <p:cNvPr id="2578" name="Graphic 2577" descr="Deciduous tree with solid fill">
              <a:extLst>
                <a:ext uri="{FF2B5EF4-FFF2-40B4-BE49-F238E27FC236}">
                  <a16:creationId xmlns:a16="http://schemas.microsoft.com/office/drawing/2014/main" id="{1E300DFC-F1C6-3C01-4BC9-8D67AA41EA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6819" y="1943299"/>
              <a:ext cx="209457" cy="196411"/>
            </a:xfrm>
            <a:prstGeom prst="rect">
              <a:avLst/>
            </a:prstGeom>
          </p:spPr>
        </p:pic>
        <p:pic>
          <p:nvPicPr>
            <p:cNvPr id="2579" name="Graphic 2578" descr="Deciduous tree with solid fill">
              <a:extLst>
                <a:ext uri="{FF2B5EF4-FFF2-40B4-BE49-F238E27FC236}">
                  <a16:creationId xmlns:a16="http://schemas.microsoft.com/office/drawing/2014/main" id="{223E6BD0-5C3B-A8C7-512E-CCD4CB10F4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58513" y="2066791"/>
              <a:ext cx="209457" cy="196411"/>
            </a:xfrm>
            <a:prstGeom prst="rect">
              <a:avLst/>
            </a:prstGeom>
          </p:spPr>
        </p:pic>
        <p:pic>
          <p:nvPicPr>
            <p:cNvPr id="2580" name="Graphic 2579" descr="Deciduous tree with solid fill">
              <a:extLst>
                <a:ext uri="{FF2B5EF4-FFF2-40B4-BE49-F238E27FC236}">
                  <a16:creationId xmlns:a16="http://schemas.microsoft.com/office/drawing/2014/main" id="{3B26D878-D1B0-6A34-BDEC-CDAD8F2070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90209" y="2190282"/>
              <a:ext cx="209457" cy="196411"/>
            </a:xfrm>
            <a:prstGeom prst="rect">
              <a:avLst/>
            </a:prstGeom>
          </p:spPr>
        </p:pic>
        <p:pic>
          <p:nvPicPr>
            <p:cNvPr id="2581" name="Graphic 2580" descr="Deciduous tree with solid fill">
              <a:extLst>
                <a:ext uri="{FF2B5EF4-FFF2-40B4-BE49-F238E27FC236}">
                  <a16:creationId xmlns:a16="http://schemas.microsoft.com/office/drawing/2014/main" id="{F3AD4147-DBFC-6D8A-F7F0-9822FFD6EC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1904" y="2313773"/>
              <a:ext cx="209457" cy="196411"/>
            </a:xfrm>
            <a:prstGeom prst="rect">
              <a:avLst/>
            </a:prstGeom>
          </p:spPr>
        </p:pic>
        <p:pic>
          <p:nvPicPr>
            <p:cNvPr id="2582" name="Graphic 2581" descr="Deciduous tree with solid fill">
              <a:extLst>
                <a:ext uri="{FF2B5EF4-FFF2-40B4-BE49-F238E27FC236}">
                  <a16:creationId xmlns:a16="http://schemas.microsoft.com/office/drawing/2014/main" id="{E93F6E6C-776D-54C5-A3C5-7D125EFE24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53598" y="2437265"/>
              <a:ext cx="209457" cy="196411"/>
            </a:xfrm>
            <a:prstGeom prst="rect">
              <a:avLst/>
            </a:prstGeom>
          </p:spPr>
        </p:pic>
        <p:pic>
          <p:nvPicPr>
            <p:cNvPr id="2583" name="Graphic 2582" descr="Deciduous tree with solid fill">
              <a:extLst>
                <a:ext uri="{FF2B5EF4-FFF2-40B4-BE49-F238E27FC236}">
                  <a16:creationId xmlns:a16="http://schemas.microsoft.com/office/drawing/2014/main" id="{964AC504-7DFF-802E-2DE5-3B34A20C37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85293" y="2560756"/>
              <a:ext cx="209457" cy="196411"/>
            </a:xfrm>
            <a:prstGeom prst="rect">
              <a:avLst/>
            </a:prstGeom>
          </p:spPr>
        </p:pic>
        <p:pic>
          <p:nvPicPr>
            <p:cNvPr id="2584" name="Graphic 2583" descr="Deciduous tree with solid fill">
              <a:extLst>
                <a:ext uri="{FF2B5EF4-FFF2-40B4-BE49-F238E27FC236}">
                  <a16:creationId xmlns:a16="http://schemas.microsoft.com/office/drawing/2014/main" id="{B0145612-88DF-B6EE-C710-8CDF68C43F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16988" y="2684247"/>
              <a:ext cx="209457" cy="196411"/>
            </a:xfrm>
            <a:prstGeom prst="rect">
              <a:avLst/>
            </a:prstGeom>
          </p:spPr>
        </p:pic>
        <p:pic>
          <p:nvPicPr>
            <p:cNvPr id="2585" name="Graphic 2584" descr="Deciduous tree with solid fill">
              <a:extLst>
                <a:ext uri="{FF2B5EF4-FFF2-40B4-BE49-F238E27FC236}">
                  <a16:creationId xmlns:a16="http://schemas.microsoft.com/office/drawing/2014/main" id="{E227FA83-BC7A-B805-AEBB-ABFDDB4DD2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48681" y="2807739"/>
              <a:ext cx="209457" cy="196411"/>
            </a:xfrm>
            <a:prstGeom prst="rect">
              <a:avLst/>
            </a:prstGeom>
          </p:spPr>
        </p:pic>
        <p:pic>
          <p:nvPicPr>
            <p:cNvPr id="2586" name="Graphic 2585" descr="Deciduous tree with solid fill">
              <a:extLst>
                <a:ext uri="{FF2B5EF4-FFF2-40B4-BE49-F238E27FC236}">
                  <a16:creationId xmlns:a16="http://schemas.microsoft.com/office/drawing/2014/main" id="{23C6EBAF-11D8-6AB6-43F4-93EB517AFD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80378" y="2931229"/>
              <a:ext cx="209457" cy="196411"/>
            </a:xfrm>
            <a:prstGeom prst="rect">
              <a:avLst/>
            </a:prstGeom>
          </p:spPr>
        </p:pic>
        <p:pic>
          <p:nvPicPr>
            <p:cNvPr id="2587" name="Graphic 2586" descr="Deciduous tree with solid fill">
              <a:extLst>
                <a:ext uri="{FF2B5EF4-FFF2-40B4-BE49-F238E27FC236}">
                  <a16:creationId xmlns:a16="http://schemas.microsoft.com/office/drawing/2014/main" id="{7456F7AE-F3ED-3620-AC2B-0E72E63D1D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2072" y="3054721"/>
              <a:ext cx="209457" cy="196411"/>
            </a:xfrm>
            <a:prstGeom prst="rect">
              <a:avLst/>
            </a:prstGeom>
          </p:spPr>
        </p:pic>
        <p:pic>
          <p:nvPicPr>
            <p:cNvPr id="2588" name="Graphic 2587" descr="Deciduous tree with solid fill">
              <a:extLst>
                <a:ext uri="{FF2B5EF4-FFF2-40B4-BE49-F238E27FC236}">
                  <a16:creationId xmlns:a16="http://schemas.microsoft.com/office/drawing/2014/main" id="{0F49AD7D-7553-41E1-E337-16258266CF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43766" y="3178213"/>
              <a:ext cx="209457" cy="196411"/>
            </a:xfrm>
            <a:prstGeom prst="rect">
              <a:avLst/>
            </a:prstGeom>
          </p:spPr>
        </p:pic>
        <p:pic>
          <p:nvPicPr>
            <p:cNvPr id="2589" name="Graphic 2588" descr="Deciduous tree with solid fill">
              <a:extLst>
                <a:ext uri="{FF2B5EF4-FFF2-40B4-BE49-F238E27FC236}">
                  <a16:creationId xmlns:a16="http://schemas.microsoft.com/office/drawing/2014/main" id="{F6C8DA9E-5628-9AA0-351E-5CDA0DE3F3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4006" y="1608278"/>
              <a:ext cx="209457" cy="196411"/>
            </a:xfrm>
            <a:prstGeom prst="rect">
              <a:avLst/>
            </a:prstGeom>
          </p:spPr>
        </p:pic>
        <p:pic>
          <p:nvPicPr>
            <p:cNvPr id="2590" name="Graphic 2589" descr="Deciduous tree with solid fill">
              <a:extLst>
                <a:ext uri="{FF2B5EF4-FFF2-40B4-BE49-F238E27FC236}">
                  <a16:creationId xmlns:a16="http://schemas.microsoft.com/office/drawing/2014/main" id="{076119F0-D03B-C84E-6455-6197CF9EC5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65701" y="1731770"/>
              <a:ext cx="209457" cy="196411"/>
            </a:xfrm>
            <a:prstGeom prst="rect">
              <a:avLst/>
            </a:prstGeom>
          </p:spPr>
        </p:pic>
        <p:pic>
          <p:nvPicPr>
            <p:cNvPr id="2591" name="Graphic 2590" descr="Deciduous tree with solid fill">
              <a:extLst>
                <a:ext uri="{FF2B5EF4-FFF2-40B4-BE49-F238E27FC236}">
                  <a16:creationId xmlns:a16="http://schemas.microsoft.com/office/drawing/2014/main" id="{4E690525-131B-5269-22B5-DC75548BE0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97396" y="1855261"/>
              <a:ext cx="209457" cy="196411"/>
            </a:xfrm>
            <a:prstGeom prst="rect">
              <a:avLst/>
            </a:prstGeom>
          </p:spPr>
        </p:pic>
        <p:pic>
          <p:nvPicPr>
            <p:cNvPr id="2592" name="Graphic 2591" descr="Deciduous tree with solid fill">
              <a:extLst>
                <a:ext uri="{FF2B5EF4-FFF2-40B4-BE49-F238E27FC236}">
                  <a16:creationId xmlns:a16="http://schemas.microsoft.com/office/drawing/2014/main" id="{3810FCB1-E515-0522-D052-EC32C998DB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29091" y="1978752"/>
              <a:ext cx="209457" cy="196411"/>
            </a:xfrm>
            <a:prstGeom prst="rect">
              <a:avLst/>
            </a:prstGeom>
          </p:spPr>
        </p:pic>
        <p:pic>
          <p:nvPicPr>
            <p:cNvPr id="2593" name="Graphic 2592" descr="Deciduous tree with solid fill">
              <a:extLst>
                <a:ext uri="{FF2B5EF4-FFF2-40B4-BE49-F238E27FC236}">
                  <a16:creationId xmlns:a16="http://schemas.microsoft.com/office/drawing/2014/main" id="{349B86DB-8B17-528F-9B8A-BF1581A62F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60784" y="2102244"/>
              <a:ext cx="209457" cy="196411"/>
            </a:xfrm>
            <a:prstGeom prst="rect">
              <a:avLst/>
            </a:prstGeom>
          </p:spPr>
        </p:pic>
        <p:pic>
          <p:nvPicPr>
            <p:cNvPr id="2594" name="Graphic 2593" descr="Deciduous tree with solid fill">
              <a:extLst>
                <a:ext uri="{FF2B5EF4-FFF2-40B4-BE49-F238E27FC236}">
                  <a16:creationId xmlns:a16="http://schemas.microsoft.com/office/drawing/2014/main" id="{94A94313-2FA7-41B3-5DD9-2BD2F48D17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2481" y="2225735"/>
              <a:ext cx="209457" cy="196411"/>
            </a:xfrm>
            <a:prstGeom prst="rect">
              <a:avLst/>
            </a:prstGeom>
          </p:spPr>
        </p:pic>
        <p:pic>
          <p:nvPicPr>
            <p:cNvPr id="2595" name="Graphic 2594" descr="Deciduous tree with solid fill">
              <a:extLst>
                <a:ext uri="{FF2B5EF4-FFF2-40B4-BE49-F238E27FC236}">
                  <a16:creationId xmlns:a16="http://schemas.microsoft.com/office/drawing/2014/main" id="{81F5AC67-FC00-61B4-CD4A-98D9AA2399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4174" y="2349226"/>
              <a:ext cx="209457" cy="196411"/>
            </a:xfrm>
            <a:prstGeom prst="rect">
              <a:avLst/>
            </a:prstGeom>
          </p:spPr>
        </p:pic>
        <p:pic>
          <p:nvPicPr>
            <p:cNvPr id="2596" name="Graphic 2595" descr="Deciduous tree with solid fill">
              <a:extLst>
                <a:ext uri="{FF2B5EF4-FFF2-40B4-BE49-F238E27FC236}">
                  <a16:creationId xmlns:a16="http://schemas.microsoft.com/office/drawing/2014/main" id="{981279D5-9221-14A9-CCD0-39354ED3D2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55869" y="2472717"/>
              <a:ext cx="209457" cy="196411"/>
            </a:xfrm>
            <a:prstGeom prst="rect">
              <a:avLst/>
            </a:prstGeom>
          </p:spPr>
        </p:pic>
        <p:pic>
          <p:nvPicPr>
            <p:cNvPr id="2597" name="Graphic 2596" descr="Deciduous tree with solid fill">
              <a:extLst>
                <a:ext uri="{FF2B5EF4-FFF2-40B4-BE49-F238E27FC236}">
                  <a16:creationId xmlns:a16="http://schemas.microsoft.com/office/drawing/2014/main" id="{F5C2713D-A925-8FCC-B348-F432051874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87564" y="2596207"/>
              <a:ext cx="209457" cy="196411"/>
            </a:xfrm>
            <a:prstGeom prst="rect">
              <a:avLst/>
            </a:prstGeom>
          </p:spPr>
        </p:pic>
        <p:pic>
          <p:nvPicPr>
            <p:cNvPr id="2598" name="Graphic 2597" descr="Deciduous tree with solid fill">
              <a:extLst>
                <a:ext uri="{FF2B5EF4-FFF2-40B4-BE49-F238E27FC236}">
                  <a16:creationId xmlns:a16="http://schemas.microsoft.com/office/drawing/2014/main" id="{BFCDFD40-FA19-79F6-8CC4-D32A505998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19259" y="2719699"/>
              <a:ext cx="209457" cy="196411"/>
            </a:xfrm>
            <a:prstGeom prst="rect">
              <a:avLst/>
            </a:prstGeom>
          </p:spPr>
        </p:pic>
        <p:pic>
          <p:nvPicPr>
            <p:cNvPr id="2599" name="Graphic 2598" descr="Deciduous tree with solid fill">
              <a:extLst>
                <a:ext uri="{FF2B5EF4-FFF2-40B4-BE49-F238E27FC236}">
                  <a16:creationId xmlns:a16="http://schemas.microsoft.com/office/drawing/2014/main" id="{2F6AC052-9E41-1AD1-8F4A-2662BBF4EA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50953" y="2843190"/>
              <a:ext cx="209457" cy="196411"/>
            </a:xfrm>
            <a:prstGeom prst="rect">
              <a:avLst/>
            </a:prstGeom>
          </p:spPr>
        </p:pic>
        <p:pic>
          <p:nvPicPr>
            <p:cNvPr id="2600" name="Graphic 2599" descr="Deciduous tree with solid fill">
              <a:extLst>
                <a:ext uri="{FF2B5EF4-FFF2-40B4-BE49-F238E27FC236}">
                  <a16:creationId xmlns:a16="http://schemas.microsoft.com/office/drawing/2014/main" id="{1DB2A04C-21D8-5F6B-283A-011A2DD1D2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82648" y="2966682"/>
              <a:ext cx="209457" cy="196411"/>
            </a:xfrm>
            <a:prstGeom prst="rect">
              <a:avLst/>
            </a:prstGeom>
          </p:spPr>
        </p:pic>
        <p:pic>
          <p:nvPicPr>
            <p:cNvPr id="2601" name="Graphic 2600" descr="Deciduous tree with solid fill">
              <a:extLst>
                <a:ext uri="{FF2B5EF4-FFF2-40B4-BE49-F238E27FC236}">
                  <a16:creationId xmlns:a16="http://schemas.microsoft.com/office/drawing/2014/main" id="{1C09312E-0AC2-6BAF-4AF2-FF3F1756FC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14344" y="3090175"/>
              <a:ext cx="209457" cy="196411"/>
            </a:xfrm>
            <a:prstGeom prst="rect">
              <a:avLst/>
            </a:prstGeom>
          </p:spPr>
        </p:pic>
        <p:pic>
          <p:nvPicPr>
            <p:cNvPr id="2602" name="Graphic 2601" descr="Deciduous tree with solid fill">
              <a:extLst>
                <a:ext uri="{FF2B5EF4-FFF2-40B4-BE49-F238E27FC236}">
                  <a16:creationId xmlns:a16="http://schemas.microsoft.com/office/drawing/2014/main" id="{0E5C2511-C8A8-906B-5898-C0A4F1D73B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01938" y="3495472"/>
              <a:ext cx="209457" cy="196411"/>
            </a:xfrm>
            <a:prstGeom prst="rect">
              <a:avLst/>
            </a:prstGeom>
          </p:spPr>
        </p:pic>
        <p:pic>
          <p:nvPicPr>
            <p:cNvPr id="2603" name="Graphic 2602" descr="Deciduous tree with solid fill">
              <a:extLst>
                <a:ext uri="{FF2B5EF4-FFF2-40B4-BE49-F238E27FC236}">
                  <a16:creationId xmlns:a16="http://schemas.microsoft.com/office/drawing/2014/main" id="{FD39C232-7A70-B967-8404-5994D6BBD1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219" y="3413697"/>
              <a:ext cx="209457" cy="196411"/>
            </a:xfrm>
            <a:prstGeom prst="rect">
              <a:avLst/>
            </a:prstGeom>
          </p:spPr>
        </p:pic>
        <p:pic>
          <p:nvPicPr>
            <p:cNvPr id="2604" name="Graphic 2603" descr="Deciduous tree with solid fill">
              <a:extLst>
                <a:ext uri="{FF2B5EF4-FFF2-40B4-BE49-F238E27FC236}">
                  <a16:creationId xmlns:a16="http://schemas.microsoft.com/office/drawing/2014/main" id="{F976A130-BC2E-358B-FA17-B5DB59882E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24298" y="4001195"/>
              <a:ext cx="209457" cy="196411"/>
            </a:xfrm>
            <a:prstGeom prst="rect">
              <a:avLst/>
            </a:prstGeom>
          </p:spPr>
        </p:pic>
      </p:grpSp>
      <p:sp>
        <p:nvSpPr>
          <p:cNvPr id="2606" name="TextBox 2605">
            <a:extLst>
              <a:ext uri="{FF2B5EF4-FFF2-40B4-BE49-F238E27FC236}">
                <a16:creationId xmlns:a16="http://schemas.microsoft.com/office/drawing/2014/main" id="{88FE4477-041B-6A3B-A602-CB707A45700E}"/>
              </a:ext>
            </a:extLst>
          </p:cNvPr>
          <p:cNvSpPr txBox="1"/>
          <p:nvPr/>
        </p:nvSpPr>
        <p:spPr>
          <a:xfrm>
            <a:off x="5555940" y="457880"/>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a:t>
            </a:r>
            <a:r>
              <a:rPr lang="en-US" sz="2800" b="1" dirty="0">
                <a:latin typeface="Aptos" panose="020B0004020202020204" pitchFamily="34" charset="0"/>
              </a:rPr>
              <a:t>x</a:t>
            </a:r>
            <a:endParaRPr lang="en-US" sz="2800" b="1" noProof="0" dirty="0">
              <a:latin typeface="Aptos" panose="020B0004020202020204" pitchFamily="34" charset="0"/>
            </a:endParaRPr>
          </a:p>
        </p:txBody>
      </p:sp>
      <p:sp>
        <p:nvSpPr>
          <p:cNvPr id="30" name="TextBox 29">
            <a:extLst>
              <a:ext uri="{FF2B5EF4-FFF2-40B4-BE49-F238E27FC236}">
                <a16:creationId xmlns:a16="http://schemas.microsoft.com/office/drawing/2014/main" id="{3E22CF71-441F-5A3B-6821-7D221F55CC95}"/>
              </a:ext>
            </a:extLst>
          </p:cNvPr>
          <p:cNvSpPr txBox="1"/>
          <p:nvPr/>
        </p:nvSpPr>
        <p:spPr>
          <a:xfrm>
            <a:off x="6606668" y="397089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err="1"/>
              <a:t>Px</a:t>
            </a:r>
            <a:endParaRPr lang="en-CH" sz="3200" b="1" dirty="0"/>
          </a:p>
        </p:txBody>
      </p:sp>
      <p:grpSp>
        <p:nvGrpSpPr>
          <p:cNvPr id="23" name="Group 22">
            <a:extLst>
              <a:ext uri="{FF2B5EF4-FFF2-40B4-BE49-F238E27FC236}">
                <a16:creationId xmlns:a16="http://schemas.microsoft.com/office/drawing/2014/main" id="{359C88F2-DE4C-9579-84FF-D97A64F8A632}"/>
              </a:ext>
            </a:extLst>
          </p:cNvPr>
          <p:cNvGrpSpPr/>
          <p:nvPr/>
        </p:nvGrpSpPr>
        <p:grpSpPr>
          <a:xfrm>
            <a:off x="622276" y="1570958"/>
            <a:ext cx="1631344" cy="3828642"/>
            <a:chOff x="395999" y="905357"/>
            <a:chExt cx="1631344" cy="3828642"/>
          </a:xfrm>
        </p:grpSpPr>
        <p:sp>
          <p:nvSpPr>
            <p:cNvPr id="24" name="Rectangle 23">
              <a:extLst>
                <a:ext uri="{FF2B5EF4-FFF2-40B4-BE49-F238E27FC236}">
                  <a16:creationId xmlns:a16="http://schemas.microsoft.com/office/drawing/2014/main" id="{A6101D09-FAFA-93FE-5B99-5FFF5BDE2405}"/>
                </a:ext>
              </a:extLst>
            </p:cNvPr>
            <p:cNvSpPr/>
            <p:nvPr/>
          </p:nvSpPr>
          <p:spPr>
            <a:xfrm>
              <a:off x="432000" y="1296000"/>
              <a:ext cx="251999" cy="3420000"/>
            </a:xfrm>
            <a:prstGeom prst="rect">
              <a:avLst/>
            </a:prstGeom>
            <a:gradFill flip="none" rotWithShape="1">
              <a:gsLst>
                <a:gs pos="0">
                  <a:srgbClr val="2166AC"/>
                </a:gs>
                <a:gs pos="50000">
                  <a:srgbClr val="F7F7F7"/>
                </a:gs>
                <a:gs pos="100000">
                  <a:srgbClr val="B2182B"/>
                </a:gs>
              </a:gsLst>
              <a:lin ang="16200000" scaled="0"/>
            </a:gradFill>
            <a:ln>
              <a:noFill/>
            </a:ln>
            <a:effectLst/>
          </p:spPr>
          <p:txBody>
            <a:bodyPr rtlCol="0" anchor="ctr"/>
            <a:lstStyle/>
            <a:p>
              <a:pPr algn="ctr"/>
              <a:endParaRPr/>
            </a:p>
          </p:txBody>
        </p:sp>
        <p:sp>
          <p:nvSpPr>
            <p:cNvPr id="25" name="Rectangle 24">
              <a:extLst>
                <a:ext uri="{FF2B5EF4-FFF2-40B4-BE49-F238E27FC236}">
                  <a16:creationId xmlns:a16="http://schemas.microsoft.com/office/drawing/2014/main" id="{37E73B4A-D43D-5D91-D993-6D2455B916EC}"/>
                </a:ext>
              </a:extLst>
            </p:cNvPr>
            <p:cNvSpPr/>
            <p:nvPr/>
          </p:nvSpPr>
          <p:spPr>
            <a:xfrm>
              <a:off x="432000" y="1296000"/>
              <a:ext cx="251999" cy="3420000"/>
            </a:xfrm>
            <a:prstGeom prst="rect">
              <a:avLst/>
            </a:prstGeom>
            <a:noFill/>
            <a:ln w="9525">
              <a:solidFill>
                <a:srgbClr val="BFBFBF"/>
              </a:solidFill>
            </a:ln>
            <a:effectLst/>
          </p:spPr>
          <p:txBody>
            <a:bodyPr rtlCol="0" anchor="ctr"/>
            <a:lstStyle/>
            <a:p>
              <a:pPr algn="ctr"/>
              <a:endParaRPr/>
            </a:p>
          </p:txBody>
        </p:sp>
        <p:sp>
          <p:nvSpPr>
            <p:cNvPr id="26" name="TextBox 25">
              <a:extLst>
                <a:ext uri="{FF2B5EF4-FFF2-40B4-BE49-F238E27FC236}">
                  <a16:creationId xmlns:a16="http://schemas.microsoft.com/office/drawing/2014/main" id="{4227EAF4-C4E4-330D-F1C1-1167AD7FFAD0}"/>
                </a:ext>
              </a:extLst>
            </p:cNvPr>
            <p:cNvSpPr txBox="1"/>
            <p:nvPr/>
          </p:nvSpPr>
          <p:spPr>
            <a:xfrm>
              <a:off x="395999" y="905357"/>
              <a:ext cx="1631344" cy="241285"/>
            </a:xfrm>
            <a:prstGeom prst="rect">
              <a:avLst/>
            </a:prstGeom>
            <a:noFill/>
          </p:spPr>
          <p:txBody>
            <a:bodyPr wrap="none" lIns="0" tIns="0" rIns="0" bIns="0" anchor="ctr">
              <a:spAutoFit/>
            </a:bodyPr>
            <a:lstStyle/>
            <a:p>
              <a:pPr algn="l"/>
              <a:r>
                <a:rPr b="1" dirty="0">
                  <a:solidFill>
                    <a:srgbClr val="0B0B0B"/>
                  </a:solidFill>
                  <a:latin typeface="Arial"/>
                </a:rPr>
                <a:t>Temperature (°C)</a:t>
              </a:r>
            </a:p>
          </p:txBody>
        </p:sp>
        <p:sp>
          <p:nvSpPr>
            <p:cNvPr id="34" name="TextBox 33">
              <a:extLst>
                <a:ext uri="{FF2B5EF4-FFF2-40B4-BE49-F238E27FC236}">
                  <a16:creationId xmlns:a16="http://schemas.microsoft.com/office/drawing/2014/main" id="{FE5548C7-C52A-C5A7-518C-43362565BEB9}"/>
                </a:ext>
              </a:extLst>
            </p:cNvPr>
            <p:cNvSpPr txBox="1"/>
            <p:nvPr/>
          </p:nvSpPr>
          <p:spPr>
            <a:xfrm>
              <a:off x="774000" y="1278000"/>
              <a:ext cx="1080000" cy="251999"/>
            </a:xfrm>
            <a:prstGeom prst="rect">
              <a:avLst/>
            </a:prstGeom>
            <a:noFill/>
          </p:spPr>
          <p:txBody>
            <a:bodyPr wrap="none" lIns="0" tIns="0" rIns="0" bIns="0" anchor="ctr">
              <a:spAutoFit/>
            </a:bodyPr>
            <a:lstStyle/>
            <a:p>
              <a:pPr algn="l"/>
              <a:r>
                <a:rPr sz="1250" b="0">
                  <a:solidFill>
                    <a:srgbClr val="52514E"/>
                  </a:solidFill>
                  <a:latin typeface="Arial"/>
                </a:rPr>
                <a:t>warmer</a:t>
              </a:r>
            </a:p>
          </p:txBody>
        </p:sp>
        <p:sp>
          <p:nvSpPr>
            <p:cNvPr id="36" name="TextBox 35">
              <a:extLst>
                <a:ext uri="{FF2B5EF4-FFF2-40B4-BE49-F238E27FC236}">
                  <a16:creationId xmlns:a16="http://schemas.microsoft.com/office/drawing/2014/main" id="{0871B824-1A08-96F3-4A98-5D6FAFA23DF3}"/>
                </a:ext>
              </a:extLst>
            </p:cNvPr>
            <p:cNvSpPr txBox="1"/>
            <p:nvPr/>
          </p:nvSpPr>
          <p:spPr>
            <a:xfrm>
              <a:off x="774000" y="4482000"/>
              <a:ext cx="1080000" cy="251999"/>
            </a:xfrm>
            <a:prstGeom prst="rect">
              <a:avLst/>
            </a:prstGeom>
            <a:noFill/>
          </p:spPr>
          <p:txBody>
            <a:bodyPr wrap="none" lIns="0" tIns="0" rIns="0" bIns="0" anchor="ctr">
              <a:spAutoFit/>
            </a:bodyPr>
            <a:lstStyle/>
            <a:p>
              <a:pPr algn="l"/>
              <a:r>
                <a:rPr sz="1250" b="0">
                  <a:solidFill>
                    <a:srgbClr val="52514E"/>
                  </a:solidFill>
                  <a:latin typeface="Arial"/>
                </a:rPr>
                <a:t>colder</a:t>
              </a:r>
            </a:p>
          </p:txBody>
        </p:sp>
      </p:grpSp>
    </p:spTree>
    <p:extLst>
      <p:ext uri="{BB962C8B-B14F-4D97-AF65-F5344CB8AC3E}">
        <p14:creationId xmlns:p14="http://schemas.microsoft.com/office/powerpoint/2010/main" val="24290831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3EF01-AD33-6EC6-E727-C5A14CC36744}"/>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A3881CB9-CC0F-5505-7CCD-632C80C6BB54}"/>
              </a:ext>
            </a:extLst>
          </p:cNvPr>
          <p:cNvSpPr/>
          <p:nvPr/>
        </p:nvSpPr>
        <p:spPr>
          <a:xfrm>
            <a:off x="6440865" y="3798883"/>
            <a:ext cx="2823485" cy="2526202"/>
          </a:xfrm>
          <a:prstGeom prst="roundRect">
            <a:avLst/>
          </a:prstGeom>
          <a:gradFill>
            <a:gsLst>
              <a:gs pos="0">
                <a:srgbClr val="E0908A"/>
              </a:gs>
              <a:gs pos="100000">
                <a:srgbClr val="B2182B"/>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Rounded Corners 18">
            <a:extLst>
              <a:ext uri="{FF2B5EF4-FFF2-40B4-BE49-F238E27FC236}">
                <a16:creationId xmlns:a16="http://schemas.microsoft.com/office/drawing/2014/main" id="{4532CA9B-5156-ABF1-49CC-4390063101A0}"/>
              </a:ext>
            </a:extLst>
          </p:cNvPr>
          <p:cNvSpPr/>
          <p:nvPr/>
        </p:nvSpPr>
        <p:spPr>
          <a:xfrm>
            <a:off x="2927172" y="3791774"/>
            <a:ext cx="2823485" cy="2526202"/>
          </a:xfrm>
          <a:prstGeom prst="roundRect">
            <a:avLst/>
          </a:prstGeom>
          <a:gradFill flip="none" rotWithShape="1">
            <a:gsLst>
              <a:gs pos="0">
                <a:srgbClr val="F7F7F7"/>
              </a:gs>
              <a:gs pos="100000">
                <a:srgbClr val="E0908A"/>
              </a:gs>
            </a:gsLst>
            <a:lin ang="5400000" scaled="1"/>
            <a:tileRect/>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Rectangle: Rounded Corners 22">
            <a:extLst>
              <a:ext uri="{FF2B5EF4-FFF2-40B4-BE49-F238E27FC236}">
                <a16:creationId xmlns:a16="http://schemas.microsoft.com/office/drawing/2014/main" id="{521C0087-DD05-EA99-1468-113154EAA26D}"/>
              </a:ext>
            </a:extLst>
          </p:cNvPr>
          <p:cNvSpPr/>
          <p:nvPr/>
        </p:nvSpPr>
        <p:spPr>
          <a:xfrm>
            <a:off x="6440865" y="947399"/>
            <a:ext cx="2823485" cy="2526202"/>
          </a:xfrm>
          <a:prstGeom prst="roundRect">
            <a:avLst/>
          </a:prstGeom>
          <a:gradFill>
            <a:gsLst>
              <a:gs pos="0">
                <a:srgbClr val="98ABD2"/>
              </a:gs>
              <a:gs pos="100000">
                <a:srgbClr val="F7F7F7"/>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Rectangle: Rounded Corners 25">
            <a:extLst>
              <a:ext uri="{FF2B5EF4-FFF2-40B4-BE49-F238E27FC236}">
                <a16:creationId xmlns:a16="http://schemas.microsoft.com/office/drawing/2014/main" id="{FD10A0DC-C660-A9AF-5345-38E760BB97F8}"/>
              </a:ext>
            </a:extLst>
          </p:cNvPr>
          <p:cNvSpPr/>
          <p:nvPr/>
        </p:nvSpPr>
        <p:spPr>
          <a:xfrm>
            <a:off x="2929636" y="950339"/>
            <a:ext cx="2823485" cy="2526202"/>
          </a:xfrm>
          <a:prstGeom prst="roundRect">
            <a:avLst/>
          </a:prstGeom>
          <a:gradFill>
            <a:gsLst>
              <a:gs pos="0">
                <a:srgbClr val="2166AC"/>
              </a:gs>
              <a:gs pos="100000">
                <a:srgbClr val="98ABD2"/>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C14C8C9-F42F-4ABE-8A2C-A7C32B098A57}"/>
              </a:ext>
            </a:extLst>
          </p:cNvPr>
          <p:cNvSpPr>
            <a:spLocks noGrp="1"/>
          </p:cNvSpPr>
          <p:nvPr>
            <p:ph type="title"/>
          </p:nvPr>
        </p:nvSpPr>
        <p:spPr/>
        <p:txBody>
          <a:bodyPr/>
          <a:lstStyle/>
          <a:p>
            <a:r>
              <a:rPr lang="en-US" dirty="0"/>
              <a:t>Method</a:t>
            </a:r>
            <a:endParaRPr lang="en-CH" dirty="0"/>
          </a:p>
        </p:txBody>
      </p:sp>
      <p:sp>
        <p:nvSpPr>
          <p:cNvPr id="3" name="Date Placeholder 2">
            <a:extLst>
              <a:ext uri="{FF2B5EF4-FFF2-40B4-BE49-F238E27FC236}">
                <a16:creationId xmlns:a16="http://schemas.microsoft.com/office/drawing/2014/main" id="{03757839-3930-DFC2-709D-673EFF93459E}"/>
              </a:ext>
            </a:extLst>
          </p:cNvPr>
          <p:cNvSpPr>
            <a:spLocks noGrp="1"/>
          </p:cNvSpPr>
          <p:nvPr>
            <p:ph type="dt" sz="half" idx="10"/>
          </p:nvPr>
        </p:nvSpPr>
        <p:spPr/>
        <p:txBody>
          <a:bodyPr/>
          <a:lstStyle/>
          <a:p>
            <a:fld id="{EF485D5F-5C09-4412-B33D-7F062C35FB80}"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13370E22-34E3-DBC9-A065-8B701F4561FE}"/>
              </a:ext>
            </a:extLst>
          </p:cNvPr>
          <p:cNvSpPr>
            <a:spLocks noGrp="1"/>
          </p:cNvSpPr>
          <p:nvPr>
            <p:ph type="sldNum" sz="quarter" idx="12"/>
          </p:nvPr>
        </p:nvSpPr>
        <p:spPr/>
        <p:txBody>
          <a:bodyPr/>
          <a:lstStyle/>
          <a:p>
            <a:fld id="{442AD375-037F-43D0-B059-5172DA06796A}" type="slidenum">
              <a:rPr lang="en-GB" noProof="0" smtClean="0"/>
              <a:pPr/>
              <a:t>69</a:t>
            </a:fld>
            <a:endParaRPr lang="en-GB" noProof="0" dirty="0"/>
          </a:p>
        </p:txBody>
      </p:sp>
      <p:grpSp>
        <p:nvGrpSpPr>
          <p:cNvPr id="6" name="Group 5">
            <a:extLst>
              <a:ext uri="{FF2B5EF4-FFF2-40B4-BE49-F238E27FC236}">
                <a16:creationId xmlns:a16="http://schemas.microsoft.com/office/drawing/2014/main" id="{6A43E9B9-8DEC-ABDA-C13B-5C0B6A632EB4}"/>
              </a:ext>
            </a:extLst>
          </p:cNvPr>
          <p:cNvGrpSpPr/>
          <p:nvPr/>
        </p:nvGrpSpPr>
        <p:grpSpPr>
          <a:xfrm>
            <a:off x="3065679" y="1048321"/>
            <a:ext cx="5212335" cy="4482697"/>
            <a:chOff x="2697861" y="1004542"/>
            <a:chExt cx="5212335" cy="4482697"/>
          </a:xfrm>
        </p:grpSpPr>
        <p:grpSp>
          <p:nvGrpSpPr>
            <p:cNvPr id="7" name="Group 6">
              <a:extLst>
                <a:ext uri="{FF2B5EF4-FFF2-40B4-BE49-F238E27FC236}">
                  <a16:creationId xmlns:a16="http://schemas.microsoft.com/office/drawing/2014/main" id="{EE27EDB2-5328-84A2-DCDB-C1F409AD79BB}"/>
                </a:ext>
              </a:extLst>
            </p:cNvPr>
            <p:cNvGrpSpPr/>
            <p:nvPr/>
          </p:nvGrpSpPr>
          <p:grpSpPr>
            <a:xfrm>
              <a:off x="2697861" y="1004542"/>
              <a:ext cx="5212335" cy="3419087"/>
              <a:chOff x="2697861" y="1004542"/>
              <a:chExt cx="5212335" cy="3419087"/>
            </a:xfrm>
          </p:grpSpPr>
          <p:grpSp>
            <p:nvGrpSpPr>
              <p:cNvPr id="10" name="Group 9">
                <a:extLst>
                  <a:ext uri="{FF2B5EF4-FFF2-40B4-BE49-F238E27FC236}">
                    <a16:creationId xmlns:a16="http://schemas.microsoft.com/office/drawing/2014/main" id="{BCA92F8E-8B26-040A-8E11-1EDC05994193}"/>
                  </a:ext>
                </a:extLst>
              </p:cNvPr>
              <p:cNvGrpSpPr/>
              <p:nvPr/>
            </p:nvGrpSpPr>
            <p:grpSpPr>
              <a:xfrm>
                <a:off x="6238850" y="1004542"/>
                <a:ext cx="1671346" cy="3089673"/>
                <a:chOff x="7032105" y="1004542"/>
                <a:chExt cx="1671346" cy="3089673"/>
              </a:xfrm>
            </p:grpSpPr>
            <p:sp>
              <p:nvSpPr>
                <p:cNvPr id="35" name="TextBox 34">
                  <a:extLst>
                    <a:ext uri="{FF2B5EF4-FFF2-40B4-BE49-F238E27FC236}">
                      <a16:creationId xmlns:a16="http://schemas.microsoft.com/office/drawing/2014/main" id="{AE235D0A-AF39-0243-60DC-EABD33517326}"/>
                    </a:ext>
                  </a:extLst>
                </p:cNvPr>
                <p:cNvSpPr txBox="1"/>
                <p:nvPr/>
              </p:nvSpPr>
              <p:spPr>
                <a:xfrm>
                  <a:off x="7032105"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pic>
              <p:nvPicPr>
                <p:cNvPr id="37" name="Graphic 36" descr="Sort with solid fill">
                  <a:extLst>
                    <a:ext uri="{FF2B5EF4-FFF2-40B4-BE49-F238E27FC236}">
                      <a16:creationId xmlns:a16="http://schemas.microsoft.com/office/drawing/2014/main" id="{CD7D5B96-469C-B266-B21D-4701F93778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89051" y="3179815"/>
                  <a:ext cx="914400" cy="914400"/>
                </a:xfrm>
                <a:prstGeom prst="rect">
                  <a:avLst/>
                </a:prstGeom>
                <a:effectLst>
                  <a:outerShdw blurRad="50800" dist="38100" dir="2700000" algn="tl" rotWithShape="0">
                    <a:prstClr val="black">
                      <a:alpha val="40000"/>
                    </a:prstClr>
                  </a:outerShdw>
                </a:effectLst>
              </p:spPr>
            </p:pic>
          </p:grpSp>
          <p:grpSp>
            <p:nvGrpSpPr>
              <p:cNvPr id="11" name="Group 10">
                <a:extLst>
                  <a:ext uri="{FF2B5EF4-FFF2-40B4-BE49-F238E27FC236}">
                    <a16:creationId xmlns:a16="http://schemas.microsoft.com/office/drawing/2014/main" id="{6BF36A94-D0F5-8A79-550D-2ACBB57E07ED}"/>
                  </a:ext>
                </a:extLst>
              </p:cNvPr>
              <p:cNvGrpSpPr/>
              <p:nvPr/>
            </p:nvGrpSpPr>
            <p:grpSpPr>
              <a:xfrm>
                <a:off x="2697861" y="1052191"/>
                <a:ext cx="1643736" cy="3371438"/>
                <a:chOff x="1988908" y="1038243"/>
                <a:chExt cx="1643736" cy="3371438"/>
              </a:xfrm>
            </p:grpSpPr>
            <p:sp>
              <p:nvSpPr>
                <p:cNvPr id="14" name="TextBox 13">
                  <a:extLst>
                    <a:ext uri="{FF2B5EF4-FFF2-40B4-BE49-F238E27FC236}">
                      <a16:creationId xmlns:a16="http://schemas.microsoft.com/office/drawing/2014/main" id="{76569E7A-8A88-2602-B467-A263EB892262}"/>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15" name="TextBox 14">
                  <a:extLst>
                    <a:ext uri="{FF2B5EF4-FFF2-40B4-BE49-F238E27FC236}">
                      <a16:creationId xmlns:a16="http://schemas.microsoft.com/office/drawing/2014/main" id="{B4D37E8E-F72D-0176-0DCB-7BDC7D5C8ECE}"/>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pic>
              <p:nvPicPr>
                <p:cNvPr id="16" name="Graphic 15" descr="Sort with solid fill">
                  <a:extLst>
                    <a:ext uri="{FF2B5EF4-FFF2-40B4-BE49-F238E27FC236}">
                      <a16:creationId xmlns:a16="http://schemas.microsoft.com/office/drawing/2014/main" id="{0C2CE52F-F239-0B8C-0D86-E21E6389F7F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18244" y="3175189"/>
                  <a:ext cx="914400" cy="914400"/>
                </a:xfrm>
                <a:prstGeom prst="rect">
                  <a:avLst/>
                </a:prstGeom>
                <a:effectLst>
                  <a:outerShdw blurRad="50800" dist="38100" dir="2700000" algn="tl" rotWithShape="0">
                    <a:prstClr val="black">
                      <a:alpha val="40000"/>
                    </a:prstClr>
                  </a:outerShdw>
                </a:effectLst>
              </p:spPr>
            </p:pic>
          </p:grpSp>
        </p:grpSp>
        <p:pic>
          <p:nvPicPr>
            <p:cNvPr id="8" name="Graphic 7" descr="Sort with solid fill">
              <a:extLst>
                <a:ext uri="{FF2B5EF4-FFF2-40B4-BE49-F238E27FC236}">
                  <a16:creationId xmlns:a16="http://schemas.microsoft.com/office/drawing/2014/main" id="{B00BCF64-278C-AB64-6097-F8A66FC4AC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9" name="Graphic 8" descr="Sort with solid fill">
              <a:extLst>
                <a:ext uri="{FF2B5EF4-FFF2-40B4-BE49-F238E27FC236}">
                  <a16:creationId xmlns:a16="http://schemas.microsoft.com/office/drawing/2014/main" id="{9210606D-6A27-E1EE-5873-3141511D86B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sp>
        <p:nvSpPr>
          <p:cNvPr id="2606" name="TextBox 2605">
            <a:extLst>
              <a:ext uri="{FF2B5EF4-FFF2-40B4-BE49-F238E27FC236}">
                <a16:creationId xmlns:a16="http://schemas.microsoft.com/office/drawing/2014/main" id="{1D723CD7-4C0F-6556-3BC8-585C1D55D057}"/>
              </a:ext>
            </a:extLst>
          </p:cNvPr>
          <p:cNvSpPr txBox="1"/>
          <p:nvPr/>
        </p:nvSpPr>
        <p:spPr>
          <a:xfrm>
            <a:off x="5555940" y="457880"/>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a:t>
            </a:r>
            <a:r>
              <a:rPr lang="en-US" sz="2800" b="1" dirty="0">
                <a:latin typeface="Aptos" panose="020B0004020202020204" pitchFamily="34" charset="0"/>
              </a:rPr>
              <a:t>x</a:t>
            </a:r>
            <a:endParaRPr lang="en-US" sz="2800" b="1" noProof="0" dirty="0">
              <a:latin typeface="Aptos" panose="020B0004020202020204" pitchFamily="34" charset="0"/>
            </a:endParaRPr>
          </a:p>
        </p:txBody>
      </p:sp>
      <p:pic>
        <p:nvPicPr>
          <p:cNvPr id="18" name="Graphic 17" descr="Ant with solid fill">
            <a:extLst>
              <a:ext uri="{FF2B5EF4-FFF2-40B4-BE49-F238E27FC236}">
                <a16:creationId xmlns:a16="http://schemas.microsoft.com/office/drawing/2014/main" id="{0376701C-F1FB-452F-E0DD-F1CC237A3C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95015" y="1685438"/>
            <a:ext cx="914400" cy="914400"/>
          </a:xfrm>
          <a:prstGeom prst="rect">
            <a:avLst/>
          </a:prstGeom>
        </p:spPr>
      </p:pic>
      <p:pic>
        <p:nvPicPr>
          <p:cNvPr id="20" name="Graphic 19" descr="Ant with solid fill">
            <a:extLst>
              <a:ext uri="{FF2B5EF4-FFF2-40B4-BE49-F238E27FC236}">
                <a16:creationId xmlns:a16="http://schemas.microsoft.com/office/drawing/2014/main" id="{9554BBA6-085F-1FA0-BF38-0DBC04CFAB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63614" y="1685438"/>
            <a:ext cx="914400" cy="914400"/>
          </a:xfrm>
          <a:prstGeom prst="rect">
            <a:avLst/>
          </a:prstGeom>
        </p:spPr>
      </p:pic>
      <p:pic>
        <p:nvPicPr>
          <p:cNvPr id="22" name="Graphic 21" descr="Ant with solid fill">
            <a:extLst>
              <a:ext uri="{FF2B5EF4-FFF2-40B4-BE49-F238E27FC236}">
                <a16:creationId xmlns:a16="http://schemas.microsoft.com/office/drawing/2014/main" id="{758CDA57-0734-FD3E-CA70-7449D5E3EA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63614" y="4600608"/>
            <a:ext cx="914400" cy="914400"/>
          </a:xfrm>
          <a:prstGeom prst="rect">
            <a:avLst/>
          </a:prstGeom>
        </p:spPr>
      </p:pic>
      <p:pic>
        <p:nvPicPr>
          <p:cNvPr id="25" name="Graphic 24" descr="Ant with solid fill">
            <a:extLst>
              <a:ext uri="{FF2B5EF4-FFF2-40B4-BE49-F238E27FC236}">
                <a16:creationId xmlns:a16="http://schemas.microsoft.com/office/drawing/2014/main" id="{988CC788-91B9-CA64-E086-53079CED0D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95015" y="4600608"/>
            <a:ext cx="914400" cy="914400"/>
          </a:xfrm>
          <a:prstGeom prst="rect">
            <a:avLst/>
          </a:prstGeom>
        </p:spPr>
      </p:pic>
      <p:sp>
        <p:nvSpPr>
          <p:cNvPr id="28" name="TextBox 27">
            <a:extLst>
              <a:ext uri="{FF2B5EF4-FFF2-40B4-BE49-F238E27FC236}">
                <a16:creationId xmlns:a16="http://schemas.microsoft.com/office/drawing/2014/main" id="{CED78E11-01E1-F073-F0EB-968BE550CB84}"/>
              </a:ext>
            </a:extLst>
          </p:cNvPr>
          <p:cNvSpPr txBox="1"/>
          <p:nvPr/>
        </p:nvSpPr>
        <p:spPr>
          <a:xfrm>
            <a:off x="6606668" y="397089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err="1"/>
              <a:t>Px</a:t>
            </a:r>
            <a:endParaRPr lang="en-CH" sz="3200" b="1" dirty="0"/>
          </a:p>
        </p:txBody>
      </p:sp>
      <p:grpSp>
        <p:nvGrpSpPr>
          <p:cNvPr id="27" name="Group 26">
            <a:extLst>
              <a:ext uri="{FF2B5EF4-FFF2-40B4-BE49-F238E27FC236}">
                <a16:creationId xmlns:a16="http://schemas.microsoft.com/office/drawing/2014/main" id="{1572BE67-539E-44DC-8AEE-362EDE32EADC}"/>
              </a:ext>
            </a:extLst>
          </p:cNvPr>
          <p:cNvGrpSpPr/>
          <p:nvPr/>
        </p:nvGrpSpPr>
        <p:grpSpPr>
          <a:xfrm>
            <a:off x="622276" y="1570958"/>
            <a:ext cx="1631344" cy="3828642"/>
            <a:chOff x="395999" y="905357"/>
            <a:chExt cx="1631344" cy="3828642"/>
          </a:xfrm>
        </p:grpSpPr>
        <p:sp>
          <p:nvSpPr>
            <p:cNvPr id="29" name="Rectangle 28">
              <a:extLst>
                <a:ext uri="{FF2B5EF4-FFF2-40B4-BE49-F238E27FC236}">
                  <a16:creationId xmlns:a16="http://schemas.microsoft.com/office/drawing/2014/main" id="{E5B0A297-19C4-BB41-7B29-E905B13E5BB0}"/>
                </a:ext>
              </a:extLst>
            </p:cNvPr>
            <p:cNvSpPr/>
            <p:nvPr/>
          </p:nvSpPr>
          <p:spPr>
            <a:xfrm>
              <a:off x="432000" y="1296000"/>
              <a:ext cx="251999" cy="3420000"/>
            </a:xfrm>
            <a:prstGeom prst="rect">
              <a:avLst/>
            </a:prstGeom>
            <a:gradFill flip="none" rotWithShape="1">
              <a:gsLst>
                <a:gs pos="0">
                  <a:srgbClr val="2166AC"/>
                </a:gs>
                <a:gs pos="50000">
                  <a:srgbClr val="F7F7F7"/>
                </a:gs>
                <a:gs pos="100000">
                  <a:srgbClr val="B2182B"/>
                </a:gs>
              </a:gsLst>
              <a:lin ang="16200000" scaled="0"/>
            </a:gradFill>
            <a:ln>
              <a:noFill/>
            </a:ln>
            <a:effectLst/>
          </p:spPr>
          <p:txBody>
            <a:bodyPr rtlCol="0" anchor="ctr"/>
            <a:lstStyle/>
            <a:p>
              <a:pPr algn="ctr"/>
              <a:endParaRPr/>
            </a:p>
          </p:txBody>
        </p:sp>
        <p:sp>
          <p:nvSpPr>
            <p:cNvPr id="30" name="Rectangle 29">
              <a:extLst>
                <a:ext uri="{FF2B5EF4-FFF2-40B4-BE49-F238E27FC236}">
                  <a16:creationId xmlns:a16="http://schemas.microsoft.com/office/drawing/2014/main" id="{E022DA7F-E612-D69A-9C3E-EB38A6F17FDA}"/>
                </a:ext>
              </a:extLst>
            </p:cNvPr>
            <p:cNvSpPr/>
            <p:nvPr/>
          </p:nvSpPr>
          <p:spPr>
            <a:xfrm>
              <a:off x="432000" y="1296000"/>
              <a:ext cx="251999" cy="3420000"/>
            </a:xfrm>
            <a:prstGeom prst="rect">
              <a:avLst/>
            </a:prstGeom>
            <a:noFill/>
            <a:ln w="9525">
              <a:solidFill>
                <a:srgbClr val="BFBFBF"/>
              </a:solidFill>
            </a:ln>
            <a:effectLst/>
          </p:spPr>
          <p:txBody>
            <a:bodyPr rtlCol="0" anchor="ctr"/>
            <a:lstStyle/>
            <a:p>
              <a:pPr algn="ctr"/>
              <a:endParaRPr/>
            </a:p>
          </p:txBody>
        </p:sp>
        <p:sp>
          <p:nvSpPr>
            <p:cNvPr id="31" name="TextBox 30">
              <a:extLst>
                <a:ext uri="{FF2B5EF4-FFF2-40B4-BE49-F238E27FC236}">
                  <a16:creationId xmlns:a16="http://schemas.microsoft.com/office/drawing/2014/main" id="{667C7359-F02D-972E-09D5-C5D754F4CCD9}"/>
                </a:ext>
              </a:extLst>
            </p:cNvPr>
            <p:cNvSpPr txBox="1"/>
            <p:nvPr/>
          </p:nvSpPr>
          <p:spPr>
            <a:xfrm>
              <a:off x="395999" y="905357"/>
              <a:ext cx="1631344" cy="241285"/>
            </a:xfrm>
            <a:prstGeom prst="rect">
              <a:avLst/>
            </a:prstGeom>
            <a:noFill/>
          </p:spPr>
          <p:txBody>
            <a:bodyPr wrap="none" lIns="0" tIns="0" rIns="0" bIns="0" anchor="ctr">
              <a:spAutoFit/>
            </a:bodyPr>
            <a:lstStyle/>
            <a:p>
              <a:pPr algn="l"/>
              <a:r>
                <a:rPr b="1" dirty="0">
                  <a:solidFill>
                    <a:srgbClr val="0B0B0B"/>
                  </a:solidFill>
                  <a:latin typeface="Arial"/>
                </a:rPr>
                <a:t>Temperature (°C)</a:t>
              </a:r>
            </a:p>
          </p:txBody>
        </p:sp>
        <p:sp>
          <p:nvSpPr>
            <p:cNvPr id="40" name="TextBox 39">
              <a:extLst>
                <a:ext uri="{FF2B5EF4-FFF2-40B4-BE49-F238E27FC236}">
                  <a16:creationId xmlns:a16="http://schemas.microsoft.com/office/drawing/2014/main" id="{1B2718E6-C24D-DB44-A020-EB4A054259FC}"/>
                </a:ext>
              </a:extLst>
            </p:cNvPr>
            <p:cNvSpPr txBox="1"/>
            <p:nvPr/>
          </p:nvSpPr>
          <p:spPr>
            <a:xfrm>
              <a:off x="774000" y="1278000"/>
              <a:ext cx="1080000" cy="251999"/>
            </a:xfrm>
            <a:prstGeom prst="rect">
              <a:avLst/>
            </a:prstGeom>
            <a:noFill/>
          </p:spPr>
          <p:txBody>
            <a:bodyPr wrap="none" lIns="0" tIns="0" rIns="0" bIns="0" anchor="ctr">
              <a:spAutoFit/>
            </a:bodyPr>
            <a:lstStyle/>
            <a:p>
              <a:pPr algn="l"/>
              <a:r>
                <a:rPr sz="1250" b="0">
                  <a:solidFill>
                    <a:srgbClr val="52514E"/>
                  </a:solidFill>
                  <a:latin typeface="Arial"/>
                </a:rPr>
                <a:t>warmer</a:t>
              </a:r>
            </a:p>
          </p:txBody>
        </p:sp>
        <p:sp>
          <p:nvSpPr>
            <p:cNvPr id="41" name="TextBox 40">
              <a:extLst>
                <a:ext uri="{FF2B5EF4-FFF2-40B4-BE49-F238E27FC236}">
                  <a16:creationId xmlns:a16="http://schemas.microsoft.com/office/drawing/2014/main" id="{5DF8F560-ED39-9F5C-5B80-43646B9F2672}"/>
                </a:ext>
              </a:extLst>
            </p:cNvPr>
            <p:cNvSpPr txBox="1"/>
            <p:nvPr/>
          </p:nvSpPr>
          <p:spPr>
            <a:xfrm>
              <a:off x="774000" y="4482000"/>
              <a:ext cx="1080000" cy="251999"/>
            </a:xfrm>
            <a:prstGeom prst="rect">
              <a:avLst/>
            </a:prstGeom>
            <a:noFill/>
          </p:spPr>
          <p:txBody>
            <a:bodyPr wrap="none" lIns="0" tIns="0" rIns="0" bIns="0" anchor="ctr">
              <a:spAutoFit/>
            </a:bodyPr>
            <a:lstStyle/>
            <a:p>
              <a:pPr algn="l"/>
              <a:r>
                <a:rPr sz="1250" b="0">
                  <a:solidFill>
                    <a:srgbClr val="52514E"/>
                  </a:solidFill>
                  <a:latin typeface="Arial"/>
                </a:rPr>
                <a:t>colder</a:t>
              </a:r>
            </a:p>
          </p:txBody>
        </p:sp>
      </p:grpSp>
    </p:spTree>
    <p:extLst>
      <p:ext uri="{BB962C8B-B14F-4D97-AF65-F5344CB8AC3E}">
        <p14:creationId xmlns:p14="http://schemas.microsoft.com/office/powerpoint/2010/main" val="40630336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99FF1-C7A5-AD55-1DC0-509D2FAA8505}"/>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BF973E6D-1DA1-034D-AA10-E0A0F255BBC2}"/>
              </a:ext>
            </a:extLst>
          </p:cNvPr>
          <p:cNvSpPr/>
          <p:nvPr/>
        </p:nvSpPr>
        <p:spPr>
          <a:xfrm>
            <a:off x="6440865" y="3798883"/>
            <a:ext cx="2823485" cy="2526202"/>
          </a:xfrm>
          <a:prstGeom prst="roundRect">
            <a:avLst/>
          </a:prstGeom>
          <a:gradFill>
            <a:gsLst>
              <a:gs pos="0">
                <a:srgbClr val="E0908A"/>
              </a:gs>
              <a:gs pos="100000">
                <a:srgbClr val="B2182B"/>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Rounded Corners 12">
            <a:extLst>
              <a:ext uri="{FF2B5EF4-FFF2-40B4-BE49-F238E27FC236}">
                <a16:creationId xmlns:a16="http://schemas.microsoft.com/office/drawing/2014/main" id="{B8AF1D79-F8F7-E76D-F298-BE5B42F70D48}"/>
              </a:ext>
            </a:extLst>
          </p:cNvPr>
          <p:cNvSpPr/>
          <p:nvPr/>
        </p:nvSpPr>
        <p:spPr>
          <a:xfrm>
            <a:off x="2927172" y="3791774"/>
            <a:ext cx="2823485" cy="2526202"/>
          </a:xfrm>
          <a:prstGeom prst="roundRect">
            <a:avLst/>
          </a:prstGeom>
          <a:gradFill flip="none" rotWithShape="1">
            <a:gsLst>
              <a:gs pos="0">
                <a:srgbClr val="F7F7F7"/>
              </a:gs>
              <a:gs pos="100000">
                <a:srgbClr val="E0908A"/>
              </a:gs>
            </a:gsLst>
            <a:lin ang="5400000" scaled="1"/>
            <a:tileRect/>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Rounded Corners 14">
            <a:extLst>
              <a:ext uri="{FF2B5EF4-FFF2-40B4-BE49-F238E27FC236}">
                <a16:creationId xmlns:a16="http://schemas.microsoft.com/office/drawing/2014/main" id="{9331F0FE-8C09-C4EA-7B51-9DF3CE8DA1B3}"/>
              </a:ext>
            </a:extLst>
          </p:cNvPr>
          <p:cNvSpPr/>
          <p:nvPr/>
        </p:nvSpPr>
        <p:spPr>
          <a:xfrm>
            <a:off x="6440865" y="947399"/>
            <a:ext cx="2823485" cy="2526202"/>
          </a:xfrm>
          <a:prstGeom prst="roundRect">
            <a:avLst/>
          </a:prstGeom>
          <a:gradFill>
            <a:gsLst>
              <a:gs pos="0">
                <a:srgbClr val="98ABD2"/>
              </a:gs>
              <a:gs pos="100000">
                <a:srgbClr val="F7F7F7"/>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Rounded Corners 17">
            <a:extLst>
              <a:ext uri="{FF2B5EF4-FFF2-40B4-BE49-F238E27FC236}">
                <a16:creationId xmlns:a16="http://schemas.microsoft.com/office/drawing/2014/main" id="{9F6C2EF3-D9A4-74F1-19D4-385AD2D52A7E}"/>
              </a:ext>
            </a:extLst>
          </p:cNvPr>
          <p:cNvSpPr/>
          <p:nvPr/>
        </p:nvSpPr>
        <p:spPr>
          <a:xfrm>
            <a:off x="2929636" y="950339"/>
            <a:ext cx="2823485" cy="2526202"/>
          </a:xfrm>
          <a:prstGeom prst="roundRect">
            <a:avLst/>
          </a:prstGeom>
          <a:gradFill>
            <a:gsLst>
              <a:gs pos="0">
                <a:srgbClr val="2166AC"/>
              </a:gs>
              <a:gs pos="100000">
                <a:srgbClr val="98ABD2"/>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F5B2A3A-A815-9B46-F8E2-F3CCACB96776}"/>
              </a:ext>
            </a:extLst>
          </p:cNvPr>
          <p:cNvSpPr>
            <a:spLocks noGrp="1"/>
          </p:cNvSpPr>
          <p:nvPr>
            <p:ph type="title"/>
          </p:nvPr>
        </p:nvSpPr>
        <p:spPr/>
        <p:txBody>
          <a:bodyPr/>
          <a:lstStyle/>
          <a:p>
            <a:r>
              <a:rPr lang="en-US" dirty="0"/>
              <a:t>Method</a:t>
            </a:r>
            <a:endParaRPr lang="en-CH" dirty="0"/>
          </a:p>
        </p:txBody>
      </p:sp>
      <p:sp>
        <p:nvSpPr>
          <p:cNvPr id="3" name="Date Placeholder 2">
            <a:extLst>
              <a:ext uri="{FF2B5EF4-FFF2-40B4-BE49-F238E27FC236}">
                <a16:creationId xmlns:a16="http://schemas.microsoft.com/office/drawing/2014/main" id="{9CCEC5F2-6A6F-950F-F8C6-ED9C9C24F680}"/>
              </a:ext>
            </a:extLst>
          </p:cNvPr>
          <p:cNvSpPr>
            <a:spLocks noGrp="1"/>
          </p:cNvSpPr>
          <p:nvPr>
            <p:ph type="dt" sz="half" idx="10"/>
          </p:nvPr>
        </p:nvSpPr>
        <p:spPr/>
        <p:txBody>
          <a:bodyPr/>
          <a:lstStyle/>
          <a:p>
            <a:fld id="{5AD0C32A-3A13-4082-821E-09D29E4953DA}"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8E8C2267-61E2-D071-432E-EB5931B2FD23}"/>
              </a:ext>
            </a:extLst>
          </p:cNvPr>
          <p:cNvSpPr>
            <a:spLocks noGrp="1"/>
          </p:cNvSpPr>
          <p:nvPr>
            <p:ph type="sldNum" sz="quarter" idx="12"/>
          </p:nvPr>
        </p:nvSpPr>
        <p:spPr/>
        <p:txBody>
          <a:bodyPr/>
          <a:lstStyle/>
          <a:p>
            <a:fld id="{442AD375-037F-43D0-B059-5172DA06796A}" type="slidenum">
              <a:rPr lang="en-GB" noProof="0" smtClean="0"/>
              <a:pPr/>
              <a:t>70</a:t>
            </a:fld>
            <a:endParaRPr lang="en-GB" noProof="0" dirty="0"/>
          </a:p>
        </p:txBody>
      </p:sp>
      <p:grpSp>
        <p:nvGrpSpPr>
          <p:cNvPr id="6" name="Group 5">
            <a:extLst>
              <a:ext uri="{FF2B5EF4-FFF2-40B4-BE49-F238E27FC236}">
                <a16:creationId xmlns:a16="http://schemas.microsoft.com/office/drawing/2014/main" id="{C23AC300-B055-8377-170E-CC16987AB536}"/>
              </a:ext>
            </a:extLst>
          </p:cNvPr>
          <p:cNvGrpSpPr/>
          <p:nvPr/>
        </p:nvGrpSpPr>
        <p:grpSpPr>
          <a:xfrm>
            <a:off x="3795015" y="1786795"/>
            <a:ext cx="4482999" cy="3744223"/>
            <a:chOff x="3427197" y="1743016"/>
            <a:chExt cx="4482999" cy="3744223"/>
          </a:xfrm>
        </p:grpSpPr>
        <p:grpSp>
          <p:nvGrpSpPr>
            <p:cNvPr id="7" name="Group 6">
              <a:extLst>
                <a:ext uri="{FF2B5EF4-FFF2-40B4-BE49-F238E27FC236}">
                  <a16:creationId xmlns:a16="http://schemas.microsoft.com/office/drawing/2014/main" id="{923237FC-2E5B-8788-CAC1-56F3BA13FF5A}"/>
                </a:ext>
              </a:extLst>
            </p:cNvPr>
            <p:cNvGrpSpPr/>
            <p:nvPr/>
          </p:nvGrpSpPr>
          <p:grpSpPr>
            <a:xfrm>
              <a:off x="3427197" y="3179815"/>
              <a:ext cx="4482999" cy="923722"/>
              <a:chOff x="3427197" y="3179815"/>
              <a:chExt cx="4482999" cy="923722"/>
            </a:xfrm>
          </p:grpSpPr>
          <p:pic>
            <p:nvPicPr>
              <p:cNvPr id="37" name="Graphic 36" descr="Sort with solid fill">
                <a:extLst>
                  <a:ext uri="{FF2B5EF4-FFF2-40B4-BE49-F238E27FC236}">
                    <a16:creationId xmlns:a16="http://schemas.microsoft.com/office/drawing/2014/main" id="{2FAE89EB-EBE5-5385-0ED4-FFADCDDEF8C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995796" y="3179815"/>
                <a:ext cx="914400" cy="914400"/>
              </a:xfrm>
              <a:prstGeom prst="rect">
                <a:avLst/>
              </a:prstGeom>
              <a:effectLst>
                <a:outerShdw blurRad="50800" dist="38100" dir="2700000" algn="tl" rotWithShape="0">
                  <a:prstClr val="black">
                    <a:alpha val="40000"/>
                  </a:prstClr>
                </a:outerShdw>
              </a:effectLst>
            </p:spPr>
          </p:pic>
          <p:pic>
            <p:nvPicPr>
              <p:cNvPr id="16" name="Graphic 15" descr="Sort with solid fill">
                <a:extLst>
                  <a:ext uri="{FF2B5EF4-FFF2-40B4-BE49-F238E27FC236}">
                    <a16:creationId xmlns:a16="http://schemas.microsoft.com/office/drawing/2014/main" id="{DCCB7968-E00F-177E-8095-E28A7F6BC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7197" y="3189137"/>
                <a:ext cx="914400" cy="914400"/>
              </a:xfrm>
              <a:prstGeom prst="rect">
                <a:avLst/>
              </a:prstGeom>
              <a:effectLst>
                <a:outerShdw blurRad="50800" dist="38100" dir="2700000" algn="tl" rotWithShape="0">
                  <a:prstClr val="black">
                    <a:alpha val="40000"/>
                  </a:prstClr>
                </a:outerShdw>
              </a:effectLst>
            </p:spPr>
          </p:pic>
        </p:grpSp>
        <p:pic>
          <p:nvPicPr>
            <p:cNvPr id="8" name="Graphic 7" descr="Sort with solid fill">
              <a:extLst>
                <a:ext uri="{FF2B5EF4-FFF2-40B4-BE49-F238E27FC236}">
                  <a16:creationId xmlns:a16="http://schemas.microsoft.com/office/drawing/2014/main" id="{12EA4BAC-826A-5EB7-CA5C-A2B79543006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9" name="Graphic 8" descr="Sort with solid fill">
              <a:extLst>
                <a:ext uri="{FF2B5EF4-FFF2-40B4-BE49-F238E27FC236}">
                  <a16:creationId xmlns:a16="http://schemas.microsoft.com/office/drawing/2014/main" id="{2F5FEEB0-56E8-EC01-E059-BFE880BB0E0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sp>
        <p:nvSpPr>
          <p:cNvPr id="2606" name="TextBox 2605">
            <a:extLst>
              <a:ext uri="{FF2B5EF4-FFF2-40B4-BE49-F238E27FC236}">
                <a16:creationId xmlns:a16="http://schemas.microsoft.com/office/drawing/2014/main" id="{34481E4E-E00B-F2A6-F312-13FE6E0E462D}"/>
              </a:ext>
            </a:extLst>
          </p:cNvPr>
          <p:cNvSpPr txBox="1"/>
          <p:nvPr/>
        </p:nvSpPr>
        <p:spPr>
          <a:xfrm>
            <a:off x="5555940" y="457880"/>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a:t>
            </a:r>
            <a:r>
              <a:rPr lang="en-US" sz="2800" b="1" dirty="0">
                <a:latin typeface="Aptos" panose="020B0004020202020204" pitchFamily="34" charset="0"/>
              </a:rPr>
              <a:t>x</a:t>
            </a:r>
            <a:endParaRPr lang="en-US" sz="2800" b="1" noProof="0" dirty="0">
              <a:latin typeface="Aptos" panose="020B0004020202020204" pitchFamily="34" charset="0"/>
            </a:endParaRPr>
          </a:p>
        </p:txBody>
      </p:sp>
      <p:pic>
        <p:nvPicPr>
          <p:cNvPr id="28" name="Graphic 27" descr="Anemone and clownfish with solid fill">
            <a:extLst>
              <a:ext uri="{FF2B5EF4-FFF2-40B4-BE49-F238E27FC236}">
                <a16:creationId xmlns:a16="http://schemas.microsoft.com/office/drawing/2014/main" id="{2809CADB-6BB9-CD0B-3FD3-CEBE7C0659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6155" y="1662707"/>
            <a:ext cx="914400" cy="914400"/>
          </a:xfrm>
          <a:prstGeom prst="rect">
            <a:avLst/>
          </a:prstGeom>
        </p:spPr>
      </p:pic>
      <p:pic>
        <p:nvPicPr>
          <p:cNvPr id="49" name="Graphic 48" descr="Anemone and clownfish with solid fill">
            <a:extLst>
              <a:ext uri="{FF2B5EF4-FFF2-40B4-BE49-F238E27FC236}">
                <a16:creationId xmlns:a16="http://schemas.microsoft.com/office/drawing/2014/main" id="{E08EF26C-9146-AE0E-BBBD-5D511314D3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64289" y="1684988"/>
            <a:ext cx="914400" cy="914400"/>
          </a:xfrm>
          <a:prstGeom prst="rect">
            <a:avLst/>
          </a:prstGeom>
        </p:spPr>
      </p:pic>
      <p:pic>
        <p:nvPicPr>
          <p:cNvPr id="51" name="Graphic 50" descr="Anemone and clownfish with solid fill">
            <a:extLst>
              <a:ext uri="{FF2B5EF4-FFF2-40B4-BE49-F238E27FC236}">
                <a16:creationId xmlns:a16="http://schemas.microsoft.com/office/drawing/2014/main" id="{1926E986-F24C-7C39-377C-980F209915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86914" y="4637460"/>
            <a:ext cx="914400" cy="914400"/>
          </a:xfrm>
          <a:prstGeom prst="rect">
            <a:avLst/>
          </a:prstGeom>
        </p:spPr>
      </p:pic>
      <p:pic>
        <p:nvPicPr>
          <p:cNvPr id="53" name="Graphic 52" descr="Anemone and clownfish with solid fill">
            <a:extLst>
              <a:ext uri="{FF2B5EF4-FFF2-40B4-BE49-F238E27FC236}">
                <a16:creationId xmlns:a16="http://schemas.microsoft.com/office/drawing/2014/main" id="{BE8EA956-B829-828F-4EDD-7961565D5F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71754" y="4637460"/>
            <a:ext cx="914400" cy="914400"/>
          </a:xfrm>
          <a:prstGeom prst="rect">
            <a:avLst/>
          </a:prstGeom>
        </p:spPr>
      </p:pic>
      <p:grpSp>
        <p:nvGrpSpPr>
          <p:cNvPr id="2567" name="Group 2566">
            <a:extLst>
              <a:ext uri="{FF2B5EF4-FFF2-40B4-BE49-F238E27FC236}">
                <a16:creationId xmlns:a16="http://schemas.microsoft.com/office/drawing/2014/main" id="{432A4DD1-680A-9B4A-D70C-78E4E11BCC76}"/>
              </a:ext>
            </a:extLst>
          </p:cNvPr>
          <p:cNvGrpSpPr/>
          <p:nvPr/>
        </p:nvGrpSpPr>
        <p:grpSpPr>
          <a:xfrm>
            <a:off x="3065679" y="1048321"/>
            <a:ext cx="4549101" cy="3419087"/>
            <a:chOff x="2697861" y="1004542"/>
            <a:chExt cx="4549101" cy="3419087"/>
          </a:xfrm>
        </p:grpSpPr>
        <p:sp>
          <p:nvSpPr>
            <p:cNvPr id="2575" name="TextBox 2574">
              <a:extLst>
                <a:ext uri="{FF2B5EF4-FFF2-40B4-BE49-F238E27FC236}">
                  <a16:creationId xmlns:a16="http://schemas.microsoft.com/office/drawing/2014/main" id="{2D4E91A8-46E2-FAD5-F9BF-086D4BB74C3F}"/>
                </a:ext>
              </a:extLst>
            </p:cNvPr>
            <p:cNvSpPr txBox="1"/>
            <p:nvPr/>
          </p:nvSpPr>
          <p:spPr>
            <a:xfrm>
              <a:off x="6238850"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grpSp>
          <p:nvGrpSpPr>
            <p:cNvPr id="2571" name="Group 2570">
              <a:extLst>
                <a:ext uri="{FF2B5EF4-FFF2-40B4-BE49-F238E27FC236}">
                  <a16:creationId xmlns:a16="http://schemas.microsoft.com/office/drawing/2014/main" id="{4DF2B2DC-8CB7-6FE2-D3AF-12396FEC2DC7}"/>
                </a:ext>
              </a:extLst>
            </p:cNvPr>
            <p:cNvGrpSpPr/>
            <p:nvPr/>
          </p:nvGrpSpPr>
          <p:grpSpPr>
            <a:xfrm>
              <a:off x="2697861" y="1052191"/>
              <a:ext cx="1014009" cy="3371438"/>
              <a:chOff x="1988908" y="1038243"/>
              <a:chExt cx="1014009" cy="3371438"/>
            </a:xfrm>
          </p:grpSpPr>
          <p:sp>
            <p:nvSpPr>
              <p:cNvPr id="2572" name="TextBox 2571">
                <a:extLst>
                  <a:ext uri="{FF2B5EF4-FFF2-40B4-BE49-F238E27FC236}">
                    <a16:creationId xmlns:a16="http://schemas.microsoft.com/office/drawing/2014/main" id="{F0FB4234-2867-5432-6901-BF5D72925EBF}"/>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2573" name="TextBox 2572">
                <a:extLst>
                  <a:ext uri="{FF2B5EF4-FFF2-40B4-BE49-F238E27FC236}">
                    <a16:creationId xmlns:a16="http://schemas.microsoft.com/office/drawing/2014/main" id="{04118E2D-D534-D8F2-580E-37EF7232CFBE}"/>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grpSp>
      </p:grpSp>
      <p:sp>
        <p:nvSpPr>
          <p:cNvPr id="2577" name="TextBox 2576">
            <a:extLst>
              <a:ext uri="{FF2B5EF4-FFF2-40B4-BE49-F238E27FC236}">
                <a16:creationId xmlns:a16="http://schemas.microsoft.com/office/drawing/2014/main" id="{06DA78B6-6AE6-B848-94B7-BFF0B4927F04}"/>
              </a:ext>
            </a:extLst>
          </p:cNvPr>
          <p:cNvSpPr txBox="1"/>
          <p:nvPr/>
        </p:nvSpPr>
        <p:spPr>
          <a:xfrm>
            <a:off x="6606668" y="397089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err="1"/>
              <a:t>Px</a:t>
            </a:r>
            <a:endParaRPr lang="en-CH" sz="3200" b="1" dirty="0"/>
          </a:p>
        </p:txBody>
      </p:sp>
      <p:grpSp>
        <p:nvGrpSpPr>
          <p:cNvPr id="19" name="Group 18">
            <a:extLst>
              <a:ext uri="{FF2B5EF4-FFF2-40B4-BE49-F238E27FC236}">
                <a16:creationId xmlns:a16="http://schemas.microsoft.com/office/drawing/2014/main" id="{1035EB4A-56C9-79F6-F058-C5DB47A067E3}"/>
              </a:ext>
            </a:extLst>
          </p:cNvPr>
          <p:cNvGrpSpPr/>
          <p:nvPr/>
        </p:nvGrpSpPr>
        <p:grpSpPr>
          <a:xfrm>
            <a:off x="622276" y="1556792"/>
            <a:ext cx="1631344" cy="3828642"/>
            <a:chOff x="395999" y="905357"/>
            <a:chExt cx="1631344" cy="3828642"/>
          </a:xfrm>
        </p:grpSpPr>
        <p:sp>
          <p:nvSpPr>
            <p:cNvPr id="20" name="Rectangle 19">
              <a:extLst>
                <a:ext uri="{FF2B5EF4-FFF2-40B4-BE49-F238E27FC236}">
                  <a16:creationId xmlns:a16="http://schemas.microsoft.com/office/drawing/2014/main" id="{866B8A24-E733-1126-0F61-19413F69250E}"/>
                </a:ext>
              </a:extLst>
            </p:cNvPr>
            <p:cNvSpPr/>
            <p:nvPr/>
          </p:nvSpPr>
          <p:spPr>
            <a:xfrm>
              <a:off x="432000" y="1296000"/>
              <a:ext cx="251999" cy="3420000"/>
            </a:xfrm>
            <a:prstGeom prst="rect">
              <a:avLst/>
            </a:prstGeom>
            <a:gradFill flip="none" rotWithShape="1">
              <a:gsLst>
                <a:gs pos="0">
                  <a:srgbClr val="2166AC"/>
                </a:gs>
                <a:gs pos="50000">
                  <a:srgbClr val="F7F7F7"/>
                </a:gs>
                <a:gs pos="100000">
                  <a:srgbClr val="B2182B"/>
                </a:gs>
              </a:gsLst>
              <a:lin ang="16200000" scaled="0"/>
            </a:gradFill>
            <a:ln>
              <a:noFill/>
            </a:ln>
            <a:effectLst/>
          </p:spPr>
          <p:txBody>
            <a:bodyPr rtlCol="0" anchor="ctr"/>
            <a:lstStyle/>
            <a:p>
              <a:pPr algn="ctr"/>
              <a:endParaRPr/>
            </a:p>
          </p:txBody>
        </p:sp>
        <p:sp>
          <p:nvSpPr>
            <p:cNvPr id="21" name="Rectangle 20">
              <a:extLst>
                <a:ext uri="{FF2B5EF4-FFF2-40B4-BE49-F238E27FC236}">
                  <a16:creationId xmlns:a16="http://schemas.microsoft.com/office/drawing/2014/main" id="{C4D2E07A-3E1B-5D6E-ABC2-1A6C0CB3F2E8}"/>
                </a:ext>
              </a:extLst>
            </p:cNvPr>
            <p:cNvSpPr/>
            <p:nvPr/>
          </p:nvSpPr>
          <p:spPr>
            <a:xfrm>
              <a:off x="432000" y="1296000"/>
              <a:ext cx="251999" cy="3420000"/>
            </a:xfrm>
            <a:prstGeom prst="rect">
              <a:avLst/>
            </a:prstGeom>
            <a:noFill/>
            <a:ln w="9525">
              <a:solidFill>
                <a:srgbClr val="BFBFBF"/>
              </a:solidFill>
            </a:ln>
            <a:effectLst/>
          </p:spPr>
          <p:txBody>
            <a:bodyPr rtlCol="0" anchor="ctr"/>
            <a:lstStyle/>
            <a:p>
              <a:pPr algn="ctr"/>
              <a:endParaRPr/>
            </a:p>
          </p:txBody>
        </p:sp>
        <p:sp>
          <p:nvSpPr>
            <p:cNvPr id="22" name="TextBox 21">
              <a:extLst>
                <a:ext uri="{FF2B5EF4-FFF2-40B4-BE49-F238E27FC236}">
                  <a16:creationId xmlns:a16="http://schemas.microsoft.com/office/drawing/2014/main" id="{06747D2F-A1D8-5857-4083-BA1D0D292B71}"/>
                </a:ext>
              </a:extLst>
            </p:cNvPr>
            <p:cNvSpPr txBox="1"/>
            <p:nvPr/>
          </p:nvSpPr>
          <p:spPr>
            <a:xfrm>
              <a:off x="395999" y="905357"/>
              <a:ext cx="1631344" cy="241285"/>
            </a:xfrm>
            <a:prstGeom prst="rect">
              <a:avLst/>
            </a:prstGeom>
            <a:noFill/>
          </p:spPr>
          <p:txBody>
            <a:bodyPr wrap="none" lIns="0" tIns="0" rIns="0" bIns="0" anchor="ctr">
              <a:spAutoFit/>
            </a:bodyPr>
            <a:lstStyle/>
            <a:p>
              <a:pPr algn="l"/>
              <a:r>
                <a:rPr b="1" dirty="0">
                  <a:solidFill>
                    <a:srgbClr val="0B0B0B"/>
                  </a:solidFill>
                  <a:latin typeface="Arial"/>
                </a:rPr>
                <a:t>Temperature (°C)</a:t>
              </a:r>
            </a:p>
          </p:txBody>
        </p:sp>
        <p:sp>
          <p:nvSpPr>
            <p:cNvPr id="23" name="TextBox 22">
              <a:extLst>
                <a:ext uri="{FF2B5EF4-FFF2-40B4-BE49-F238E27FC236}">
                  <a16:creationId xmlns:a16="http://schemas.microsoft.com/office/drawing/2014/main" id="{78D3B874-1ACF-55FA-6C95-5CC16555C4A3}"/>
                </a:ext>
              </a:extLst>
            </p:cNvPr>
            <p:cNvSpPr txBox="1"/>
            <p:nvPr/>
          </p:nvSpPr>
          <p:spPr>
            <a:xfrm>
              <a:off x="774000" y="1278000"/>
              <a:ext cx="1080000" cy="251999"/>
            </a:xfrm>
            <a:prstGeom prst="rect">
              <a:avLst/>
            </a:prstGeom>
            <a:noFill/>
          </p:spPr>
          <p:txBody>
            <a:bodyPr wrap="none" lIns="0" tIns="0" rIns="0" bIns="0" anchor="ctr">
              <a:spAutoFit/>
            </a:bodyPr>
            <a:lstStyle/>
            <a:p>
              <a:pPr algn="l"/>
              <a:r>
                <a:rPr sz="1250" b="0">
                  <a:solidFill>
                    <a:srgbClr val="52514E"/>
                  </a:solidFill>
                  <a:latin typeface="Arial"/>
                </a:rPr>
                <a:t>warmer</a:t>
              </a:r>
            </a:p>
          </p:txBody>
        </p:sp>
        <p:sp>
          <p:nvSpPr>
            <p:cNvPr id="24" name="TextBox 23">
              <a:extLst>
                <a:ext uri="{FF2B5EF4-FFF2-40B4-BE49-F238E27FC236}">
                  <a16:creationId xmlns:a16="http://schemas.microsoft.com/office/drawing/2014/main" id="{587B4E30-7389-6E05-CC3B-9F12CCDC6DFD}"/>
                </a:ext>
              </a:extLst>
            </p:cNvPr>
            <p:cNvSpPr txBox="1"/>
            <p:nvPr/>
          </p:nvSpPr>
          <p:spPr>
            <a:xfrm>
              <a:off x="774000" y="4482000"/>
              <a:ext cx="1080000" cy="251999"/>
            </a:xfrm>
            <a:prstGeom prst="rect">
              <a:avLst/>
            </a:prstGeom>
            <a:noFill/>
          </p:spPr>
          <p:txBody>
            <a:bodyPr wrap="none" lIns="0" tIns="0" rIns="0" bIns="0" anchor="ctr">
              <a:spAutoFit/>
            </a:bodyPr>
            <a:lstStyle/>
            <a:p>
              <a:pPr algn="l"/>
              <a:r>
                <a:rPr sz="1250" b="0">
                  <a:solidFill>
                    <a:srgbClr val="52514E"/>
                  </a:solidFill>
                  <a:latin typeface="Arial"/>
                </a:rPr>
                <a:t>colder</a:t>
              </a:r>
            </a:p>
          </p:txBody>
        </p:sp>
      </p:grpSp>
    </p:spTree>
    <p:extLst>
      <p:ext uri="{BB962C8B-B14F-4D97-AF65-F5344CB8AC3E}">
        <p14:creationId xmlns:p14="http://schemas.microsoft.com/office/powerpoint/2010/main" val="35405465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03E59-51EC-C49B-2A98-1EAF030F1113}"/>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EC2EDA47-E911-37D9-2BE6-2EF18A466DC6}"/>
              </a:ext>
            </a:extLst>
          </p:cNvPr>
          <p:cNvGrpSpPr/>
          <p:nvPr/>
        </p:nvGrpSpPr>
        <p:grpSpPr>
          <a:xfrm>
            <a:off x="2927172" y="947399"/>
            <a:ext cx="6337178" cy="5377686"/>
            <a:chOff x="2927172" y="947399"/>
            <a:chExt cx="6337178" cy="5377686"/>
          </a:xfrm>
        </p:grpSpPr>
        <p:grpSp>
          <p:nvGrpSpPr>
            <p:cNvPr id="50" name="Group 49">
              <a:extLst>
                <a:ext uri="{FF2B5EF4-FFF2-40B4-BE49-F238E27FC236}">
                  <a16:creationId xmlns:a16="http://schemas.microsoft.com/office/drawing/2014/main" id="{DC27E29E-34B5-4A2F-773B-7DA856975275}"/>
                </a:ext>
              </a:extLst>
            </p:cNvPr>
            <p:cNvGrpSpPr/>
            <p:nvPr/>
          </p:nvGrpSpPr>
          <p:grpSpPr>
            <a:xfrm>
              <a:off x="2927172" y="947399"/>
              <a:ext cx="6337178" cy="5377686"/>
              <a:chOff x="1125415" y="804269"/>
              <a:chExt cx="5229294" cy="4599946"/>
            </a:xfrm>
          </p:grpSpPr>
          <p:sp>
            <p:nvSpPr>
              <p:cNvPr id="51" name="Rectangle: Rounded Corners 50">
                <a:extLst>
                  <a:ext uri="{FF2B5EF4-FFF2-40B4-BE49-F238E27FC236}">
                    <a16:creationId xmlns:a16="http://schemas.microsoft.com/office/drawing/2014/main" id="{9BE3954C-FC56-B034-AECD-8D18834EE83F}"/>
                  </a:ext>
                </a:extLst>
              </p:cNvPr>
              <p:cNvSpPr/>
              <p:nvPr/>
            </p:nvSpPr>
            <p:spPr>
              <a:xfrm>
                <a:off x="4024834" y="3243361"/>
                <a:ext cx="2329875" cy="2160854"/>
              </a:xfrm>
              <a:prstGeom prst="roundRect">
                <a:avLst/>
              </a:prstGeom>
              <a:gradFill>
                <a:gsLst>
                  <a:gs pos="0">
                    <a:srgbClr val="E0908A"/>
                  </a:gs>
                  <a:gs pos="100000">
                    <a:srgbClr val="B2182B"/>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52" name="Group 51">
                <a:extLst>
                  <a:ext uri="{FF2B5EF4-FFF2-40B4-BE49-F238E27FC236}">
                    <a16:creationId xmlns:a16="http://schemas.microsoft.com/office/drawing/2014/main" id="{4E2FCCF8-7EBE-130A-84C4-1B9888C9885F}"/>
                  </a:ext>
                </a:extLst>
              </p:cNvPr>
              <p:cNvGrpSpPr/>
              <p:nvPr/>
            </p:nvGrpSpPr>
            <p:grpSpPr>
              <a:xfrm>
                <a:off x="1125415" y="804269"/>
                <a:ext cx="5229294" cy="4593865"/>
                <a:chOff x="1125415" y="804269"/>
                <a:chExt cx="5229294" cy="4593865"/>
              </a:xfrm>
            </p:grpSpPr>
            <p:sp>
              <p:nvSpPr>
                <p:cNvPr id="53" name="Rectangle: Rounded Corners 52">
                  <a:extLst>
                    <a:ext uri="{FF2B5EF4-FFF2-40B4-BE49-F238E27FC236}">
                      <a16:creationId xmlns:a16="http://schemas.microsoft.com/office/drawing/2014/main" id="{6B92154D-0A38-43AB-6E1F-A75CEF0AF585}"/>
                    </a:ext>
                  </a:extLst>
                </p:cNvPr>
                <p:cNvSpPr/>
                <p:nvPr/>
              </p:nvSpPr>
              <p:spPr>
                <a:xfrm>
                  <a:off x="1125415" y="3237280"/>
                  <a:ext cx="2329875" cy="2160854"/>
                </a:xfrm>
                <a:prstGeom prst="roundRect">
                  <a:avLst/>
                </a:prstGeom>
                <a:gradFill flip="none" rotWithShape="1">
                  <a:gsLst>
                    <a:gs pos="0">
                      <a:srgbClr val="F7F7F7"/>
                    </a:gs>
                    <a:gs pos="100000">
                      <a:srgbClr val="E0908A"/>
                    </a:gs>
                  </a:gsLst>
                  <a:lin ang="5400000" scaled="1"/>
                  <a:tileRect/>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4" name="Rectangle: Rounded Corners 53">
                  <a:extLst>
                    <a:ext uri="{FF2B5EF4-FFF2-40B4-BE49-F238E27FC236}">
                      <a16:creationId xmlns:a16="http://schemas.microsoft.com/office/drawing/2014/main" id="{C0CEEEB7-535F-59F8-6085-C9992ECF88FD}"/>
                    </a:ext>
                  </a:extLst>
                </p:cNvPr>
                <p:cNvSpPr/>
                <p:nvPr/>
              </p:nvSpPr>
              <p:spPr>
                <a:xfrm>
                  <a:off x="4024834" y="804269"/>
                  <a:ext cx="2329875" cy="2160854"/>
                </a:xfrm>
                <a:prstGeom prst="roundRect">
                  <a:avLst/>
                </a:prstGeom>
                <a:gradFill>
                  <a:gsLst>
                    <a:gs pos="0">
                      <a:srgbClr val="98ABD2"/>
                    </a:gs>
                    <a:gs pos="100000">
                      <a:srgbClr val="F7F7F7"/>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5" name="Rectangle: Rounded Corners 54">
                  <a:extLst>
                    <a:ext uri="{FF2B5EF4-FFF2-40B4-BE49-F238E27FC236}">
                      <a16:creationId xmlns:a16="http://schemas.microsoft.com/office/drawing/2014/main" id="{8AAE0A15-B76F-2B99-2ADD-A156A2F46ED9}"/>
                    </a:ext>
                  </a:extLst>
                </p:cNvPr>
                <p:cNvSpPr/>
                <p:nvPr/>
              </p:nvSpPr>
              <p:spPr>
                <a:xfrm>
                  <a:off x="1127448" y="806784"/>
                  <a:ext cx="2329875" cy="2160854"/>
                </a:xfrm>
                <a:prstGeom prst="roundRect">
                  <a:avLst/>
                </a:prstGeom>
                <a:gradFill>
                  <a:gsLst>
                    <a:gs pos="0">
                      <a:srgbClr val="2166AC"/>
                    </a:gs>
                    <a:gs pos="100000">
                      <a:srgbClr val="98ABD2"/>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grpSp>
          <p:nvGrpSpPr>
            <p:cNvPr id="28" name="Group 27">
              <a:extLst>
                <a:ext uri="{FF2B5EF4-FFF2-40B4-BE49-F238E27FC236}">
                  <a16:creationId xmlns:a16="http://schemas.microsoft.com/office/drawing/2014/main" id="{E19C8199-1960-AF1F-E327-A2318AD639A6}"/>
                </a:ext>
              </a:extLst>
            </p:cNvPr>
            <p:cNvGrpSpPr/>
            <p:nvPr/>
          </p:nvGrpSpPr>
          <p:grpSpPr>
            <a:xfrm>
              <a:off x="3068235" y="1041519"/>
              <a:ext cx="5200602" cy="4473857"/>
              <a:chOff x="3065679" y="1048321"/>
              <a:chExt cx="5212335" cy="4482697"/>
            </a:xfrm>
          </p:grpSpPr>
          <p:grpSp>
            <p:nvGrpSpPr>
              <p:cNvPr id="30" name="Group 29">
                <a:extLst>
                  <a:ext uri="{FF2B5EF4-FFF2-40B4-BE49-F238E27FC236}">
                    <a16:creationId xmlns:a16="http://schemas.microsoft.com/office/drawing/2014/main" id="{D7B16CA8-E954-BF5D-8834-A9B9B366B56B}"/>
                  </a:ext>
                </a:extLst>
              </p:cNvPr>
              <p:cNvGrpSpPr/>
              <p:nvPr/>
            </p:nvGrpSpPr>
            <p:grpSpPr>
              <a:xfrm>
                <a:off x="3065679" y="1048321"/>
                <a:ext cx="5212335" cy="4482697"/>
                <a:chOff x="2697861" y="1004542"/>
                <a:chExt cx="5212335" cy="4482697"/>
              </a:xfrm>
            </p:grpSpPr>
            <p:grpSp>
              <p:nvGrpSpPr>
                <p:cNvPr id="38" name="Group 37">
                  <a:extLst>
                    <a:ext uri="{FF2B5EF4-FFF2-40B4-BE49-F238E27FC236}">
                      <a16:creationId xmlns:a16="http://schemas.microsoft.com/office/drawing/2014/main" id="{9517D8E8-1B8B-794F-65AB-53B9174FB1B9}"/>
                    </a:ext>
                  </a:extLst>
                </p:cNvPr>
                <p:cNvGrpSpPr/>
                <p:nvPr/>
              </p:nvGrpSpPr>
              <p:grpSpPr>
                <a:xfrm>
                  <a:off x="2697861" y="1004542"/>
                  <a:ext cx="5212335" cy="3419087"/>
                  <a:chOff x="2697861" y="1004542"/>
                  <a:chExt cx="5212335" cy="3419087"/>
                </a:xfrm>
              </p:grpSpPr>
              <p:grpSp>
                <p:nvGrpSpPr>
                  <p:cNvPr id="41" name="Group 40">
                    <a:extLst>
                      <a:ext uri="{FF2B5EF4-FFF2-40B4-BE49-F238E27FC236}">
                        <a16:creationId xmlns:a16="http://schemas.microsoft.com/office/drawing/2014/main" id="{BC799B3A-DE3B-E559-A694-01E70D1BF4A4}"/>
                      </a:ext>
                    </a:extLst>
                  </p:cNvPr>
                  <p:cNvGrpSpPr/>
                  <p:nvPr/>
                </p:nvGrpSpPr>
                <p:grpSpPr>
                  <a:xfrm>
                    <a:off x="6238850" y="1004542"/>
                    <a:ext cx="1671346" cy="3406093"/>
                    <a:chOff x="7032105" y="1004542"/>
                    <a:chExt cx="1671346" cy="3406093"/>
                  </a:xfrm>
                </p:grpSpPr>
                <p:sp>
                  <p:nvSpPr>
                    <p:cNvPr id="47" name="TextBox 46">
                      <a:extLst>
                        <a:ext uri="{FF2B5EF4-FFF2-40B4-BE49-F238E27FC236}">
                          <a16:creationId xmlns:a16="http://schemas.microsoft.com/office/drawing/2014/main" id="{BBCBB0EB-230F-27DC-ADF5-BBBF3D3AE8C9}"/>
                        </a:ext>
                      </a:extLst>
                    </p:cNvPr>
                    <p:cNvSpPr txBox="1"/>
                    <p:nvPr/>
                  </p:nvSpPr>
                  <p:spPr>
                    <a:xfrm>
                      <a:off x="7032105"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sp>
                  <p:nvSpPr>
                    <p:cNvPr id="48" name="TextBox 47">
                      <a:extLst>
                        <a:ext uri="{FF2B5EF4-FFF2-40B4-BE49-F238E27FC236}">
                          <a16:creationId xmlns:a16="http://schemas.microsoft.com/office/drawing/2014/main" id="{50283E71-26B1-5BCF-59E7-6BD063B29873}"/>
                        </a:ext>
                      </a:extLst>
                    </p:cNvPr>
                    <p:cNvSpPr txBox="1"/>
                    <p:nvPr/>
                  </p:nvSpPr>
                  <p:spPr>
                    <a:xfrm>
                      <a:off x="7032105" y="3927113"/>
                      <a:ext cx="1008113" cy="483522"/>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err="1"/>
                        <a:t>Px</a:t>
                      </a:r>
                      <a:endParaRPr lang="en-CH" sz="3200" b="1" dirty="0"/>
                    </a:p>
                  </p:txBody>
                </p:sp>
                <p:pic>
                  <p:nvPicPr>
                    <p:cNvPr id="49" name="Graphic 48" descr="Sort with solid fill">
                      <a:extLst>
                        <a:ext uri="{FF2B5EF4-FFF2-40B4-BE49-F238E27FC236}">
                          <a16:creationId xmlns:a16="http://schemas.microsoft.com/office/drawing/2014/main" id="{44C64726-644D-E5EA-9765-BD96E40502F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89051" y="3179815"/>
                      <a:ext cx="914400" cy="914400"/>
                    </a:xfrm>
                    <a:prstGeom prst="rect">
                      <a:avLst/>
                    </a:prstGeom>
                    <a:effectLst>
                      <a:outerShdw blurRad="50800" dist="38100" dir="2700000" algn="tl" rotWithShape="0">
                        <a:prstClr val="black">
                          <a:alpha val="40000"/>
                        </a:prstClr>
                      </a:outerShdw>
                    </a:effectLst>
                  </p:spPr>
                </p:pic>
              </p:grpSp>
              <p:grpSp>
                <p:nvGrpSpPr>
                  <p:cNvPr id="42" name="Group 41">
                    <a:extLst>
                      <a:ext uri="{FF2B5EF4-FFF2-40B4-BE49-F238E27FC236}">
                        <a16:creationId xmlns:a16="http://schemas.microsoft.com/office/drawing/2014/main" id="{863317D8-FB72-8D79-049A-431083A53361}"/>
                      </a:ext>
                    </a:extLst>
                  </p:cNvPr>
                  <p:cNvGrpSpPr/>
                  <p:nvPr/>
                </p:nvGrpSpPr>
                <p:grpSpPr>
                  <a:xfrm>
                    <a:off x="2697861" y="1052191"/>
                    <a:ext cx="1643736" cy="3371438"/>
                    <a:chOff x="1988908" y="1038243"/>
                    <a:chExt cx="1643736" cy="3371438"/>
                  </a:xfrm>
                </p:grpSpPr>
                <p:sp>
                  <p:nvSpPr>
                    <p:cNvPr id="44" name="TextBox 43">
                      <a:extLst>
                        <a:ext uri="{FF2B5EF4-FFF2-40B4-BE49-F238E27FC236}">
                          <a16:creationId xmlns:a16="http://schemas.microsoft.com/office/drawing/2014/main" id="{A014D709-2DF6-B95D-83E8-6609A98A8519}"/>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45" name="TextBox 44">
                      <a:extLst>
                        <a:ext uri="{FF2B5EF4-FFF2-40B4-BE49-F238E27FC236}">
                          <a16:creationId xmlns:a16="http://schemas.microsoft.com/office/drawing/2014/main" id="{A808A8BE-165E-6F10-AFD3-AC2D0F541FD7}"/>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pic>
                  <p:nvPicPr>
                    <p:cNvPr id="46" name="Graphic 45" descr="Sort with solid fill">
                      <a:extLst>
                        <a:ext uri="{FF2B5EF4-FFF2-40B4-BE49-F238E27FC236}">
                          <a16:creationId xmlns:a16="http://schemas.microsoft.com/office/drawing/2014/main" id="{2E415174-98E8-C1A5-72B0-7EE3F31E442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18244" y="3175189"/>
                      <a:ext cx="914400" cy="914400"/>
                    </a:xfrm>
                    <a:prstGeom prst="rect">
                      <a:avLst/>
                    </a:prstGeom>
                    <a:effectLst>
                      <a:outerShdw blurRad="50800" dist="38100" dir="2700000" algn="tl" rotWithShape="0">
                        <a:prstClr val="black">
                          <a:alpha val="40000"/>
                        </a:prstClr>
                      </a:outerShdw>
                    </a:effectLst>
                  </p:spPr>
                </p:pic>
              </p:grpSp>
            </p:grpSp>
            <p:pic>
              <p:nvPicPr>
                <p:cNvPr id="39" name="Graphic 38" descr="Sort with solid fill">
                  <a:extLst>
                    <a:ext uri="{FF2B5EF4-FFF2-40B4-BE49-F238E27FC236}">
                      <a16:creationId xmlns:a16="http://schemas.microsoft.com/office/drawing/2014/main" id="{4D0826A8-3E1B-18D2-66B6-94DB7016BFA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40" name="Graphic 39" descr="Sort with solid fill">
                  <a:extLst>
                    <a:ext uri="{FF2B5EF4-FFF2-40B4-BE49-F238E27FC236}">
                      <a16:creationId xmlns:a16="http://schemas.microsoft.com/office/drawing/2014/main" id="{4AB4FAEE-15D2-7B33-D624-B5341A674F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pic>
            <p:nvPicPr>
              <p:cNvPr id="31" name="Graphic 30" descr="DNA with solid fill">
                <a:extLst>
                  <a:ext uri="{FF2B5EF4-FFF2-40B4-BE49-F238E27FC236}">
                    <a16:creationId xmlns:a16="http://schemas.microsoft.com/office/drawing/2014/main" id="{4BE1919E-233A-B5BC-F216-42705F2883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95015" y="1776549"/>
                <a:ext cx="914400" cy="914400"/>
              </a:xfrm>
              <a:prstGeom prst="rect">
                <a:avLst/>
              </a:prstGeom>
            </p:spPr>
          </p:pic>
          <p:pic>
            <p:nvPicPr>
              <p:cNvPr id="32" name="Graphic 31" descr="DNA with solid fill">
                <a:extLst>
                  <a:ext uri="{FF2B5EF4-FFF2-40B4-BE49-F238E27FC236}">
                    <a16:creationId xmlns:a16="http://schemas.microsoft.com/office/drawing/2014/main" id="{3AC3881B-A3F5-417A-3EFA-DB91025489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95015" y="4565818"/>
                <a:ext cx="914400" cy="914400"/>
              </a:xfrm>
              <a:prstGeom prst="rect">
                <a:avLst/>
              </a:prstGeom>
            </p:spPr>
          </p:pic>
          <p:pic>
            <p:nvPicPr>
              <p:cNvPr id="33" name="Graphic 32" descr="DNA with solid fill">
                <a:extLst>
                  <a:ext uri="{FF2B5EF4-FFF2-40B4-BE49-F238E27FC236}">
                    <a16:creationId xmlns:a16="http://schemas.microsoft.com/office/drawing/2014/main" id="{8D988681-3DA9-A917-C26A-E598D7A42B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63614" y="4565818"/>
                <a:ext cx="914400" cy="914400"/>
              </a:xfrm>
              <a:prstGeom prst="rect">
                <a:avLst/>
              </a:prstGeom>
            </p:spPr>
          </p:pic>
          <p:pic>
            <p:nvPicPr>
              <p:cNvPr id="34" name="Graphic 33" descr="DNA with solid fill">
                <a:extLst>
                  <a:ext uri="{FF2B5EF4-FFF2-40B4-BE49-F238E27FC236}">
                    <a16:creationId xmlns:a16="http://schemas.microsoft.com/office/drawing/2014/main" id="{7E7124E1-7C9B-BBC7-64C3-D1C5AB8185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63614" y="1773260"/>
                <a:ext cx="914400" cy="914400"/>
              </a:xfrm>
              <a:prstGeom prst="rect">
                <a:avLst/>
              </a:prstGeom>
            </p:spPr>
          </p:pic>
        </p:grpSp>
      </p:grpSp>
      <p:sp>
        <p:nvSpPr>
          <p:cNvPr id="2" name="Title 1">
            <a:extLst>
              <a:ext uri="{FF2B5EF4-FFF2-40B4-BE49-F238E27FC236}">
                <a16:creationId xmlns:a16="http://schemas.microsoft.com/office/drawing/2014/main" id="{65FDC867-E7A3-0AD9-9DAC-A6C6D514FB97}"/>
              </a:ext>
            </a:extLst>
          </p:cNvPr>
          <p:cNvSpPr>
            <a:spLocks noGrp="1"/>
          </p:cNvSpPr>
          <p:nvPr>
            <p:ph type="title"/>
          </p:nvPr>
        </p:nvSpPr>
        <p:spPr/>
        <p:txBody>
          <a:bodyPr/>
          <a:lstStyle/>
          <a:p>
            <a:r>
              <a:rPr lang="en-US" dirty="0"/>
              <a:t>Method</a:t>
            </a:r>
            <a:endParaRPr lang="en-CH" dirty="0"/>
          </a:p>
        </p:txBody>
      </p:sp>
      <p:sp>
        <p:nvSpPr>
          <p:cNvPr id="3" name="Date Placeholder 2">
            <a:extLst>
              <a:ext uri="{FF2B5EF4-FFF2-40B4-BE49-F238E27FC236}">
                <a16:creationId xmlns:a16="http://schemas.microsoft.com/office/drawing/2014/main" id="{0BD9955C-12F5-5602-46F1-B9EA5D853486}"/>
              </a:ext>
            </a:extLst>
          </p:cNvPr>
          <p:cNvSpPr>
            <a:spLocks noGrp="1"/>
          </p:cNvSpPr>
          <p:nvPr>
            <p:ph type="dt" sz="half" idx="10"/>
          </p:nvPr>
        </p:nvSpPr>
        <p:spPr/>
        <p:txBody>
          <a:bodyPr/>
          <a:lstStyle/>
          <a:p>
            <a:fld id="{3200851E-A038-4581-8A81-0CCFB4C7A909}"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ED800AB3-8B78-833E-6653-D02930B4EB27}"/>
              </a:ext>
            </a:extLst>
          </p:cNvPr>
          <p:cNvSpPr>
            <a:spLocks noGrp="1"/>
          </p:cNvSpPr>
          <p:nvPr>
            <p:ph type="sldNum" sz="quarter" idx="12"/>
          </p:nvPr>
        </p:nvSpPr>
        <p:spPr/>
        <p:txBody>
          <a:bodyPr/>
          <a:lstStyle/>
          <a:p>
            <a:fld id="{442AD375-037F-43D0-B059-5172DA06796A}" type="slidenum">
              <a:rPr lang="en-GB" noProof="0" smtClean="0"/>
              <a:pPr/>
              <a:t>71</a:t>
            </a:fld>
            <a:endParaRPr lang="en-GB" noProof="0" dirty="0"/>
          </a:p>
        </p:txBody>
      </p:sp>
      <p:sp>
        <p:nvSpPr>
          <p:cNvPr id="2606" name="TextBox 2605">
            <a:extLst>
              <a:ext uri="{FF2B5EF4-FFF2-40B4-BE49-F238E27FC236}">
                <a16:creationId xmlns:a16="http://schemas.microsoft.com/office/drawing/2014/main" id="{F1F8E735-6241-E550-5F1B-EE01C743EF2C}"/>
              </a:ext>
            </a:extLst>
          </p:cNvPr>
          <p:cNvSpPr txBox="1"/>
          <p:nvPr/>
        </p:nvSpPr>
        <p:spPr>
          <a:xfrm>
            <a:off x="5555940" y="457880"/>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a:t>
            </a:r>
            <a:r>
              <a:rPr lang="en-US" sz="2800" b="1" dirty="0">
                <a:latin typeface="Aptos" panose="020B0004020202020204" pitchFamily="34" charset="0"/>
              </a:rPr>
              <a:t>x</a:t>
            </a:r>
            <a:endParaRPr lang="en-US" sz="2800" b="1" noProof="0" dirty="0">
              <a:latin typeface="Aptos" panose="020B0004020202020204" pitchFamily="34" charset="0"/>
            </a:endParaRPr>
          </a:p>
        </p:txBody>
      </p:sp>
      <p:grpSp>
        <p:nvGrpSpPr>
          <p:cNvPr id="13" name="Group 12">
            <a:extLst>
              <a:ext uri="{FF2B5EF4-FFF2-40B4-BE49-F238E27FC236}">
                <a16:creationId xmlns:a16="http://schemas.microsoft.com/office/drawing/2014/main" id="{04B18D91-35AF-A1AE-9D34-27B81FFBF7FC}"/>
              </a:ext>
            </a:extLst>
          </p:cNvPr>
          <p:cNvGrpSpPr/>
          <p:nvPr/>
        </p:nvGrpSpPr>
        <p:grpSpPr>
          <a:xfrm>
            <a:off x="622276" y="1570958"/>
            <a:ext cx="1631344" cy="3828642"/>
            <a:chOff x="395999" y="905357"/>
            <a:chExt cx="1631344" cy="3828642"/>
          </a:xfrm>
        </p:grpSpPr>
        <p:sp>
          <p:nvSpPr>
            <p:cNvPr id="14" name="Rectangle 13">
              <a:extLst>
                <a:ext uri="{FF2B5EF4-FFF2-40B4-BE49-F238E27FC236}">
                  <a16:creationId xmlns:a16="http://schemas.microsoft.com/office/drawing/2014/main" id="{298718A0-78DA-FA3A-E267-E7D73ABDFD59}"/>
                </a:ext>
              </a:extLst>
            </p:cNvPr>
            <p:cNvSpPr/>
            <p:nvPr/>
          </p:nvSpPr>
          <p:spPr>
            <a:xfrm>
              <a:off x="432000" y="1296000"/>
              <a:ext cx="251999" cy="3420000"/>
            </a:xfrm>
            <a:prstGeom prst="rect">
              <a:avLst/>
            </a:prstGeom>
            <a:gradFill flip="none" rotWithShape="1">
              <a:gsLst>
                <a:gs pos="0">
                  <a:srgbClr val="2166AC"/>
                </a:gs>
                <a:gs pos="50000">
                  <a:srgbClr val="F7F7F7"/>
                </a:gs>
                <a:gs pos="100000">
                  <a:srgbClr val="B2182B"/>
                </a:gs>
              </a:gsLst>
              <a:lin ang="16200000" scaled="0"/>
            </a:gradFill>
            <a:ln>
              <a:noFill/>
            </a:ln>
            <a:effectLst/>
          </p:spPr>
          <p:txBody>
            <a:bodyPr rtlCol="0" anchor="ctr"/>
            <a:lstStyle/>
            <a:p>
              <a:pPr algn="ctr"/>
              <a:endParaRPr/>
            </a:p>
          </p:txBody>
        </p:sp>
        <p:sp>
          <p:nvSpPr>
            <p:cNvPr id="15" name="Rectangle 14">
              <a:extLst>
                <a:ext uri="{FF2B5EF4-FFF2-40B4-BE49-F238E27FC236}">
                  <a16:creationId xmlns:a16="http://schemas.microsoft.com/office/drawing/2014/main" id="{25741477-D454-F28E-D828-054833E217F0}"/>
                </a:ext>
              </a:extLst>
            </p:cNvPr>
            <p:cNvSpPr/>
            <p:nvPr/>
          </p:nvSpPr>
          <p:spPr>
            <a:xfrm>
              <a:off x="432000" y="1296000"/>
              <a:ext cx="251999" cy="3420000"/>
            </a:xfrm>
            <a:prstGeom prst="rect">
              <a:avLst/>
            </a:prstGeom>
            <a:noFill/>
            <a:ln w="9525">
              <a:solidFill>
                <a:srgbClr val="BFBFBF"/>
              </a:solidFill>
            </a:ln>
            <a:effectLst/>
          </p:spPr>
          <p:txBody>
            <a:bodyPr rtlCol="0" anchor="ctr"/>
            <a:lstStyle/>
            <a:p>
              <a:pPr algn="ctr"/>
              <a:endParaRPr/>
            </a:p>
          </p:txBody>
        </p:sp>
        <p:sp>
          <p:nvSpPr>
            <p:cNvPr id="16" name="TextBox 15">
              <a:extLst>
                <a:ext uri="{FF2B5EF4-FFF2-40B4-BE49-F238E27FC236}">
                  <a16:creationId xmlns:a16="http://schemas.microsoft.com/office/drawing/2014/main" id="{E85C9C7E-A928-F1DF-4ADF-E741D64BD561}"/>
                </a:ext>
              </a:extLst>
            </p:cNvPr>
            <p:cNvSpPr txBox="1"/>
            <p:nvPr/>
          </p:nvSpPr>
          <p:spPr>
            <a:xfrm>
              <a:off x="395999" y="905357"/>
              <a:ext cx="1631344" cy="241285"/>
            </a:xfrm>
            <a:prstGeom prst="rect">
              <a:avLst/>
            </a:prstGeom>
            <a:noFill/>
          </p:spPr>
          <p:txBody>
            <a:bodyPr wrap="none" lIns="0" tIns="0" rIns="0" bIns="0" anchor="ctr">
              <a:spAutoFit/>
            </a:bodyPr>
            <a:lstStyle/>
            <a:p>
              <a:pPr algn="l"/>
              <a:r>
                <a:rPr b="1" dirty="0">
                  <a:solidFill>
                    <a:srgbClr val="0B0B0B"/>
                  </a:solidFill>
                  <a:latin typeface="Arial"/>
                </a:rPr>
                <a:t>Temperature (°C)</a:t>
              </a:r>
            </a:p>
          </p:txBody>
        </p:sp>
        <p:sp>
          <p:nvSpPr>
            <p:cNvPr id="17" name="TextBox 16">
              <a:extLst>
                <a:ext uri="{FF2B5EF4-FFF2-40B4-BE49-F238E27FC236}">
                  <a16:creationId xmlns:a16="http://schemas.microsoft.com/office/drawing/2014/main" id="{E3CC6EE2-FB0B-B94F-AEF7-7DAA7B8BD6C8}"/>
                </a:ext>
              </a:extLst>
            </p:cNvPr>
            <p:cNvSpPr txBox="1"/>
            <p:nvPr/>
          </p:nvSpPr>
          <p:spPr>
            <a:xfrm>
              <a:off x="774000" y="1278000"/>
              <a:ext cx="1080000" cy="251999"/>
            </a:xfrm>
            <a:prstGeom prst="rect">
              <a:avLst/>
            </a:prstGeom>
            <a:noFill/>
          </p:spPr>
          <p:txBody>
            <a:bodyPr wrap="none" lIns="0" tIns="0" rIns="0" bIns="0" anchor="ctr">
              <a:spAutoFit/>
            </a:bodyPr>
            <a:lstStyle/>
            <a:p>
              <a:pPr algn="l"/>
              <a:r>
                <a:rPr sz="1250" b="0">
                  <a:solidFill>
                    <a:srgbClr val="52514E"/>
                  </a:solidFill>
                  <a:latin typeface="Arial"/>
                </a:rPr>
                <a:t>warmer</a:t>
              </a:r>
            </a:p>
          </p:txBody>
        </p:sp>
        <p:sp>
          <p:nvSpPr>
            <p:cNvPr id="18" name="TextBox 17">
              <a:extLst>
                <a:ext uri="{FF2B5EF4-FFF2-40B4-BE49-F238E27FC236}">
                  <a16:creationId xmlns:a16="http://schemas.microsoft.com/office/drawing/2014/main" id="{71B15B45-2C1F-3AD0-2102-3577B0ADDFC6}"/>
                </a:ext>
              </a:extLst>
            </p:cNvPr>
            <p:cNvSpPr txBox="1"/>
            <p:nvPr/>
          </p:nvSpPr>
          <p:spPr>
            <a:xfrm>
              <a:off x="774000" y="4482000"/>
              <a:ext cx="1080000" cy="251999"/>
            </a:xfrm>
            <a:prstGeom prst="rect">
              <a:avLst/>
            </a:prstGeom>
            <a:noFill/>
          </p:spPr>
          <p:txBody>
            <a:bodyPr wrap="none" lIns="0" tIns="0" rIns="0" bIns="0" anchor="ctr">
              <a:spAutoFit/>
            </a:bodyPr>
            <a:lstStyle/>
            <a:p>
              <a:pPr algn="l"/>
              <a:r>
                <a:rPr sz="1250" b="0">
                  <a:solidFill>
                    <a:srgbClr val="52514E"/>
                  </a:solidFill>
                  <a:latin typeface="Arial"/>
                </a:rPr>
                <a:t>colder</a:t>
              </a:r>
            </a:p>
          </p:txBody>
        </p:sp>
      </p:grpSp>
    </p:spTree>
    <p:extLst>
      <p:ext uri="{BB962C8B-B14F-4D97-AF65-F5344CB8AC3E}">
        <p14:creationId xmlns:p14="http://schemas.microsoft.com/office/powerpoint/2010/main" val="28138172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AA0BF-F920-7B5C-2A22-AF4DF8EB0862}"/>
            </a:ext>
          </a:extLst>
        </p:cNvPr>
        <p:cNvGrpSpPr/>
        <p:nvPr/>
      </p:nvGrpSpPr>
      <p:grpSpPr>
        <a:xfrm>
          <a:off x="0" y="0"/>
          <a:ext cx="0" cy="0"/>
          <a:chOff x="0" y="0"/>
          <a:chExt cx="0" cy="0"/>
        </a:xfrm>
      </p:grpSpPr>
      <p:pic>
        <p:nvPicPr>
          <p:cNvPr id="19" name="Graphic 18" descr="Europe with solid fill">
            <a:extLst>
              <a:ext uri="{FF2B5EF4-FFF2-40B4-BE49-F238E27FC236}">
                <a16:creationId xmlns:a16="http://schemas.microsoft.com/office/drawing/2014/main" id="{10CC22A5-0175-0CB1-F60B-D64DFABC744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702" y="-3966529"/>
            <a:ext cx="11860025" cy="11860025"/>
          </a:xfrm>
          <a:prstGeom prst="rect">
            <a:avLst/>
          </a:prstGeom>
        </p:spPr>
      </p:pic>
      <p:sp>
        <p:nvSpPr>
          <p:cNvPr id="20" name="Rectangle: Rounded Corners 19">
            <a:extLst>
              <a:ext uri="{FF2B5EF4-FFF2-40B4-BE49-F238E27FC236}">
                <a16:creationId xmlns:a16="http://schemas.microsoft.com/office/drawing/2014/main" id="{D199955E-B9CB-B0E0-4B1B-15EA56FDE8E9}"/>
              </a:ext>
            </a:extLst>
          </p:cNvPr>
          <p:cNvSpPr/>
          <p:nvPr/>
        </p:nvSpPr>
        <p:spPr>
          <a:xfrm>
            <a:off x="6440865" y="3798883"/>
            <a:ext cx="2823485" cy="2526202"/>
          </a:xfrm>
          <a:prstGeom prst="roundRect">
            <a:avLst/>
          </a:prstGeom>
          <a:gradFill>
            <a:gsLst>
              <a:gs pos="0">
                <a:srgbClr val="E0908A"/>
              </a:gs>
              <a:gs pos="100000">
                <a:srgbClr val="B2182B"/>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Rounded Corners 21">
            <a:extLst>
              <a:ext uri="{FF2B5EF4-FFF2-40B4-BE49-F238E27FC236}">
                <a16:creationId xmlns:a16="http://schemas.microsoft.com/office/drawing/2014/main" id="{14079878-6F80-9152-D5F1-0DBF763366F7}"/>
              </a:ext>
            </a:extLst>
          </p:cNvPr>
          <p:cNvSpPr/>
          <p:nvPr/>
        </p:nvSpPr>
        <p:spPr>
          <a:xfrm>
            <a:off x="2927172" y="3791774"/>
            <a:ext cx="2823485" cy="2526202"/>
          </a:xfrm>
          <a:prstGeom prst="roundRect">
            <a:avLst/>
          </a:prstGeom>
          <a:gradFill flip="none" rotWithShape="1">
            <a:gsLst>
              <a:gs pos="0">
                <a:srgbClr val="F7F7F7"/>
              </a:gs>
              <a:gs pos="100000">
                <a:srgbClr val="E0908A"/>
              </a:gs>
            </a:gsLst>
            <a:lin ang="5400000" scaled="1"/>
            <a:tileRect/>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Rectangle: Rounded Corners 24">
            <a:extLst>
              <a:ext uri="{FF2B5EF4-FFF2-40B4-BE49-F238E27FC236}">
                <a16:creationId xmlns:a16="http://schemas.microsoft.com/office/drawing/2014/main" id="{24EC083A-2334-6374-26B1-F689B94B176F}"/>
              </a:ext>
            </a:extLst>
          </p:cNvPr>
          <p:cNvSpPr/>
          <p:nvPr/>
        </p:nvSpPr>
        <p:spPr>
          <a:xfrm>
            <a:off x="6440865" y="947399"/>
            <a:ext cx="2823485" cy="2526202"/>
          </a:xfrm>
          <a:prstGeom prst="roundRect">
            <a:avLst/>
          </a:prstGeom>
          <a:gradFill>
            <a:gsLst>
              <a:gs pos="0">
                <a:srgbClr val="98ABD2"/>
              </a:gs>
              <a:gs pos="100000">
                <a:srgbClr val="F7F7F7"/>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Rounded Corners 28">
            <a:extLst>
              <a:ext uri="{FF2B5EF4-FFF2-40B4-BE49-F238E27FC236}">
                <a16:creationId xmlns:a16="http://schemas.microsoft.com/office/drawing/2014/main" id="{8A23C826-65B0-0D09-2C8A-F1D932D27E24}"/>
              </a:ext>
            </a:extLst>
          </p:cNvPr>
          <p:cNvSpPr/>
          <p:nvPr/>
        </p:nvSpPr>
        <p:spPr>
          <a:xfrm>
            <a:off x="2929636" y="950339"/>
            <a:ext cx="2823485" cy="2526202"/>
          </a:xfrm>
          <a:prstGeom prst="roundRect">
            <a:avLst/>
          </a:prstGeom>
          <a:gradFill>
            <a:gsLst>
              <a:gs pos="0">
                <a:srgbClr val="2166AC"/>
              </a:gs>
              <a:gs pos="100000">
                <a:srgbClr val="98ABD2"/>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3CEBF8B6-F059-44ED-FAA2-C96D422A709C}"/>
              </a:ext>
            </a:extLst>
          </p:cNvPr>
          <p:cNvGrpSpPr/>
          <p:nvPr/>
        </p:nvGrpSpPr>
        <p:grpSpPr>
          <a:xfrm>
            <a:off x="3068235" y="1041519"/>
            <a:ext cx="5200602" cy="4473857"/>
            <a:chOff x="3065679" y="1048321"/>
            <a:chExt cx="5212335" cy="4482697"/>
          </a:xfrm>
        </p:grpSpPr>
        <p:grpSp>
          <p:nvGrpSpPr>
            <p:cNvPr id="27" name="Group 26">
              <a:extLst>
                <a:ext uri="{FF2B5EF4-FFF2-40B4-BE49-F238E27FC236}">
                  <a16:creationId xmlns:a16="http://schemas.microsoft.com/office/drawing/2014/main" id="{FAC464A5-D7F6-A64B-914B-597F99B34BF1}"/>
                </a:ext>
              </a:extLst>
            </p:cNvPr>
            <p:cNvGrpSpPr/>
            <p:nvPr/>
          </p:nvGrpSpPr>
          <p:grpSpPr>
            <a:xfrm>
              <a:off x="3065679" y="1048321"/>
              <a:ext cx="5212335" cy="4482697"/>
              <a:chOff x="2697861" y="1004542"/>
              <a:chExt cx="5212335" cy="4482697"/>
            </a:xfrm>
          </p:grpSpPr>
          <p:grpSp>
            <p:nvGrpSpPr>
              <p:cNvPr id="33" name="Group 32">
                <a:extLst>
                  <a:ext uri="{FF2B5EF4-FFF2-40B4-BE49-F238E27FC236}">
                    <a16:creationId xmlns:a16="http://schemas.microsoft.com/office/drawing/2014/main" id="{0481B999-E2A1-AD39-F7E9-CB746121D953}"/>
                  </a:ext>
                </a:extLst>
              </p:cNvPr>
              <p:cNvGrpSpPr/>
              <p:nvPr/>
            </p:nvGrpSpPr>
            <p:grpSpPr>
              <a:xfrm>
                <a:off x="2697861" y="1004542"/>
                <a:ext cx="5212335" cy="3419087"/>
                <a:chOff x="2697861" y="1004542"/>
                <a:chExt cx="5212335" cy="3419087"/>
              </a:xfrm>
            </p:grpSpPr>
            <p:grpSp>
              <p:nvGrpSpPr>
                <p:cNvPr id="39" name="Group 38">
                  <a:extLst>
                    <a:ext uri="{FF2B5EF4-FFF2-40B4-BE49-F238E27FC236}">
                      <a16:creationId xmlns:a16="http://schemas.microsoft.com/office/drawing/2014/main" id="{4AF262FE-84D9-7D73-95F7-F44D85CCF7B1}"/>
                    </a:ext>
                  </a:extLst>
                </p:cNvPr>
                <p:cNvGrpSpPr/>
                <p:nvPr/>
              </p:nvGrpSpPr>
              <p:grpSpPr>
                <a:xfrm>
                  <a:off x="6238850" y="1004542"/>
                  <a:ext cx="1671346" cy="3406093"/>
                  <a:chOff x="7032105" y="1004542"/>
                  <a:chExt cx="1671346" cy="3406093"/>
                </a:xfrm>
              </p:grpSpPr>
              <p:sp>
                <p:nvSpPr>
                  <p:cNvPr id="45" name="TextBox 44">
                    <a:extLst>
                      <a:ext uri="{FF2B5EF4-FFF2-40B4-BE49-F238E27FC236}">
                        <a16:creationId xmlns:a16="http://schemas.microsoft.com/office/drawing/2014/main" id="{9A443621-9947-EE21-A530-BF2106781C75}"/>
                      </a:ext>
                    </a:extLst>
                  </p:cNvPr>
                  <p:cNvSpPr txBox="1"/>
                  <p:nvPr/>
                </p:nvSpPr>
                <p:spPr>
                  <a:xfrm>
                    <a:off x="7032105"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sp>
                <p:nvSpPr>
                  <p:cNvPr id="46" name="TextBox 45">
                    <a:extLst>
                      <a:ext uri="{FF2B5EF4-FFF2-40B4-BE49-F238E27FC236}">
                        <a16:creationId xmlns:a16="http://schemas.microsoft.com/office/drawing/2014/main" id="{ADCF0858-F311-068A-6129-0C8F4B1B5BDB}"/>
                      </a:ext>
                    </a:extLst>
                  </p:cNvPr>
                  <p:cNvSpPr txBox="1"/>
                  <p:nvPr/>
                </p:nvSpPr>
                <p:spPr>
                  <a:xfrm>
                    <a:off x="7032105" y="3927113"/>
                    <a:ext cx="1008113" cy="483522"/>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err="1"/>
                      <a:t>Px</a:t>
                    </a:r>
                    <a:endParaRPr lang="en-CH" sz="3200" b="1" dirty="0"/>
                  </a:p>
                </p:txBody>
              </p:sp>
              <p:pic>
                <p:nvPicPr>
                  <p:cNvPr id="47" name="Graphic 46" descr="Sort with solid fill">
                    <a:extLst>
                      <a:ext uri="{FF2B5EF4-FFF2-40B4-BE49-F238E27FC236}">
                        <a16:creationId xmlns:a16="http://schemas.microsoft.com/office/drawing/2014/main" id="{494D5BD3-140E-2B11-44B5-DDB616C44B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9051" y="3179815"/>
                    <a:ext cx="914400" cy="914400"/>
                  </a:xfrm>
                  <a:prstGeom prst="rect">
                    <a:avLst/>
                  </a:prstGeom>
                  <a:effectLst>
                    <a:outerShdw blurRad="50800" dist="38100" dir="2700000" algn="tl" rotWithShape="0">
                      <a:prstClr val="black">
                        <a:alpha val="40000"/>
                      </a:prstClr>
                    </a:outerShdw>
                  </a:effectLst>
                </p:spPr>
              </p:pic>
            </p:grpSp>
            <p:grpSp>
              <p:nvGrpSpPr>
                <p:cNvPr id="40" name="Group 39">
                  <a:extLst>
                    <a:ext uri="{FF2B5EF4-FFF2-40B4-BE49-F238E27FC236}">
                      <a16:creationId xmlns:a16="http://schemas.microsoft.com/office/drawing/2014/main" id="{A6557C43-B101-5F9E-A00D-4AC4AE846986}"/>
                    </a:ext>
                  </a:extLst>
                </p:cNvPr>
                <p:cNvGrpSpPr/>
                <p:nvPr/>
              </p:nvGrpSpPr>
              <p:grpSpPr>
                <a:xfrm>
                  <a:off x="2697861" y="1052191"/>
                  <a:ext cx="1643736" cy="3371438"/>
                  <a:chOff x="1988908" y="1038243"/>
                  <a:chExt cx="1643736" cy="3371438"/>
                </a:xfrm>
              </p:grpSpPr>
              <p:sp>
                <p:nvSpPr>
                  <p:cNvPr id="42" name="TextBox 41">
                    <a:extLst>
                      <a:ext uri="{FF2B5EF4-FFF2-40B4-BE49-F238E27FC236}">
                        <a16:creationId xmlns:a16="http://schemas.microsoft.com/office/drawing/2014/main" id="{835F9D55-8E59-9AC1-44F6-1C9C498FF1ED}"/>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43" name="TextBox 42">
                    <a:extLst>
                      <a:ext uri="{FF2B5EF4-FFF2-40B4-BE49-F238E27FC236}">
                        <a16:creationId xmlns:a16="http://schemas.microsoft.com/office/drawing/2014/main" id="{C8DD3394-2307-3822-34ED-F3A97E071A4D}"/>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pic>
                <p:nvPicPr>
                  <p:cNvPr id="44" name="Graphic 43" descr="Sort with solid fill">
                    <a:extLst>
                      <a:ext uri="{FF2B5EF4-FFF2-40B4-BE49-F238E27FC236}">
                        <a16:creationId xmlns:a16="http://schemas.microsoft.com/office/drawing/2014/main" id="{CDA0A412-49E1-84D9-98F1-63D9A1754E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18244" y="3175189"/>
                    <a:ext cx="914400" cy="914400"/>
                  </a:xfrm>
                  <a:prstGeom prst="rect">
                    <a:avLst/>
                  </a:prstGeom>
                  <a:effectLst>
                    <a:outerShdw blurRad="50800" dist="38100" dir="2700000" algn="tl" rotWithShape="0">
                      <a:prstClr val="black">
                        <a:alpha val="40000"/>
                      </a:prstClr>
                    </a:outerShdw>
                  </a:effectLst>
                </p:spPr>
              </p:pic>
            </p:grpSp>
          </p:grpSp>
          <p:pic>
            <p:nvPicPr>
              <p:cNvPr id="34" name="Graphic 33" descr="Sort with solid fill">
                <a:extLst>
                  <a:ext uri="{FF2B5EF4-FFF2-40B4-BE49-F238E27FC236}">
                    <a16:creationId xmlns:a16="http://schemas.microsoft.com/office/drawing/2014/main" id="{90C0A923-A185-E0C6-4A17-99D5BFC095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38" name="Graphic 37" descr="Sort with solid fill">
                <a:extLst>
                  <a:ext uri="{FF2B5EF4-FFF2-40B4-BE49-F238E27FC236}">
                    <a16:creationId xmlns:a16="http://schemas.microsoft.com/office/drawing/2014/main" id="{E7BDB866-7646-C68E-8C94-1F2C75341B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pic>
          <p:nvPicPr>
            <p:cNvPr id="28" name="Graphic 27" descr="DNA with solid fill">
              <a:extLst>
                <a:ext uri="{FF2B5EF4-FFF2-40B4-BE49-F238E27FC236}">
                  <a16:creationId xmlns:a16="http://schemas.microsoft.com/office/drawing/2014/main" id="{1C0ADEEB-621D-988A-36E4-5980FA4979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1776549"/>
              <a:ext cx="914400" cy="914400"/>
            </a:xfrm>
            <a:prstGeom prst="rect">
              <a:avLst/>
            </a:prstGeom>
          </p:spPr>
        </p:pic>
        <p:pic>
          <p:nvPicPr>
            <p:cNvPr id="30" name="Graphic 29" descr="DNA with solid fill">
              <a:extLst>
                <a:ext uri="{FF2B5EF4-FFF2-40B4-BE49-F238E27FC236}">
                  <a16:creationId xmlns:a16="http://schemas.microsoft.com/office/drawing/2014/main" id="{6B3EB8F7-2538-7CE0-CC48-55A4ABCE6E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4565818"/>
              <a:ext cx="914400" cy="914400"/>
            </a:xfrm>
            <a:prstGeom prst="rect">
              <a:avLst/>
            </a:prstGeom>
          </p:spPr>
        </p:pic>
        <p:pic>
          <p:nvPicPr>
            <p:cNvPr id="31" name="Graphic 30" descr="DNA with solid fill">
              <a:extLst>
                <a:ext uri="{FF2B5EF4-FFF2-40B4-BE49-F238E27FC236}">
                  <a16:creationId xmlns:a16="http://schemas.microsoft.com/office/drawing/2014/main" id="{B4ADF82F-2FB7-821B-87BF-EDC96294D5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4565818"/>
              <a:ext cx="914400" cy="914400"/>
            </a:xfrm>
            <a:prstGeom prst="rect">
              <a:avLst/>
            </a:prstGeom>
          </p:spPr>
        </p:pic>
        <p:pic>
          <p:nvPicPr>
            <p:cNvPr id="32" name="Graphic 31" descr="DNA with solid fill">
              <a:extLst>
                <a:ext uri="{FF2B5EF4-FFF2-40B4-BE49-F238E27FC236}">
                  <a16:creationId xmlns:a16="http://schemas.microsoft.com/office/drawing/2014/main" id="{D59EB695-5AD5-647E-8AB9-7849CD463B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1773260"/>
              <a:ext cx="914400" cy="914400"/>
            </a:xfrm>
            <a:prstGeom prst="rect">
              <a:avLst/>
            </a:prstGeom>
          </p:spPr>
        </p:pic>
      </p:grpSp>
      <p:sp>
        <p:nvSpPr>
          <p:cNvPr id="2" name="Title 1">
            <a:extLst>
              <a:ext uri="{FF2B5EF4-FFF2-40B4-BE49-F238E27FC236}">
                <a16:creationId xmlns:a16="http://schemas.microsoft.com/office/drawing/2014/main" id="{0A6A4E8D-4966-3E61-F6C1-DABB00A147A2}"/>
              </a:ext>
            </a:extLst>
          </p:cNvPr>
          <p:cNvSpPr>
            <a:spLocks noGrp="1"/>
          </p:cNvSpPr>
          <p:nvPr>
            <p:ph type="title"/>
          </p:nvPr>
        </p:nvSpPr>
        <p:spPr/>
        <p:txBody>
          <a:bodyPr/>
          <a:lstStyle/>
          <a:p>
            <a:r>
              <a:rPr lang="en-US" dirty="0"/>
              <a:t>Method</a:t>
            </a:r>
            <a:endParaRPr lang="en-CH" dirty="0"/>
          </a:p>
        </p:txBody>
      </p:sp>
      <p:sp>
        <p:nvSpPr>
          <p:cNvPr id="3" name="Date Placeholder 2">
            <a:extLst>
              <a:ext uri="{FF2B5EF4-FFF2-40B4-BE49-F238E27FC236}">
                <a16:creationId xmlns:a16="http://schemas.microsoft.com/office/drawing/2014/main" id="{4625476A-F973-4257-AA87-C1C0D642EF69}"/>
              </a:ext>
            </a:extLst>
          </p:cNvPr>
          <p:cNvSpPr>
            <a:spLocks noGrp="1"/>
          </p:cNvSpPr>
          <p:nvPr>
            <p:ph type="dt" sz="half" idx="10"/>
          </p:nvPr>
        </p:nvSpPr>
        <p:spPr/>
        <p:txBody>
          <a:bodyPr/>
          <a:lstStyle/>
          <a:p>
            <a:fld id="{80D0C599-9578-4656-9BAA-33C26AB4968A}"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4BBB4A41-1BAE-1610-4996-D39D33AF3B42}"/>
              </a:ext>
            </a:extLst>
          </p:cNvPr>
          <p:cNvSpPr>
            <a:spLocks noGrp="1"/>
          </p:cNvSpPr>
          <p:nvPr>
            <p:ph type="sldNum" sz="quarter" idx="12"/>
          </p:nvPr>
        </p:nvSpPr>
        <p:spPr/>
        <p:txBody>
          <a:bodyPr/>
          <a:lstStyle/>
          <a:p>
            <a:fld id="{442AD375-037F-43D0-B059-5172DA06796A}" type="slidenum">
              <a:rPr lang="en-GB" noProof="0" smtClean="0"/>
              <a:pPr/>
              <a:t>72</a:t>
            </a:fld>
            <a:endParaRPr lang="en-GB" noProof="0" dirty="0"/>
          </a:p>
        </p:txBody>
      </p:sp>
      <p:sp>
        <p:nvSpPr>
          <p:cNvPr id="2606" name="TextBox 2605">
            <a:extLst>
              <a:ext uri="{FF2B5EF4-FFF2-40B4-BE49-F238E27FC236}">
                <a16:creationId xmlns:a16="http://schemas.microsoft.com/office/drawing/2014/main" id="{5A190604-B8DE-F5F8-1A7F-8E5100C62793}"/>
              </a:ext>
            </a:extLst>
          </p:cNvPr>
          <p:cNvSpPr txBox="1"/>
          <p:nvPr/>
        </p:nvSpPr>
        <p:spPr>
          <a:xfrm>
            <a:off x="5555940" y="457880"/>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a:t>
            </a:r>
            <a:r>
              <a:rPr lang="en-US" sz="2800" b="1" dirty="0">
                <a:latin typeface="Aptos" panose="020B0004020202020204" pitchFamily="34" charset="0"/>
              </a:rPr>
              <a:t>x</a:t>
            </a:r>
            <a:endParaRPr lang="en-US" sz="2800" b="1" noProof="0" dirty="0">
              <a:latin typeface="Aptos" panose="020B0004020202020204" pitchFamily="34" charset="0"/>
            </a:endParaRPr>
          </a:p>
        </p:txBody>
      </p:sp>
      <p:grpSp>
        <p:nvGrpSpPr>
          <p:cNvPr id="53" name="Group 52">
            <a:extLst>
              <a:ext uri="{FF2B5EF4-FFF2-40B4-BE49-F238E27FC236}">
                <a16:creationId xmlns:a16="http://schemas.microsoft.com/office/drawing/2014/main" id="{F9AFEBBF-E3E5-5AEB-D333-60B9874206B3}"/>
              </a:ext>
            </a:extLst>
          </p:cNvPr>
          <p:cNvGrpSpPr/>
          <p:nvPr/>
        </p:nvGrpSpPr>
        <p:grpSpPr>
          <a:xfrm>
            <a:off x="622276" y="1556792"/>
            <a:ext cx="1631344" cy="3828642"/>
            <a:chOff x="395999" y="905357"/>
            <a:chExt cx="1631344" cy="3828642"/>
          </a:xfrm>
        </p:grpSpPr>
        <p:sp>
          <p:nvSpPr>
            <p:cNvPr id="54" name="Rectangle 53">
              <a:extLst>
                <a:ext uri="{FF2B5EF4-FFF2-40B4-BE49-F238E27FC236}">
                  <a16:creationId xmlns:a16="http://schemas.microsoft.com/office/drawing/2014/main" id="{2A0ECAEE-09E4-ED08-DEF4-E474955C71D9}"/>
                </a:ext>
              </a:extLst>
            </p:cNvPr>
            <p:cNvSpPr/>
            <p:nvPr/>
          </p:nvSpPr>
          <p:spPr>
            <a:xfrm>
              <a:off x="432000" y="1296000"/>
              <a:ext cx="251999" cy="3420000"/>
            </a:xfrm>
            <a:prstGeom prst="rect">
              <a:avLst/>
            </a:prstGeom>
            <a:gradFill flip="none" rotWithShape="1">
              <a:gsLst>
                <a:gs pos="0">
                  <a:srgbClr val="2166AC"/>
                </a:gs>
                <a:gs pos="50000">
                  <a:srgbClr val="F7F7F7"/>
                </a:gs>
                <a:gs pos="100000">
                  <a:srgbClr val="B2182B"/>
                </a:gs>
              </a:gsLst>
              <a:lin ang="16200000" scaled="0"/>
            </a:gradFill>
            <a:ln>
              <a:noFill/>
            </a:ln>
            <a:effectLst/>
          </p:spPr>
          <p:txBody>
            <a:bodyPr rtlCol="0" anchor="ctr"/>
            <a:lstStyle/>
            <a:p>
              <a:pPr algn="ctr"/>
              <a:endParaRPr/>
            </a:p>
          </p:txBody>
        </p:sp>
        <p:sp>
          <p:nvSpPr>
            <p:cNvPr id="55" name="Rectangle 54">
              <a:extLst>
                <a:ext uri="{FF2B5EF4-FFF2-40B4-BE49-F238E27FC236}">
                  <a16:creationId xmlns:a16="http://schemas.microsoft.com/office/drawing/2014/main" id="{9ED3B09D-9BF4-B92F-E69F-A07B5C9EA652}"/>
                </a:ext>
              </a:extLst>
            </p:cNvPr>
            <p:cNvSpPr/>
            <p:nvPr/>
          </p:nvSpPr>
          <p:spPr>
            <a:xfrm>
              <a:off x="432000" y="1296000"/>
              <a:ext cx="251999" cy="3420000"/>
            </a:xfrm>
            <a:prstGeom prst="rect">
              <a:avLst/>
            </a:prstGeom>
            <a:noFill/>
            <a:ln w="9525">
              <a:solidFill>
                <a:srgbClr val="BFBFBF"/>
              </a:solidFill>
            </a:ln>
            <a:effectLst/>
          </p:spPr>
          <p:txBody>
            <a:bodyPr rtlCol="0" anchor="ctr"/>
            <a:lstStyle/>
            <a:p>
              <a:pPr algn="ctr"/>
              <a:endParaRPr/>
            </a:p>
          </p:txBody>
        </p:sp>
        <p:sp>
          <p:nvSpPr>
            <p:cNvPr id="56" name="TextBox 55">
              <a:extLst>
                <a:ext uri="{FF2B5EF4-FFF2-40B4-BE49-F238E27FC236}">
                  <a16:creationId xmlns:a16="http://schemas.microsoft.com/office/drawing/2014/main" id="{964E8237-1571-454A-8C18-F515849A4DD2}"/>
                </a:ext>
              </a:extLst>
            </p:cNvPr>
            <p:cNvSpPr txBox="1"/>
            <p:nvPr/>
          </p:nvSpPr>
          <p:spPr>
            <a:xfrm>
              <a:off x="395999" y="905357"/>
              <a:ext cx="1631344" cy="241285"/>
            </a:xfrm>
            <a:prstGeom prst="rect">
              <a:avLst/>
            </a:prstGeom>
            <a:noFill/>
          </p:spPr>
          <p:txBody>
            <a:bodyPr wrap="none" lIns="0" tIns="0" rIns="0" bIns="0" anchor="ctr">
              <a:spAutoFit/>
            </a:bodyPr>
            <a:lstStyle/>
            <a:p>
              <a:pPr algn="l"/>
              <a:r>
                <a:rPr b="1" dirty="0">
                  <a:solidFill>
                    <a:srgbClr val="0B0B0B"/>
                  </a:solidFill>
                  <a:latin typeface="Arial"/>
                </a:rPr>
                <a:t>Temperature (°C)</a:t>
              </a:r>
            </a:p>
          </p:txBody>
        </p:sp>
        <p:sp>
          <p:nvSpPr>
            <p:cNvPr id="57" name="TextBox 56">
              <a:extLst>
                <a:ext uri="{FF2B5EF4-FFF2-40B4-BE49-F238E27FC236}">
                  <a16:creationId xmlns:a16="http://schemas.microsoft.com/office/drawing/2014/main" id="{44F1A2AF-DEE5-241F-9C17-407D1AE5302B}"/>
                </a:ext>
              </a:extLst>
            </p:cNvPr>
            <p:cNvSpPr txBox="1"/>
            <p:nvPr/>
          </p:nvSpPr>
          <p:spPr>
            <a:xfrm>
              <a:off x="774000" y="1278000"/>
              <a:ext cx="1080000" cy="251999"/>
            </a:xfrm>
            <a:prstGeom prst="rect">
              <a:avLst/>
            </a:prstGeom>
            <a:noFill/>
          </p:spPr>
          <p:txBody>
            <a:bodyPr wrap="none" lIns="0" tIns="0" rIns="0" bIns="0" anchor="ctr">
              <a:spAutoFit/>
            </a:bodyPr>
            <a:lstStyle/>
            <a:p>
              <a:pPr algn="l"/>
              <a:r>
                <a:rPr sz="1250" b="0">
                  <a:solidFill>
                    <a:srgbClr val="52514E"/>
                  </a:solidFill>
                  <a:latin typeface="Arial"/>
                </a:rPr>
                <a:t>warmer</a:t>
              </a:r>
            </a:p>
          </p:txBody>
        </p:sp>
        <p:sp>
          <p:nvSpPr>
            <p:cNvPr id="58" name="TextBox 57">
              <a:extLst>
                <a:ext uri="{FF2B5EF4-FFF2-40B4-BE49-F238E27FC236}">
                  <a16:creationId xmlns:a16="http://schemas.microsoft.com/office/drawing/2014/main" id="{DB0A07C7-8E1F-CF1B-145F-E70F20A3BDA1}"/>
                </a:ext>
              </a:extLst>
            </p:cNvPr>
            <p:cNvSpPr txBox="1"/>
            <p:nvPr/>
          </p:nvSpPr>
          <p:spPr>
            <a:xfrm>
              <a:off x="774000" y="4482000"/>
              <a:ext cx="1080000" cy="251999"/>
            </a:xfrm>
            <a:prstGeom prst="rect">
              <a:avLst/>
            </a:prstGeom>
            <a:noFill/>
          </p:spPr>
          <p:txBody>
            <a:bodyPr wrap="none" lIns="0" tIns="0" rIns="0" bIns="0" anchor="ctr">
              <a:spAutoFit/>
            </a:bodyPr>
            <a:lstStyle/>
            <a:p>
              <a:pPr algn="l"/>
              <a:r>
                <a:rPr sz="1250" b="0">
                  <a:solidFill>
                    <a:srgbClr val="52514E"/>
                  </a:solidFill>
                  <a:latin typeface="Arial"/>
                </a:rPr>
                <a:t>colder</a:t>
              </a:r>
            </a:p>
          </p:txBody>
        </p:sp>
      </p:grpSp>
    </p:spTree>
    <p:extLst>
      <p:ext uri="{BB962C8B-B14F-4D97-AF65-F5344CB8AC3E}">
        <p14:creationId xmlns:p14="http://schemas.microsoft.com/office/powerpoint/2010/main" val="29950835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F4C33-B580-13B1-419B-546B66FC9E1B}"/>
            </a:ext>
          </a:extLst>
        </p:cNvPr>
        <p:cNvGrpSpPr/>
        <p:nvPr/>
      </p:nvGrpSpPr>
      <p:grpSpPr>
        <a:xfrm>
          <a:off x="0" y="0"/>
          <a:ext cx="0" cy="0"/>
          <a:chOff x="0" y="0"/>
          <a:chExt cx="0" cy="0"/>
        </a:xfrm>
      </p:grpSpPr>
      <p:pic>
        <p:nvPicPr>
          <p:cNvPr id="19" name="Graphic 18" descr="Europe with solid fill">
            <a:extLst>
              <a:ext uri="{FF2B5EF4-FFF2-40B4-BE49-F238E27FC236}">
                <a16:creationId xmlns:a16="http://schemas.microsoft.com/office/drawing/2014/main" id="{4081CE6E-3CE9-9C57-E951-D58551E3C7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702" y="-3966529"/>
            <a:ext cx="11860025" cy="11860025"/>
          </a:xfrm>
          <a:prstGeom prst="rect">
            <a:avLst/>
          </a:prstGeom>
        </p:spPr>
      </p:pic>
      <p:sp>
        <p:nvSpPr>
          <p:cNvPr id="20" name="Rectangle: Rounded Corners 19">
            <a:extLst>
              <a:ext uri="{FF2B5EF4-FFF2-40B4-BE49-F238E27FC236}">
                <a16:creationId xmlns:a16="http://schemas.microsoft.com/office/drawing/2014/main" id="{7852D096-95F7-E2B0-3D94-31FBED046586}"/>
              </a:ext>
            </a:extLst>
          </p:cNvPr>
          <p:cNvSpPr/>
          <p:nvPr/>
        </p:nvSpPr>
        <p:spPr>
          <a:xfrm>
            <a:off x="6440865" y="3798883"/>
            <a:ext cx="2823485" cy="2526202"/>
          </a:xfrm>
          <a:prstGeom prst="roundRect">
            <a:avLst/>
          </a:prstGeom>
          <a:gradFill>
            <a:gsLst>
              <a:gs pos="0">
                <a:srgbClr val="E0908A"/>
              </a:gs>
              <a:gs pos="100000">
                <a:srgbClr val="B2182B"/>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Rounded Corners 21">
            <a:extLst>
              <a:ext uri="{FF2B5EF4-FFF2-40B4-BE49-F238E27FC236}">
                <a16:creationId xmlns:a16="http://schemas.microsoft.com/office/drawing/2014/main" id="{EF66422A-908A-BBF1-77DB-8ECEE3FDF29F}"/>
              </a:ext>
            </a:extLst>
          </p:cNvPr>
          <p:cNvSpPr/>
          <p:nvPr/>
        </p:nvSpPr>
        <p:spPr>
          <a:xfrm>
            <a:off x="2927172" y="3791774"/>
            <a:ext cx="2823485" cy="2526202"/>
          </a:xfrm>
          <a:prstGeom prst="roundRect">
            <a:avLst/>
          </a:prstGeom>
          <a:gradFill flip="none" rotWithShape="1">
            <a:gsLst>
              <a:gs pos="0">
                <a:srgbClr val="F7F7F7"/>
              </a:gs>
              <a:gs pos="100000">
                <a:srgbClr val="E0908A"/>
              </a:gs>
            </a:gsLst>
            <a:lin ang="5400000" scaled="1"/>
            <a:tileRect/>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Rectangle: Rounded Corners 24">
            <a:extLst>
              <a:ext uri="{FF2B5EF4-FFF2-40B4-BE49-F238E27FC236}">
                <a16:creationId xmlns:a16="http://schemas.microsoft.com/office/drawing/2014/main" id="{A6722963-FD2A-B2E2-9D3C-0D58E6F65A88}"/>
              </a:ext>
            </a:extLst>
          </p:cNvPr>
          <p:cNvSpPr/>
          <p:nvPr/>
        </p:nvSpPr>
        <p:spPr>
          <a:xfrm>
            <a:off x="6440865" y="947399"/>
            <a:ext cx="2823485" cy="2526202"/>
          </a:xfrm>
          <a:prstGeom prst="roundRect">
            <a:avLst/>
          </a:prstGeom>
          <a:gradFill>
            <a:gsLst>
              <a:gs pos="0">
                <a:srgbClr val="98ABD2"/>
              </a:gs>
              <a:gs pos="100000">
                <a:srgbClr val="F7F7F7"/>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Rounded Corners 28">
            <a:extLst>
              <a:ext uri="{FF2B5EF4-FFF2-40B4-BE49-F238E27FC236}">
                <a16:creationId xmlns:a16="http://schemas.microsoft.com/office/drawing/2014/main" id="{ED00341E-8A42-5B2C-820D-D88E0F9EE045}"/>
              </a:ext>
            </a:extLst>
          </p:cNvPr>
          <p:cNvSpPr/>
          <p:nvPr/>
        </p:nvSpPr>
        <p:spPr>
          <a:xfrm>
            <a:off x="2929636" y="950339"/>
            <a:ext cx="2823485" cy="2526202"/>
          </a:xfrm>
          <a:prstGeom prst="roundRect">
            <a:avLst/>
          </a:prstGeom>
          <a:gradFill>
            <a:gsLst>
              <a:gs pos="0">
                <a:srgbClr val="2166AC"/>
              </a:gs>
              <a:gs pos="100000">
                <a:srgbClr val="98ABD2"/>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5C5FB67E-4EC1-1135-BD06-D05C6D85FB8F}"/>
              </a:ext>
            </a:extLst>
          </p:cNvPr>
          <p:cNvGrpSpPr/>
          <p:nvPr/>
        </p:nvGrpSpPr>
        <p:grpSpPr>
          <a:xfrm>
            <a:off x="3068235" y="1041519"/>
            <a:ext cx="5200602" cy="4473857"/>
            <a:chOff x="3065679" y="1048321"/>
            <a:chExt cx="5212335" cy="4482697"/>
          </a:xfrm>
        </p:grpSpPr>
        <p:grpSp>
          <p:nvGrpSpPr>
            <p:cNvPr id="27" name="Group 26">
              <a:extLst>
                <a:ext uri="{FF2B5EF4-FFF2-40B4-BE49-F238E27FC236}">
                  <a16:creationId xmlns:a16="http://schemas.microsoft.com/office/drawing/2014/main" id="{1B91837B-2F81-52C2-EA83-D2E7F587C10B}"/>
                </a:ext>
              </a:extLst>
            </p:cNvPr>
            <p:cNvGrpSpPr/>
            <p:nvPr/>
          </p:nvGrpSpPr>
          <p:grpSpPr>
            <a:xfrm>
              <a:off x="3065679" y="1048321"/>
              <a:ext cx="5212335" cy="4482697"/>
              <a:chOff x="2697861" y="1004542"/>
              <a:chExt cx="5212335" cy="4482697"/>
            </a:xfrm>
          </p:grpSpPr>
          <p:grpSp>
            <p:nvGrpSpPr>
              <p:cNvPr id="33" name="Group 32">
                <a:extLst>
                  <a:ext uri="{FF2B5EF4-FFF2-40B4-BE49-F238E27FC236}">
                    <a16:creationId xmlns:a16="http://schemas.microsoft.com/office/drawing/2014/main" id="{9182781D-1820-2A2F-803D-029522F4169B}"/>
                  </a:ext>
                </a:extLst>
              </p:cNvPr>
              <p:cNvGrpSpPr/>
              <p:nvPr/>
            </p:nvGrpSpPr>
            <p:grpSpPr>
              <a:xfrm>
                <a:off x="2697861" y="1004542"/>
                <a:ext cx="5212335" cy="3419087"/>
                <a:chOff x="2697861" y="1004542"/>
                <a:chExt cx="5212335" cy="3419087"/>
              </a:xfrm>
            </p:grpSpPr>
            <p:grpSp>
              <p:nvGrpSpPr>
                <p:cNvPr id="39" name="Group 38">
                  <a:extLst>
                    <a:ext uri="{FF2B5EF4-FFF2-40B4-BE49-F238E27FC236}">
                      <a16:creationId xmlns:a16="http://schemas.microsoft.com/office/drawing/2014/main" id="{4E83B493-665D-8005-10E0-2E418082B351}"/>
                    </a:ext>
                  </a:extLst>
                </p:cNvPr>
                <p:cNvGrpSpPr/>
                <p:nvPr/>
              </p:nvGrpSpPr>
              <p:grpSpPr>
                <a:xfrm>
                  <a:off x="6238850" y="1004542"/>
                  <a:ext cx="1671346" cy="3406093"/>
                  <a:chOff x="7032105" y="1004542"/>
                  <a:chExt cx="1671346" cy="3406093"/>
                </a:xfrm>
              </p:grpSpPr>
              <p:sp>
                <p:nvSpPr>
                  <p:cNvPr id="45" name="TextBox 44">
                    <a:extLst>
                      <a:ext uri="{FF2B5EF4-FFF2-40B4-BE49-F238E27FC236}">
                        <a16:creationId xmlns:a16="http://schemas.microsoft.com/office/drawing/2014/main" id="{04900352-F89B-173B-BDF8-51DA3DFFB33C}"/>
                      </a:ext>
                    </a:extLst>
                  </p:cNvPr>
                  <p:cNvSpPr txBox="1"/>
                  <p:nvPr/>
                </p:nvSpPr>
                <p:spPr>
                  <a:xfrm>
                    <a:off x="7032105"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sp>
                <p:nvSpPr>
                  <p:cNvPr id="46" name="TextBox 45">
                    <a:extLst>
                      <a:ext uri="{FF2B5EF4-FFF2-40B4-BE49-F238E27FC236}">
                        <a16:creationId xmlns:a16="http://schemas.microsoft.com/office/drawing/2014/main" id="{5AC2FE46-6332-C500-D84D-9099991227D2}"/>
                      </a:ext>
                    </a:extLst>
                  </p:cNvPr>
                  <p:cNvSpPr txBox="1"/>
                  <p:nvPr/>
                </p:nvSpPr>
                <p:spPr>
                  <a:xfrm>
                    <a:off x="7032105" y="3927113"/>
                    <a:ext cx="1008113" cy="483522"/>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err="1"/>
                      <a:t>Px</a:t>
                    </a:r>
                    <a:endParaRPr lang="en-CH" sz="3200" b="1" dirty="0"/>
                  </a:p>
                </p:txBody>
              </p:sp>
              <p:pic>
                <p:nvPicPr>
                  <p:cNvPr id="47" name="Graphic 46" descr="Sort with solid fill">
                    <a:extLst>
                      <a:ext uri="{FF2B5EF4-FFF2-40B4-BE49-F238E27FC236}">
                        <a16:creationId xmlns:a16="http://schemas.microsoft.com/office/drawing/2014/main" id="{DDA04707-EEF8-D500-34A7-A5B939C2C7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9051" y="3179815"/>
                    <a:ext cx="914400" cy="914400"/>
                  </a:xfrm>
                  <a:prstGeom prst="rect">
                    <a:avLst/>
                  </a:prstGeom>
                  <a:effectLst>
                    <a:outerShdw blurRad="50800" dist="38100" dir="2700000" algn="tl" rotWithShape="0">
                      <a:prstClr val="black">
                        <a:alpha val="40000"/>
                      </a:prstClr>
                    </a:outerShdw>
                  </a:effectLst>
                </p:spPr>
              </p:pic>
            </p:grpSp>
            <p:grpSp>
              <p:nvGrpSpPr>
                <p:cNvPr id="40" name="Group 39">
                  <a:extLst>
                    <a:ext uri="{FF2B5EF4-FFF2-40B4-BE49-F238E27FC236}">
                      <a16:creationId xmlns:a16="http://schemas.microsoft.com/office/drawing/2014/main" id="{C619BC9F-FAE4-13EF-136F-7BF5192A4F17}"/>
                    </a:ext>
                  </a:extLst>
                </p:cNvPr>
                <p:cNvGrpSpPr/>
                <p:nvPr/>
              </p:nvGrpSpPr>
              <p:grpSpPr>
                <a:xfrm>
                  <a:off x="2697861" y="1052191"/>
                  <a:ext cx="1643736" cy="3371438"/>
                  <a:chOff x="1988908" y="1038243"/>
                  <a:chExt cx="1643736" cy="3371438"/>
                </a:xfrm>
              </p:grpSpPr>
              <p:sp>
                <p:nvSpPr>
                  <p:cNvPr id="42" name="TextBox 41">
                    <a:extLst>
                      <a:ext uri="{FF2B5EF4-FFF2-40B4-BE49-F238E27FC236}">
                        <a16:creationId xmlns:a16="http://schemas.microsoft.com/office/drawing/2014/main" id="{E677C02D-46C0-A62C-E40C-4CCE7678A511}"/>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43" name="TextBox 42">
                    <a:extLst>
                      <a:ext uri="{FF2B5EF4-FFF2-40B4-BE49-F238E27FC236}">
                        <a16:creationId xmlns:a16="http://schemas.microsoft.com/office/drawing/2014/main" id="{075BC8E5-5A2A-CB07-63CB-B419FFC5E417}"/>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pic>
                <p:nvPicPr>
                  <p:cNvPr id="44" name="Graphic 43" descr="Sort with solid fill">
                    <a:extLst>
                      <a:ext uri="{FF2B5EF4-FFF2-40B4-BE49-F238E27FC236}">
                        <a16:creationId xmlns:a16="http://schemas.microsoft.com/office/drawing/2014/main" id="{B1820F53-EC38-A176-55E2-29CFBF138C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18244" y="3175189"/>
                    <a:ext cx="914400" cy="914400"/>
                  </a:xfrm>
                  <a:prstGeom prst="rect">
                    <a:avLst/>
                  </a:prstGeom>
                  <a:effectLst>
                    <a:outerShdw blurRad="50800" dist="38100" dir="2700000" algn="tl" rotWithShape="0">
                      <a:prstClr val="black">
                        <a:alpha val="40000"/>
                      </a:prstClr>
                    </a:outerShdw>
                  </a:effectLst>
                </p:spPr>
              </p:pic>
            </p:grpSp>
          </p:grpSp>
          <p:pic>
            <p:nvPicPr>
              <p:cNvPr id="34" name="Graphic 33" descr="Sort with solid fill">
                <a:extLst>
                  <a:ext uri="{FF2B5EF4-FFF2-40B4-BE49-F238E27FC236}">
                    <a16:creationId xmlns:a16="http://schemas.microsoft.com/office/drawing/2014/main" id="{24B1B499-CFBC-A588-4693-4791F42275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38" name="Graphic 37" descr="Sort with solid fill">
                <a:extLst>
                  <a:ext uri="{FF2B5EF4-FFF2-40B4-BE49-F238E27FC236}">
                    <a16:creationId xmlns:a16="http://schemas.microsoft.com/office/drawing/2014/main" id="{1E400A7C-CA6C-BEC0-F209-803A82B267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pic>
          <p:nvPicPr>
            <p:cNvPr id="28" name="Graphic 27" descr="DNA with solid fill">
              <a:extLst>
                <a:ext uri="{FF2B5EF4-FFF2-40B4-BE49-F238E27FC236}">
                  <a16:creationId xmlns:a16="http://schemas.microsoft.com/office/drawing/2014/main" id="{ABF58F03-DFAA-E60D-C43A-0692F197E9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1776549"/>
              <a:ext cx="914400" cy="914400"/>
            </a:xfrm>
            <a:prstGeom prst="rect">
              <a:avLst/>
            </a:prstGeom>
          </p:spPr>
        </p:pic>
        <p:pic>
          <p:nvPicPr>
            <p:cNvPr id="30" name="Graphic 29" descr="DNA with solid fill">
              <a:extLst>
                <a:ext uri="{FF2B5EF4-FFF2-40B4-BE49-F238E27FC236}">
                  <a16:creationId xmlns:a16="http://schemas.microsoft.com/office/drawing/2014/main" id="{B2C0F824-E240-7AE0-F4F3-92E5D7884E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4565818"/>
              <a:ext cx="914400" cy="914400"/>
            </a:xfrm>
            <a:prstGeom prst="rect">
              <a:avLst/>
            </a:prstGeom>
          </p:spPr>
        </p:pic>
        <p:pic>
          <p:nvPicPr>
            <p:cNvPr id="31" name="Graphic 30" descr="DNA with solid fill">
              <a:extLst>
                <a:ext uri="{FF2B5EF4-FFF2-40B4-BE49-F238E27FC236}">
                  <a16:creationId xmlns:a16="http://schemas.microsoft.com/office/drawing/2014/main" id="{33420ED0-198E-4FF0-B9C3-DD4D3533E6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4565818"/>
              <a:ext cx="914400" cy="914400"/>
            </a:xfrm>
            <a:prstGeom prst="rect">
              <a:avLst/>
            </a:prstGeom>
          </p:spPr>
        </p:pic>
        <p:pic>
          <p:nvPicPr>
            <p:cNvPr id="32" name="Graphic 31" descr="DNA with solid fill">
              <a:extLst>
                <a:ext uri="{FF2B5EF4-FFF2-40B4-BE49-F238E27FC236}">
                  <a16:creationId xmlns:a16="http://schemas.microsoft.com/office/drawing/2014/main" id="{8653FA45-22C9-B99F-22ED-57A16DA187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1773260"/>
              <a:ext cx="914400" cy="914400"/>
            </a:xfrm>
            <a:prstGeom prst="rect">
              <a:avLst/>
            </a:prstGeom>
          </p:spPr>
        </p:pic>
      </p:grpSp>
      <p:sp>
        <p:nvSpPr>
          <p:cNvPr id="2" name="Title 1">
            <a:extLst>
              <a:ext uri="{FF2B5EF4-FFF2-40B4-BE49-F238E27FC236}">
                <a16:creationId xmlns:a16="http://schemas.microsoft.com/office/drawing/2014/main" id="{804661E8-9E2D-B403-A0AF-BF314FD1968A}"/>
              </a:ext>
            </a:extLst>
          </p:cNvPr>
          <p:cNvSpPr>
            <a:spLocks noGrp="1"/>
          </p:cNvSpPr>
          <p:nvPr>
            <p:ph type="title"/>
          </p:nvPr>
        </p:nvSpPr>
        <p:spPr/>
        <p:txBody>
          <a:bodyPr/>
          <a:lstStyle/>
          <a:p>
            <a:r>
              <a:rPr lang="en-US" dirty="0"/>
              <a:t>Method</a:t>
            </a:r>
            <a:endParaRPr lang="en-CH" dirty="0"/>
          </a:p>
        </p:txBody>
      </p:sp>
      <p:sp>
        <p:nvSpPr>
          <p:cNvPr id="3" name="Date Placeholder 2">
            <a:extLst>
              <a:ext uri="{FF2B5EF4-FFF2-40B4-BE49-F238E27FC236}">
                <a16:creationId xmlns:a16="http://schemas.microsoft.com/office/drawing/2014/main" id="{2642A27D-BA40-B0D6-43D1-21514E5BE6B6}"/>
              </a:ext>
            </a:extLst>
          </p:cNvPr>
          <p:cNvSpPr>
            <a:spLocks noGrp="1"/>
          </p:cNvSpPr>
          <p:nvPr>
            <p:ph type="dt" sz="half" idx="10"/>
          </p:nvPr>
        </p:nvSpPr>
        <p:spPr/>
        <p:txBody>
          <a:bodyPr/>
          <a:lstStyle/>
          <a:p>
            <a:fld id="{80D0C599-9578-4656-9BAA-33C26AB4968A}"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F0875C18-708F-8580-9C7C-C7439F16FFB8}"/>
              </a:ext>
            </a:extLst>
          </p:cNvPr>
          <p:cNvSpPr>
            <a:spLocks noGrp="1"/>
          </p:cNvSpPr>
          <p:nvPr>
            <p:ph type="sldNum" sz="quarter" idx="12"/>
          </p:nvPr>
        </p:nvSpPr>
        <p:spPr/>
        <p:txBody>
          <a:bodyPr/>
          <a:lstStyle/>
          <a:p>
            <a:fld id="{442AD375-037F-43D0-B059-5172DA06796A}" type="slidenum">
              <a:rPr lang="en-GB" noProof="0" smtClean="0"/>
              <a:pPr/>
              <a:t>73</a:t>
            </a:fld>
            <a:endParaRPr lang="en-GB" noProof="0" dirty="0"/>
          </a:p>
        </p:txBody>
      </p:sp>
      <p:sp>
        <p:nvSpPr>
          <p:cNvPr id="2606" name="TextBox 2605">
            <a:extLst>
              <a:ext uri="{FF2B5EF4-FFF2-40B4-BE49-F238E27FC236}">
                <a16:creationId xmlns:a16="http://schemas.microsoft.com/office/drawing/2014/main" id="{8E1E71EB-80E1-BE68-CB37-2680E0EEE27A}"/>
              </a:ext>
            </a:extLst>
          </p:cNvPr>
          <p:cNvSpPr txBox="1"/>
          <p:nvPr/>
        </p:nvSpPr>
        <p:spPr>
          <a:xfrm>
            <a:off x="5555940" y="457880"/>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a:t>
            </a:r>
            <a:r>
              <a:rPr lang="en-US" sz="2800" b="1" dirty="0">
                <a:latin typeface="Aptos" panose="020B0004020202020204" pitchFamily="34" charset="0"/>
              </a:rPr>
              <a:t>x</a:t>
            </a:r>
            <a:endParaRPr lang="en-US" sz="2800" b="1" noProof="0" dirty="0">
              <a:latin typeface="Aptos" panose="020B0004020202020204" pitchFamily="34" charset="0"/>
            </a:endParaRPr>
          </a:p>
        </p:txBody>
      </p:sp>
      <p:grpSp>
        <p:nvGrpSpPr>
          <p:cNvPr id="53" name="Group 52">
            <a:extLst>
              <a:ext uri="{FF2B5EF4-FFF2-40B4-BE49-F238E27FC236}">
                <a16:creationId xmlns:a16="http://schemas.microsoft.com/office/drawing/2014/main" id="{76FE8434-0270-15CB-4983-9D5BE6589F5B}"/>
              </a:ext>
            </a:extLst>
          </p:cNvPr>
          <p:cNvGrpSpPr/>
          <p:nvPr/>
        </p:nvGrpSpPr>
        <p:grpSpPr>
          <a:xfrm>
            <a:off x="622276" y="1556792"/>
            <a:ext cx="845744" cy="3810643"/>
            <a:chOff x="395999" y="905357"/>
            <a:chExt cx="845744" cy="3810643"/>
          </a:xfrm>
        </p:grpSpPr>
        <p:sp>
          <p:nvSpPr>
            <p:cNvPr id="54" name="Rectangle 53">
              <a:extLst>
                <a:ext uri="{FF2B5EF4-FFF2-40B4-BE49-F238E27FC236}">
                  <a16:creationId xmlns:a16="http://schemas.microsoft.com/office/drawing/2014/main" id="{EC7A1816-7D41-ADE3-FFA6-757841307C59}"/>
                </a:ext>
              </a:extLst>
            </p:cNvPr>
            <p:cNvSpPr/>
            <p:nvPr/>
          </p:nvSpPr>
          <p:spPr>
            <a:xfrm>
              <a:off x="432000" y="1296000"/>
              <a:ext cx="251999" cy="3420000"/>
            </a:xfrm>
            <a:prstGeom prst="rect">
              <a:avLst/>
            </a:prstGeom>
            <a:gradFill flip="none" rotWithShape="1">
              <a:gsLst>
                <a:gs pos="0">
                  <a:srgbClr val="2166AC"/>
                </a:gs>
                <a:gs pos="50000">
                  <a:srgbClr val="F7F7F7"/>
                </a:gs>
                <a:gs pos="100000">
                  <a:srgbClr val="B2182B"/>
                </a:gs>
              </a:gsLst>
              <a:lin ang="16200000" scaled="0"/>
            </a:gradFill>
            <a:ln>
              <a:noFill/>
            </a:ln>
            <a:effectLst/>
          </p:spPr>
          <p:txBody>
            <a:bodyPr rtlCol="0" anchor="ctr"/>
            <a:lstStyle/>
            <a:p>
              <a:pPr algn="ctr"/>
              <a:endParaRPr/>
            </a:p>
          </p:txBody>
        </p:sp>
        <p:sp>
          <p:nvSpPr>
            <p:cNvPr id="55" name="Rectangle 54">
              <a:extLst>
                <a:ext uri="{FF2B5EF4-FFF2-40B4-BE49-F238E27FC236}">
                  <a16:creationId xmlns:a16="http://schemas.microsoft.com/office/drawing/2014/main" id="{8F257D82-1EB4-0F39-E91D-D1AFAC8012F5}"/>
                </a:ext>
              </a:extLst>
            </p:cNvPr>
            <p:cNvSpPr/>
            <p:nvPr/>
          </p:nvSpPr>
          <p:spPr>
            <a:xfrm>
              <a:off x="432000" y="1296000"/>
              <a:ext cx="251999" cy="3420000"/>
            </a:xfrm>
            <a:prstGeom prst="rect">
              <a:avLst/>
            </a:prstGeom>
            <a:noFill/>
            <a:ln w="9525">
              <a:solidFill>
                <a:srgbClr val="BFBFBF"/>
              </a:solidFill>
            </a:ln>
            <a:effectLst/>
          </p:spPr>
          <p:txBody>
            <a:bodyPr rtlCol="0" anchor="ctr"/>
            <a:lstStyle/>
            <a:p>
              <a:pPr algn="ctr"/>
              <a:endParaRPr/>
            </a:p>
          </p:txBody>
        </p:sp>
        <p:sp>
          <p:nvSpPr>
            <p:cNvPr id="56" name="TextBox 55">
              <a:extLst>
                <a:ext uri="{FF2B5EF4-FFF2-40B4-BE49-F238E27FC236}">
                  <a16:creationId xmlns:a16="http://schemas.microsoft.com/office/drawing/2014/main" id="{4B486459-2082-EBFA-8FFB-51AE3318B939}"/>
                </a:ext>
              </a:extLst>
            </p:cNvPr>
            <p:cNvSpPr txBox="1"/>
            <p:nvPr/>
          </p:nvSpPr>
          <p:spPr>
            <a:xfrm>
              <a:off x="395999" y="905357"/>
              <a:ext cx="845744" cy="241285"/>
            </a:xfrm>
            <a:prstGeom prst="rect">
              <a:avLst/>
            </a:prstGeom>
            <a:noFill/>
          </p:spPr>
          <p:txBody>
            <a:bodyPr wrap="none" lIns="0" tIns="0" rIns="0" bIns="0" anchor="ctr">
              <a:spAutoFit/>
            </a:bodyPr>
            <a:lstStyle/>
            <a:p>
              <a:pPr algn="l"/>
              <a:r>
                <a:rPr lang="en-US" b="1" dirty="0">
                  <a:solidFill>
                    <a:srgbClr val="0B0B0B"/>
                  </a:solidFill>
                  <a:latin typeface="Arial"/>
                </a:rPr>
                <a:t>Moisture</a:t>
              </a:r>
              <a:endParaRPr b="1" dirty="0">
                <a:solidFill>
                  <a:srgbClr val="0B0B0B"/>
                </a:solidFill>
                <a:latin typeface="Arial"/>
              </a:endParaRPr>
            </a:p>
          </p:txBody>
        </p:sp>
        <p:sp>
          <p:nvSpPr>
            <p:cNvPr id="57" name="TextBox 56">
              <a:extLst>
                <a:ext uri="{FF2B5EF4-FFF2-40B4-BE49-F238E27FC236}">
                  <a16:creationId xmlns:a16="http://schemas.microsoft.com/office/drawing/2014/main" id="{AC0BA023-ABAA-1793-3FF9-0076C8B8F5D3}"/>
                </a:ext>
              </a:extLst>
            </p:cNvPr>
            <p:cNvSpPr txBox="1"/>
            <p:nvPr/>
          </p:nvSpPr>
          <p:spPr>
            <a:xfrm>
              <a:off x="774000" y="1309743"/>
              <a:ext cx="360355" cy="188513"/>
            </a:xfrm>
            <a:prstGeom prst="rect">
              <a:avLst/>
            </a:prstGeom>
            <a:noFill/>
          </p:spPr>
          <p:txBody>
            <a:bodyPr wrap="none" lIns="0" tIns="0" rIns="0" bIns="0" anchor="ctr">
              <a:spAutoFit/>
            </a:bodyPr>
            <a:lstStyle/>
            <a:p>
              <a:pPr algn="l"/>
              <a:r>
                <a:rPr lang="en-US" sz="1250" b="0" dirty="0">
                  <a:solidFill>
                    <a:srgbClr val="52514E"/>
                  </a:solidFill>
                  <a:latin typeface="Arial"/>
                </a:rPr>
                <a:t>more</a:t>
              </a:r>
              <a:endParaRPr sz="1250" b="0" dirty="0">
                <a:solidFill>
                  <a:srgbClr val="52514E"/>
                </a:solidFill>
                <a:latin typeface="Arial"/>
              </a:endParaRPr>
            </a:p>
          </p:txBody>
        </p:sp>
        <p:sp>
          <p:nvSpPr>
            <p:cNvPr id="58" name="TextBox 57">
              <a:extLst>
                <a:ext uri="{FF2B5EF4-FFF2-40B4-BE49-F238E27FC236}">
                  <a16:creationId xmlns:a16="http://schemas.microsoft.com/office/drawing/2014/main" id="{D2D4B8C3-A0DE-01F6-409B-59485538B601}"/>
                </a:ext>
              </a:extLst>
            </p:cNvPr>
            <p:cNvSpPr txBox="1"/>
            <p:nvPr/>
          </p:nvSpPr>
          <p:spPr>
            <a:xfrm>
              <a:off x="774000" y="4513743"/>
              <a:ext cx="280205" cy="188513"/>
            </a:xfrm>
            <a:prstGeom prst="rect">
              <a:avLst/>
            </a:prstGeom>
            <a:noFill/>
          </p:spPr>
          <p:txBody>
            <a:bodyPr wrap="none" lIns="0" tIns="0" rIns="0" bIns="0" anchor="ctr">
              <a:spAutoFit/>
            </a:bodyPr>
            <a:lstStyle/>
            <a:p>
              <a:pPr algn="l"/>
              <a:r>
                <a:rPr lang="en-US" sz="1250" b="0" dirty="0">
                  <a:solidFill>
                    <a:srgbClr val="52514E"/>
                  </a:solidFill>
                  <a:latin typeface="Arial"/>
                </a:rPr>
                <a:t>less</a:t>
              </a:r>
              <a:endParaRPr sz="1250" b="0" dirty="0">
                <a:solidFill>
                  <a:srgbClr val="52514E"/>
                </a:solidFill>
                <a:latin typeface="Arial"/>
              </a:endParaRPr>
            </a:p>
          </p:txBody>
        </p:sp>
      </p:grpSp>
      <p:sp>
        <p:nvSpPr>
          <p:cNvPr id="4" name="Oval 3">
            <a:extLst>
              <a:ext uri="{FF2B5EF4-FFF2-40B4-BE49-F238E27FC236}">
                <a16:creationId xmlns:a16="http://schemas.microsoft.com/office/drawing/2014/main" id="{BB38A641-6E69-06ED-6855-D7D48AB1638E}"/>
              </a:ext>
            </a:extLst>
          </p:cNvPr>
          <p:cNvSpPr/>
          <p:nvPr/>
        </p:nvSpPr>
        <p:spPr>
          <a:xfrm>
            <a:off x="342677" y="1412776"/>
            <a:ext cx="1432843" cy="53465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32890229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6393D-5A6F-AA16-8CC0-F774C5E75555}"/>
            </a:ext>
          </a:extLst>
        </p:cNvPr>
        <p:cNvGrpSpPr/>
        <p:nvPr/>
      </p:nvGrpSpPr>
      <p:grpSpPr>
        <a:xfrm>
          <a:off x="0" y="0"/>
          <a:ext cx="0" cy="0"/>
          <a:chOff x="0" y="0"/>
          <a:chExt cx="0" cy="0"/>
        </a:xfrm>
      </p:grpSpPr>
      <p:pic>
        <p:nvPicPr>
          <p:cNvPr id="19" name="Graphic 18" descr="Europe with solid fill">
            <a:extLst>
              <a:ext uri="{FF2B5EF4-FFF2-40B4-BE49-F238E27FC236}">
                <a16:creationId xmlns:a16="http://schemas.microsoft.com/office/drawing/2014/main" id="{587D68CB-CAA0-3A64-FD7F-3DC5C7808E6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702" y="-3966529"/>
            <a:ext cx="11860025" cy="11860025"/>
          </a:xfrm>
          <a:prstGeom prst="rect">
            <a:avLst/>
          </a:prstGeom>
        </p:spPr>
      </p:pic>
      <p:sp>
        <p:nvSpPr>
          <p:cNvPr id="20" name="Rectangle: Rounded Corners 19">
            <a:extLst>
              <a:ext uri="{FF2B5EF4-FFF2-40B4-BE49-F238E27FC236}">
                <a16:creationId xmlns:a16="http://schemas.microsoft.com/office/drawing/2014/main" id="{CCD2EEBB-33C2-5CA3-FE18-955E9ADAF905}"/>
              </a:ext>
            </a:extLst>
          </p:cNvPr>
          <p:cNvSpPr/>
          <p:nvPr/>
        </p:nvSpPr>
        <p:spPr>
          <a:xfrm>
            <a:off x="6440865" y="3798883"/>
            <a:ext cx="2823485" cy="2526202"/>
          </a:xfrm>
          <a:prstGeom prst="roundRect">
            <a:avLst/>
          </a:prstGeom>
          <a:gradFill>
            <a:gsLst>
              <a:gs pos="0">
                <a:srgbClr val="E0908A"/>
              </a:gs>
              <a:gs pos="100000">
                <a:srgbClr val="B2182B"/>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Rounded Corners 21">
            <a:extLst>
              <a:ext uri="{FF2B5EF4-FFF2-40B4-BE49-F238E27FC236}">
                <a16:creationId xmlns:a16="http://schemas.microsoft.com/office/drawing/2014/main" id="{0AB6A2D0-7077-81E3-1D57-FF0407364A82}"/>
              </a:ext>
            </a:extLst>
          </p:cNvPr>
          <p:cNvSpPr/>
          <p:nvPr/>
        </p:nvSpPr>
        <p:spPr>
          <a:xfrm>
            <a:off x="2927172" y="3791774"/>
            <a:ext cx="2823485" cy="2526202"/>
          </a:xfrm>
          <a:prstGeom prst="roundRect">
            <a:avLst/>
          </a:prstGeom>
          <a:gradFill flip="none" rotWithShape="1">
            <a:gsLst>
              <a:gs pos="0">
                <a:srgbClr val="F7F7F7"/>
              </a:gs>
              <a:gs pos="100000">
                <a:srgbClr val="E0908A"/>
              </a:gs>
            </a:gsLst>
            <a:lin ang="5400000" scaled="1"/>
            <a:tileRect/>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Rectangle: Rounded Corners 24">
            <a:extLst>
              <a:ext uri="{FF2B5EF4-FFF2-40B4-BE49-F238E27FC236}">
                <a16:creationId xmlns:a16="http://schemas.microsoft.com/office/drawing/2014/main" id="{C8346D70-2B42-8B1A-5D7E-97310A1CD39C}"/>
              </a:ext>
            </a:extLst>
          </p:cNvPr>
          <p:cNvSpPr/>
          <p:nvPr/>
        </p:nvSpPr>
        <p:spPr>
          <a:xfrm>
            <a:off x="6440865" y="947399"/>
            <a:ext cx="2823485" cy="2526202"/>
          </a:xfrm>
          <a:prstGeom prst="roundRect">
            <a:avLst/>
          </a:prstGeom>
          <a:gradFill>
            <a:gsLst>
              <a:gs pos="0">
                <a:srgbClr val="98ABD2"/>
              </a:gs>
              <a:gs pos="100000">
                <a:srgbClr val="F7F7F7"/>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Rounded Corners 28">
            <a:extLst>
              <a:ext uri="{FF2B5EF4-FFF2-40B4-BE49-F238E27FC236}">
                <a16:creationId xmlns:a16="http://schemas.microsoft.com/office/drawing/2014/main" id="{F133E2AA-327A-7FE3-B6DD-6B8560163A1C}"/>
              </a:ext>
            </a:extLst>
          </p:cNvPr>
          <p:cNvSpPr/>
          <p:nvPr/>
        </p:nvSpPr>
        <p:spPr>
          <a:xfrm>
            <a:off x="2929636" y="950339"/>
            <a:ext cx="2823485" cy="2526202"/>
          </a:xfrm>
          <a:prstGeom prst="roundRect">
            <a:avLst/>
          </a:prstGeom>
          <a:gradFill>
            <a:gsLst>
              <a:gs pos="0">
                <a:srgbClr val="2166AC"/>
              </a:gs>
              <a:gs pos="100000">
                <a:srgbClr val="98ABD2"/>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50EAA2-51FE-CFBF-FC9B-1360825403AA}"/>
              </a:ext>
            </a:extLst>
          </p:cNvPr>
          <p:cNvGrpSpPr/>
          <p:nvPr/>
        </p:nvGrpSpPr>
        <p:grpSpPr>
          <a:xfrm>
            <a:off x="3068235" y="1041519"/>
            <a:ext cx="5200602" cy="4473857"/>
            <a:chOff x="3065679" y="1048321"/>
            <a:chExt cx="5212335" cy="4482697"/>
          </a:xfrm>
        </p:grpSpPr>
        <p:grpSp>
          <p:nvGrpSpPr>
            <p:cNvPr id="27" name="Group 26">
              <a:extLst>
                <a:ext uri="{FF2B5EF4-FFF2-40B4-BE49-F238E27FC236}">
                  <a16:creationId xmlns:a16="http://schemas.microsoft.com/office/drawing/2014/main" id="{B0F60768-A8D9-88FB-02C8-AB5ACFD22826}"/>
                </a:ext>
              </a:extLst>
            </p:cNvPr>
            <p:cNvGrpSpPr/>
            <p:nvPr/>
          </p:nvGrpSpPr>
          <p:grpSpPr>
            <a:xfrm>
              <a:off x="3065679" y="1048321"/>
              <a:ext cx="5212335" cy="4482697"/>
              <a:chOff x="2697861" y="1004542"/>
              <a:chExt cx="5212335" cy="4482697"/>
            </a:xfrm>
          </p:grpSpPr>
          <p:grpSp>
            <p:nvGrpSpPr>
              <p:cNvPr id="33" name="Group 32">
                <a:extLst>
                  <a:ext uri="{FF2B5EF4-FFF2-40B4-BE49-F238E27FC236}">
                    <a16:creationId xmlns:a16="http://schemas.microsoft.com/office/drawing/2014/main" id="{5F33C55B-3B49-F103-C3C5-AA92F6F0E746}"/>
                  </a:ext>
                </a:extLst>
              </p:cNvPr>
              <p:cNvGrpSpPr/>
              <p:nvPr/>
            </p:nvGrpSpPr>
            <p:grpSpPr>
              <a:xfrm>
                <a:off x="2697861" y="1004542"/>
                <a:ext cx="5212335" cy="3419087"/>
                <a:chOff x="2697861" y="1004542"/>
                <a:chExt cx="5212335" cy="3419087"/>
              </a:xfrm>
            </p:grpSpPr>
            <p:grpSp>
              <p:nvGrpSpPr>
                <p:cNvPr id="39" name="Group 38">
                  <a:extLst>
                    <a:ext uri="{FF2B5EF4-FFF2-40B4-BE49-F238E27FC236}">
                      <a16:creationId xmlns:a16="http://schemas.microsoft.com/office/drawing/2014/main" id="{F86C6086-DC99-FAC2-734F-2AD1F83D5552}"/>
                    </a:ext>
                  </a:extLst>
                </p:cNvPr>
                <p:cNvGrpSpPr/>
                <p:nvPr/>
              </p:nvGrpSpPr>
              <p:grpSpPr>
                <a:xfrm>
                  <a:off x="6238850" y="1004542"/>
                  <a:ext cx="1671346" cy="3406093"/>
                  <a:chOff x="7032105" y="1004542"/>
                  <a:chExt cx="1671346" cy="3406093"/>
                </a:xfrm>
              </p:grpSpPr>
              <p:sp>
                <p:nvSpPr>
                  <p:cNvPr id="45" name="TextBox 44">
                    <a:extLst>
                      <a:ext uri="{FF2B5EF4-FFF2-40B4-BE49-F238E27FC236}">
                        <a16:creationId xmlns:a16="http://schemas.microsoft.com/office/drawing/2014/main" id="{269C48B7-17DB-E6BE-722F-8A8160D41315}"/>
                      </a:ext>
                    </a:extLst>
                  </p:cNvPr>
                  <p:cNvSpPr txBox="1"/>
                  <p:nvPr/>
                </p:nvSpPr>
                <p:spPr>
                  <a:xfrm>
                    <a:off x="7032105"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sp>
                <p:nvSpPr>
                  <p:cNvPr id="46" name="TextBox 45">
                    <a:extLst>
                      <a:ext uri="{FF2B5EF4-FFF2-40B4-BE49-F238E27FC236}">
                        <a16:creationId xmlns:a16="http://schemas.microsoft.com/office/drawing/2014/main" id="{8974C811-41FC-98FA-89F6-B12E09B1D145}"/>
                      </a:ext>
                    </a:extLst>
                  </p:cNvPr>
                  <p:cNvSpPr txBox="1"/>
                  <p:nvPr/>
                </p:nvSpPr>
                <p:spPr>
                  <a:xfrm>
                    <a:off x="7032105" y="3927113"/>
                    <a:ext cx="1008113" cy="483522"/>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err="1"/>
                      <a:t>Px</a:t>
                    </a:r>
                    <a:endParaRPr lang="en-CH" sz="3200" b="1" dirty="0"/>
                  </a:p>
                </p:txBody>
              </p:sp>
              <p:pic>
                <p:nvPicPr>
                  <p:cNvPr id="47" name="Graphic 46" descr="Sort with solid fill">
                    <a:extLst>
                      <a:ext uri="{FF2B5EF4-FFF2-40B4-BE49-F238E27FC236}">
                        <a16:creationId xmlns:a16="http://schemas.microsoft.com/office/drawing/2014/main" id="{001D3D2E-26CF-468E-0C70-ECDC196FD9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9051" y="3179815"/>
                    <a:ext cx="914400" cy="914400"/>
                  </a:xfrm>
                  <a:prstGeom prst="rect">
                    <a:avLst/>
                  </a:prstGeom>
                  <a:effectLst>
                    <a:outerShdw blurRad="50800" dist="38100" dir="2700000" algn="tl" rotWithShape="0">
                      <a:prstClr val="black">
                        <a:alpha val="40000"/>
                      </a:prstClr>
                    </a:outerShdw>
                  </a:effectLst>
                </p:spPr>
              </p:pic>
            </p:grpSp>
            <p:grpSp>
              <p:nvGrpSpPr>
                <p:cNvPr id="40" name="Group 39">
                  <a:extLst>
                    <a:ext uri="{FF2B5EF4-FFF2-40B4-BE49-F238E27FC236}">
                      <a16:creationId xmlns:a16="http://schemas.microsoft.com/office/drawing/2014/main" id="{11862C94-33BC-B593-7A73-C0E24F9F07E0}"/>
                    </a:ext>
                  </a:extLst>
                </p:cNvPr>
                <p:cNvGrpSpPr/>
                <p:nvPr/>
              </p:nvGrpSpPr>
              <p:grpSpPr>
                <a:xfrm>
                  <a:off x="2697861" y="1052191"/>
                  <a:ext cx="1643736" cy="3371438"/>
                  <a:chOff x="1988908" y="1038243"/>
                  <a:chExt cx="1643736" cy="3371438"/>
                </a:xfrm>
              </p:grpSpPr>
              <p:sp>
                <p:nvSpPr>
                  <p:cNvPr id="42" name="TextBox 41">
                    <a:extLst>
                      <a:ext uri="{FF2B5EF4-FFF2-40B4-BE49-F238E27FC236}">
                        <a16:creationId xmlns:a16="http://schemas.microsoft.com/office/drawing/2014/main" id="{9BD7D7F3-D996-6CEA-ED0D-F13E0EDFA282}"/>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43" name="TextBox 42">
                    <a:extLst>
                      <a:ext uri="{FF2B5EF4-FFF2-40B4-BE49-F238E27FC236}">
                        <a16:creationId xmlns:a16="http://schemas.microsoft.com/office/drawing/2014/main" id="{665DAAF1-AA72-BB80-A041-6AC747BF19B6}"/>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pic>
                <p:nvPicPr>
                  <p:cNvPr id="44" name="Graphic 43" descr="Sort with solid fill">
                    <a:extLst>
                      <a:ext uri="{FF2B5EF4-FFF2-40B4-BE49-F238E27FC236}">
                        <a16:creationId xmlns:a16="http://schemas.microsoft.com/office/drawing/2014/main" id="{515F5EDC-902E-1EEB-CF72-E34FE8CBB9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18244" y="3175189"/>
                    <a:ext cx="914400" cy="914400"/>
                  </a:xfrm>
                  <a:prstGeom prst="rect">
                    <a:avLst/>
                  </a:prstGeom>
                  <a:effectLst>
                    <a:outerShdw blurRad="50800" dist="38100" dir="2700000" algn="tl" rotWithShape="0">
                      <a:prstClr val="black">
                        <a:alpha val="40000"/>
                      </a:prstClr>
                    </a:outerShdw>
                  </a:effectLst>
                </p:spPr>
              </p:pic>
            </p:grpSp>
          </p:grpSp>
          <p:pic>
            <p:nvPicPr>
              <p:cNvPr id="34" name="Graphic 33" descr="Sort with solid fill">
                <a:extLst>
                  <a:ext uri="{FF2B5EF4-FFF2-40B4-BE49-F238E27FC236}">
                    <a16:creationId xmlns:a16="http://schemas.microsoft.com/office/drawing/2014/main" id="{025DA036-3F7B-200C-0338-5B1AF5C7C6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38" name="Graphic 37" descr="Sort with solid fill">
                <a:extLst>
                  <a:ext uri="{FF2B5EF4-FFF2-40B4-BE49-F238E27FC236}">
                    <a16:creationId xmlns:a16="http://schemas.microsoft.com/office/drawing/2014/main" id="{52AEF121-7FA9-38D4-BF9C-943469B49B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pic>
          <p:nvPicPr>
            <p:cNvPr id="28" name="Graphic 27" descr="DNA with solid fill">
              <a:extLst>
                <a:ext uri="{FF2B5EF4-FFF2-40B4-BE49-F238E27FC236}">
                  <a16:creationId xmlns:a16="http://schemas.microsoft.com/office/drawing/2014/main" id="{54742BA8-D7AD-9A0B-9F35-80C4A7E5B4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1776549"/>
              <a:ext cx="914400" cy="914400"/>
            </a:xfrm>
            <a:prstGeom prst="rect">
              <a:avLst/>
            </a:prstGeom>
          </p:spPr>
        </p:pic>
        <p:pic>
          <p:nvPicPr>
            <p:cNvPr id="30" name="Graphic 29" descr="DNA with solid fill">
              <a:extLst>
                <a:ext uri="{FF2B5EF4-FFF2-40B4-BE49-F238E27FC236}">
                  <a16:creationId xmlns:a16="http://schemas.microsoft.com/office/drawing/2014/main" id="{A5AB8275-FFAA-2188-CBF4-F2BA72DBA6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4565818"/>
              <a:ext cx="914400" cy="914400"/>
            </a:xfrm>
            <a:prstGeom prst="rect">
              <a:avLst/>
            </a:prstGeom>
          </p:spPr>
        </p:pic>
        <p:pic>
          <p:nvPicPr>
            <p:cNvPr id="31" name="Graphic 30" descr="DNA with solid fill">
              <a:extLst>
                <a:ext uri="{FF2B5EF4-FFF2-40B4-BE49-F238E27FC236}">
                  <a16:creationId xmlns:a16="http://schemas.microsoft.com/office/drawing/2014/main" id="{2EC60396-35E1-B6FE-409B-A5B47542D2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4565818"/>
              <a:ext cx="914400" cy="914400"/>
            </a:xfrm>
            <a:prstGeom prst="rect">
              <a:avLst/>
            </a:prstGeom>
          </p:spPr>
        </p:pic>
        <p:pic>
          <p:nvPicPr>
            <p:cNvPr id="32" name="Graphic 31" descr="DNA with solid fill">
              <a:extLst>
                <a:ext uri="{FF2B5EF4-FFF2-40B4-BE49-F238E27FC236}">
                  <a16:creationId xmlns:a16="http://schemas.microsoft.com/office/drawing/2014/main" id="{0096BEF6-5CAC-97F6-C78C-58861E88E9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1773260"/>
              <a:ext cx="914400" cy="914400"/>
            </a:xfrm>
            <a:prstGeom prst="rect">
              <a:avLst/>
            </a:prstGeom>
          </p:spPr>
        </p:pic>
      </p:grpSp>
      <p:sp>
        <p:nvSpPr>
          <p:cNvPr id="2" name="Title 1">
            <a:extLst>
              <a:ext uri="{FF2B5EF4-FFF2-40B4-BE49-F238E27FC236}">
                <a16:creationId xmlns:a16="http://schemas.microsoft.com/office/drawing/2014/main" id="{88E3C4EB-2E0E-8D4D-666D-09BF3958DBCB}"/>
              </a:ext>
            </a:extLst>
          </p:cNvPr>
          <p:cNvSpPr>
            <a:spLocks noGrp="1"/>
          </p:cNvSpPr>
          <p:nvPr>
            <p:ph type="title"/>
          </p:nvPr>
        </p:nvSpPr>
        <p:spPr/>
        <p:txBody>
          <a:bodyPr/>
          <a:lstStyle/>
          <a:p>
            <a:r>
              <a:rPr lang="en-US" dirty="0"/>
              <a:t>Method</a:t>
            </a:r>
            <a:endParaRPr lang="en-CH" dirty="0"/>
          </a:p>
        </p:txBody>
      </p:sp>
      <p:sp>
        <p:nvSpPr>
          <p:cNvPr id="3" name="Date Placeholder 2">
            <a:extLst>
              <a:ext uri="{FF2B5EF4-FFF2-40B4-BE49-F238E27FC236}">
                <a16:creationId xmlns:a16="http://schemas.microsoft.com/office/drawing/2014/main" id="{BBCD4B80-B6BD-EEFE-92A4-EC055224D5E6}"/>
              </a:ext>
            </a:extLst>
          </p:cNvPr>
          <p:cNvSpPr>
            <a:spLocks noGrp="1"/>
          </p:cNvSpPr>
          <p:nvPr>
            <p:ph type="dt" sz="half" idx="10"/>
          </p:nvPr>
        </p:nvSpPr>
        <p:spPr/>
        <p:txBody>
          <a:bodyPr/>
          <a:lstStyle/>
          <a:p>
            <a:fld id="{80D0C599-9578-4656-9BAA-33C26AB4968A}"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B501D00F-5DEE-7F39-EC19-A7A1B9A5AD2B}"/>
              </a:ext>
            </a:extLst>
          </p:cNvPr>
          <p:cNvSpPr>
            <a:spLocks noGrp="1"/>
          </p:cNvSpPr>
          <p:nvPr>
            <p:ph type="sldNum" sz="quarter" idx="12"/>
          </p:nvPr>
        </p:nvSpPr>
        <p:spPr/>
        <p:txBody>
          <a:bodyPr/>
          <a:lstStyle/>
          <a:p>
            <a:fld id="{442AD375-037F-43D0-B059-5172DA06796A}" type="slidenum">
              <a:rPr lang="en-GB" noProof="0" smtClean="0"/>
              <a:pPr/>
              <a:t>74</a:t>
            </a:fld>
            <a:endParaRPr lang="en-GB" noProof="0" dirty="0"/>
          </a:p>
        </p:txBody>
      </p:sp>
      <p:sp>
        <p:nvSpPr>
          <p:cNvPr id="2606" name="TextBox 2605">
            <a:extLst>
              <a:ext uri="{FF2B5EF4-FFF2-40B4-BE49-F238E27FC236}">
                <a16:creationId xmlns:a16="http://schemas.microsoft.com/office/drawing/2014/main" id="{CE8A2718-1CF4-A99B-41CC-11796F190585}"/>
              </a:ext>
            </a:extLst>
          </p:cNvPr>
          <p:cNvSpPr txBox="1"/>
          <p:nvPr/>
        </p:nvSpPr>
        <p:spPr>
          <a:xfrm>
            <a:off x="5555940" y="457880"/>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a:t>
            </a:r>
            <a:r>
              <a:rPr lang="en-US" sz="2800" b="1" dirty="0">
                <a:latin typeface="Aptos" panose="020B0004020202020204" pitchFamily="34" charset="0"/>
              </a:rPr>
              <a:t>x</a:t>
            </a:r>
            <a:endParaRPr lang="en-US" sz="2800" b="1" noProof="0" dirty="0">
              <a:latin typeface="Aptos" panose="020B0004020202020204" pitchFamily="34" charset="0"/>
            </a:endParaRPr>
          </a:p>
        </p:txBody>
      </p:sp>
      <p:grpSp>
        <p:nvGrpSpPr>
          <p:cNvPr id="53" name="Group 52">
            <a:extLst>
              <a:ext uri="{FF2B5EF4-FFF2-40B4-BE49-F238E27FC236}">
                <a16:creationId xmlns:a16="http://schemas.microsoft.com/office/drawing/2014/main" id="{54079F58-77CB-2861-BE88-070269E1B920}"/>
              </a:ext>
            </a:extLst>
          </p:cNvPr>
          <p:cNvGrpSpPr/>
          <p:nvPr/>
        </p:nvGrpSpPr>
        <p:grpSpPr>
          <a:xfrm>
            <a:off x="622276" y="1556792"/>
            <a:ext cx="900568" cy="3810643"/>
            <a:chOff x="395999" y="905357"/>
            <a:chExt cx="900568" cy="3810643"/>
          </a:xfrm>
        </p:grpSpPr>
        <p:sp>
          <p:nvSpPr>
            <p:cNvPr id="54" name="Rectangle 53">
              <a:extLst>
                <a:ext uri="{FF2B5EF4-FFF2-40B4-BE49-F238E27FC236}">
                  <a16:creationId xmlns:a16="http://schemas.microsoft.com/office/drawing/2014/main" id="{85810572-72D2-15CF-2093-F20DD243AADD}"/>
                </a:ext>
              </a:extLst>
            </p:cNvPr>
            <p:cNvSpPr/>
            <p:nvPr/>
          </p:nvSpPr>
          <p:spPr>
            <a:xfrm>
              <a:off x="432000" y="1296000"/>
              <a:ext cx="251999" cy="3420000"/>
            </a:xfrm>
            <a:prstGeom prst="rect">
              <a:avLst/>
            </a:prstGeom>
            <a:gradFill flip="none" rotWithShape="1">
              <a:gsLst>
                <a:gs pos="0">
                  <a:srgbClr val="2166AC"/>
                </a:gs>
                <a:gs pos="50000">
                  <a:srgbClr val="F7F7F7"/>
                </a:gs>
                <a:gs pos="100000">
                  <a:srgbClr val="B2182B"/>
                </a:gs>
              </a:gsLst>
              <a:lin ang="16200000" scaled="0"/>
            </a:gradFill>
            <a:ln>
              <a:noFill/>
            </a:ln>
            <a:effectLst/>
          </p:spPr>
          <p:txBody>
            <a:bodyPr rtlCol="0" anchor="ctr"/>
            <a:lstStyle/>
            <a:p>
              <a:pPr algn="ctr"/>
              <a:endParaRPr/>
            </a:p>
          </p:txBody>
        </p:sp>
        <p:sp>
          <p:nvSpPr>
            <p:cNvPr id="55" name="Rectangle 54">
              <a:extLst>
                <a:ext uri="{FF2B5EF4-FFF2-40B4-BE49-F238E27FC236}">
                  <a16:creationId xmlns:a16="http://schemas.microsoft.com/office/drawing/2014/main" id="{64F3A172-3659-52DF-6187-E62FFDFF05DC}"/>
                </a:ext>
              </a:extLst>
            </p:cNvPr>
            <p:cNvSpPr/>
            <p:nvPr/>
          </p:nvSpPr>
          <p:spPr>
            <a:xfrm>
              <a:off x="432000" y="1296000"/>
              <a:ext cx="251999" cy="3420000"/>
            </a:xfrm>
            <a:prstGeom prst="rect">
              <a:avLst/>
            </a:prstGeom>
            <a:noFill/>
            <a:ln w="9525">
              <a:solidFill>
                <a:srgbClr val="BFBFBF"/>
              </a:solidFill>
            </a:ln>
            <a:effectLst/>
          </p:spPr>
          <p:txBody>
            <a:bodyPr rtlCol="0" anchor="ctr"/>
            <a:lstStyle/>
            <a:p>
              <a:pPr algn="ctr"/>
              <a:endParaRPr/>
            </a:p>
          </p:txBody>
        </p:sp>
        <p:sp>
          <p:nvSpPr>
            <p:cNvPr id="56" name="TextBox 55">
              <a:extLst>
                <a:ext uri="{FF2B5EF4-FFF2-40B4-BE49-F238E27FC236}">
                  <a16:creationId xmlns:a16="http://schemas.microsoft.com/office/drawing/2014/main" id="{604BCE82-9C86-A656-966C-F8C38B51C2CD}"/>
                </a:ext>
              </a:extLst>
            </p:cNvPr>
            <p:cNvSpPr txBox="1"/>
            <p:nvPr/>
          </p:nvSpPr>
          <p:spPr>
            <a:xfrm>
              <a:off x="395999" y="905357"/>
              <a:ext cx="900568" cy="241285"/>
            </a:xfrm>
            <a:prstGeom prst="rect">
              <a:avLst/>
            </a:prstGeom>
            <a:noFill/>
          </p:spPr>
          <p:txBody>
            <a:bodyPr wrap="none" lIns="0" tIns="0" rIns="0" bIns="0" anchor="ctr">
              <a:spAutoFit/>
            </a:bodyPr>
            <a:lstStyle/>
            <a:p>
              <a:pPr algn="l"/>
              <a:r>
                <a:rPr lang="en-US" b="1" dirty="0">
                  <a:solidFill>
                    <a:srgbClr val="0B0B0B"/>
                  </a:solidFill>
                  <a:latin typeface="Arial"/>
                </a:rPr>
                <a:t>Elevation</a:t>
              </a:r>
              <a:endParaRPr b="1" dirty="0">
                <a:solidFill>
                  <a:srgbClr val="0B0B0B"/>
                </a:solidFill>
                <a:latin typeface="Arial"/>
              </a:endParaRPr>
            </a:p>
          </p:txBody>
        </p:sp>
        <p:sp>
          <p:nvSpPr>
            <p:cNvPr id="57" name="TextBox 56">
              <a:extLst>
                <a:ext uri="{FF2B5EF4-FFF2-40B4-BE49-F238E27FC236}">
                  <a16:creationId xmlns:a16="http://schemas.microsoft.com/office/drawing/2014/main" id="{033B907A-0E7E-05D2-86CC-6A36EC085353}"/>
                </a:ext>
              </a:extLst>
            </p:cNvPr>
            <p:cNvSpPr txBox="1"/>
            <p:nvPr/>
          </p:nvSpPr>
          <p:spPr>
            <a:xfrm>
              <a:off x="774000" y="1309743"/>
              <a:ext cx="360355" cy="188513"/>
            </a:xfrm>
            <a:prstGeom prst="rect">
              <a:avLst/>
            </a:prstGeom>
            <a:noFill/>
          </p:spPr>
          <p:txBody>
            <a:bodyPr wrap="none" lIns="0" tIns="0" rIns="0" bIns="0" anchor="ctr">
              <a:spAutoFit/>
            </a:bodyPr>
            <a:lstStyle/>
            <a:p>
              <a:pPr algn="l"/>
              <a:r>
                <a:rPr lang="en-US" sz="1250" b="0" dirty="0">
                  <a:solidFill>
                    <a:srgbClr val="52514E"/>
                  </a:solidFill>
                  <a:latin typeface="Arial"/>
                </a:rPr>
                <a:t>more</a:t>
              </a:r>
              <a:endParaRPr sz="1250" b="0" dirty="0">
                <a:solidFill>
                  <a:srgbClr val="52514E"/>
                </a:solidFill>
                <a:latin typeface="Arial"/>
              </a:endParaRPr>
            </a:p>
          </p:txBody>
        </p:sp>
        <p:sp>
          <p:nvSpPr>
            <p:cNvPr id="58" name="TextBox 57">
              <a:extLst>
                <a:ext uri="{FF2B5EF4-FFF2-40B4-BE49-F238E27FC236}">
                  <a16:creationId xmlns:a16="http://schemas.microsoft.com/office/drawing/2014/main" id="{04752FD3-02BA-C5CE-152D-C174AE307639}"/>
                </a:ext>
              </a:extLst>
            </p:cNvPr>
            <p:cNvSpPr txBox="1"/>
            <p:nvPr/>
          </p:nvSpPr>
          <p:spPr>
            <a:xfrm>
              <a:off x="774000" y="4513743"/>
              <a:ext cx="280205" cy="188513"/>
            </a:xfrm>
            <a:prstGeom prst="rect">
              <a:avLst/>
            </a:prstGeom>
            <a:noFill/>
          </p:spPr>
          <p:txBody>
            <a:bodyPr wrap="none" lIns="0" tIns="0" rIns="0" bIns="0" anchor="ctr">
              <a:spAutoFit/>
            </a:bodyPr>
            <a:lstStyle/>
            <a:p>
              <a:pPr algn="l"/>
              <a:r>
                <a:rPr lang="en-US" sz="1250" b="0" dirty="0">
                  <a:solidFill>
                    <a:srgbClr val="52514E"/>
                  </a:solidFill>
                  <a:latin typeface="Arial"/>
                </a:rPr>
                <a:t>less</a:t>
              </a:r>
              <a:endParaRPr sz="1250" b="0" dirty="0">
                <a:solidFill>
                  <a:srgbClr val="52514E"/>
                </a:solidFill>
                <a:latin typeface="Arial"/>
              </a:endParaRPr>
            </a:p>
          </p:txBody>
        </p:sp>
      </p:grpSp>
      <p:sp>
        <p:nvSpPr>
          <p:cNvPr id="6" name="Oval 5">
            <a:extLst>
              <a:ext uri="{FF2B5EF4-FFF2-40B4-BE49-F238E27FC236}">
                <a16:creationId xmlns:a16="http://schemas.microsoft.com/office/drawing/2014/main" id="{2F78E470-A59F-E948-CC6C-BB1742007A4F}"/>
              </a:ext>
            </a:extLst>
          </p:cNvPr>
          <p:cNvSpPr/>
          <p:nvPr/>
        </p:nvSpPr>
        <p:spPr>
          <a:xfrm>
            <a:off x="342677" y="1412776"/>
            <a:ext cx="1432843" cy="53465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21488936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FE6FE-7525-25D0-B6C1-2320CDD5003C}"/>
            </a:ext>
          </a:extLst>
        </p:cNvPr>
        <p:cNvGrpSpPr/>
        <p:nvPr/>
      </p:nvGrpSpPr>
      <p:grpSpPr>
        <a:xfrm>
          <a:off x="0" y="0"/>
          <a:ext cx="0" cy="0"/>
          <a:chOff x="0" y="0"/>
          <a:chExt cx="0" cy="0"/>
        </a:xfrm>
      </p:grpSpPr>
      <p:pic>
        <p:nvPicPr>
          <p:cNvPr id="19" name="Graphic 18" descr="Europe with solid fill">
            <a:extLst>
              <a:ext uri="{FF2B5EF4-FFF2-40B4-BE49-F238E27FC236}">
                <a16:creationId xmlns:a16="http://schemas.microsoft.com/office/drawing/2014/main" id="{8EB9CDFA-7071-DFE9-2AB6-3E39FD6EC4D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702" y="-3966529"/>
            <a:ext cx="11860025" cy="11860025"/>
          </a:xfrm>
          <a:prstGeom prst="rect">
            <a:avLst/>
          </a:prstGeom>
        </p:spPr>
      </p:pic>
      <p:sp>
        <p:nvSpPr>
          <p:cNvPr id="20" name="Rectangle: Rounded Corners 19">
            <a:extLst>
              <a:ext uri="{FF2B5EF4-FFF2-40B4-BE49-F238E27FC236}">
                <a16:creationId xmlns:a16="http://schemas.microsoft.com/office/drawing/2014/main" id="{54086EEA-3DDE-3067-BA9C-8D0A16E15BCB}"/>
              </a:ext>
            </a:extLst>
          </p:cNvPr>
          <p:cNvSpPr/>
          <p:nvPr/>
        </p:nvSpPr>
        <p:spPr>
          <a:xfrm>
            <a:off x="6440865" y="3798883"/>
            <a:ext cx="2823485" cy="2526202"/>
          </a:xfrm>
          <a:prstGeom prst="roundRect">
            <a:avLst/>
          </a:prstGeom>
          <a:gradFill>
            <a:gsLst>
              <a:gs pos="0">
                <a:srgbClr val="E0908A"/>
              </a:gs>
              <a:gs pos="100000">
                <a:srgbClr val="B2182B"/>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Rounded Corners 21">
            <a:extLst>
              <a:ext uri="{FF2B5EF4-FFF2-40B4-BE49-F238E27FC236}">
                <a16:creationId xmlns:a16="http://schemas.microsoft.com/office/drawing/2014/main" id="{BE220600-80E4-71C9-3E5F-B5243F220C16}"/>
              </a:ext>
            </a:extLst>
          </p:cNvPr>
          <p:cNvSpPr/>
          <p:nvPr/>
        </p:nvSpPr>
        <p:spPr>
          <a:xfrm>
            <a:off x="2927172" y="3791774"/>
            <a:ext cx="2823485" cy="2526202"/>
          </a:xfrm>
          <a:prstGeom prst="roundRect">
            <a:avLst/>
          </a:prstGeom>
          <a:gradFill flip="none" rotWithShape="1">
            <a:gsLst>
              <a:gs pos="0">
                <a:srgbClr val="F7F7F7"/>
              </a:gs>
              <a:gs pos="100000">
                <a:srgbClr val="E0908A"/>
              </a:gs>
            </a:gsLst>
            <a:lin ang="5400000" scaled="1"/>
            <a:tileRect/>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Rectangle: Rounded Corners 24">
            <a:extLst>
              <a:ext uri="{FF2B5EF4-FFF2-40B4-BE49-F238E27FC236}">
                <a16:creationId xmlns:a16="http://schemas.microsoft.com/office/drawing/2014/main" id="{5C9C7823-6A86-CFD7-A9B8-8BFC25A67D53}"/>
              </a:ext>
            </a:extLst>
          </p:cNvPr>
          <p:cNvSpPr/>
          <p:nvPr/>
        </p:nvSpPr>
        <p:spPr>
          <a:xfrm>
            <a:off x="6440865" y="947399"/>
            <a:ext cx="2823485" cy="2526202"/>
          </a:xfrm>
          <a:prstGeom prst="roundRect">
            <a:avLst/>
          </a:prstGeom>
          <a:gradFill>
            <a:gsLst>
              <a:gs pos="0">
                <a:srgbClr val="98ABD2"/>
              </a:gs>
              <a:gs pos="100000">
                <a:srgbClr val="F7F7F7"/>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Rounded Corners 28">
            <a:extLst>
              <a:ext uri="{FF2B5EF4-FFF2-40B4-BE49-F238E27FC236}">
                <a16:creationId xmlns:a16="http://schemas.microsoft.com/office/drawing/2014/main" id="{B601DDFD-DCCB-ABB9-5CA1-D34655C65530}"/>
              </a:ext>
            </a:extLst>
          </p:cNvPr>
          <p:cNvSpPr/>
          <p:nvPr/>
        </p:nvSpPr>
        <p:spPr>
          <a:xfrm>
            <a:off x="2929636" y="950339"/>
            <a:ext cx="2823485" cy="2526202"/>
          </a:xfrm>
          <a:prstGeom prst="roundRect">
            <a:avLst/>
          </a:prstGeom>
          <a:gradFill>
            <a:gsLst>
              <a:gs pos="0">
                <a:srgbClr val="2166AC"/>
              </a:gs>
              <a:gs pos="100000">
                <a:srgbClr val="98ABD2"/>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65A27CD4-1A30-B1AC-C2DF-F45BB38C3A88}"/>
              </a:ext>
            </a:extLst>
          </p:cNvPr>
          <p:cNvGrpSpPr/>
          <p:nvPr/>
        </p:nvGrpSpPr>
        <p:grpSpPr>
          <a:xfrm>
            <a:off x="3068235" y="1041519"/>
            <a:ext cx="5200602" cy="4473857"/>
            <a:chOff x="3065679" y="1048321"/>
            <a:chExt cx="5212335" cy="4482697"/>
          </a:xfrm>
        </p:grpSpPr>
        <p:grpSp>
          <p:nvGrpSpPr>
            <p:cNvPr id="27" name="Group 26">
              <a:extLst>
                <a:ext uri="{FF2B5EF4-FFF2-40B4-BE49-F238E27FC236}">
                  <a16:creationId xmlns:a16="http://schemas.microsoft.com/office/drawing/2014/main" id="{1D65A387-7977-7FF5-FABA-316171A9B03C}"/>
                </a:ext>
              </a:extLst>
            </p:cNvPr>
            <p:cNvGrpSpPr/>
            <p:nvPr/>
          </p:nvGrpSpPr>
          <p:grpSpPr>
            <a:xfrm>
              <a:off x="3065679" y="1048321"/>
              <a:ext cx="5212335" cy="4482697"/>
              <a:chOff x="2697861" y="1004542"/>
              <a:chExt cx="5212335" cy="4482697"/>
            </a:xfrm>
          </p:grpSpPr>
          <p:grpSp>
            <p:nvGrpSpPr>
              <p:cNvPr id="33" name="Group 32">
                <a:extLst>
                  <a:ext uri="{FF2B5EF4-FFF2-40B4-BE49-F238E27FC236}">
                    <a16:creationId xmlns:a16="http://schemas.microsoft.com/office/drawing/2014/main" id="{D25973A9-B97C-7B14-1764-683B8BE24FD1}"/>
                  </a:ext>
                </a:extLst>
              </p:cNvPr>
              <p:cNvGrpSpPr/>
              <p:nvPr/>
            </p:nvGrpSpPr>
            <p:grpSpPr>
              <a:xfrm>
                <a:off x="2697861" y="1004542"/>
                <a:ext cx="5212335" cy="3419087"/>
                <a:chOff x="2697861" y="1004542"/>
                <a:chExt cx="5212335" cy="3419087"/>
              </a:xfrm>
            </p:grpSpPr>
            <p:grpSp>
              <p:nvGrpSpPr>
                <p:cNvPr id="39" name="Group 38">
                  <a:extLst>
                    <a:ext uri="{FF2B5EF4-FFF2-40B4-BE49-F238E27FC236}">
                      <a16:creationId xmlns:a16="http://schemas.microsoft.com/office/drawing/2014/main" id="{A7B59ED8-9D81-AEC7-B0E3-3DE14A82A715}"/>
                    </a:ext>
                  </a:extLst>
                </p:cNvPr>
                <p:cNvGrpSpPr/>
                <p:nvPr/>
              </p:nvGrpSpPr>
              <p:grpSpPr>
                <a:xfrm>
                  <a:off x="6238850" y="1004542"/>
                  <a:ext cx="1671346" cy="3406093"/>
                  <a:chOff x="7032105" y="1004542"/>
                  <a:chExt cx="1671346" cy="3406093"/>
                </a:xfrm>
              </p:grpSpPr>
              <p:sp>
                <p:nvSpPr>
                  <p:cNvPr id="45" name="TextBox 44">
                    <a:extLst>
                      <a:ext uri="{FF2B5EF4-FFF2-40B4-BE49-F238E27FC236}">
                        <a16:creationId xmlns:a16="http://schemas.microsoft.com/office/drawing/2014/main" id="{061ED731-34E3-EDD1-AF5F-2F7CCF599D28}"/>
                      </a:ext>
                    </a:extLst>
                  </p:cNvPr>
                  <p:cNvSpPr txBox="1"/>
                  <p:nvPr/>
                </p:nvSpPr>
                <p:spPr>
                  <a:xfrm>
                    <a:off x="7032105"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sp>
                <p:nvSpPr>
                  <p:cNvPr id="46" name="TextBox 45">
                    <a:extLst>
                      <a:ext uri="{FF2B5EF4-FFF2-40B4-BE49-F238E27FC236}">
                        <a16:creationId xmlns:a16="http://schemas.microsoft.com/office/drawing/2014/main" id="{063F8049-6EC4-3ABF-B85E-4672A1DC44BF}"/>
                      </a:ext>
                    </a:extLst>
                  </p:cNvPr>
                  <p:cNvSpPr txBox="1"/>
                  <p:nvPr/>
                </p:nvSpPr>
                <p:spPr>
                  <a:xfrm>
                    <a:off x="7032105" y="3927113"/>
                    <a:ext cx="1008113" cy="483522"/>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err="1"/>
                      <a:t>Px</a:t>
                    </a:r>
                    <a:endParaRPr lang="en-CH" sz="3200" b="1" dirty="0"/>
                  </a:p>
                </p:txBody>
              </p:sp>
              <p:pic>
                <p:nvPicPr>
                  <p:cNvPr id="47" name="Graphic 46" descr="Sort with solid fill">
                    <a:extLst>
                      <a:ext uri="{FF2B5EF4-FFF2-40B4-BE49-F238E27FC236}">
                        <a16:creationId xmlns:a16="http://schemas.microsoft.com/office/drawing/2014/main" id="{0782F51C-E279-B288-34BA-A518C1E912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9051" y="3179815"/>
                    <a:ext cx="914400" cy="914400"/>
                  </a:xfrm>
                  <a:prstGeom prst="rect">
                    <a:avLst/>
                  </a:prstGeom>
                  <a:effectLst>
                    <a:outerShdw blurRad="50800" dist="38100" dir="2700000" algn="tl" rotWithShape="0">
                      <a:prstClr val="black">
                        <a:alpha val="40000"/>
                      </a:prstClr>
                    </a:outerShdw>
                  </a:effectLst>
                </p:spPr>
              </p:pic>
            </p:grpSp>
            <p:grpSp>
              <p:nvGrpSpPr>
                <p:cNvPr id="40" name="Group 39">
                  <a:extLst>
                    <a:ext uri="{FF2B5EF4-FFF2-40B4-BE49-F238E27FC236}">
                      <a16:creationId xmlns:a16="http://schemas.microsoft.com/office/drawing/2014/main" id="{07AA8FF8-AF7C-F257-972A-DF608165D554}"/>
                    </a:ext>
                  </a:extLst>
                </p:cNvPr>
                <p:cNvGrpSpPr/>
                <p:nvPr/>
              </p:nvGrpSpPr>
              <p:grpSpPr>
                <a:xfrm>
                  <a:off x="2697861" y="1052191"/>
                  <a:ext cx="1643736" cy="3371438"/>
                  <a:chOff x="1988908" y="1038243"/>
                  <a:chExt cx="1643736" cy="3371438"/>
                </a:xfrm>
              </p:grpSpPr>
              <p:sp>
                <p:nvSpPr>
                  <p:cNvPr id="42" name="TextBox 41">
                    <a:extLst>
                      <a:ext uri="{FF2B5EF4-FFF2-40B4-BE49-F238E27FC236}">
                        <a16:creationId xmlns:a16="http://schemas.microsoft.com/office/drawing/2014/main" id="{5CE97BF5-A5B2-C983-13C0-3F26B421DF84}"/>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43" name="TextBox 42">
                    <a:extLst>
                      <a:ext uri="{FF2B5EF4-FFF2-40B4-BE49-F238E27FC236}">
                        <a16:creationId xmlns:a16="http://schemas.microsoft.com/office/drawing/2014/main" id="{B249AF5C-9703-5C0B-196E-4F0843267861}"/>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pic>
                <p:nvPicPr>
                  <p:cNvPr id="44" name="Graphic 43" descr="Sort with solid fill">
                    <a:extLst>
                      <a:ext uri="{FF2B5EF4-FFF2-40B4-BE49-F238E27FC236}">
                        <a16:creationId xmlns:a16="http://schemas.microsoft.com/office/drawing/2014/main" id="{3B9FA993-A19B-1BB1-C26A-F21E8FF1D0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18244" y="3175189"/>
                    <a:ext cx="914400" cy="914400"/>
                  </a:xfrm>
                  <a:prstGeom prst="rect">
                    <a:avLst/>
                  </a:prstGeom>
                  <a:effectLst>
                    <a:outerShdw blurRad="50800" dist="38100" dir="2700000" algn="tl" rotWithShape="0">
                      <a:prstClr val="black">
                        <a:alpha val="40000"/>
                      </a:prstClr>
                    </a:outerShdw>
                  </a:effectLst>
                </p:spPr>
              </p:pic>
            </p:grpSp>
          </p:grpSp>
          <p:pic>
            <p:nvPicPr>
              <p:cNvPr id="34" name="Graphic 33" descr="Sort with solid fill">
                <a:extLst>
                  <a:ext uri="{FF2B5EF4-FFF2-40B4-BE49-F238E27FC236}">
                    <a16:creationId xmlns:a16="http://schemas.microsoft.com/office/drawing/2014/main" id="{35482946-14AA-8529-3CD4-27738EFA6A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38" name="Graphic 37" descr="Sort with solid fill">
                <a:extLst>
                  <a:ext uri="{FF2B5EF4-FFF2-40B4-BE49-F238E27FC236}">
                    <a16:creationId xmlns:a16="http://schemas.microsoft.com/office/drawing/2014/main" id="{FB86A3DA-517B-F399-C048-8D82D2FAE4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pic>
          <p:nvPicPr>
            <p:cNvPr id="28" name="Graphic 27" descr="DNA with solid fill">
              <a:extLst>
                <a:ext uri="{FF2B5EF4-FFF2-40B4-BE49-F238E27FC236}">
                  <a16:creationId xmlns:a16="http://schemas.microsoft.com/office/drawing/2014/main" id="{5C7E3AD0-ADE8-3490-AFE0-780A88C2E2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1776549"/>
              <a:ext cx="914400" cy="914400"/>
            </a:xfrm>
            <a:prstGeom prst="rect">
              <a:avLst/>
            </a:prstGeom>
          </p:spPr>
        </p:pic>
        <p:pic>
          <p:nvPicPr>
            <p:cNvPr id="30" name="Graphic 29" descr="DNA with solid fill">
              <a:extLst>
                <a:ext uri="{FF2B5EF4-FFF2-40B4-BE49-F238E27FC236}">
                  <a16:creationId xmlns:a16="http://schemas.microsoft.com/office/drawing/2014/main" id="{C90F5BA4-E277-C1AA-430E-9205AD38C0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4565818"/>
              <a:ext cx="914400" cy="914400"/>
            </a:xfrm>
            <a:prstGeom prst="rect">
              <a:avLst/>
            </a:prstGeom>
          </p:spPr>
        </p:pic>
        <p:pic>
          <p:nvPicPr>
            <p:cNvPr id="31" name="Graphic 30" descr="DNA with solid fill">
              <a:extLst>
                <a:ext uri="{FF2B5EF4-FFF2-40B4-BE49-F238E27FC236}">
                  <a16:creationId xmlns:a16="http://schemas.microsoft.com/office/drawing/2014/main" id="{7F868308-3385-62ED-5A75-E2E6C88789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4565818"/>
              <a:ext cx="914400" cy="914400"/>
            </a:xfrm>
            <a:prstGeom prst="rect">
              <a:avLst/>
            </a:prstGeom>
          </p:spPr>
        </p:pic>
        <p:pic>
          <p:nvPicPr>
            <p:cNvPr id="32" name="Graphic 31" descr="DNA with solid fill">
              <a:extLst>
                <a:ext uri="{FF2B5EF4-FFF2-40B4-BE49-F238E27FC236}">
                  <a16:creationId xmlns:a16="http://schemas.microsoft.com/office/drawing/2014/main" id="{98F34307-A923-1C43-79C7-45E39CB0C1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1773260"/>
              <a:ext cx="914400" cy="914400"/>
            </a:xfrm>
            <a:prstGeom prst="rect">
              <a:avLst/>
            </a:prstGeom>
          </p:spPr>
        </p:pic>
      </p:grpSp>
      <p:sp>
        <p:nvSpPr>
          <p:cNvPr id="2" name="Title 1">
            <a:extLst>
              <a:ext uri="{FF2B5EF4-FFF2-40B4-BE49-F238E27FC236}">
                <a16:creationId xmlns:a16="http://schemas.microsoft.com/office/drawing/2014/main" id="{A2480355-A0CB-9F69-30B3-1476D1B846AA}"/>
              </a:ext>
            </a:extLst>
          </p:cNvPr>
          <p:cNvSpPr>
            <a:spLocks noGrp="1"/>
          </p:cNvSpPr>
          <p:nvPr>
            <p:ph type="title"/>
          </p:nvPr>
        </p:nvSpPr>
        <p:spPr/>
        <p:txBody>
          <a:bodyPr/>
          <a:lstStyle/>
          <a:p>
            <a:r>
              <a:rPr lang="en-US" dirty="0"/>
              <a:t>Method</a:t>
            </a:r>
            <a:endParaRPr lang="en-CH" dirty="0"/>
          </a:p>
        </p:txBody>
      </p:sp>
      <p:sp>
        <p:nvSpPr>
          <p:cNvPr id="3" name="Date Placeholder 2">
            <a:extLst>
              <a:ext uri="{FF2B5EF4-FFF2-40B4-BE49-F238E27FC236}">
                <a16:creationId xmlns:a16="http://schemas.microsoft.com/office/drawing/2014/main" id="{CE4A8EBC-757A-749F-2E53-36DE07944BD7}"/>
              </a:ext>
            </a:extLst>
          </p:cNvPr>
          <p:cNvSpPr>
            <a:spLocks noGrp="1"/>
          </p:cNvSpPr>
          <p:nvPr>
            <p:ph type="dt" sz="half" idx="10"/>
          </p:nvPr>
        </p:nvSpPr>
        <p:spPr/>
        <p:txBody>
          <a:bodyPr/>
          <a:lstStyle/>
          <a:p>
            <a:fld id="{80D0C599-9578-4656-9BAA-33C26AB4968A}"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371754C4-5808-9D34-54D2-841946138134}"/>
              </a:ext>
            </a:extLst>
          </p:cNvPr>
          <p:cNvSpPr>
            <a:spLocks noGrp="1"/>
          </p:cNvSpPr>
          <p:nvPr>
            <p:ph type="sldNum" sz="quarter" idx="12"/>
          </p:nvPr>
        </p:nvSpPr>
        <p:spPr/>
        <p:txBody>
          <a:bodyPr/>
          <a:lstStyle/>
          <a:p>
            <a:fld id="{442AD375-037F-43D0-B059-5172DA06796A}" type="slidenum">
              <a:rPr lang="en-GB" noProof="0" smtClean="0"/>
              <a:pPr/>
              <a:t>75</a:t>
            </a:fld>
            <a:endParaRPr lang="en-GB" noProof="0" dirty="0"/>
          </a:p>
        </p:txBody>
      </p:sp>
      <p:sp>
        <p:nvSpPr>
          <p:cNvPr id="2606" name="TextBox 2605">
            <a:extLst>
              <a:ext uri="{FF2B5EF4-FFF2-40B4-BE49-F238E27FC236}">
                <a16:creationId xmlns:a16="http://schemas.microsoft.com/office/drawing/2014/main" id="{82C84615-5EF3-53F2-1236-2803EA9F1B96}"/>
              </a:ext>
            </a:extLst>
          </p:cNvPr>
          <p:cNvSpPr txBox="1"/>
          <p:nvPr/>
        </p:nvSpPr>
        <p:spPr>
          <a:xfrm>
            <a:off x="5555940" y="457880"/>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a:t>
            </a:r>
            <a:r>
              <a:rPr lang="en-US" sz="2800" b="1" dirty="0">
                <a:latin typeface="Aptos" panose="020B0004020202020204" pitchFamily="34" charset="0"/>
              </a:rPr>
              <a:t>x</a:t>
            </a:r>
            <a:endParaRPr lang="en-US" sz="2800" b="1" noProof="0" dirty="0">
              <a:latin typeface="Aptos" panose="020B0004020202020204" pitchFamily="34" charset="0"/>
            </a:endParaRPr>
          </a:p>
        </p:txBody>
      </p:sp>
      <p:grpSp>
        <p:nvGrpSpPr>
          <p:cNvPr id="53" name="Group 52">
            <a:extLst>
              <a:ext uri="{FF2B5EF4-FFF2-40B4-BE49-F238E27FC236}">
                <a16:creationId xmlns:a16="http://schemas.microsoft.com/office/drawing/2014/main" id="{F7682D05-8A78-2EF8-7559-3B82AB2D2559}"/>
              </a:ext>
            </a:extLst>
          </p:cNvPr>
          <p:cNvGrpSpPr/>
          <p:nvPr/>
        </p:nvGrpSpPr>
        <p:grpSpPr>
          <a:xfrm>
            <a:off x="622276" y="1556792"/>
            <a:ext cx="738356" cy="3810643"/>
            <a:chOff x="395999" y="905357"/>
            <a:chExt cx="738356" cy="3810643"/>
          </a:xfrm>
        </p:grpSpPr>
        <p:sp>
          <p:nvSpPr>
            <p:cNvPr id="54" name="Rectangle 53">
              <a:extLst>
                <a:ext uri="{FF2B5EF4-FFF2-40B4-BE49-F238E27FC236}">
                  <a16:creationId xmlns:a16="http://schemas.microsoft.com/office/drawing/2014/main" id="{93622C69-636C-716E-9AC4-6A29A71536A9}"/>
                </a:ext>
              </a:extLst>
            </p:cNvPr>
            <p:cNvSpPr/>
            <p:nvPr/>
          </p:nvSpPr>
          <p:spPr>
            <a:xfrm>
              <a:off x="432000" y="1296000"/>
              <a:ext cx="251999" cy="3420000"/>
            </a:xfrm>
            <a:prstGeom prst="rect">
              <a:avLst/>
            </a:prstGeom>
            <a:gradFill flip="none" rotWithShape="1">
              <a:gsLst>
                <a:gs pos="0">
                  <a:srgbClr val="2166AC"/>
                </a:gs>
                <a:gs pos="50000">
                  <a:srgbClr val="F7F7F7"/>
                </a:gs>
                <a:gs pos="100000">
                  <a:srgbClr val="B2182B"/>
                </a:gs>
              </a:gsLst>
              <a:lin ang="16200000" scaled="0"/>
            </a:gradFill>
            <a:ln>
              <a:noFill/>
            </a:ln>
            <a:effectLst/>
          </p:spPr>
          <p:txBody>
            <a:bodyPr rtlCol="0" anchor="ctr"/>
            <a:lstStyle/>
            <a:p>
              <a:pPr algn="ctr"/>
              <a:endParaRPr/>
            </a:p>
          </p:txBody>
        </p:sp>
        <p:sp>
          <p:nvSpPr>
            <p:cNvPr id="55" name="Rectangle 54">
              <a:extLst>
                <a:ext uri="{FF2B5EF4-FFF2-40B4-BE49-F238E27FC236}">
                  <a16:creationId xmlns:a16="http://schemas.microsoft.com/office/drawing/2014/main" id="{3213EB44-6CFC-F0A8-F155-BBADF6D9EBFB}"/>
                </a:ext>
              </a:extLst>
            </p:cNvPr>
            <p:cNvSpPr/>
            <p:nvPr/>
          </p:nvSpPr>
          <p:spPr>
            <a:xfrm>
              <a:off x="432000" y="1296000"/>
              <a:ext cx="251999" cy="3420000"/>
            </a:xfrm>
            <a:prstGeom prst="rect">
              <a:avLst/>
            </a:prstGeom>
            <a:noFill/>
            <a:ln w="9525">
              <a:solidFill>
                <a:srgbClr val="BFBFBF"/>
              </a:solidFill>
            </a:ln>
            <a:effectLst/>
          </p:spPr>
          <p:txBody>
            <a:bodyPr rtlCol="0" anchor="ctr"/>
            <a:lstStyle/>
            <a:p>
              <a:pPr algn="ctr"/>
              <a:endParaRPr/>
            </a:p>
          </p:txBody>
        </p:sp>
        <p:sp>
          <p:nvSpPr>
            <p:cNvPr id="56" name="TextBox 55">
              <a:extLst>
                <a:ext uri="{FF2B5EF4-FFF2-40B4-BE49-F238E27FC236}">
                  <a16:creationId xmlns:a16="http://schemas.microsoft.com/office/drawing/2014/main" id="{5FB0501E-F5C6-B25A-A13E-82152F37A1E6}"/>
                </a:ext>
              </a:extLst>
            </p:cNvPr>
            <p:cNvSpPr txBox="1"/>
            <p:nvPr/>
          </p:nvSpPr>
          <p:spPr>
            <a:xfrm>
              <a:off x="395999" y="905357"/>
              <a:ext cx="720710" cy="241285"/>
            </a:xfrm>
            <a:prstGeom prst="rect">
              <a:avLst/>
            </a:prstGeom>
            <a:noFill/>
          </p:spPr>
          <p:txBody>
            <a:bodyPr wrap="none" lIns="0" tIns="0" rIns="0" bIns="0" anchor="ctr">
              <a:spAutoFit/>
            </a:bodyPr>
            <a:lstStyle/>
            <a:p>
              <a:pPr algn="l"/>
              <a:r>
                <a:rPr lang="en-US" b="1" dirty="0">
                  <a:solidFill>
                    <a:srgbClr val="0B0B0B"/>
                  </a:solidFill>
                  <a:latin typeface="Arial"/>
                </a:rPr>
                <a:t>Salinity</a:t>
              </a:r>
              <a:endParaRPr b="1" dirty="0">
                <a:solidFill>
                  <a:srgbClr val="0B0B0B"/>
                </a:solidFill>
                <a:latin typeface="Arial"/>
              </a:endParaRPr>
            </a:p>
          </p:txBody>
        </p:sp>
        <p:sp>
          <p:nvSpPr>
            <p:cNvPr id="57" name="TextBox 56">
              <a:extLst>
                <a:ext uri="{FF2B5EF4-FFF2-40B4-BE49-F238E27FC236}">
                  <a16:creationId xmlns:a16="http://schemas.microsoft.com/office/drawing/2014/main" id="{EECD9BC4-C122-93AD-A376-427519CBE004}"/>
                </a:ext>
              </a:extLst>
            </p:cNvPr>
            <p:cNvSpPr txBox="1"/>
            <p:nvPr/>
          </p:nvSpPr>
          <p:spPr>
            <a:xfrm>
              <a:off x="774000" y="1309743"/>
              <a:ext cx="360355" cy="188513"/>
            </a:xfrm>
            <a:prstGeom prst="rect">
              <a:avLst/>
            </a:prstGeom>
            <a:noFill/>
          </p:spPr>
          <p:txBody>
            <a:bodyPr wrap="none" lIns="0" tIns="0" rIns="0" bIns="0" anchor="ctr">
              <a:spAutoFit/>
            </a:bodyPr>
            <a:lstStyle/>
            <a:p>
              <a:pPr algn="l"/>
              <a:r>
                <a:rPr lang="en-US" sz="1250" b="0" dirty="0">
                  <a:solidFill>
                    <a:srgbClr val="52514E"/>
                  </a:solidFill>
                  <a:latin typeface="Arial"/>
                </a:rPr>
                <a:t>more</a:t>
              </a:r>
              <a:endParaRPr sz="1250" b="0" dirty="0">
                <a:solidFill>
                  <a:srgbClr val="52514E"/>
                </a:solidFill>
                <a:latin typeface="Arial"/>
              </a:endParaRPr>
            </a:p>
          </p:txBody>
        </p:sp>
        <p:sp>
          <p:nvSpPr>
            <p:cNvPr id="58" name="TextBox 57">
              <a:extLst>
                <a:ext uri="{FF2B5EF4-FFF2-40B4-BE49-F238E27FC236}">
                  <a16:creationId xmlns:a16="http://schemas.microsoft.com/office/drawing/2014/main" id="{884B88EA-D584-75BE-203C-D7BE466F2704}"/>
                </a:ext>
              </a:extLst>
            </p:cNvPr>
            <p:cNvSpPr txBox="1"/>
            <p:nvPr/>
          </p:nvSpPr>
          <p:spPr>
            <a:xfrm>
              <a:off x="774000" y="4513743"/>
              <a:ext cx="280205" cy="188513"/>
            </a:xfrm>
            <a:prstGeom prst="rect">
              <a:avLst/>
            </a:prstGeom>
            <a:noFill/>
          </p:spPr>
          <p:txBody>
            <a:bodyPr wrap="none" lIns="0" tIns="0" rIns="0" bIns="0" anchor="ctr">
              <a:spAutoFit/>
            </a:bodyPr>
            <a:lstStyle/>
            <a:p>
              <a:pPr algn="l"/>
              <a:r>
                <a:rPr lang="en-US" sz="1250" b="0" dirty="0">
                  <a:solidFill>
                    <a:srgbClr val="52514E"/>
                  </a:solidFill>
                  <a:latin typeface="Arial"/>
                </a:rPr>
                <a:t>less</a:t>
              </a:r>
              <a:endParaRPr sz="1250" b="0" dirty="0">
                <a:solidFill>
                  <a:srgbClr val="52514E"/>
                </a:solidFill>
                <a:latin typeface="Arial"/>
              </a:endParaRPr>
            </a:p>
          </p:txBody>
        </p:sp>
      </p:grpSp>
      <p:sp>
        <p:nvSpPr>
          <p:cNvPr id="6" name="Oval 5">
            <a:extLst>
              <a:ext uri="{FF2B5EF4-FFF2-40B4-BE49-F238E27FC236}">
                <a16:creationId xmlns:a16="http://schemas.microsoft.com/office/drawing/2014/main" id="{8F7C23D3-5C58-3AD4-C765-1188BAABEBDA}"/>
              </a:ext>
            </a:extLst>
          </p:cNvPr>
          <p:cNvSpPr/>
          <p:nvPr/>
        </p:nvSpPr>
        <p:spPr>
          <a:xfrm>
            <a:off x="342677" y="1412776"/>
            <a:ext cx="1432843" cy="53465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12577282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6FFC5-386F-7128-C5CD-895412F6FB06}"/>
            </a:ext>
          </a:extLst>
        </p:cNvPr>
        <p:cNvGrpSpPr/>
        <p:nvPr/>
      </p:nvGrpSpPr>
      <p:grpSpPr>
        <a:xfrm>
          <a:off x="0" y="0"/>
          <a:ext cx="0" cy="0"/>
          <a:chOff x="0" y="0"/>
          <a:chExt cx="0" cy="0"/>
        </a:xfrm>
      </p:grpSpPr>
      <p:pic>
        <p:nvPicPr>
          <p:cNvPr id="19" name="Graphic 18" descr="Europe with solid fill">
            <a:extLst>
              <a:ext uri="{FF2B5EF4-FFF2-40B4-BE49-F238E27FC236}">
                <a16:creationId xmlns:a16="http://schemas.microsoft.com/office/drawing/2014/main" id="{EE2455D5-73CD-DDF4-94D5-D0FE5960BD9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702" y="-3966529"/>
            <a:ext cx="11860025" cy="11860025"/>
          </a:xfrm>
          <a:prstGeom prst="rect">
            <a:avLst/>
          </a:prstGeom>
        </p:spPr>
      </p:pic>
      <p:sp>
        <p:nvSpPr>
          <p:cNvPr id="20" name="Rectangle: Rounded Corners 19">
            <a:extLst>
              <a:ext uri="{FF2B5EF4-FFF2-40B4-BE49-F238E27FC236}">
                <a16:creationId xmlns:a16="http://schemas.microsoft.com/office/drawing/2014/main" id="{A32B6ADD-968E-5E04-92A5-FB260780E6B7}"/>
              </a:ext>
            </a:extLst>
          </p:cNvPr>
          <p:cNvSpPr/>
          <p:nvPr/>
        </p:nvSpPr>
        <p:spPr>
          <a:xfrm>
            <a:off x="6440865" y="3798883"/>
            <a:ext cx="2823485" cy="2526202"/>
          </a:xfrm>
          <a:prstGeom prst="roundRect">
            <a:avLst/>
          </a:prstGeom>
          <a:gradFill>
            <a:gsLst>
              <a:gs pos="0">
                <a:srgbClr val="E0908A"/>
              </a:gs>
              <a:gs pos="100000">
                <a:srgbClr val="B2182B"/>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Rounded Corners 21">
            <a:extLst>
              <a:ext uri="{FF2B5EF4-FFF2-40B4-BE49-F238E27FC236}">
                <a16:creationId xmlns:a16="http://schemas.microsoft.com/office/drawing/2014/main" id="{BA4263E8-6E2D-A9F7-64DE-8592C1A7FA8D}"/>
              </a:ext>
            </a:extLst>
          </p:cNvPr>
          <p:cNvSpPr/>
          <p:nvPr/>
        </p:nvSpPr>
        <p:spPr>
          <a:xfrm>
            <a:off x="2927172" y="3791774"/>
            <a:ext cx="2823485" cy="2526202"/>
          </a:xfrm>
          <a:prstGeom prst="roundRect">
            <a:avLst/>
          </a:prstGeom>
          <a:gradFill flip="none" rotWithShape="1">
            <a:gsLst>
              <a:gs pos="0">
                <a:srgbClr val="F7F7F7"/>
              </a:gs>
              <a:gs pos="100000">
                <a:srgbClr val="E0908A"/>
              </a:gs>
            </a:gsLst>
            <a:lin ang="5400000" scaled="1"/>
            <a:tileRect/>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Rectangle: Rounded Corners 24">
            <a:extLst>
              <a:ext uri="{FF2B5EF4-FFF2-40B4-BE49-F238E27FC236}">
                <a16:creationId xmlns:a16="http://schemas.microsoft.com/office/drawing/2014/main" id="{4A0E6825-B265-6417-A4FD-9A843B5C4E5E}"/>
              </a:ext>
            </a:extLst>
          </p:cNvPr>
          <p:cNvSpPr/>
          <p:nvPr/>
        </p:nvSpPr>
        <p:spPr>
          <a:xfrm>
            <a:off x="6440865" y="947399"/>
            <a:ext cx="2823485" cy="2526202"/>
          </a:xfrm>
          <a:prstGeom prst="roundRect">
            <a:avLst/>
          </a:prstGeom>
          <a:gradFill>
            <a:gsLst>
              <a:gs pos="0">
                <a:srgbClr val="98ABD2"/>
              </a:gs>
              <a:gs pos="100000">
                <a:srgbClr val="F7F7F7"/>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Rounded Corners 28">
            <a:extLst>
              <a:ext uri="{FF2B5EF4-FFF2-40B4-BE49-F238E27FC236}">
                <a16:creationId xmlns:a16="http://schemas.microsoft.com/office/drawing/2014/main" id="{AFAFFFD7-BE13-BCBA-5B96-DF1B5E289CAA}"/>
              </a:ext>
            </a:extLst>
          </p:cNvPr>
          <p:cNvSpPr/>
          <p:nvPr/>
        </p:nvSpPr>
        <p:spPr>
          <a:xfrm>
            <a:off x="2929636" y="950339"/>
            <a:ext cx="2823485" cy="2526202"/>
          </a:xfrm>
          <a:prstGeom prst="roundRect">
            <a:avLst/>
          </a:prstGeom>
          <a:gradFill>
            <a:gsLst>
              <a:gs pos="0">
                <a:srgbClr val="2166AC"/>
              </a:gs>
              <a:gs pos="100000">
                <a:srgbClr val="98ABD2"/>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FDD6C8A8-1F27-19BD-3A12-938CC86F84D6}"/>
              </a:ext>
            </a:extLst>
          </p:cNvPr>
          <p:cNvGrpSpPr/>
          <p:nvPr/>
        </p:nvGrpSpPr>
        <p:grpSpPr>
          <a:xfrm>
            <a:off x="3068235" y="1041519"/>
            <a:ext cx="5200602" cy="4473857"/>
            <a:chOff x="3065679" y="1048321"/>
            <a:chExt cx="5212335" cy="4482697"/>
          </a:xfrm>
        </p:grpSpPr>
        <p:grpSp>
          <p:nvGrpSpPr>
            <p:cNvPr id="27" name="Group 26">
              <a:extLst>
                <a:ext uri="{FF2B5EF4-FFF2-40B4-BE49-F238E27FC236}">
                  <a16:creationId xmlns:a16="http://schemas.microsoft.com/office/drawing/2014/main" id="{13937D43-963E-D1C5-571A-D40F046FEEAE}"/>
                </a:ext>
              </a:extLst>
            </p:cNvPr>
            <p:cNvGrpSpPr/>
            <p:nvPr/>
          </p:nvGrpSpPr>
          <p:grpSpPr>
            <a:xfrm>
              <a:off x="3065679" y="1048321"/>
              <a:ext cx="5212335" cy="4482697"/>
              <a:chOff x="2697861" y="1004542"/>
              <a:chExt cx="5212335" cy="4482697"/>
            </a:xfrm>
          </p:grpSpPr>
          <p:grpSp>
            <p:nvGrpSpPr>
              <p:cNvPr id="33" name="Group 32">
                <a:extLst>
                  <a:ext uri="{FF2B5EF4-FFF2-40B4-BE49-F238E27FC236}">
                    <a16:creationId xmlns:a16="http://schemas.microsoft.com/office/drawing/2014/main" id="{BEF7C089-FDCD-69D5-66E0-7E787E5E253F}"/>
                  </a:ext>
                </a:extLst>
              </p:cNvPr>
              <p:cNvGrpSpPr/>
              <p:nvPr/>
            </p:nvGrpSpPr>
            <p:grpSpPr>
              <a:xfrm>
                <a:off x="2697861" y="1004542"/>
                <a:ext cx="5212335" cy="3419087"/>
                <a:chOff x="2697861" y="1004542"/>
                <a:chExt cx="5212335" cy="3419087"/>
              </a:xfrm>
            </p:grpSpPr>
            <p:grpSp>
              <p:nvGrpSpPr>
                <p:cNvPr id="39" name="Group 38">
                  <a:extLst>
                    <a:ext uri="{FF2B5EF4-FFF2-40B4-BE49-F238E27FC236}">
                      <a16:creationId xmlns:a16="http://schemas.microsoft.com/office/drawing/2014/main" id="{F4433CBD-A882-5F2C-6CF4-D4EFF63D6E04}"/>
                    </a:ext>
                  </a:extLst>
                </p:cNvPr>
                <p:cNvGrpSpPr/>
                <p:nvPr/>
              </p:nvGrpSpPr>
              <p:grpSpPr>
                <a:xfrm>
                  <a:off x="6238850" y="1004542"/>
                  <a:ext cx="1671346" cy="3406093"/>
                  <a:chOff x="7032105" y="1004542"/>
                  <a:chExt cx="1671346" cy="3406093"/>
                </a:xfrm>
              </p:grpSpPr>
              <p:sp>
                <p:nvSpPr>
                  <p:cNvPr id="45" name="TextBox 44">
                    <a:extLst>
                      <a:ext uri="{FF2B5EF4-FFF2-40B4-BE49-F238E27FC236}">
                        <a16:creationId xmlns:a16="http://schemas.microsoft.com/office/drawing/2014/main" id="{3D5B57A9-A595-7F1B-FA72-B046ABC01326}"/>
                      </a:ext>
                    </a:extLst>
                  </p:cNvPr>
                  <p:cNvSpPr txBox="1"/>
                  <p:nvPr/>
                </p:nvSpPr>
                <p:spPr>
                  <a:xfrm>
                    <a:off x="7032105"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sp>
                <p:nvSpPr>
                  <p:cNvPr id="46" name="TextBox 45">
                    <a:extLst>
                      <a:ext uri="{FF2B5EF4-FFF2-40B4-BE49-F238E27FC236}">
                        <a16:creationId xmlns:a16="http://schemas.microsoft.com/office/drawing/2014/main" id="{795B1921-2563-AF9C-4914-F5E16AD65D3B}"/>
                      </a:ext>
                    </a:extLst>
                  </p:cNvPr>
                  <p:cNvSpPr txBox="1"/>
                  <p:nvPr/>
                </p:nvSpPr>
                <p:spPr>
                  <a:xfrm>
                    <a:off x="7032105" y="3927113"/>
                    <a:ext cx="1008113" cy="483522"/>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err="1"/>
                      <a:t>Px</a:t>
                    </a:r>
                    <a:endParaRPr lang="en-CH" sz="3200" b="1" dirty="0"/>
                  </a:p>
                </p:txBody>
              </p:sp>
              <p:pic>
                <p:nvPicPr>
                  <p:cNvPr id="47" name="Graphic 46" descr="Sort with solid fill">
                    <a:extLst>
                      <a:ext uri="{FF2B5EF4-FFF2-40B4-BE49-F238E27FC236}">
                        <a16:creationId xmlns:a16="http://schemas.microsoft.com/office/drawing/2014/main" id="{25CCA26D-4F08-32EE-E26B-B5E7827EE1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9051" y="3179815"/>
                    <a:ext cx="914400" cy="914400"/>
                  </a:xfrm>
                  <a:prstGeom prst="rect">
                    <a:avLst/>
                  </a:prstGeom>
                  <a:effectLst>
                    <a:outerShdw blurRad="50800" dist="38100" dir="2700000" algn="tl" rotWithShape="0">
                      <a:prstClr val="black">
                        <a:alpha val="40000"/>
                      </a:prstClr>
                    </a:outerShdw>
                  </a:effectLst>
                </p:spPr>
              </p:pic>
            </p:grpSp>
            <p:grpSp>
              <p:nvGrpSpPr>
                <p:cNvPr id="40" name="Group 39">
                  <a:extLst>
                    <a:ext uri="{FF2B5EF4-FFF2-40B4-BE49-F238E27FC236}">
                      <a16:creationId xmlns:a16="http://schemas.microsoft.com/office/drawing/2014/main" id="{44D3446C-31DD-6E3A-0FCE-B6FEC51B814F}"/>
                    </a:ext>
                  </a:extLst>
                </p:cNvPr>
                <p:cNvGrpSpPr/>
                <p:nvPr/>
              </p:nvGrpSpPr>
              <p:grpSpPr>
                <a:xfrm>
                  <a:off x="2697861" y="1052191"/>
                  <a:ext cx="1643736" cy="3371438"/>
                  <a:chOff x="1988908" y="1038243"/>
                  <a:chExt cx="1643736" cy="3371438"/>
                </a:xfrm>
              </p:grpSpPr>
              <p:sp>
                <p:nvSpPr>
                  <p:cNvPr id="42" name="TextBox 41">
                    <a:extLst>
                      <a:ext uri="{FF2B5EF4-FFF2-40B4-BE49-F238E27FC236}">
                        <a16:creationId xmlns:a16="http://schemas.microsoft.com/office/drawing/2014/main" id="{475D1849-FF80-FEB5-6F7C-30DA45473946}"/>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43" name="TextBox 42">
                    <a:extLst>
                      <a:ext uri="{FF2B5EF4-FFF2-40B4-BE49-F238E27FC236}">
                        <a16:creationId xmlns:a16="http://schemas.microsoft.com/office/drawing/2014/main" id="{D2C3EE19-D13E-4430-1FA3-BD336F0D6DFD}"/>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pic>
                <p:nvPicPr>
                  <p:cNvPr id="44" name="Graphic 43" descr="Sort with solid fill">
                    <a:extLst>
                      <a:ext uri="{FF2B5EF4-FFF2-40B4-BE49-F238E27FC236}">
                        <a16:creationId xmlns:a16="http://schemas.microsoft.com/office/drawing/2014/main" id="{DC0C9346-AAA3-9AA5-938D-2BE88C96E2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18244" y="3175189"/>
                    <a:ext cx="914400" cy="914400"/>
                  </a:xfrm>
                  <a:prstGeom prst="rect">
                    <a:avLst/>
                  </a:prstGeom>
                  <a:effectLst>
                    <a:outerShdw blurRad="50800" dist="38100" dir="2700000" algn="tl" rotWithShape="0">
                      <a:prstClr val="black">
                        <a:alpha val="40000"/>
                      </a:prstClr>
                    </a:outerShdw>
                  </a:effectLst>
                </p:spPr>
              </p:pic>
            </p:grpSp>
          </p:grpSp>
          <p:pic>
            <p:nvPicPr>
              <p:cNvPr id="34" name="Graphic 33" descr="Sort with solid fill">
                <a:extLst>
                  <a:ext uri="{FF2B5EF4-FFF2-40B4-BE49-F238E27FC236}">
                    <a16:creationId xmlns:a16="http://schemas.microsoft.com/office/drawing/2014/main" id="{1597BBE0-DFB4-7F64-BD55-006E7AA29C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38" name="Graphic 37" descr="Sort with solid fill">
                <a:extLst>
                  <a:ext uri="{FF2B5EF4-FFF2-40B4-BE49-F238E27FC236}">
                    <a16:creationId xmlns:a16="http://schemas.microsoft.com/office/drawing/2014/main" id="{325E5026-4140-9687-68DC-73106A826F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pic>
          <p:nvPicPr>
            <p:cNvPr id="28" name="Graphic 27" descr="DNA with solid fill">
              <a:extLst>
                <a:ext uri="{FF2B5EF4-FFF2-40B4-BE49-F238E27FC236}">
                  <a16:creationId xmlns:a16="http://schemas.microsoft.com/office/drawing/2014/main" id="{FC0C58AE-958A-FDA7-3F7C-BC5BF39790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1776549"/>
              <a:ext cx="914400" cy="914400"/>
            </a:xfrm>
            <a:prstGeom prst="rect">
              <a:avLst/>
            </a:prstGeom>
          </p:spPr>
        </p:pic>
        <p:pic>
          <p:nvPicPr>
            <p:cNvPr id="30" name="Graphic 29" descr="DNA with solid fill">
              <a:extLst>
                <a:ext uri="{FF2B5EF4-FFF2-40B4-BE49-F238E27FC236}">
                  <a16:creationId xmlns:a16="http://schemas.microsoft.com/office/drawing/2014/main" id="{34540C28-F93D-012E-2C50-E11CB308A3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4565818"/>
              <a:ext cx="914400" cy="914400"/>
            </a:xfrm>
            <a:prstGeom prst="rect">
              <a:avLst/>
            </a:prstGeom>
          </p:spPr>
        </p:pic>
        <p:pic>
          <p:nvPicPr>
            <p:cNvPr id="31" name="Graphic 30" descr="DNA with solid fill">
              <a:extLst>
                <a:ext uri="{FF2B5EF4-FFF2-40B4-BE49-F238E27FC236}">
                  <a16:creationId xmlns:a16="http://schemas.microsoft.com/office/drawing/2014/main" id="{F08534F2-FB7A-CC32-B85B-3581864A52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4565818"/>
              <a:ext cx="914400" cy="914400"/>
            </a:xfrm>
            <a:prstGeom prst="rect">
              <a:avLst/>
            </a:prstGeom>
          </p:spPr>
        </p:pic>
        <p:pic>
          <p:nvPicPr>
            <p:cNvPr id="32" name="Graphic 31" descr="DNA with solid fill">
              <a:extLst>
                <a:ext uri="{FF2B5EF4-FFF2-40B4-BE49-F238E27FC236}">
                  <a16:creationId xmlns:a16="http://schemas.microsoft.com/office/drawing/2014/main" id="{D133D6A0-13D8-72EB-A634-1558853CA6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1773260"/>
              <a:ext cx="914400" cy="914400"/>
            </a:xfrm>
            <a:prstGeom prst="rect">
              <a:avLst/>
            </a:prstGeom>
          </p:spPr>
        </p:pic>
      </p:grpSp>
      <p:sp>
        <p:nvSpPr>
          <p:cNvPr id="2" name="Title 1">
            <a:extLst>
              <a:ext uri="{FF2B5EF4-FFF2-40B4-BE49-F238E27FC236}">
                <a16:creationId xmlns:a16="http://schemas.microsoft.com/office/drawing/2014/main" id="{DE2AFFA5-4091-9E3B-B930-A223A20AE824}"/>
              </a:ext>
            </a:extLst>
          </p:cNvPr>
          <p:cNvSpPr>
            <a:spLocks noGrp="1"/>
          </p:cNvSpPr>
          <p:nvPr>
            <p:ph type="title"/>
          </p:nvPr>
        </p:nvSpPr>
        <p:spPr/>
        <p:txBody>
          <a:bodyPr/>
          <a:lstStyle/>
          <a:p>
            <a:r>
              <a:rPr lang="en-US" dirty="0"/>
              <a:t>Method</a:t>
            </a:r>
            <a:endParaRPr lang="en-CH" dirty="0"/>
          </a:p>
        </p:txBody>
      </p:sp>
      <p:sp>
        <p:nvSpPr>
          <p:cNvPr id="3" name="Date Placeholder 2">
            <a:extLst>
              <a:ext uri="{FF2B5EF4-FFF2-40B4-BE49-F238E27FC236}">
                <a16:creationId xmlns:a16="http://schemas.microsoft.com/office/drawing/2014/main" id="{9D5A9901-EE1A-8083-8395-B6C8E4671D23}"/>
              </a:ext>
            </a:extLst>
          </p:cNvPr>
          <p:cNvSpPr>
            <a:spLocks noGrp="1"/>
          </p:cNvSpPr>
          <p:nvPr>
            <p:ph type="dt" sz="half" idx="10"/>
          </p:nvPr>
        </p:nvSpPr>
        <p:spPr/>
        <p:txBody>
          <a:bodyPr/>
          <a:lstStyle/>
          <a:p>
            <a:fld id="{80D0C599-9578-4656-9BAA-33C26AB4968A}"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56237B9D-90C3-493A-C2CD-2983B1C3F06C}"/>
              </a:ext>
            </a:extLst>
          </p:cNvPr>
          <p:cNvSpPr>
            <a:spLocks noGrp="1"/>
          </p:cNvSpPr>
          <p:nvPr>
            <p:ph type="sldNum" sz="quarter" idx="12"/>
          </p:nvPr>
        </p:nvSpPr>
        <p:spPr/>
        <p:txBody>
          <a:bodyPr/>
          <a:lstStyle/>
          <a:p>
            <a:fld id="{442AD375-037F-43D0-B059-5172DA06796A}" type="slidenum">
              <a:rPr lang="en-GB" noProof="0" smtClean="0"/>
              <a:pPr/>
              <a:t>76</a:t>
            </a:fld>
            <a:endParaRPr lang="en-GB" noProof="0" dirty="0"/>
          </a:p>
        </p:txBody>
      </p:sp>
      <p:sp>
        <p:nvSpPr>
          <p:cNvPr id="2606" name="TextBox 2605">
            <a:extLst>
              <a:ext uri="{FF2B5EF4-FFF2-40B4-BE49-F238E27FC236}">
                <a16:creationId xmlns:a16="http://schemas.microsoft.com/office/drawing/2014/main" id="{74062DAE-CE75-35F7-30E7-C97DABC49A4D}"/>
              </a:ext>
            </a:extLst>
          </p:cNvPr>
          <p:cNvSpPr txBox="1"/>
          <p:nvPr/>
        </p:nvSpPr>
        <p:spPr>
          <a:xfrm>
            <a:off x="5555940" y="457880"/>
            <a:ext cx="1080120" cy="422295"/>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pPr algn="ctr"/>
            <a:r>
              <a:rPr lang="en-US" sz="2800" b="1" noProof="0" dirty="0">
                <a:latin typeface="Aptos" panose="020B0004020202020204" pitchFamily="34" charset="0"/>
              </a:rPr>
              <a:t>Gen </a:t>
            </a:r>
            <a:r>
              <a:rPr lang="en-US" sz="2800" b="1" dirty="0">
                <a:latin typeface="Aptos" panose="020B0004020202020204" pitchFamily="34" charset="0"/>
              </a:rPr>
              <a:t>x</a:t>
            </a:r>
            <a:endParaRPr lang="en-US" sz="2800" b="1" noProof="0" dirty="0">
              <a:latin typeface="Aptos" panose="020B0004020202020204" pitchFamily="34" charset="0"/>
            </a:endParaRPr>
          </a:p>
        </p:txBody>
      </p:sp>
      <p:grpSp>
        <p:nvGrpSpPr>
          <p:cNvPr id="53" name="Group 52">
            <a:extLst>
              <a:ext uri="{FF2B5EF4-FFF2-40B4-BE49-F238E27FC236}">
                <a16:creationId xmlns:a16="http://schemas.microsoft.com/office/drawing/2014/main" id="{E9495CF6-F400-FA08-7026-6622710A6954}"/>
              </a:ext>
            </a:extLst>
          </p:cNvPr>
          <p:cNvGrpSpPr/>
          <p:nvPr/>
        </p:nvGrpSpPr>
        <p:grpSpPr>
          <a:xfrm>
            <a:off x="622276" y="1556792"/>
            <a:ext cx="738356" cy="3810643"/>
            <a:chOff x="395999" y="905357"/>
            <a:chExt cx="738356" cy="3810643"/>
          </a:xfrm>
        </p:grpSpPr>
        <p:sp>
          <p:nvSpPr>
            <p:cNvPr id="54" name="Rectangle 53">
              <a:extLst>
                <a:ext uri="{FF2B5EF4-FFF2-40B4-BE49-F238E27FC236}">
                  <a16:creationId xmlns:a16="http://schemas.microsoft.com/office/drawing/2014/main" id="{9B6B69A6-9A98-AFF7-4057-9E3E4623E1AC}"/>
                </a:ext>
              </a:extLst>
            </p:cNvPr>
            <p:cNvSpPr/>
            <p:nvPr/>
          </p:nvSpPr>
          <p:spPr>
            <a:xfrm>
              <a:off x="432000" y="1296000"/>
              <a:ext cx="251999" cy="3420000"/>
            </a:xfrm>
            <a:prstGeom prst="rect">
              <a:avLst/>
            </a:prstGeom>
            <a:gradFill flip="none" rotWithShape="1">
              <a:gsLst>
                <a:gs pos="0">
                  <a:srgbClr val="2166AC"/>
                </a:gs>
                <a:gs pos="50000">
                  <a:srgbClr val="F7F7F7"/>
                </a:gs>
                <a:gs pos="100000">
                  <a:srgbClr val="B2182B"/>
                </a:gs>
              </a:gsLst>
              <a:lin ang="16200000" scaled="0"/>
            </a:gradFill>
            <a:ln>
              <a:noFill/>
            </a:ln>
            <a:effectLst/>
          </p:spPr>
          <p:txBody>
            <a:bodyPr rtlCol="0" anchor="ctr"/>
            <a:lstStyle/>
            <a:p>
              <a:pPr algn="ctr"/>
              <a:endParaRPr/>
            </a:p>
          </p:txBody>
        </p:sp>
        <p:sp>
          <p:nvSpPr>
            <p:cNvPr id="55" name="Rectangle 54">
              <a:extLst>
                <a:ext uri="{FF2B5EF4-FFF2-40B4-BE49-F238E27FC236}">
                  <a16:creationId xmlns:a16="http://schemas.microsoft.com/office/drawing/2014/main" id="{06164E8E-9348-16E3-A9E8-2BA0F56C2ED1}"/>
                </a:ext>
              </a:extLst>
            </p:cNvPr>
            <p:cNvSpPr/>
            <p:nvPr/>
          </p:nvSpPr>
          <p:spPr>
            <a:xfrm>
              <a:off x="432000" y="1296000"/>
              <a:ext cx="251999" cy="3420000"/>
            </a:xfrm>
            <a:prstGeom prst="rect">
              <a:avLst/>
            </a:prstGeom>
            <a:noFill/>
            <a:ln w="9525">
              <a:solidFill>
                <a:srgbClr val="BFBFBF"/>
              </a:solidFill>
            </a:ln>
            <a:effectLst/>
          </p:spPr>
          <p:txBody>
            <a:bodyPr rtlCol="0" anchor="ctr"/>
            <a:lstStyle/>
            <a:p>
              <a:pPr algn="ctr"/>
              <a:endParaRPr/>
            </a:p>
          </p:txBody>
        </p:sp>
        <p:sp>
          <p:nvSpPr>
            <p:cNvPr id="56" name="TextBox 55">
              <a:extLst>
                <a:ext uri="{FF2B5EF4-FFF2-40B4-BE49-F238E27FC236}">
                  <a16:creationId xmlns:a16="http://schemas.microsoft.com/office/drawing/2014/main" id="{47B40AA9-42AD-81F5-C21F-0CD83E3AB43E}"/>
                </a:ext>
              </a:extLst>
            </p:cNvPr>
            <p:cNvSpPr txBox="1"/>
            <p:nvPr/>
          </p:nvSpPr>
          <p:spPr>
            <a:xfrm>
              <a:off x="395999" y="905357"/>
              <a:ext cx="371577" cy="241285"/>
            </a:xfrm>
            <a:prstGeom prst="rect">
              <a:avLst/>
            </a:prstGeom>
            <a:noFill/>
          </p:spPr>
          <p:txBody>
            <a:bodyPr wrap="none" lIns="0" tIns="0" rIns="0" bIns="0" anchor="ctr">
              <a:spAutoFit/>
            </a:bodyPr>
            <a:lstStyle/>
            <a:p>
              <a:pPr algn="l"/>
              <a:r>
                <a:rPr lang="en-US" b="1" dirty="0">
                  <a:solidFill>
                    <a:srgbClr val="0B0B0B"/>
                  </a:solidFill>
                  <a:latin typeface="Arial"/>
                </a:rPr>
                <a:t>Etc.</a:t>
              </a:r>
              <a:endParaRPr b="1" dirty="0">
                <a:solidFill>
                  <a:srgbClr val="0B0B0B"/>
                </a:solidFill>
                <a:latin typeface="Arial"/>
              </a:endParaRPr>
            </a:p>
          </p:txBody>
        </p:sp>
        <p:sp>
          <p:nvSpPr>
            <p:cNvPr id="57" name="TextBox 56">
              <a:extLst>
                <a:ext uri="{FF2B5EF4-FFF2-40B4-BE49-F238E27FC236}">
                  <a16:creationId xmlns:a16="http://schemas.microsoft.com/office/drawing/2014/main" id="{C6ED4DEA-5E17-D9D8-E708-153E3E79E62B}"/>
                </a:ext>
              </a:extLst>
            </p:cNvPr>
            <p:cNvSpPr txBox="1"/>
            <p:nvPr/>
          </p:nvSpPr>
          <p:spPr>
            <a:xfrm>
              <a:off x="774000" y="1309743"/>
              <a:ext cx="360355" cy="188513"/>
            </a:xfrm>
            <a:prstGeom prst="rect">
              <a:avLst/>
            </a:prstGeom>
            <a:noFill/>
          </p:spPr>
          <p:txBody>
            <a:bodyPr wrap="none" lIns="0" tIns="0" rIns="0" bIns="0" anchor="ctr">
              <a:spAutoFit/>
            </a:bodyPr>
            <a:lstStyle/>
            <a:p>
              <a:pPr algn="l"/>
              <a:r>
                <a:rPr lang="en-US" sz="1250" b="0" dirty="0">
                  <a:solidFill>
                    <a:srgbClr val="52514E"/>
                  </a:solidFill>
                  <a:latin typeface="Arial"/>
                </a:rPr>
                <a:t>more</a:t>
              </a:r>
              <a:endParaRPr sz="1250" b="0" dirty="0">
                <a:solidFill>
                  <a:srgbClr val="52514E"/>
                </a:solidFill>
                <a:latin typeface="Arial"/>
              </a:endParaRPr>
            </a:p>
          </p:txBody>
        </p:sp>
        <p:sp>
          <p:nvSpPr>
            <p:cNvPr id="58" name="TextBox 57">
              <a:extLst>
                <a:ext uri="{FF2B5EF4-FFF2-40B4-BE49-F238E27FC236}">
                  <a16:creationId xmlns:a16="http://schemas.microsoft.com/office/drawing/2014/main" id="{75125219-9904-3FF7-714E-1D44B550BA35}"/>
                </a:ext>
              </a:extLst>
            </p:cNvPr>
            <p:cNvSpPr txBox="1"/>
            <p:nvPr/>
          </p:nvSpPr>
          <p:spPr>
            <a:xfrm>
              <a:off x="774000" y="4513743"/>
              <a:ext cx="280205" cy="188513"/>
            </a:xfrm>
            <a:prstGeom prst="rect">
              <a:avLst/>
            </a:prstGeom>
            <a:noFill/>
          </p:spPr>
          <p:txBody>
            <a:bodyPr wrap="none" lIns="0" tIns="0" rIns="0" bIns="0" anchor="ctr">
              <a:spAutoFit/>
            </a:bodyPr>
            <a:lstStyle/>
            <a:p>
              <a:pPr algn="l"/>
              <a:r>
                <a:rPr lang="en-US" sz="1250" b="0" dirty="0">
                  <a:solidFill>
                    <a:srgbClr val="52514E"/>
                  </a:solidFill>
                  <a:latin typeface="Arial"/>
                </a:rPr>
                <a:t>less</a:t>
              </a:r>
              <a:endParaRPr sz="1250" b="0" dirty="0">
                <a:solidFill>
                  <a:srgbClr val="52514E"/>
                </a:solidFill>
                <a:latin typeface="Arial"/>
              </a:endParaRPr>
            </a:p>
          </p:txBody>
        </p:sp>
      </p:grpSp>
      <p:sp>
        <p:nvSpPr>
          <p:cNvPr id="6" name="Oval 5">
            <a:extLst>
              <a:ext uri="{FF2B5EF4-FFF2-40B4-BE49-F238E27FC236}">
                <a16:creationId xmlns:a16="http://schemas.microsoft.com/office/drawing/2014/main" id="{11804FE7-F5E6-0554-5A92-2CBE9D07895F}"/>
              </a:ext>
            </a:extLst>
          </p:cNvPr>
          <p:cNvSpPr/>
          <p:nvPr/>
        </p:nvSpPr>
        <p:spPr>
          <a:xfrm>
            <a:off x="342677" y="1412776"/>
            <a:ext cx="1432843" cy="53465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11667967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noProof="0" dirty="0">
                <a:solidFill>
                  <a:srgbClr val="0B0B0B"/>
                </a:solidFill>
              </a:rPr>
              <a:t>Method</a:t>
            </a:r>
          </a:p>
        </p:txBody>
      </p:sp>
      <p:sp>
        <p:nvSpPr>
          <p:cNvPr id="3" name="Rounded Rectangle 2"/>
          <p:cNvSpPr/>
          <p:nvPr/>
        </p:nvSpPr>
        <p:spPr>
          <a:xfrm>
            <a:off x="274320" y="1645920"/>
            <a:ext cx="3697224" cy="301752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endParaRPr lang="en-US" noProof="0" dirty="0">
              <a:solidFill>
                <a:schemeClr val="tx1"/>
              </a:solidFill>
            </a:endParaRPr>
          </a:p>
          <a:p>
            <a:pPr marL="285750" indent="-285750">
              <a:buFont typeface="Arial" panose="020B0604020202020204" pitchFamily="34" charset="0"/>
              <a:buChar char="•"/>
            </a:pPr>
            <a:r>
              <a:rPr lang="en-US" noProof="0" dirty="0">
                <a:solidFill>
                  <a:schemeClr val="tx1"/>
                </a:solidFill>
              </a:rPr>
              <a:t>Extendible</a:t>
            </a:r>
          </a:p>
          <a:p>
            <a:pPr marL="285750" indent="-285750">
              <a:buFont typeface="Arial" panose="020B0604020202020204" pitchFamily="34" charset="0"/>
              <a:buChar char="•"/>
            </a:pPr>
            <a:r>
              <a:rPr lang="en-US" dirty="0">
                <a:solidFill>
                  <a:schemeClr val="tx1"/>
                </a:solidFill>
              </a:rPr>
              <a:t>Modifiable</a:t>
            </a:r>
          </a:p>
          <a:p>
            <a:pPr marL="285750" indent="-285750">
              <a:buFont typeface="Arial" panose="020B0604020202020204" pitchFamily="34" charset="0"/>
              <a:buChar char="•"/>
            </a:pPr>
            <a:r>
              <a:rPr lang="en-US" noProof="0" dirty="0">
                <a:solidFill>
                  <a:schemeClr val="tx1"/>
                </a:solidFill>
              </a:rPr>
              <a:t>No programming experience needed</a:t>
            </a:r>
          </a:p>
        </p:txBody>
      </p:sp>
      <p:sp>
        <p:nvSpPr>
          <p:cNvPr id="5" name="TextBox 4"/>
          <p:cNvSpPr txBox="1"/>
          <p:nvPr/>
        </p:nvSpPr>
        <p:spPr>
          <a:xfrm>
            <a:off x="640080" y="2487168"/>
            <a:ext cx="2965704" cy="457200"/>
          </a:xfrm>
          <a:prstGeom prst="rect">
            <a:avLst/>
          </a:prstGeom>
          <a:noFill/>
        </p:spPr>
        <p:txBody>
          <a:bodyPr wrap="square" lIns="0" tIns="0" rIns="0" bIns="0" anchor="t">
            <a:spAutoFit/>
          </a:bodyPr>
          <a:lstStyle/>
          <a:p>
            <a:pPr algn="l">
              <a:spcAft>
                <a:spcPts val="800"/>
              </a:spcAft>
            </a:pPr>
            <a:r>
              <a:rPr lang="en-US" sz="2200" b="1" i="0" noProof="0" dirty="0">
                <a:solidFill>
                  <a:srgbClr val="0B0B0B"/>
                </a:solidFill>
                <a:latin typeface="Arial"/>
              </a:rPr>
              <a:t>Flexibility</a:t>
            </a:r>
          </a:p>
        </p:txBody>
      </p:sp>
      <p:sp>
        <p:nvSpPr>
          <p:cNvPr id="16" name="TextBox 15"/>
          <p:cNvSpPr txBox="1"/>
          <p:nvPr/>
        </p:nvSpPr>
        <p:spPr>
          <a:xfrm>
            <a:off x="274320" y="6053328"/>
            <a:ext cx="8686800" cy="228600"/>
          </a:xfrm>
          <a:prstGeom prst="rect">
            <a:avLst/>
          </a:prstGeom>
          <a:noFill/>
        </p:spPr>
        <p:txBody>
          <a:bodyPr wrap="square" lIns="0" tIns="0" rIns="0" bIns="0" anchor="t">
            <a:spAutoFit/>
          </a:bodyPr>
          <a:lstStyle/>
          <a:p>
            <a:pPr algn="l">
              <a:spcAft>
                <a:spcPts val="800"/>
              </a:spcAft>
            </a:pPr>
            <a:r>
              <a:rPr lang="en-US" sz="1000" b="0" i="0" noProof="0" dirty="0">
                <a:solidFill>
                  <a:srgbClr val="8A8880"/>
                </a:solidFill>
                <a:latin typeface="Arial"/>
              </a:rPr>
              <a:t>SLiM manual §1.2, “Why SLiM?” — Haller &amp; Messer.</a:t>
            </a:r>
          </a:p>
        </p:txBody>
      </p:sp>
      <p:sp>
        <p:nvSpPr>
          <p:cNvPr id="4" name="Date Placeholder 3">
            <a:extLst>
              <a:ext uri="{FF2B5EF4-FFF2-40B4-BE49-F238E27FC236}">
                <a16:creationId xmlns:a16="http://schemas.microsoft.com/office/drawing/2014/main" id="{367F68A8-A0A2-4082-BA27-A7BDBD0500F6}"/>
              </a:ext>
            </a:extLst>
          </p:cNvPr>
          <p:cNvSpPr>
            <a:spLocks noGrp="1"/>
          </p:cNvSpPr>
          <p:nvPr>
            <p:ph type="dt" sz="half" idx="10"/>
          </p:nvPr>
        </p:nvSpPr>
        <p:spPr/>
        <p:txBody>
          <a:bodyPr/>
          <a:lstStyle/>
          <a:p>
            <a:fld id="{BC78CA26-76C9-4135-8A30-A8B948C04E10}" type="datetime1">
              <a:rPr lang="en-GB" noProof="0" smtClean="0"/>
              <a:t>16/09/2026</a:t>
            </a:fld>
            <a:endParaRPr lang="en-GB" noProof="0" dirty="0"/>
          </a:p>
        </p:txBody>
      </p:sp>
      <p:sp>
        <p:nvSpPr>
          <p:cNvPr id="7" name="Slide Number Placeholder 6">
            <a:extLst>
              <a:ext uri="{FF2B5EF4-FFF2-40B4-BE49-F238E27FC236}">
                <a16:creationId xmlns:a16="http://schemas.microsoft.com/office/drawing/2014/main" id="{22809ACE-A148-BE90-2A74-3FE6E30A3151}"/>
              </a:ext>
            </a:extLst>
          </p:cNvPr>
          <p:cNvSpPr>
            <a:spLocks noGrp="1"/>
          </p:cNvSpPr>
          <p:nvPr>
            <p:ph type="sldNum" sz="quarter" idx="12"/>
          </p:nvPr>
        </p:nvSpPr>
        <p:spPr/>
        <p:txBody>
          <a:bodyPr/>
          <a:lstStyle/>
          <a:p>
            <a:fld id="{442AD375-037F-43D0-B059-5172DA06796A}" type="slidenum">
              <a:rPr lang="en-GB" noProof="0" smtClean="0"/>
              <a:pPr/>
              <a:t>77</a:t>
            </a:fld>
            <a:endParaRPr lang="en-GB" noProof="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7CEB0-1794-BBD8-E8E4-252F6D7A5EE7}"/>
            </a:ext>
          </a:extLst>
        </p:cNvPr>
        <p:cNvGrpSpPr/>
        <p:nvPr/>
      </p:nvGrpSpPr>
      <p:grpSpPr>
        <a:xfrm>
          <a:off x="0" y="0"/>
          <a:ext cx="0" cy="0"/>
          <a:chOff x="0" y="0"/>
          <a:chExt cx="0" cy="0"/>
        </a:xfrm>
      </p:grpSpPr>
      <p:sp>
        <p:nvSpPr>
          <p:cNvPr id="10" name="Rounded Rectangle 2">
            <a:extLst>
              <a:ext uri="{FF2B5EF4-FFF2-40B4-BE49-F238E27FC236}">
                <a16:creationId xmlns:a16="http://schemas.microsoft.com/office/drawing/2014/main" id="{D808C819-0774-0A23-7F98-C91B7424BE56}"/>
              </a:ext>
            </a:extLst>
          </p:cNvPr>
          <p:cNvSpPr/>
          <p:nvPr/>
        </p:nvSpPr>
        <p:spPr>
          <a:xfrm>
            <a:off x="274320" y="1645920"/>
            <a:ext cx="3697224" cy="301752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endParaRPr lang="en-US" noProof="0" dirty="0">
              <a:solidFill>
                <a:schemeClr val="tx1"/>
              </a:solidFill>
            </a:endParaRPr>
          </a:p>
          <a:p>
            <a:pPr marL="285750" indent="-285750">
              <a:buFont typeface="Arial" panose="020B0604020202020204" pitchFamily="34" charset="0"/>
              <a:buChar char="•"/>
            </a:pPr>
            <a:r>
              <a:rPr lang="en-US" noProof="0" dirty="0">
                <a:solidFill>
                  <a:schemeClr val="tx1"/>
                </a:solidFill>
              </a:rPr>
              <a:t>Extendible</a:t>
            </a:r>
          </a:p>
          <a:p>
            <a:pPr marL="285750" indent="-285750">
              <a:buFont typeface="Arial" panose="020B0604020202020204" pitchFamily="34" charset="0"/>
              <a:buChar char="•"/>
            </a:pPr>
            <a:r>
              <a:rPr lang="en-US" dirty="0">
                <a:solidFill>
                  <a:schemeClr val="tx1"/>
                </a:solidFill>
              </a:rPr>
              <a:t>Modifiable</a:t>
            </a:r>
          </a:p>
          <a:p>
            <a:pPr marL="285750" indent="-285750">
              <a:buFont typeface="Arial" panose="020B0604020202020204" pitchFamily="34" charset="0"/>
              <a:buChar char="•"/>
            </a:pPr>
            <a:r>
              <a:rPr lang="en-US" noProof="0" dirty="0">
                <a:solidFill>
                  <a:schemeClr val="tx1"/>
                </a:solidFill>
              </a:rPr>
              <a:t>Little - No programming experience</a:t>
            </a:r>
          </a:p>
        </p:txBody>
      </p:sp>
      <p:sp>
        <p:nvSpPr>
          <p:cNvPr id="2" name="Title 1">
            <a:extLst>
              <a:ext uri="{FF2B5EF4-FFF2-40B4-BE49-F238E27FC236}">
                <a16:creationId xmlns:a16="http://schemas.microsoft.com/office/drawing/2014/main" id="{72FC3FF2-4B53-4AB7-8C96-7C0332931460}"/>
              </a:ext>
            </a:extLst>
          </p:cNvPr>
          <p:cNvSpPr>
            <a:spLocks noGrp="1"/>
          </p:cNvSpPr>
          <p:nvPr>
            <p:ph type="title"/>
          </p:nvPr>
        </p:nvSpPr>
        <p:spPr/>
        <p:txBody>
          <a:bodyPr/>
          <a:lstStyle/>
          <a:p>
            <a:r>
              <a:rPr lang="en-US" sz="2400" b="1" noProof="0" dirty="0">
                <a:solidFill>
                  <a:srgbClr val="0B0B0B"/>
                </a:solidFill>
              </a:rPr>
              <a:t>Method</a:t>
            </a:r>
          </a:p>
        </p:txBody>
      </p:sp>
      <p:sp>
        <p:nvSpPr>
          <p:cNvPr id="5" name="TextBox 4">
            <a:extLst>
              <a:ext uri="{FF2B5EF4-FFF2-40B4-BE49-F238E27FC236}">
                <a16:creationId xmlns:a16="http://schemas.microsoft.com/office/drawing/2014/main" id="{5BFF3EF2-1C8E-4212-97C6-BC6C0EE6DBA8}"/>
              </a:ext>
            </a:extLst>
          </p:cNvPr>
          <p:cNvSpPr txBox="1"/>
          <p:nvPr/>
        </p:nvSpPr>
        <p:spPr>
          <a:xfrm>
            <a:off x="640080" y="2487168"/>
            <a:ext cx="2965704" cy="457200"/>
          </a:xfrm>
          <a:prstGeom prst="rect">
            <a:avLst/>
          </a:prstGeom>
          <a:noFill/>
        </p:spPr>
        <p:txBody>
          <a:bodyPr wrap="square" lIns="0" tIns="0" rIns="0" bIns="0" anchor="t">
            <a:spAutoFit/>
          </a:bodyPr>
          <a:lstStyle/>
          <a:p>
            <a:pPr algn="l">
              <a:spcAft>
                <a:spcPts val="800"/>
              </a:spcAft>
            </a:pPr>
            <a:r>
              <a:rPr lang="en-US" sz="2200" b="1" i="0" noProof="0" dirty="0">
                <a:solidFill>
                  <a:srgbClr val="0B0B0B"/>
                </a:solidFill>
                <a:latin typeface="Arial"/>
              </a:rPr>
              <a:t>Flexibility</a:t>
            </a:r>
          </a:p>
        </p:txBody>
      </p:sp>
      <p:sp>
        <p:nvSpPr>
          <p:cNvPr id="7" name="Rounded Rectangle 6">
            <a:extLst>
              <a:ext uri="{FF2B5EF4-FFF2-40B4-BE49-F238E27FC236}">
                <a16:creationId xmlns:a16="http://schemas.microsoft.com/office/drawing/2014/main" id="{93B8849C-000A-B29A-37E4-6BA97C143A6F}"/>
              </a:ext>
            </a:extLst>
          </p:cNvPr>
          <p:cNvSpPr/>
          <p:nvPr/>
        </p:nvSpPr>
        <p:spPr>
          <a:xfrm>
            <a:off x="4245864" y="1645920"/>
            <a:ext cx="3697224" cy="301752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en-US" noProof="0" dirty="0">
                <a:solidFill>
                  <a:schemeClr val="tx1"/>
                </a:solidFill>
              </a:rPr>
              <a:t>Years of optimization </a:t>
            </a:r>
          </a:p>
          <a:p>
            <a:pPr marL="285750" indent="-285750">
              <a:buFont typeface="Arial" panose="020B0604020202020204" pitchFamily="34" charset="0"/>
              <a:buChar char="•"/>
            </a:pPr>
            <a:r>
              <a:rPr lang="en-US" noProof="0" dirty="0">
                <a:solidFill>
                  <a:schemeClr val="tx1"/>
                </a:solidFill>
              </a:rPr>
              <a:t>Large populations</a:t>
            </a:r>
          </a:p>
        </p:txBody>
      </p:sp>
      <p:sp>
        <p:nvSpPr>
          <p:cNvPr id="9" name="TextBox 8">
            <a:extLst>
              <a:ext uri="{FF2B5EF4-FFF2-40B4-BE49-F238E27FC236}">
                <a16:creationId xmlns:a16="http://schemas.microsoft.com/office/drawing/2014/main" id="{5710D217-8F4E-CD66-1BD3-CE016118B39B}"/>
              </a:ext>
            </a:extLst>
          </p:cNvPr>
          <p:cNvSpPr txBox="1"/>
          <p:nvPr/>
        </p:nvSpPr>
        <p:spPr>
          <a:xfrm>
            <a:off x="4611624" y="2487168"/>
            <a:ext cx="2965704" cy="457200"/>
          </a:xfrm>
          <a:prstGeom prst="rect">
            <a:avLst/>
          </a:prstGeom>
          <a:noFill/>
        </p:spPr>
        <p:txBody>
          <a:bodyPr wrap="square" lIns="0" tIns="0" rIns="0" bIns="0" anchor="t">
            <a:spAutoFit/>
          </a:bodyPr>
          <a:lstStyle/>
          <a:p>
            <a:pPr algn="l">
              <a:spcAft>
                <a:spcPts val="800"/>
              </a:spcAft>
            </a:pPr>
            <a:r>
              <a:rPr lang="en-US" sz="2200" b="1" i="0" noProof="0" dirty="0">
                <a:solidFill>
                  <a:srgbClr val="0B0B0B"/>
                </a:solidFill>
                <a:latin typeface="Arial"/>
              </a:rPr>
              <a:t>Performance</a:t>
            </a:r>
          </a:p>
        </p:txBody>
      </p:sp>
      <p:sp>
        <p:nvSpPr>
          <p:cNvPr id="16" name="TextBox 15">
            <a:extLst>
              <a:ext uri="{FF2B5EF4-FFF2-40B4-BE49-F238E27FC236}">
                <a16:creationId xmlns:a16="http://schemas.microsoft.com/office/drawing/2014/main" id="{E7C70F71-7F31-A246-CE51-2AFD92B82FEF}"/>
              </a:ext>
            </a:extLst>
          </p:cNvPr>
          <p:cNvSpPr txBox="1"/>
          <p:nvPr/>
        </p:nvSpPr>
        <p:spPr>
          <a:xfrm>
            <a:off x="274320" y="6053328"/>
            <a:ext cx="8686800" cy="228600"/>
          </a:xfrm>
          <a:prstGeom prst="rect">
            <a:avLst/>
          </a:prstGeom>
          <a:noFill/>
        </p:spPr>
        <p:txBody>
          <a:bodyPr wrap="square" lIns="0" tIns="0" rIns="0" bIns="0" anchor="t">
            <a:spAutoFit/>
          </a:bodyPr>
          <a:lstStyle/>
          <a:p>
            <a:pPr algn="l">
              <a:spcAft>
                <a:spcPts val="800"/>
              </a:spcAft>
            </a:pPr>
            <a:r>
              <a:rPr lang="en-US" sz="1000" b="0" i="0" noProof="0" dirty="0">
                <a:solidFill>
                  <a:srgbClr val="8A8880"/>
                </a:solidFill>
                <a:latin typeface="Arial"/>
              </a:rPr>
              <a:t>SLiM manual §1.2, “Why SLiM?” — Haller &amp; Messer.</a:t>
            </a:r>
          </a:p>
        </p:txBody>
      </p:sp>
      <p:sp>
        <p:nvSpPr>
          <p:cNvPr id="3" name="Date Placeholder 2">
            <a:extLst>
              <a:ext uri="{FF2B5EF4-FFF2-40B4-BE49-F238E27FC236}">
                <a16:creationId xmlns:a16="http://schemas.microsoft.com/office/drawing/2014/main" id="{72A8B753-9C54-A795-7096-F28DF51BAA09}"/>
              </a:ext>
            </a:extLst>
          </p:cNvPr>
          <p:cNvSpPr>
            <a:spLocks noGrp="1"/>
          </p:cNvSpPr>
          <p:nvPr>
            <p:ph type="dt" sz="half" idx="10"/>
          </p:nvPr>
        </p:nvSpPr>
        <p:spPr/>
        <p:txBody>
          <a:bodyPr/>
          <a:lstStyle/>
          <a:p>
            <a:fld id="{6696B8DF-6E18-4BF1-9211-CA5454E4D952}" type="datetime1">
              <a:rPr lang="en-GB" noProof="0" smtClean="0"/>
              <a:t>16/09/2026</a:t>
            </a:fld>
            <a:endParaRPr lang="en-GB" noProof="0" dirty="0"/>
          </a:p>
        </p:txBody>
      </p:sp>
      <p:sp>
        <p:nvSpPr>
          <p:cNvPr id="6" name="Slide Number Placeholder 5">
            <a:extLst>
              <a:ext uri="{FF2B5EF4-FFF2-40B4-BE49-F238E27FC236}">
                <a16:creationId xmlns:a16="http://schemas.microsoft.com/office/drawing/2014/main" id="{808AC7C4-81A0-FE50-054C-CFD125135D2C}"/>
              </a:ext>
            </a:extLst>
          </p:cNvPr>
          <p:cNvSpPr>
            <a:spLocks noGrp="1"/>
          </p:cNvSpPr>
          <p:nvPr>
            <p:ph type="sldNum" sz="quarter" idx="12"/>
          </p:nvPr>
        </p:nvSpPr>
        <p:spPr/>
        <p:txBody>
          <a:bodyPr/>
          <a:lstStyle/>
          <a:p>
            <a:fld id="{442AD375-037F-43D0-B059-5172DA06796A}" type="slidenum">
              <a:rPr lang="en-GB" noProof="0" smtClean="0"/>
              <a:pPr/>
              <a:t>78</a:t>
            </a:fld>
            <a:endParaRPr lang="en-GB" noProof="0" dirty="0"/>
          </a:p>
        </p:txBody>
      </p:sp>
    </p:spTree>
    <p:extLst>
      <p:ext uri="{BB962C8B-B14F-4D97-AF65-F5344CB8AC3E}">
        <p14:creationId xmlns:p14="http://schemas.microsoft.com/office/powerpoint/2010/main" val="39709221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3A51D-B3EF-4DF0-44AF-E473DCA760F8}"/>
            </a:ext>
          </a:extLst>
        </p:cNvPr>
        <p:cNvGrpSpPr/>
        <p:nvPr/>
      </p:nvGrpSpPr>
      <p:grpSpPr>
        <a:xfrm>
          <a:off x="0" y="0"/>
          <a:ext cx="0" cy="0"/>
          <a:chOff x="0" y="0"/>
          <a:chExt cx="0" cy="0"/>
        </a:xfrm>
      </p:grpSpPr>
      <p:sp>
        <p:nvSpPr>
          <p:cNvPr id="7" name="Rounded Rectangle 2">
            <a:extLst>
              <a:ext uri="{FF2B5EF4-FFF2-40B4-BE49-F238E27FC236}">
                <a16:creationId xmlns:a16="http://schemas.microsoft.com/office/drawing/2014/main" id="{2A02F2BB-CE6E-9C87-F4FE-0D15E6C7C889}"/>
              </a:ext>
            </a:extLst>
          </p:cNvPr>
          <p:cNvSpPr/>
          <p:nvPr/>
        </p:nvSpPr>
        <p:spPr>
          <a:xfrm>
            <a:off x="274320" y="1645920"/>
            <a:ext cx="3697224" cy="301752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endParaRPr lang="en-US" noProof="0" dirty="0">
              <a:solidFill>
                <a:schemeClr val="tx1"/>
              </a:solidFill>
            </a:endParaRPr>
          </a:p>
          <a:p>
            <a:pPr marL="285750" indent="-285750">
              <a:buFont typeface="Arial" panose="020B0604020202020204" pitchFamily="34" charset="0"/>
              <a:buChar char="•"/>
            </a:pPr>
            <a:r>
              <a:rPr lang="en-US" noProof="0" dirty="0">
                <a:solidFill>
                  <a:schemeClr val="tx1"/>
                </a:solidFill>
              </a:rPr>
              <a:t>Extendible</a:t>
            </a:r>
          </a:p>
          <a:p>
            <a:pPr marL="285750" indent="-285750">
              <a:buFont typeface="Arial" panose="020B0604020202020204" pitchFamily="34" charset="0"/>
              <a:buChar char="•"/>
            </a:pPr>
            <a:r>
              <a:rPr lang="en-US" dirty="0">
                <a:solidFill>
                  <a:schemeClr val="tx1"/>
                </a:solidFill>
              </a:rPr>
              <a:t>Modifiable</a:t>
            </a:r>
          </a:p>
          <a:p>
            <a:pPr marL="285750" indent="-285750">
              <a:buFont typeface="Arial" panose="020B0604020202020204" pitchFamily="34" charset="0"/>
              <a:buChar char="•"/>
            </a:pPr>
            <a:r>
              <a:rPr lang="en-US" noProof="0" dirty="0">
                <a:solidFill>
                  <a:schemeClr val="tx1"/>
                </a:solidFill>
              </a:rPr>
              <a:t>Little - No programming experience</a:t>
            </a:r>
          </a:p>
        </p:txBody>
      </p:sp>
      <p:sp>
        <p:nvSpPr>
          <p:cNvPr id="10" name="Rounded Rectangle 6">
            <a:extLst>
              <a:ext uri="{FF2B5EF4-FFF2-40B4-BE49-F238E27FC236}">
                <a16:creationId xmlns:a16="http://schemas.microsoft.com/office/drawing/2014/main" id="{EAA2EA86-86BB-CB2F-9D04-0E8C341BAA31}"/>
              </a:ext>
            </a:extLst>
          </p:cNvPr>
          <p:cNvSpPr/>
          <p:nvPr/>
        </p:nvSpPr>
        <p:spPr>
          <a:xfrm>
            <a:off x="4245864" y="1645920"/>
            <a:ext cx="3697224" cy="301752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en-US" noProof="0" dirty="0">
                <a:solidFill>
                  <a:schemeClr val="tx1"/>
                </a:solidFill>
              </a:rPr>
              <a:t>Years of optimization </a:t>
            </a:r>
          </a:p>
          <a:p>
            <a:pPr marL="285750" indent="-285750">
              <a:buFont typeface="Arial" panose="020B0604020202020204" pitchFamily="34" charset="0"/>
              <a:buChar char="•"/>
            </a:pPr>
            <a:r>
              <a:rPr lang="en-US" noProof="0" dirty="0">
                <a:solidFill>
                  <a:schemeClr val="tx1"/>
                </a:solidFill>
              </a:rPr>
              <a:t>Large populations</a:t>
            </a:r>
          </a:p>
        </p:txBody>
      </p:sp>
      <p:sp>
        <p:nvSpPr>
          <p:cNvPr id="2" name="Title 1">
            <a:extLst>
              <a:ext uri="{FF2B5EF4-FFF2-40B4-BE49-F238E27FC236}">
                <a16:creationId xmlns:a16="http://schemas.microsoft.com/office/drawing/2014/main" id="{8D61A931-3A42-E1D9-68C5-71A9098DDFA9}"/>
              </a:ext>
            </a:extLst>
          </p:cNvPr>
          <p:cNvSpPr>
            <a:spLocks noGrp="1"/>
          </p:cNvSpPr>
          <p:nvPr>
            <p:ph type="title"/>
          </p:nvPr>
        </p:nvSpPr>
        <p:spPr/>
        <p:txBody>
          <a:bodyPr/>
          <a:lstStyle/>
          <a:p>
            <a:r>
              <a:rPr lang="en-US" sz="2400" b="1" noProof="0" dirty="0">
                <a:solidFill>
                  <a:srgbClr val="0B0B0B"/>
                </a:solidFill>
              </a:rPr>
              <a:t>Method</a:t>
            </a:r>
          </a:p>
        </p:txBody>
      </p:sp>
      <p:sp>
        <p:nvSpPr>
          <p:cNvPr id="5" name="TextBox 4">
            <a:extLst>
              <a:ext uri="{FF2B5EF4-FFF2-40B4-BE49-F238E27FC236}">
                <a16:creationId xmlns:a16="http://schemas.microsoft.com/office/drawing/2014/main" id="{81AA1948-8733-B9C1-B105-CE4732936268}"/>
              </a:ext>
            </a:extLst>
          </p:cNvPr>
          <p:cNvSpPr txBox="1"/>
          <p:nvPr/>
        </p:nvSpPr>
        <p:spPr>
          <a:xfrm>
            <a:off x="640080" y="2487168"/>
            <a:ext cx="2965704" cy="457200"/>
          </a:xfrm>
          <a:prstGeom prst="rect">
            <a:avLst/>
          </a:prstGeom>
          <a:noFill/>
        </p:spPr>
        <p:txBody>
          <a:bodyPr wrap="square" lIns="0" tIns="0" rIns="0" bIns="0" anchor="t">
            <a:spAutoFit/>
          </a:bodyPr>
          <a:lstStyle/>
          <a:p>
            <a:pPr algn="l">
              <a:spcAft>
                <a:spcPts val="800"/>
              </a:spcAft>
            </a:pPr>
            <a:r>
              <a:rPr lang="en-US" sz="2200" b="1" i="0" noProof="0" dirty="0">
                <a:solidFill>
                  <a:srgbClr val="0B0B0B"/>
                </a:solidFill>
                <a:latin typeface="Arial"/>
              </a:rPr>
              <a:t>Flexibility</a:t>
            </a:r>
          </a:p>
        </p:txBody>
      </p:sp>
      <p:sp>
        <p:nvSpPr>
          <p:cNvPr id="9" name="TextBox 8">
            <a:extLst>
              <a:ext uri="{FF2B5EF4-FFF2-40B4-BE49-F238E27FC236}">
                <a16:creationId xmlns:a16="http://schemas.microsoft.com/office/drawing/2014/main" id="{6A85BEE8-FDB1-85EF-A2BC-A5A913FF61B7}"/>
              </a:ext>
            </a:extLst>
          </p:cNvPr>
          <p:cNvSpPr txBox="1"/>
          <p:nvPr/>
        </p:nvSpPr>
        <p:spPr>
          <a:xfrm>
            <a:off x="4611624" y="2487168"/>
            <a:ext cx="2965704" cy="457200"/>
          </a:xfrm>
          <a:prstGeom prst="rect">
            <a:avLst/>
          </a:prstGeom>
          <a:noFill/>
        </p:spPr>
        <p:txBody>
          <a:bodyPr wrap="square" lIns="0" tIns="0" rIns="0" bIns="0" anchor="t">
            <a:spAutoFit/>
          </a:bodyPr>
          <a:lstStyle/>
          <a:p>
            <a:pPr algn="l">
              <a:spcAft>
                <a:spcPts val="800"/>
              </a:spcAft>
            </a:pPr>
            <a:r>
              <a:rPr lang="en-US" sz="2200" b="1" i="0" noProof="0" dirty="0">
                <a:solidFill>
                  <a:srgbClr val="0B0B0B"/>
                </a:solidFill>
                <a:latin typeface="Arial"/>
              </a:rPr>
              <a:t>Performance</a:t>
            </a:r>
          </a:p>
        </p:txBody>
      </p:sp>
      <p:sp>
        <p:nvSpPr>
          <p:cNvPr id="11" name="Rounded Rectangle 10">
            <a:extLst>
              <a:ext uri="{FF2B5EF4-FFF2-40B4-BE49-F238E27FC236}">
                <a16:creationId xmlns:a16="http://schemas.microsoft.com/office/drawing/2014/main" id="{28F8A951-8982-7752-764B-D83B01D699FC}"/>
              </a:ext>
            </a:extLst>
          </p:cNvPr>
          <p:cNvSpPr/>
          <p:nvPr/>
        </p:nvSpPr>
        <p:spPr>
          <a:xfrm>
            <a:off x="8217408" y="1645920"/>
            <a:ext cx="3697224" cy="301752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en-US" noProof="0" dirty="0">
                <a:solidFill>
                  <a:schemeClr val="tx1"/>
                </a:solidFill>
              </a:rPr>
              <a:t>Very simple scripting language</a:t>
            </a:r>
          </a:p>
          <a:p>
            <a:pPr marL="285750" indent="-285750">
              <a:buFont typeface="Arial" panose="020B0604020202020204" pitchFamily="34" charset="0"/>
              <a:buChar char="•"/>
            </a:pPr>
            <a:r>
              <a:rPr lang="en-US" dirty="0">
                <a:solidFill>
                  <a:schemeClr val="tx1"/>
                </a:solidFill>
              </a:rPr>
              <a:t>Visually clear</a:t>
            </a:r>
            <a:endParaRPr lang="en-US" noProof="0" dirty="0">
              <a:solidFill>
                <a:schemeClr val="tx1"/>
              </a:solidFill>
            </a:endParaRPr>
          </a:p>
        </p:txBody>
      </p:sp>
      <p:sp>
        <p:nvSpPr>
          <p:cNvPr id="13" name="TextBox 12">
            <a:extLst>
              <a:ext uri="{FF2B5EF4-FFF2-40B4-BE49-F238E27FC236}">
                <a16:creationId xmlns:a16="http://schemas.microsoft.com/office/drawing/2014/main" id="{9BA5BC6E-C501-33EE-711F-76AA361456F6}"/>
              </a:ext>
            </a:extLst>
          </p:cNvPr>
          <p:cNvSpPr txBox="1"/>
          <p:nvPr/>
        </p:nvSpPr>
        <p:spPr>
          <a:xfrm>
            <a:off x="8583168" y="2487168"/>
            <a:ext cx="2965704" cy="331757"/>
          </a:xfrm>
          <a:prstGeom prst="rect">
            <a:avLst/>
          </a:prstGeom>
          <a:noFill/>
        </p:spPr>
        <p:txBody>
          <a:bodyPr wrap="square" lIns="0" tIns="0" rIns="0" bIns="0" anchor="t">
            <a:spAutoFit/>
          </a:bodyPr>
          <a:lstStyle/>
          <a:p>
            <a:pPr algn="l">
              <a:spcAft>
                <a:spcPts val="800"/>
              </a:spcAft>
            </a:pPr>
            <a:r>
              <a:rPr lang="en-US" sz="2200" b="1" i="0" noProof="0" dirty="0">
                <a:solidFill>
                  <a:srgbClr val="0B0B0B"/>
                </a:solidFill>
                <a:latin typeface="Arial"/>
              </a:rPr>
              <a:t>Simplicity</a:t>
            </a:r>
          </a:p>
        </p:txBody>
      </p:sp>
      <p:sp>
        <p:nvSpPr>
          <p:cNvPr id="16" name="TextBox 15">
            <a:extLst>
              <a:ext uri="{FF2B5EF4-FFF2-40B4-BE49-F238E27FC236}">
                <a16:creationId xmlns:a16="http://schemas.microsoft.com/office/drawing/2014/main" id="{E238D1CF-D123-CBBE-4E0B-3B1EFA55F546}"/>
              </a:ext>
            </a:extLst>
          </p:cNvPr>
          <p:cNvSpPr txBox="1"/>
          <p:nvPr/>
        </p:nvSpPr>
        <p:spPr>
          <a:xfrm>
            <a:off x="274320" y="6053328"/>
            <a:ext cx="8686800" cy="228600"/>
          </a:xfrm>
          <a:prstGeom prst="rect">
            <a:avLst/>
          </a:prstGeom>
          <a:noFill/>
        </p:spPr>
        <p:txBody>
          <a:bodyPr wrap="square" lIns="0" tIns="0" rIns="0" bIns="0" anchor="t">
            <a:spAutoFit/>
          </a:bodyPr>
          <a:lstStyle/>
          <a:p>
            <a:pPr algn="l">
              <a:spcAft>
                <a:spcPts val="800"/>
              </a:spcAft>
            </a:pPr>
            <a:r>
              <a:rPr lang="en-US" sz="1000" b="0" i="0" noProof="0" dirty="0">
                <a:solidFill>
                  <a:srgbClr val="8A8880"/>
                </a:solidFill>
                <a:latin typeface="Arial"/>
              </a:rPr>
              <a:t>SLiM manual §1.2, “Why SLiM?” — Haller &amp; Messer.</a:t>
            </a:r>
          </a:p>
        </p:txBody>
      </p:sp>
      <p:sp>
        <p:nvSpPr>
          <p:cNvPr id="3" name="Date Placeholder 2">
            <a:extLst>
              <a:ext uri="{FF2B5EF4-FFF2-40B4-BE49-F238E27FC236}">
                <a16:creationId xmlns:a16="http://schemas.microsoft.com/office/drawing/2014/main" id="{96D62D2A-D976-BDB0-1A6A-6B15BD3A578B}"/>
              </a:ext>
            </a:extLst>
          </p:cNvPr>
          <p:cNvSpPr>
            <a:spLocks noGrp="1"/>
          </p:cNvSpPr>
          <p:nvPr>
            <p:ph type="dt" sz="half" idx="10"/>
          </p:nvPr>
        </p:nvSpPr>
        <p:spPr/>
        <p:txBody>
          <a:bodyPr/>
          <a:lstStyle/>
          <a:p>
            <a:fld id="{73CF27B0-581D-48B7-A66C-3C8CC7D3DD2A}" type="datetime1">
              <a:rPr lang="en-GB" noProof="0" smtClean="0"/>
              <a:t>16/09/2026</a:t>
            </a:fld>
            <a:endParaRPr lang="en-GB" noProof="0" dirty="0"/>
          </a:p>
        </p:txBody>
      </p:sp>
      <p:sp>
        <p:nvSpPr>
          <p:cNvPr id="6" name="Slide Number Placeholder 5">
            <a:extLst>
              <a:ext uri="{FF2B5EF4-FFF2-40B4-BE49-F238E27FC236}">
                <a16:creationId xmlns:a16="http://schemas.microsoft.com/office/drawing/2014/main" id="{6EAA7977-2857-469B-75B3-B9C885AF4F88}"/>
              </a:ext>
            </a:extLst>
          </p:cNvPr>
          <p:cNvSpPr>
            <a:spLocks noGrp="1"/>
          </p:cNvSpPr>
          <p:nvPr>
            <p:ph type="sldNum" sz="quarter" idx="12"/>
          </p:nvPr>
        </p:nvSpPr>
        <p:spPr/>
        <p:txBody>
          <a:bodyPr/>
          <a:lstStyle/>
          <a:p>
            <a:fld id="{442AD375-037F-43D0-B059-5172DA06796A}" type="slidenum">
              <a:rPr lang="en-GB" noProof="0" smtClean="0"/>
              <a:pPr/>
              <a:t>79</a:t>
            </a:fld>
            <a:endParaRPr lang="en-GB" noProof="0" dirty="0"/>
          </a:p>
        </p:txBody>
      </p:sp>
    </p:spTree>
    <p:extLst>
      <p:ext uri="{BB962C8B-B14F-4D97-AF65-F5344CB8AC3E}">
        <p14:creationId xmlns:p14="http://schemas.microsoft.com/office/powerpoint/2010/main" val="252947212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81D5C-4531-5D95-E7C7-21CBDA851889}"/>
            </a:ext>
          </a:extLst>
        </p:cNvPr>
        <p:cNvGrpSpPr/>
        <p:nvPr/>
      </p:nvGrpSpPr>
      <p:grpSpPr>
        <a:xfrm>
          <a:off x="0" y="0"/>
          <a:ext cx="0" cy="0"/>
          <a:chOff x="0" y="0"/>
          <a:chExt cx="0" cy="0"/>
        </a:xfrm>
      </p:grpSpPr>
      <p:sp>
        <p:nvSpPr>
          <p:cNvPr id="8" name="Rounded Rectangle 2">
            <a:extLst>
              <a:ext uri="{FF2B5EF4-FFF2-40B4-BE49-F238E27FC236}">
                <a16:creationId xmlns:a16="http://schemas.microsoft.com/office/drawing/2014/main" id="{CA9138C7-DCB9-49C6-FF28-F391C39AC982}"/>
              </a:ext>
            </a:extLst>
          </p:cNvPr>
          <p:cNvSpPr/>
          <p:nvPr/>
        </p:nvSpPr>
        <p:spPr>
          <a:xfrm>
            <a:off x="274320" y="1628800"/>
            <a:ext cx="3697224" cy="301752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endParaRPr lang="en-US" noProof="0" dirty="0">
              <a:solidFill>
                <a:schemeClr val="tx1"/>
              </a:solidFill>
            </a:endParaRPr>
          </a:p>
          <a:p>
            <a:pPr marL="285750" indent="-285750">
              <a:buFont typeface="Arial" panose="020B0604020202020204" pitchFamily="34" charset="0"/>
              <a:buChar char="•"/>
            </a:pPr>
            <a:r>
              <a:rPr lang="en-US" noProof="0" dirty="0">
                <a:solidFill>
                  <a:schemeClr val="tx1"/>
                </a:solidFill>
              </a:rPr>
              <a:t>Extendible</a:t>
            </a:r>
          </a:p>
          <a:p>
            <a:pPr marL="285750" indent="-285750">
              <a:buFont typeface="Arial" panose="020B0604020202020204" pitchFamily="34" charset="0"/>
              <a:buChar char="•"/>
            </a:pPr>
            <a:r>
              <a:rPr lang="en-US" dirty="0">
                <a:solidFill>
                  <a:schemeClr val="tx1"/>
                </a:solidFill>
              </a:rPr>
              <a:t>Modifiable</a:t>
            </a:r>
          </a:p>
          <a:p>
            <a:pPr marL="285750" indent="-285750">
              <a:buFont typeface="Arial" panose="020B0604020202020204" pitchFamily="34" charset="0"/>
              <a:buChar char="•"/>
            </a:pPr>
            <a:r>
              <a:rPr lang="en-US" noProof="0" dirty="0">
                <a:solidFill>
                  <a:schemeClr val="tx1"/>
                </a:solidFill>
              </a:rPr>
              <a:t>Little - No programming experience</a:t>
            </a:r>
          </a:p>
        </p:txBody>
      </p:sp>
      <p:sp>
        <p:nvSpPr>
          <p:cNvPr id="14" name="Rounded Rectangle 10">
            <a:extLst>
              <a:ext uri="{FF2B5EF4-FFF2-40B4-BE49-F238E27FC236}">
                <a16:creationId xmlns:a16="http://schemas.microsoft.com/office/drawing/2014/main" id="{0DE3F289-A94B-294C-0F0D-E7AD97B1B74D}"/>
              </a:ext>
            </a:extLst>
          </p:cNvPr>
          <p:cNvSpPr/>
          <p:nvPr/>
        </p:nvSpPr>
        <p:spPr>
          <a:xfrm>
            <a:off x="8217408" y="1645920"/>
            <a:ext cx="3697224" cy="301752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en-US" noProof="0" dirty="0">
                <a:solidFill>
                  <a:schemeClr val="tx1"/>
                </a:solidFill>
              </a:rPr>
              <a:t>Very simple scripting language</a:t>
            </a:r>
          </a:p>
          <a:p>
            <a:pPr marL="285750" indent="-285750">
              <a:buFont typeface="Arial" panose="020B0604020202020204" pitchFamily="34" charset="0"/>
              <a:buChar char="•"/>
            </a:pPr>
            <a:r>
              <a:rPr lang="en-US" dirty="0">
                <a:solidFill>
                  <a:schemeClr val="tx1"/>
                </a:solidFill>
              </a:rPr>
              <a:t>Visually clear</a:t>
            </a:r>
            <a:endParaRPr lang="en-US" noProof="0" dirty="0">
              <a:solidFill>
                <a:schemeClr val="tx1"/>
              </a:solidFill>
            </a:endParaRPr>
          </a:p>
        </p:txBody>
      </p:sp>
      <p:sp>
        <p:nvSpPr>
          <p:cNvPr id="10" name="Rounded Rectangle 6">
            <a:extLst>
              <a:ext uri="{FF2B5EF4-FFF2-40B4-BE49-F238E27FC236}">
                <a16:creationId xmlns:a16="http://schemas.microsoft.com/office/drawing/2014/main" id="{508A3AA3-89D4-3DC9-70BB-28610AB50E03}"/>
              </a:ext>
            </a:extLst>
          </p:cNvPr>
          <p:cNvSpPr/>
          <p:nvPr/>
        </p:nvSpPr>
        <p:spPr>
          <a:xfrm>
            <a:off x="4245864" y="1645920"/>
            <a:ext cx="3697224" cy="301752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en-US" noProof="0" dirty="0">
                <a:solidFill>
                  <a:schemeClr val="tx1"/>
                </a:solidFill>
              </a:rPr>
              <a:t>Years of optimization </a:t>
            </a:r>
          </a:p>
          <a:p>
            <a:pPr marL="285750" indent="-285750">
              <a:buFont typeface="Arial" panose="020B0604020202020204" pitchFamily="34" charset="0"/>
              <a:buChar char="•"/>
            </a:pPr>
            <a:r>
              <a:rPr lang="en-US" noProof="0" dirty="0">
                <a:solidFill>
                  <a:schemeClr val="tx1"/>
                </a:solidFill>
              </a:rPr>
              <a:t>Large populations</a:t>
            </a:r>
          </a:p>
        </p:txBody>
      </p:sp>
      <p:sp>
        <p:nvSpPr>
          <p:cNvPr id="2" name="Title 1">
            <a:extLst>
              <a:ext uri="{FF2B5EF4-FFF2-40B4-BE49-F238E27FC236}">
                <a16:creationId xmlns:a16="http://schemas.microsoft.com/office/drawing/2014/main" id="{BC2B01A9-291B-4F0B-6ED8-27F96396A50B}"/>
              </a:ext>
            </a:extLst>
          </p:cNvPr>
          <p:cNvSpPr>
            <a:spLocks noGrp="1"/>
          </p:cNvSpPr>
          <p:nvPr>
            <p:ph type="title"/>
          </p:nvPr>
        </p:nvSpPr>
        <p:spPr/>
        <p:txBody>
          <a:bodyPr/>
          <a:lstStyle/>
          <a:p>
            <a:r>
              <a:rPr lang="en-US" sz="2400" b="1" noProof="0" dirty="0">
                <a:solidFill>
                  <a:srgbClr val="0B0B0B"/>
                </a:solidFill>
              </a:rPr>
              <a:t>Method</a:t>
            </a:r>
          </a:p>
        </p:txBody>
      </p:sp>
      <p:sp>
        <p:nvSpPr>
          <p:cNvPr id="5" name="TextBox 4">
            <a:extLst>
              <a:ext uri="{FF2B5EF4-FFF2-40B4-BE49-F238E27FC236}">
                <a16:creationId xmlns:a16="http://schemas.microsoft.com/office/drawing/2014/main" id="{A7A60071-5B51-FF5A-56C8-1C5CE1F17979}"/>
              </a:ext>
            </a:extLst>
          </p:cNvPr>
          <p:cNvSpPr txBox="1"/>
          <p:nvPr/>
        </p:nvSpPr>
        <p:spPr>
          <a:xfrm>
            <a:off x="640080" y="2487168"/>
            <a:ext cx="2965704" cy="457200"/>
          </a:xfrm>
          <a:prstGeom prst="rect">
            <a:avLst/>
          </a:prstGeom>
          <a:noFill/>
        </p:spPr>
        <p:txBody>
          <a:bodyPr wrap="square" lIns="0" tIns="0" rIns="0" bIns="0" anchor="t">
            <a:spAutoFit/>
          </a:bodyPr>
          <a:lstStyle/>
          <a:p>
            <a:pPr algn="l">
              <a:spcAft>
                <a:spcPts val="800"/>
              </a:spcAft>
            </a:pPr>
            <a:r>
              <a:rPr lang="en-US" sz="2200" b="1" i="0" noProof="0" dirty="0">
                <a:solidFill>
                  <a:srgbClr val="0B0B0B"/>
                </a:solidFill>
                <a:latin typeface="Arial"/>
              </a:rPr>
              <a:t>Flexibility</a:t>
            </a:r>
          </a:p>
        </p:txBody>
      </p:sp>
      <p:sp>
        <p:nvSpPr>
          <p:cNvPr id="9" name="TextBox 8">
            <a:extLst>
              <a:ext uri="{FF2B5EF4-FFF2-40B4-BE49-F238E27FC236}">
                <a16:creationId xmlns:a16="http://schemas.microsoft.com/office/drawing/2014/main" id="{80A0924F-E989-E749-D27E-8B65101D2D35}"/>
              </a:ext>
            </a:extLst>
          </p:cNvPr>
          <p:cNvSpPr txBox="1"/>
          <p:nvPr/>
        </p:nvSpPr>
        <p:spPr>
          <a:xfrm>
            <a:off x="4611624" y="2487168"/>
            <a:ext cx="2965704" cy="457200"/>
          </a:xfrm>
          <a:prstGeom prst="rect">
            <a:avLst/>
          </a:prstGeom>
          <a:noFill/>
        </p:spPr>
        <p:txBody>
          <a:bodyPr wrap="square" lIns="0" tIns="0" rIns="0" bIns="0" anchor="t">
            <a:spAutoFit/>
          </a:bodyPr>
          <a:lstStyle/>
          <a:p>
            <a:pPr algn="l">
              <a:spcAft>
                <a:spcPts val="800"/>
              </a:spcAft>
            </a:pPr>
            <a:r>
              <a:rPr lang="en-US" sz="2200" b="1" i="0" noProof="0" dirty="0">
                <a:solidFill>
                  <a:srgbClr val="0B0B0B"/>
                </a:solidFill>
                <a:latin typeface="Arial"/>
              </a:rPr>
              <a:t>Performance</a:t>
            </a:r>
          </a:p>
        </p:txBody>
      </p:sp>
      <p:sp>
        <p:nvSpPr>
          <p:cNvPr id="13" name="TextBox 12">
            <a:extLst>
              <a:ext uri="{FF2B5EF4-FFF2-40B4-BE49-F238E27FC236}">
                <a16:creationId xmlns:a16="http://schemas.microsoft.com/office/drawing/2014/main" id="{5EB0615E-2698-F6B4-C3E0-DD25EF12A2B1}"/>
              </a:ext>
            </a:extLst>
          </p:cNvPr>
          <p:cNvSpPr txBox="1"/>
          <p:nvPr/>
        </p:nvSpPr>
        <p:spPr>
          <a:xfrm>
            <a:off x="8583168" y="2487168"/>
            <a:ext cx="2965704" cy="331757"/>
          </a:xfrm>
          <a:prstGeom prst="rect">
            <a:avLst/>
          </a:prstGeom>
          <a:noFill/>
        </p:spPr>
        <p:txBody>
          <a:bodyPr wrap="square" lIns="0" tIns="0" rIns="0" bIns="0" anchor="t">
            <a:spAutoFit/>
          </a:bodyPr>
          <a:lstStyle/>
          <a:p>
            <a:pPr algn="l">
              <a:spcAft>
                <a:spcPts val="800"/>
              </a:spcAft>
            </a:pPr>
            <a:r>
              <a:rPr lang="en-US" sz="2200" b="1" i="0" noProof="0" dirty="0">
                <a:solidFill>
                  <a:srgbClr val="0B0B0B"/>
                </a:solidFill>
                <a:latin typeface="Arial"/>
              </a:rPr>
              <a:t>Simplicity</a:t>
            </a:r>
          </a:p>
        </p:txBody>
      </p:sp>
      <p:sp>
        <p:nvSpPr>
          <p:cNvPr id="15" name="TextBox 14">
            <a:extLst>
              <a:ext uri="{FF2B5EF4-FFF2-40B4-BE49-F238E27FC236}">
                <a16:creationId xmlns:a16="http://schemas.microsoft.com/office/drawing/2014/main" id="{57C3EE3B-158A-D7CC-C68D-C2FC457CECBD}"/>
              </a:ext>
            </a:extLst>
          </p:cNvPr>
          <p:cNvSpPr txBox="1"/>
          <p:nvPr/>
        </p:nvSpPr>
        <p:spPr>
          <a:xfrm>
            <a:off x="274320" y="5029200"/>
            <a:ext cx="11338560" cy="457200"/>
          </a:xfrm>
          <a:prstGeom prst="rect">
            <a:avLst/>
          </a:prstGeom>
          <a:noFill/>
        </p:spPr>
        <p:txBody>
          <a:bodyPr wrap="square" lIns="0" tIns="0" rIns="0" bIns="0" anchor="t">
            <a:spAutoFit/>
          </a:bodyPr>
          <a:lstStyle/>
          <a:p>
            <a:pPr algn="l">
              <a:spcAft>
                <a:spcPts val="800"/>
              </a:spcAft>
            </a:pPr>
            <a:r>
              <a:rPr lang="en-US" sz="1700" b="0" i="1" noProof="0" dirty="0">
                <a:solidFill>
                  <a:srgbClr val="8A8880"/>
                </a:solidFill>
                <a:latin typeface="Arial"/>
              </a:rPr>
              <a:t>“The end result is power and flexibility coupled with simplicity and reusability.”</a:t>
            </a:r>
          </a:p>
        </p:txBody>
      </p:sp>
      <p:sp>
        <p:nvSpPr>
          <p:cNvPr id="16" name="TextBox 15">
            <a:extLst>
              <a:ext uri="{FF2B5EF4-FFF2-40B4-BE49-F238E27FC236}">
                <a16:creationId xmlns:a16="http://schemas.microsoft.com/office/drawing/2014/main" id="{9B1AF4E7-23A9-9FD5-0163-54A8C42DBA99}"/>
              </a:ext>
            </a:extLst>
          </p:cNvPr>
          <p:cNvSpPr txBox="1"/>
          <p:nvPr/>
        </p:nvSpPr>
        <p:spPr>
          <a:xfrm>
            <a:off x="274320" y="6053328"/>
            <a:ext cx="8686800" cy="228600"/>
          </a:xfrm>
          <a:prstGeom prst="rect">
            <a:avLst/>
          </a:prstGeom>
          <a:noFill/>
        </p:spPr>
        <p:txBody>
          <a:bodyPr wrap="square" lIns="0" tIns="0" rIns="0" bIns="0" anchor="t">
            <a:spAutoFit/>
          </a:bodyPr>
          <a:lstStyle/>
          <a:p>
            <a:pPr algn="l">
              <a:spcAft>
                <a:spcPts val="800"/>
              </a:spcAft>
            </a:pPr>
            <a:r>
              <a:rPr lang="en-US" sz="1000" b="0" i="0" noProof="0" dirty="0">
                <a:solidFill>
                  <a:srgbClr val="8A8880"/>
                </a:solidFill>
                <a:latin typeface="Arial"/>
              </a:rPr>
              <a:t>SLiM manual §1.2, “Why SLiM?” — Haller &amp; Messer.</a:t>
            </a:r>
          </a:p>
        </p:txBody>
      </p:sp>
      <p:sp>
        <p:nvSpPr>
          <p:cNvPr id="3" name="Date Placeholder 2">
            <a:extLst>
              <a:ext uri="{FF2B5EF4-FFF2-40B4-BE49-F238E27FC236}">
                <a16:creationId xmlns:a16="http://schemas.microsoft.com/office/drawing/2014/main" id="{C094516B-3215-E128-4F84-771CCD689954}"/>
              </a:ext>
            </a:extLst>
          </p:cNvPr>
          <p:cNvSpPr>
            <a:spLocks noGrp="1"/>
          </p:cNvSpPr>
          <p:nvPr>
            <p:ph type="dt" sz="half" idx="10"/>
          </p:nvPr>
        </p:nvSpPr>
        <p:spPr/>
        <p:txBody>
          <a:bodyPr/>
          <a:lstStyle/>
          <a:p>
            <a:fld id="{102A7088-C268-415B-ACE5-163A1A2AE04B}" type="datetime1">
              <a:rPr lang="en-GB" noProof="0" smtClean="0"/>
              <a:t>16/09/2026</a:t>
            </a:fld>
            <a:endParaRPr lang="en-GB" noProof="0" dirty="0"/>
          </a:p>
        </p:txBody>
      </p:sp>
      <p:sp>
        <p:nvSpPr>
          <p:cNvPr id="7" name="Slide Number Placeholder 6">
            <a:extLst>
              <a:ext uri="{FF2B5EF4-FFF2-40B4-BE49-F238E27FC236}">
                <a16:creationId xmlns:a16="http://schemas.microsoft.com/office/drawing/2014/main" id="{C6FFB177-40CA-6AA5-3847-8D2CBFACDF30}"/>
              </a:ext>
            </a:extLst>
          </p:cNvPr>
          <p:cNvSpPr>
            <a:spLocks noGrp="1"/>
          </p:cNvSpPr>
          <p:nvPr>
            <p:ph type="sldNum" sz="quarter" idx="12"/>
          </p:nvPr>
        </p:nvSpPr>
        <p:spPr/>
        <p:txBody>
          <a:bodyPr/>
          <a:lstStyle/>
          <a:p>
            <a:fld id="{442AD375-037F-43D0-B059-5172DA06796A}" type="slidenum">
              <a:rPr lang="en-GB" noProof="0" smtClean="0"/>
              <a:pPr/>
              <a:t>80</a:t>
            </a:fld>
            <a:endParaRPr lang="en-GB" noProof="0" dirty="0"/>
          </a:p>
        </p:txBody>
      </p:sp>
    </p:spTree>
    <p:extLst>
      <p:ext uri="{BB962C8B-B14F-4D97-AF65-F5344CB8AC3E}">
        <p14:creationId xmlns:p14="http://schemas.microsoft.com/office/powerpoint/2010/main" val="27465441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noProof="0" dirty="0">
                <a:solidFill>
                  <a:srgbClr val="0B0B0B"/>
                </a:solidFill>
              </a:rPr>
              <a:t>Method</a:t>
            </a:r>
          </a:p>
        </p:txBody>
      </p:sp>
      <p:sp>
        <p:nvSpPr>
          <p:cNvPr id="3" name="Rounded Rectangle 2"/>
          <p:cNvSpPr/>
          <p:nvPr/>
        </p:nvSpPr>
        <p:spPr>
          <a:xfrm>
            <a:off x="274320"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Oval 3"/>
          <p:cNvSpPr/>
          <p:nvPr/>
        </p:nvSpPr>
        <p:spPr>
          <a:xfrm>
            <a:off x="1397889" y="196596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1</a:t>
            </a:r>
          </a:p>
        </p:txBody>
      </p:sp>
      <p:sp>
        <p:nvSpPr>
          <p:cNvPr id="5" name="TextBox 4"/>
          <p:cNvSpPr txBox="1"/>
          <p:nvPr/>
        </p:nvSpPr>
        <p:spPr>
          <a:xfrm>
            <a:off x="548640" y="2697480"/>
            <a:ext cx="2155698" cy="457200"/>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Your first model</a:t>
            </a:r>
          </a:p>
        </p:txBody>
      </p:sp>
      <p:sp>
        <p:nvSpPr>
          <p:cNvPr id="6" name="Date Placeholder 5">
            <a:extLst>
              <a:ext uri="{FF2B5EF4-FFF2-40B4-BE49-F238E27FC236}">
                <a16:creationId xmlns:a16="http://schemas.microsoft.com/office/drawing/2014/main" id="{B99CD8DF-ABA1-FB8F-86A0-8435E3441666}"/>
              </a:ext>
            </a:extLst>
          </p:cNvPr>
          <p:cNvSpPr>
            <a:spLocks noGrp="1"/>
          </p:cNvSpPr>
          <p:nvPr>
            <p:ph type="dt" sz="half" idx="10"/>
          </p:nvPr>
        </p:nvSpPr>
        <p:spPr/>
        <p:txBody>
          <a:bodyPr/>
          <a:lstStyle/>
          <a:p>
            <a:fld id="{5807EE08-E108-47D1-A782-43199A93A0A2}" type="datetime1">
              <a:rPr lang="en-GB" noProof="0" smtClean="0"/>
              <a:t>16/09/2026</a:t>
            </a:fld>
            <a:endParaRPr lang="en-GB" noProof="0" dirty="0"/>
          </a:p>
        </p:txBody>
      </p:sp>
      <p:sp>
        <p:nvSpPr>
          <p:cNvPr id="8" name="Slide Number Placeholder 7">
            <a:extLst>
              <a:ext uri="{FF2B5EF4-FFF2-40B4-BE49-F238E27FC236}">
                <a16:creationId xmlns:a16="http://schemas.microsoft.com/office/drawing/2014/main" id="{01BA2241-9734-2DE3-33ED-73E0DE31F93F}"/>
              </a:ext>
            </a:extLst>
          </p:cNvPr>
          <p:cNvSpPr>
            <a:spLocks noGrp="1"/>
          </p:cNvSpPr>
          <p:nvPr>
            <p:ph type="sldNum" sz="quarter" idx="12"/>
          </p:nvPr>
        </p:nvSpPr>
        <p:spPr/>
        <p:txBody>
          <a:bodyPr/>
          <a:lstStyle/>
          <a:p>
            <a:fld id="{442AD375-037F-43D0-B059-5172DA06796A}" type="slidenum">
              <a:rPr lang="en-GB" noProof="0" smtClean="0"/>
              <a:pPr/>
              <a:t>81</a:t>
            </a:fld>
            <a:endParaRPr lang="en-GB" noProof="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0709C-A396-5FC3-F5D8-C92A79D2330C}"/>
            </a:ext>
          </a:extLst>
        </p:cNvPr>
        <p:cNvGrpSpPr/>
        <p:nvPr/>
      </p:nvGrpSpPr>
      <p:grpSpPr>
        <a:xfrm>
          <a:off x="0" y="0"/>
          <a:ext cx="0" cy="0"/>
          <a:chOff x="0" y="0"/>
          <a:chExt cx="0" cy="0"/>
        </a:xfrm>
      </p:grpSpPr>
      <p:sp>
        <p:nvSpPr>
          <p:cNvPr id="24" name="Rounded Rectangle 7">
            <a:extLst>
              <a:ext uri="{FF2B5EF4-FFF2-40B4-BE49-F238E27FC236}">
                <a16:creationId xmlns:a16="http://schemas.microsoft.com/office/drawing/2014/main" id="{4608E693-7239-93E2-B623-FEB191AD4C67}"/>
              </a:ext>
            </a:extLst>
          </p:cNvPr>
          <p:cNvSpPr/>
          <p:nvPr/>
        </p:nvSpPr>
        <p:spPr>
          <a:xfrm>
            <a:off x="3252977"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2" name="Title 1">
            <a:extLst>
              <a:ext uri="{FF2B5EF4-FFF2-40B4-BE49-F238E27FC236}">
                <a16:creationId xmlns:a16="http://schemas.microsoft.com/office/drawing/2014/main" id="{04043515-E381-6D91-7702-4A02F85F9A20}"/>
              </a:ext>
            </a:extLst>
          </p:cNvPr>
          <p:cNvSpPr>
            <a:spLocks noGrp="1"/>
          </p:cNvSpPr>
          <p:nvPr>
            <p:ph type="title"/>
          </p:nvPr>
        </p:nvSpPr>
        <p:spPr/>
        <p:txBody>
          <a:bodyPr/>
          <a:lstStyle/>
          <a:p>
            <a:r>
              <a:rPr lang="en-US" sz="2400" b="1" noProof="0" dirty="0">
                <a:solidFill>
                  <a:srgbClr val="0B0B0B"/>
                </a:solidFill>
              </a:rPr>
              <a:t>Method</a:t>
            </a:r>
          </a:p>
        </p:txBody>
      </p:sp>
      <p:sp>
        <p:nvSpPr>
          <p:cNvPr id="3" name="Rounded Rectangle 2">
            <a:extLst>
              <a:ext uri="{FF2B5EF4-FFF2-40B4-BE49-F238E27FC236}">
                <a16:creationId xmlns:a16="http://schemas.microsoft.com/office/drawing/2014/main" id="{E11C4956-BB78-C112-9EF0-F1F7B92E40B4}"/>
              </a:ext>
            </a:extLst>
          </p:cNvPr>
          <p:cNvSpPr/>
          <p:nvPr/>
        </p:nvSpPr>
        <p:spPr>
          <a:xfrm>
            <a:off x="274320"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Oval 3">
            <a:extLst>
              <a:ext uri="{FF2B5EF4-FFF2-40B4-BE49-F238E27FC236}">
                <a16:creationId xmlns:a16="http://schemas.microsoft.com/office/drawing/2014/main" id="{07F6353C-88AC-D667-F2D0-86FBE43CB20B}"/>
              </a:ext>
            </a:extLst>
          </p:cNvPr>
          <p:cNvSpPr/>
          <p:nvPr/>
        </p:nvSpPr>
        <p:spPr>
          <a:xfrm>
            <a:off x="1397889" y="196596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1</a:t>
            </a:r>
          </a:p>
        </p:txBody>
      </p:sp>
      <p:sp>
        <p:nvSpPr>
          <p:cNvPr id="5" name="TextBox 4">
            <a:extLst>
              <a:ext uri="{FF2B5EF4-FFF2-40B4-BE49-F238E27FC236}">
                <a16:creationId xmlns:a16="http://schemas.microsoft.com/office/drawing/2014/main" id="{A442D562-232F-BA54-62FE-D6E7656E7643}"/>
              </a:ext>
            </a:extLst>
          </p:cNvPr>
          <p:cNvSpPr txBox="1"/>
          <p:nvPr/>
        </p:nvSpPr>
        <p:spPr>
          <a:xfrm>
            <a:off x="548640" y="2697480"/>
            <a:ext cx="2155698" cy="457200"/>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Your first model</a:t>
            </a:r>
          </a:p>
        </p:txBody>
      </p:sp>
      <p:sp>
        <p:nvSpPr>
          <p:cNvPr id="7" name="Right Arrow 6">
            <a:extLst>
              <a:ext uri="{FF2B5EF4-FFF2-40B4-BE49-F238E27FC236}">
                <a16:creationId xmlns:a16="http://schemas.microsoft.com/office/drawing/2014/main" id="{3BEF109E-67C3-0D4D-909F-F7CE61FFB905}"/>
              </a:ext>
            </a:extLst>
          </p:cNvPr>
          <p:cNvSpPr/>
          <p:nvPr/>
        </p:nvSpPr>
        <p:spPr>
          <a:xfrm>
            <a:off x="3015234" y="2788920"/>
            <a:ext cx="201168" cy="237744"/>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1" name="Oval 10">
            <a:extLst>
              <a:ext uri="{FF2B5EF4-FFF2-40B4-BE49-F238E27FC236}">
                <a16:creationId xmlns:a16="http://schemas.microsoft.com/office/drawing/2014/main" id="{5C0155BE-C3B7-346F-47F8-1633713FE928}"/>
              </a:ext>
            </a:extLst>
          </p:cNvPr>
          <p:cNvSpPr/>
          <p:nvPr/>
        </p:nvSpPr>
        <p:spPr>
          <a:xfrm>
            <a:off x="4376547" y="1965960"/>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2</a:t>
            </a:r>
          </a:p>
        </p:txBody>
      </p:sp>
      <p:sp>
        <p:nvSpPr>
          <p:cNvPr id="21" name="TextBox 20">
            <a:extLst>
              <a:ext uri="{FF2B5EF4-FFF2-40B4-BE49-F238E27FC236}">
                <a16:creationId xmlns:a16="http://schemas.microsoft.com/office/drawing/2014/main" id="{1D4B342A-AB0B-F085-AB5B-072A6D6BA9D8}"/>
              </a:ext>
            </a:extLst>
          </p:cNvPr>
          <p:cNvSpPr txBox="1"/>
          <p:nvPr/>
        </p:nvSpPr>
        <p:spPr>
          <a:xfrm>
            <a:off x="3527297" y="2697480"/>
            <a:ext cx="2155698" cy="256352"/>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Several populations</a:t>
            </a:r>
          </a:p>
        </p:txBody>
      </p:sp>
      <p:sp>
        <p:nvSpPr>
          <p:cNvPr id="6" name="Date Placeholder 5">
            <a:extLst>
              <a:ext uri="{FF2B5EF4-FFF2-40B4-BE49-F238E27FC236}">
                <a16:creationId xmlns:a16="http://schemas.microsoft.com/office/drawing/2014/main" id="{0155FC97-513A-CB86-3D23-50CDCC16DD9B}"/>
              </a:ext>
            </a:extLst>
          </p:cNvPr>
          <p:cNvSpPr>
            <a:spLocks noGrp="1"/>
          </p:cNvSpPr>
          <p:nvPr>
            <p:ph type="dt" sz="half" idx="10"/>
          </p:nvPr>
        </p:nvSpPr>
        <p:spPr/>
        <p:txBody>
          <a:bodyPr/>
          <a:lstStyle/>
          <a:p>
            <a:fld id="{9A5ECA87-D81D-42EC-B64A-01A1CA006307}" type="datetime1">
              <a:rPr lang="en-GB" noProof="0" smtClean="0"/>
              <a:t>16/09/2026</a:t>
            </a:fld>
            <a:endParaRPr lang="en-GB" noProof="0" dirty="0"/>
          </a:p>
        </p:txBody>
      </p:sp>
      <p:sp>
        <p:nvSpPr>
          <p:cNvPr id="9" name="Slide Number Placeholder 8">
            <a:extLst>
              <a:ext uri="{FF2B5EF4-FFF2-40B4-BE49-F238E27FC236}">
                <a16:creationId xmlns:a16="http://schemas.microsoft.com/office/drawing/2014/main" id="{8A88F005-407D-FA23-621F-06507ED0D558}"/>
              </a:ext>
            </a:extLst>
          </p:cNvPr>
          <p:cNvSpPr>
            <a:spLocks noGrp="1"/>
          </p:cNvSpPr>
          <p:nvPr>
            <p:ph type="sldNum" sz="quarter" idx="12"/>
          </p:nvPr>
        </p:nvSpPr>
        <p:spPr/>
        <p:txBody>
          <a:bodyPr/>
          <a:lstStyle/>
          <a:p>
            <a:fld id="{442AD375-037F-43D0-B059-5172DA06796A}" type="slidenum">
              <a:rPr lang="en-GB" noProof="0" smtClean="0"/>
              <a:pPr/>
              <a:t>82</a:t>
            </a:fld>
            <a:endParaRPr lang="en-GB" noProof="0" dirty="0"/>
          </a:p>
        </p:txBody>
      </p:sp>
    </p:spTree>
    <p:extLst>
      <p:ext uri="{BB962C8B-B14F-4D97-AF65-F5344CB8AC3E}">
        <p14:creationId xmlns:p14="http://schemas.microsoft.com/office/powerpoint/2010/main" val="10641689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3CB9E-E7E1-C44E-798E-F821C6E842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FCE84-A0D3-8B09-0E93-6EBCAEC6B85D}"/>
              </a:ext>
            </a:extLst>
          </p:cNvPr>
          <p:cNvSpPr>
            <a:spLocks noGrp="1"/>
          </p:cNvSpPr>
          <p:nvPr>
            <p:ph type="title"/>
          </p:nvPr>
        </p:nvSpPr>
        <p:spPr/>
        <p:txBody>
          <a:bodyPr/>
          <a:lstStyle/>
          <a:p>
            <a:r>
              <a:rPr lang="en-US" sz="2400" b="1" noProof="0" dirty="0">
                <a:solidFill>
                  <a:srgbClr val="0B0B0B"/>
                </a:solidFill>
              </a:rPr>
              <a:t>Method</a:t>
            </a:r>
          </a:p>
        </p:txBody>
      </p:sp>
      <p:sp>
        <p:nvSpPr>
          <p:cNvPr id="3" name="Rounded Rectangle 2">
            <a:extLst>
              <a:ext uri="{FF2B5EF4-FFF2-40B4-BE49-F238E27FC236}">
                <a16:creationId xmlns:a16="http://schemas.microsoft.com/office/drawing/2014/main" id="{3B23EB56-43AD-F822-80BF-6EDE9D811BFA}"/>
              </a:ext>
            </a:extLst>
          </p:cNvPr>
          <p:cNvSpPr/>
          <p:nvPr/>
        </p:nvSpPr>
        <p:spPr>
          <a:xfrm>
            <a:off x="274320"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Oval 3">
            <a:extLst>
              <a:ext uri="{FF2B5EF4-FFF2-40B4-BE49-F238E27FC236}">
                <a16:creationId xmlns:a16="http://schemas.microsoft.com/office/drawing/2014/main" id="{5950C886-4F18-888C-0D7E-8F58D335BC96}"/>
              </a:ext>
            </a:extLst>
          </p:cNvPr>
          <p:cNvSpPr/>
          <p:nvPr/>
        </p:nvSpPr>
        <p:spPr>
          <a:xfrm>
            <a:off x="1397889" y="196596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1</a:t>
            </a:r>
          </a:p>
        </p:txBody>
      </p:sp>
      <p:sp>
        <p:nvSpPr>
          <p:cNvPr id="5" name="TextBox 4">
            <a:extLst>
              <a:ext uri="{FF2B5EF4-FFF2-40B4-BE49-F238E27FC236}">
                <a16:creationId xmlns:a16="http://schemas.microsoft.com/office/drawing/2014/main" id="{446CD171-16C7-1EB3-A277-F762A1B7FEF6}"/>
              </a:ext>
            </a:extLst>
          </p:cNvPr>
          <p:cNvSpPr txBox="1"/>
          <p:nvPr/>
        </p:nvSpPr>
        <p:spPr>
          <a:xfrm>
            <a:off x="548640" y="2697480"/>
            <a:ext cx="2155698" cy="457200"/>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Your first model</a:t>
            </a:r>
          </a:p>
        </p:txBody>
      </p:sp>
      <p:sp>
        <p:nvSpPr>
          <p:cNvPr id="7" name="Right Arrow 6">
            <a:extLst>
              <a:ext uri="{FF2B5EF4-FFF2-40B4-BE49-F238E27FC236}">
                <a16:creationId xmlns:a16="http://schemas.microsoft.com/office/drawing/2014/main" id="{6805B948-C9F6-45A7-D403-02929DC20FB8}"/>
              </a:ext>
            </a:extLst>
          </p:cNvPr>
          <p:cNvSpPr/>
          <p:nvPr/>
        </p:nvSpPr>
        <p:spPr>
          <a:xfrm>
            <a:off x="3015234" y="2788920"/>
            <a:ext cx="201168" cy="237744"/>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8" name="Rounded Rectangle 7">
            <a:extLst>
              <a:ext uri="{FF2B5EF4-FFF2-40B4-BE49-F238E27FC236}">
                <a16:creationId xmlns:a16="http://schemas.microsoft.com/office/drawing/2014/main" id="{FE5A1EC5-CAB4-A35E-66E7-E6182359A053}"/>
              </a:ext>
            </a:extLst>
          </p:cNvPr>
          <p:cNvSpPr/>
          <p:nvPr/>
        </p:nvSpPr>
        <p:spPr>
          <a:xfrm>
            <a:off x="3252977"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9" name="Oval 8">
            <a:extLst>
              <a:ext uri="{FF2B5EF4-FFF2-40B4-BE49-F238E27FC236}">
                <a16:creationId xmlns:a16="http://schemas.microsoft.com/office/drawing/2014/main" id="{A9AFFC9E-2B57-C190-A6B7-E339AA7D46C3}"/>
              </a:ext>
            </a:extLst>
          </p:cNvPr>
          <p:cNvSpPr/>
          <p:nvPr/>
        </p:nvSpPr>
        <p:spPr>
          <a:xfrm>
            <a:off x="4376547" y="1965960"/>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2</a:t>
            </a:r>
          </a:p>
        </p:txBody>
      </p:sp>
      <p:sp>
        <p:nvSpPr>
          <p:cNvPr id="10" name="TextBox 9">
            <a:extLst>
              <a:ext uri="{FF2B5EF4-FFF2-40B4-BE49-F238E27FC236}">
                <a16:creationId xmlns:a16="http://schemas.microsoft.com/office/drawing/2014/main" id="{B129D9E1-2060-B062-C578-924644F2B1F7}"/>
              </a:ext>
            </a:extLst>
          </p:cNvPr>
          <p:cNvSpPr txBox="1"/>
          <p:nvPr/>
        </p:nvSpPr>
        <p:spPr>
          <a:xfrm>
            <a:off x="3527297" y="2697480"/>
            <a:ext cx="2155698" cy="256352"/>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Several populations</a:t>
            </a:r>
          </a:p>
        </p:txBody>
      </p:sp>
      <p:sp>
        <p:nvSpPr>
          <p:cNvPr id="12" name="Right Arrow 11">
            <a:extLst>
              <a:ext uri="{FF2B5EF4-FFF2-40B4-BE49-F238E27FC236}">
                <a16:creationId xmlns:a16="http://schemas.microsoft.com/office/drawing/2014/main" id="{FA3AD79C-6646-0AE4-F98E-47D2D0470F00}"/>
              </a:ext>
            </a:extLst>
          </p:cNvPr>
          <p:cNvSpPr/>
          <p:nvPr/>
        </p:nvSpPr>
        <p:spPr>
          <a:xfrm>
            <a:off x="5993892" y="2788920"/>
            <a:ext cx="201168" cy="237744"/>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3" name="Rounded Rectangle 12">
            <a:extLst>
              <a:ext uri="{FF2B5EF4-FFF2-40B4-BE49-F238E27FC236}">
                <a16:creationId xmlns:a16="http://schemas.microsoft.com/office/drawing/2014/main" id="{D3206CCD-EA8A-18F8-E010-A20559807DAE}"/>
              </a:ext>
            </a:extLst>
          </p:cNvPr>
          <p:cNvSpPr/>
          <p:nvPr/>
        </p:nvSpPr>
        <p:spPr>
          <a:xfrm>
            <a:off x="6231636"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4" name="Oval 13">
            <a:extLst>
              <a:ext uri="{FF2B5EF4-FFF2-40B4-BE49-F238E27FC236}">
                <a16:creationId xmlns:a16="http://schemas.microsoft.com/office/drawing/2014/main" id="{B6458894-356E-6B11-6FB7-AEF1D6D6FBD9}"/>
              </a:ext>
            </a:extLst>
          </p:cNvPr>
          <p:cNvSpPr/>
          <p:nvPr/>
        </p:nvSpPr>
        <p:spPr>
          <a:xfrm>
            <a:off x="7355204" y="1965960"/>
            <a:ext cx="457200" cy="45720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3</a:t>
            </a:r>
          </a:p>
        </p:txBody>
      </p:sp>
      <p:sp>
        <p:nvSpPr>
          <p:cNvPr id="15" name="TextBox 14">
            <a:extLst>
              <a:ext uri="{FF2B5EF4-FFF2-40B4-BE49-F238E27FC236}">
                <a16:creationId xmlns:a16="http://schemas.microsoft.com/office/drawing/2014/main" id="{06A0833F-C8B3-54A6-F323-19E6580B30A7}"/>
              </a:ext>
            </a:extLst>
          </p:cNvPr>
          <p:cNvSpPr txBox="1"/>
          <p:nvPr/>
        </p:nvSpPr>
        <p:spPr>
          <a:xfrm>
            <a:off x="6505955" y="2697480"/>
            <a:ext cx="2155698" cy="512704"/>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Complex interactions</a:t>
            </a:r>
          </a:p>
        </p:txBody>
      </p:sp>
      <p:sp>
        <p:nvSpPr>
          <p:cNvPr id="6" name="Date Placeholder 5">
            <a:extLst>
              <a:ext uri="{FF2B5EF4-FFF2-40B4-BE49-F238E27FC236}">
                <a16:creationId xmlns:a16="http://schemas.microsoft.com/office/drawing/2014/main" id="{DD1F9341-B475-171E-EC43-B2369D116534}"/>
              </a:ext>
            </a:extLst>
          </p:cNvPr>
          <p:cNvSpPr>
            <a:spLocks noGrp="1"/>
          </p:cNvSpPr>
          <p:nvPr>
            <p:ph type="dt" sz="half" idx="10"/>
          </p:nvPr>
        </p:nvSpPr>
        <p:spPr/>
        <p:txBody>
          <a:bodyPr/>
          <a:lstStyle/>
          <a:p>
            <a:fld id="{A1757EF4-F2D4-4F97-A650-7D8F036A7F08}" type="datetime1">
              <a:rPr lang="en-GB" noProof="0" smtClean="0"/>
              <a:t>16/09/2026</a:t>
            </a:fld>
            <a:endParaRPr lang="en-GB" noProof="0" dirty="0"/>
          </a:p>
        </p:txBody>
      </p:sp>
      <p:sp>
        <p:nvSpPr>
          <p:cNvPr id="16" name="Slide Number Placeholder 15">
            <a:extLst>
              <a:ext uri="{FF2B5EF4-FFF2-40B4-BE49-F238E27FC236}">
                <a16:creationId xmlns:a16="http://schemas.microsoft.com/office/drawing/2014/main" id="{E78ACAB5-1B1B-9D27-54B5-8CE135B765E7}"/>
              </a:ext>
            </a:extLst>
          </p:cNvPr>
          <p:cNvSpPr>
            <a:spLocks noGrp="1"/>
          </p:cNvSpPr>
          <p:nvPr>
            <p:ph type="sldNum" sz="quarter" idx="12"/>
          </p:nvPr>
        </p:nvSpPr>
        <p:spPr/>
        <p:txBody>
          <a:bodyPr/>
          <a:lstStyle/>
          <a:p>
            <a:fld id="{442AD375-037F-43D0-B059-5172DA06796A}" type="slidenum">
              <a:rPr lang="en-GB" noProof="0" smtClean="0"/>
              <a:pPr/>
              <a:t>83</a:t>
            </a:fld>
            <a:endParaRPr lang="en-GB" noProof="0" dirty="0"/>
          </a:p>
        </p:txBody>
      </p:sp>
    </p:spTree>
    <p:extLst>
      <p:ext uri="{BB962C8B-B14F-4D97-AF65-F5344CB8AC3E}">
        <p14:creationId xmlns:p14="http://schemas.microsoft.com/office/powerpoint/2010/main" val="22418740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0F9D8-53D5-B7AD-7C5F-620707BFC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7A869-8477-6731-287D-1C2B58F8AA67}"/>
              </a:ext>
            </a:extLst>
          </p:cNvPr>
          <p:cNvSpPr>
            <a:spLocks noGrp="1"/>
          </p:cNvSpPr>
          <p:nvPr>
            <p:ph type="title"/>
          </p:nvPr>
        </p:nvSpPr>
        <p:spPr/>
        <p:txBody>
          <a:bodyPr/>
          <a:lstStyle/>
          <a:p>
            <a:r>
              <a:rPr lang="en-US" sz="2400" b="1" noProof="0" dirty="0">
                <a:solidFill>
                  <a:srgbClr val="0B0B0B"/>
                </a:solidFill>
              </a:rPr>
              <a:t>Method</a:t>
            </a:r>
          </a:p>
        </p:txBody>
      </p:sp>
      <p:sp>
        <p:nvSpPr>
          <p:cNvPr id="3" name="Rounded Rectangle 2">
            <a:extLst>
              <a:ext uri="{FF2B5EF4-FFF2-40B4-BE49-F238E27FC236}">
                <a16:creationId xmlns:a16="http://schemas.microsoft.com/office/drawing/2014/main" id="{854D8977-BFF6-57FE-08A7-D7C651E3D309}"/>
              </a:ext>
            </a:extLst>
          </p:cNvPr>
          <p:cNvSpPr/>
          <p:nvPr/>
        </p:nvSpPr>
        <p:spPr>
          <a:xfrm>
            <a:off x="274320"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Oval 3">
            <a:extLst>
              <a:ext uri="{FF2B5EF4-FFF2-40B4-BE49-F238E27FC236}">
                <a16:creationId xmlns:a16="http://schemas.microsoft.com/office/drawing/2014/main" id="{B02D9D63-8AB4-4711-129C-E9755DF6752F}"/>
              </a:ext>
            </a:extLst>
          </p:cNvPr>
          <p:cNvSpPr/>
          <p:nvPr/>
        </p:nvSpPr>
        <p:spPr>
          <a:xfrm>
            <a:off x="1397889" y="196596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1</a:t>
            </a:r>
          </a:p>
        </p:txBody>
      </p:sp>
      <p:sp>
        <p:nvSpPr>
          <p:cNvPr id="5" name="TextBox 4">
            <a:extLst>
              <a:ext uri="{FF2B5EF4-FFF2-40B4-BE49-F238E27FC236}">
                <a16:creationId xmlns:a16="http://schemas.microsoft.com/office/drawing/2014/main" id="{CDBFE8D4-1F1B-3FFE-B984-7ED0E8257B5D}"/>
              </a:ext>
            </a:extLst>
          </p:cNvPr>
          <p:cNvSpPr txBox="1"/>
          <p:nvPr/>
        </p:nvSpPr>
        <p:spPr>
          <a:xfrm>
            <a:off x="548640" y="2697480"/>
            <a:ext cx="2155698" cy="457200"/>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Your first model</a:t>
            </a:r>
          </a:p>
        </p:txBody>
      </p:sp>
      <p:sp>
        <p:nvSpPr>
          <p:cNvPr id="7" name="Right Arrow 6">
            <a:extLst>
              <a:ext uri="{FF2B5EF4-FFF2-40B4-BE49-F238E27FC236}">
                <a16:creationId xmlns:a16="http://schemas.microsoft.com/office/drawing/2014/main" id="{3EA76848-74E4-E9A6-9689-3EFA6C6F867D}"/>
              </a:ext>
            </a:extLst>
          </p:cNvPr>
          <p:cNvSpPr/>
          <p:nvPr/>
        </p:nvSpPr>
        <p:spPr>
          <a:xfrm>
            <a:off x="3015234" y="2788920"/>
            <a:ext cx="201168" cy="237744"/>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8" name="Rounded Rectangle 7">
            <a:extLst>
              <a:ext uri="{FF2B5EF4-FFF2-40B4-BE49-F238E27FC236}">
                <a16:creationId xmlns:a16="http://schemas.microsoft.com/office/drawing/2014/main" id="{CC98A8EE-C246-3D99-C5CB-040AA9A12D18}"/>
              </a:ext>
            </a:extLst>
          </p:cNvPr>
          <p:cNvSpPr/>
          <p:nvPr/>
        </p:nvSpPr>
        <p:spPr>
          <a:xfrm>
            <a:off x="3252977"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9" name="Oval 8">
            <a:extLst>
              <a:ext uri="{FF2B5EF4-FFF2-40B4-BE49-F238E27FC236}">
                <a16:creationId xmlns:a16="http://schemas.microsoft.com/office/drawing/2014/main" id="{9C0D1793-2335-D6A5-1343-6ABEAE3356A0}"/>
              </a:ext>
            </a:extLst>
          </p:cNvPr>
          <p:cNvSpPr/>
          <p:nvPr/>
        </p:nvSpPr>
        <p:spPr>
          <a:xfrm>
            <a:off x="4376547" y="1965960"/>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2</a:t>
            </a:r>
          </a:p>
        </p:txBody>
      </p:sp>
      <p:sp>
        <p:nvSpPr>
          <p:cNvPr id="10" name="TextBox 9">
            <a:extLst>
              <a:ext uri="{FF2B5EF4-FFF2-40B4-BE49-F238E27FC236}">
                <a16:creationId xmlns:a16="http://schemas.microsoft.com/office/drawing/2014/main" id="{E04EF61C-F8E6-2338-0785-027974DF39E8}"/>
              </a:ext>
            </a:extLst>
          </p:cNvPr>
          <p:cNvSpPr txBox="1"/>
          <p:nvPr/>
        </p:nvSpPr>
        <p:spPr>
          <a:xfrm>
            <a:off x="3527297" y="2697480"/>
            <a:ext cx="2155698" cy="256352"/>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Several populations</a:t>
            </a:r>
          </a:p>
        </p:txBody>
      </p:sp>
      <p:sp>
        <p:nvSpPr>
          <p:cNvPr id="12" name="Right Arrow 11">
            <a:extLst>
              <a:ext uri="{FF2B5EF4-FFF2-40B4-BE49-F238E27FC236}">
                <a16:creationId xmlns:a16="http://schemas.microsoft.com/office/drawing/2014/main" id="{0259D4A3-2132-93A5-86CF-73DFA74A82C1}"/>
              </a:ext>
            </a:extLst>
          </p:cNvPr>
          <p:cNvSpPr/>
          <p:nvPr/>
        </p:nvSpPr>
        <p:spPr>
          <a:xfrm>
            <a:off x="5993892" y="2788920"/>
            <a:ext cx="201168" cy="237744"/>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3" name="Rounded Rectangle 12">
            <a:extLst>
              <a:ext uri="{FF2B5EF4-FFF2-40B4-BE49-F238E27FC236}">
                <a16:creationId xmlns:a16="http://schemas.microsoft.com/office/drawing/2014/main" id="{966B7008-2871-2464-3943-5CF553513F71}"/>
              </a:ext>
            </a:extLst>
          </p:cNvPr>
          <p:cNvSpPr/>
          <p:nvPr/>
        </p:nvSpPr>
        <p:spPr>
          <a:xfrm>
            <a:off x="6231636"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4" name="Oval 13">
            <a:extLst>
              <a:ext uri="{FF2B5EF4-FFF2-40B4-BE49-F238E27FC236}">
                <a16:creationId xmlns:a16="http://schemas.microsoft.com/office/drawing/2014/main" id="{7BA5FC00-EF57-AFFA-D8A1-10A0EFA5EEA1}"/>
              </a:ext>
            </a:extLst>
          </p:cNvPr>
          <p:cNvSpPr/>
          <p:nvPr/>
        </p:nvSpPr>
        <p:spPr>
          <a:xfrm>
            <a:off x="7355204" y="1965960"/>
            <a:ext cx="457200" cy="45720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3</a:t>
            </a:r>
          </a:p>
        </p:txBody>
      </p:sp>
      <p:sp>
        <p:nvSpPr>
          <p:cNvPr id="15" name="TextBox 14">
            <a:extLst>
              <a:ext uri="{FF2B5EF4-FFF2-40B4-BE49-F238E27FC236}">
                <a16:creationId xmlns:a16="http://schemas.microsoft.com/office/drawing/2014/main" id="{E84CE9ED-F347-9AAB-85D0-E988C6CBE543}"/>
              </a:ext>
            </a:extLst>
          </p:cNvPr>
          <p:cNvSpPr txBox="1"/>
          <p:nvPr/>
        </p:nvSpPr>
        <p:spPr>
          <a:xfrm>
            <a:off x="6505955" y="2697480"/>
            <a:ext cx="2155698" cy="512704"/>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Complex interactions</a:t>
            </a:r>
          </a:p>
        </p:txBody>
      </p:sp>
      <p:sp>
        <p:nvSpPr>
          <p:cNvPr id="17" name="Right Arrow 16">
            <a:extLst>
              <a:ext uri="{FF2B5EF4-FFF2-40B4-BE49-F238E27FC236}">
                <a16:creationId xmlns:a16="http://schemas.microsoft.com/office/drawing/2014/main" id="{29A2E570-FD83-6EFA-C954-E8EC2B14E542}"/>
              </a:ext>
            </a:extLst>
          </p:cNvPr>
          <p:cNvSpPr/>
          <p:nvPr/>
        </p:nvSpPr>
        <p:spPr>
          <a:xfrm>
            <a:off x="8972549" y="2788920"/>
            <a:ext cx="201168" cy="237744"/>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8" name="Rounded Rectangle 17">
            <a:extLst>
              <a:ext uri="{FF2B5EF4-FFF2-40B4-BE49-F238E27FC236}">
                <a16:creationId xmlns:a16="http://schemas.microsoft.com/office/drawing/2014/main" id="{9F11A350-6663-6AF8-EDCE-5258EBC0F8BC}"/>
              </a:ext>
            </a:extLst>
          </p:cNvPr>
          <p:cNvSpPr/>
          <p:nvPr/>
        </p:nvSpPr>
        <p:spPr>
          <a:xfrm>
            <a:off x="9210294"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9" name="Oval 18">
            <a:extLst>
              <a:ext uri="{FF2B5EF4-FFF2-40B4-BE49-F238E27FC236}">
                <a16:creationId xmlns:a16="http://schemas.microsoft.com/office/drawing/2014/main" id="{7F454B43-6559-C519-D5D9-1580A0169F55}"/>
              </a:ext>
            </a:extLst>
          </p:cNvPr>
          <p:cNvSpPr/>
          <p:nvPr/>
        </p:nvSpPr>
        <p:spPr>
          <a:xfrm>
            <a:off x="10333863" y="1965960"/>
            <a:ext cx="457200" cy="457200"/>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4</a:t>
            </a:r>
          </a:p>
        </p:txBody>
      </p:sp>
      <p:sp>
        <p:nvSpPr>
          <p:cNvPr id="20" name="TextBox 19">
            <a:extLst>
              <a:ext uri="{FF2B5EF4-FFF2-40B4-BE49-F238E27FC236}">
                <a16:creationId xmlns:a16="http://schemas.microsoft.com/office/drawing/2014/main" id="{930FCC19-ED6E-1DA1-8FE9-D165F02EAF5A}"/>
              </a:ext>
            </a:extLst>
          </p:cNvPr>
          <p:cNvSpPr txBox="1"/>
          <p:nvPr/>
        </p:nvSpPr>
        <p:spPr>
          <a:xfrm>
            <a:off x="9484614" y="2697480"/>
            <a:ext cx="2155698" cy="256352"/>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Research projects</a:t>
            </a:r>
          </a:p>
        </p:txBody>
      </p:sp>
      <p:sp>
        <p:nvSpPr>
          <p:cNvPr id="6" name="Date Placeholder 5">
            <a:extLst>
              <a:ext uri="{FF2B5EF4-FFF2-40B4-BE49-F238E27FC236}">
                <a16:creationId xmlns:a16="http://schemas.microsoft.com/office/drawing/2014/main" id="{D35AF815-0925-9C8E-EC3F-CD0FCECC8939}"/>
              </a:ext>
            </a:extLst>
          </p:cNvPr>
          <p:cNvSpPr>
            <a:spLocks noGrp="1"/>
          </p:cNvSpPr>
          <p:nvPr>
            <p:ph type="dt" sz="half" idx="10"/>
          </p:nvPr>
        </p:nvSpPr>
        <p:spPr/>
        <p:txBody>
          <a:bodyPr/>
          <a:lstStyle/>
          <a:p>
            <a:fld id="{EB0C987F-86B7-42CD-A5AE-A5CAABD0113A}" type="datetime1">
              <a:rPr lang="en-GB" noProof="0" smtClean="0"/>
              <a:t>16/09/2026</a:t>
            </a:fld>
            <a:endParaRPr lang="en-GB" noProof="0" dirty="0"/>
          </a:p>
        </p:txBody>
      </p:sp>
      <p:sp>
        <p:nvSpPr>
          <p:cNvPr id="16" name="Slide Number Placeholder 15">
            <a:extLst>
              <a:ext uri="{FF2B5EF4-FFF2-40B4-BE49-F238E27FC236}">
                <a16:creationId xmlns:a16="http://schemas.microsoft.com/office/drawing/2014/main" id="{59040BAA-0B35-9A97-54BC-8E2779417EA8}"/>
              </a:ext>
            </a:extLst>
          </p:cNvPr>
          <p:cNvSpPr>
            <a:spLocks noGrp="1"/>
          </p:cNvSpPr>
          <p:nvPr>
            <p:ph type="sldNum" sz="quarter" idx="12"/>
          </p:nvPr>
        </p:nvSpPr>
        <p:spPr/>
        <p:txBody>
          <a:bodyPr/>
          <a:lstStyle/>
          <a:p>
            <a:fld id="{442AD375-037F-43D0-B059-5172DA06796A}" type="slidenum">
              <a:rPr lang="en-GB" noProof="0" smtClean="0"/>
              <a:pPr/>
              <a:t>84</a:t>
            </a:fld>
            <a:endParaRPr lang="en-GB" noProof="0" dirty="0"/>
          </a:p>
        </p:txBody>
      </p:sp>
    </p:spTree>
    <p:extLst>
      <p:ext uri="{BB962C8B-B14F-4D97-AF65-F5344CB8AC3E}">
        <p14:creationId xmlns:p14="http://schemas.microsoft.com/office/powerpoint/2010/main" val="66175076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4D6F1-A719-D963-9054-7129EE57E8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6E781-8781-7E75-9BFD-30C186E6E62D}"/>
              </a:ext>
            </a:extLst>
          </p:cNvPr>
          <p:cNvSpPr>
            <a:spLocks noGrp="1"/>
          </p:cNvSpPr>
          <p:nvPr>
            <p:ph type="title"/>
          </p:nvPr>
        </p:nvSpPr>
        <p:spPr/>
        <p:txBody>
          <a:bodyPr/>
          <a:lstStyle/>
          <a:p>
            <a:r>
              <a:rPr lang="en-US" sz="2400" b="1" noProof="0" dirty="0">
                <a:solidFill>
                  <a:srgbClr val="0B0B0B"/>
                </a:solidFill>
              </a:rPr>
              <a:t>Method</a:t>
            </a:r>
          </a:p>
        </p:txBody>
      </p:sp>
      <p:sp>
        <p:nvSpPr>
          <p:cNvPr id="3" name="Rounded Rectangle 2">
            <a:extLst>
              <a:ext uri="{FF2B5EF4-FFF2-40B4-BE49-F238E27FC236}">
                <a16:creationId xmlns:a16="http://schemas.microsoft.com/office/drawing/2014/main" id="{867434CC-5AF0-81AB-57E2-17B61DCE0ADE}"/>
              </a:ext>
            </a:extLst>
          </p:cNvPr>
          <p:cNvSpPr/>
          <p:nvPr/>
        </p:nvSpPr>
        <p:spPr>
          <a:xfrm>
            <a:off x="274320"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4" name="Oval 3">
            <a:extLst>
              <a:ext uri="{FF2B5EF4-FFF2-40B4-BE49-F238E27FC236}">
                <a16:creationId xmlns:a16="http://schemas.microsoft.com/office/drawing/2014/main" id="{91148E6F-6BCD-4AFA-EAF1-29DF071D1397}"/>
              </a:ext>
            </a:extLst>
          </p:cNvPr>
          <p:cNvSpPr/>
          <p:nvPr/>
        </p:nvSpPr>
        <p:spPr>
          <a:xfrm>
            <a:off x="1397889" y="196596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1</a:t>
            </a:r>
          </a:p>
        </p:txBody>
      </p:sp>
      <p:sp>
        <p:nvSpPr>
          <p:cNvPr id="5" name="TextBox 4">
            <a:extLst>
              <a:ext uri="{FF2B5EF4-FFF2-40B4-BE49-F238E27FC236}">
                <a16:creationId xmlns:a16="http://schemas.microsoft.com/office/drawing/2014/main" id="{41342756-ABE0-32AD-85F2-D62D18A1681D}"/>
              </a:ext>
            </a:extLst>
          </p:cNvPr>
          <p:cNvSpPr txBox="1"/>
          <p:nvPr/>
        </p:nvSpPr>
        <p:spPr>
          <a:xfrm>
            <a:off x="548640" y="2697480"/>
            <a:ext cx="2155698" cy="457200"/>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Your first model</a:t>
            </a:r>
          </a:p>
        </p:txBody>
      </p:sp>
      <p:sp>
        <p:nvSpPr>
          <p:cNvPr id="7" name="Right Arrow 6">
            <a:extLst>
              <a:ext uri="{FF2B5EF4-FFF2-40B4-BE49-F238E27FC236}">
                <a16:creationId xmlns:a16="http://schemas.microsoft.com/office/drawing/2014/main" id="{8D1BD334-95ED-8A36-ADFD-6BAC153DC160}"/>
              </a:ext>
            </a:extLst>
          </p:cNvPr>
          <p:cNvSpPr/>
          <p:nvPr/>
        </p:nvSpPr>
        <p:spPr>
          <a:xfrm>
            <a:off x="3015234" y="2788920"/>
            <a:ext cx="201168" cy="237744"/>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8" name="Rounded Rectangle 7">
            <a:extLst>
              <a:ext uri="{FF2B5EF4-FFF2-40B4-BE49-F238E27FC236}">
                <a16:creationId xmlns:a16="http://schemas.microsoft.com/office/drawing/2014/main" id="{774CB2CF-AF58-C785-D171-7C648F4B6103}"/>
              </a:ext>
            </a:extLst>
          </p:cNvPr>
          <p:cNvSpPr/>
          <p:nvPr/>
        </p:nvSpPr>
        <p:spPr>
          <a:xfrm>
            <a:off x="3252977"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9" name="Oval 8">
            <a:extLst>
              <a:ext uri="{FF2B5EF4-FFF2-40B4-BE49-F238E27FC236}">
                <a16:creationId xmlns:a16="http://schemas.microsoft.com/office/drawing/2014/main" id="{149871BA-E3A2-A2D8-DC95-1D26900D7100}"/>
              </a:ext>
            </a:extLst>
          </p:cNvPr>
          <p:cNvSpPr/>
          <p:nvPr/>
        </p:nvSpPr>
        <p:spPr>
          <a:xfrm>
            <a:off x="4376547" y="1965960"/>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2</a:t>
            </a:r>
          </a:p>
        </p:txBody>
      </p:sp>
      <p:sp>
        <p:nvSpPr>
          <p:cNvPr id="10" name="TextBox 9">
            <a:extLst>
              <a:ext uri="{FF2B5EF4-FFF2-40B4-BE49-F238E27FC236}">
                <a16:creationId xmlns:a16="http://schemas.microsoft.com/office/drawing/2014/main" id="{CDF71000-98AE-3204-28D2-8E1DD89DAC46}"/>
              </a:ext>
            </a:extLst>
          </p:cNvPr>
          <p:cNvSpPr txBox="1"/>
          <p:nvPr/>
        </p:nvSpPr>
        <p:spPr>
          <a:xfrm>
            <a:off x="3527297" y="2697480"/>
            <a:ext cx="2155698" cy="256352"/>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Several populations</a:t>
            </a:r>
          </a:p>
        </p:txBody>
      </p:sp>
      <p:sp>
        <p:nvSpPr>
          <p:cNvPr id="12" name="Right Arrow 11">
            <a:extLst>
              <a:ext uri="{FF2B5EF4-FFF2-40B4-BE49-F238E27FC236}">
                <a16:creationId xmlns:a16="http://schemas.microsoft.com/office/drawing/2014/main" id="{578E2D40-1211-2517-3B02-455BD7F3F324}"/>
              </a:ext>
            </a:extLst>
          </p:cNvPr>
          <p:cNvSpPr/>
          <p:nvPr/>
        </p:nvSpPr>
        <p:spPr>
          <a:xfrm>
            <a:off x="5993892" y="2788920"/>
            <a:ext cx="201168" cy="237744"/>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3" name="Rounded Rectangle 12">
            <a:extLst>
              <a:ext uri="{FF2B5EF4-FFF2-40B4-BE49-F238E27FC236}">
                <a16:creationId xmlns:a16="http://schemas.microsoft.com/office/drawing/2014/main" id="{581B6517-DE8A-0049-21A6-985D83868ECE}"/>
              </a:ext>
            </a:extLst>
          </p:cNvPr>
          <p:cNvSpPr/>
          <p:nvPr/>
        </p:nvSpPr>
        <p:spPr>
          <a:xfrm>
            <a:off x="6231636"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4" name="Oval 13">
            <a:extLst>
              <a:ext uri="{FF2B5EF4-FFF2-40B4-BE49-F238E27FC236}">
                <a16:creationId xmlns:a16="http://schemas.microsoft.com/office/drawing/2014/main" id="{02531FD7-9EBE-F421-559E-8A4D921E7E6E}"/>
              </a:ext>
            </a:extLst>
          </p:cNvPr>
          <p:cNvSpPr/>
          <p:nvPr/>
        </p:nvSpPr>
        <p:spPr>
          <a:xfrm>
            <a:off x="7355204" y="1965960"/>
            <a:ext cx="457200" cy="45720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3</a:t>
            </a:r>
          </a:p>
        </p:txBody>
      </p:sp>
      <p:sp>
        <p:nvSpPr>
          <p:cNvPr id="15" name="TextBox 14">
            <a:extLst>
              <a:ext uri="{FF2B5EF4-FFF2-40B4-BE49-F238E27FC236}">
                <a16:creationId xmlns:a16="http://schemas.microsoft.com/office/drawing/2014/main" id="{46A88962-4D68-07E1-9A8D-24E4BB0C803A}"/>
              </a:ext>
            </a:extLst>
          </p:cNvPr>
          <p:cNvSpPr txBox="1"/>
          <p:nvPr/>
        </p:nvSpPr>
        <p:spPr>
          <a:xfrm>
            <a:off x="6505955" y="2697480"/>
            <a:ext cx="2155698" cy="512704"/>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Complex interactions</a:t>
            </a:r>
          </a:p>
        </p:txBody>
      </p:sp>
      <p:sp>
        <p:nvSpPr>
          <p:cNvPr id="17" name="Right Arrow 16">
            <a:extLst>
              <a:ext uri="{FF2B5EF4-FFF2-40B4-BE49-F238E27FC236}">
                <a16:creationId xmlns:a16="http://schemas.microsoft.com/office/drawing/2014/main" id="{BB92D9E6-0145-1957-16E9-6AD0523D89D9}"/>
              </a:ext>
            </a:extLst>
          </p:cNvPr>
          <p:cNvSpPr/>
          <p:nvPr/>
        </p:nvSpPr>
        <p:spPr>
          <a:xfrm>
            <a:off x="8972549" y="2788920"/>
            <a:ext cx="201168" cy="237744"/>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8" name="Rounded Rectangle 17">
            <a:extLst>
              <a:ext uri="{FF2B5EF4-FFF2-40B4-BE49-F238E27FC236}">
                <a16:creationId xmlns:a16="http://schemas.microsoft.com/office/drawing/2014/main" id="{12F234A4-D0B3-72E5-CB08-C0E92FB241A1}"/>
              </a:ext>
            </a:extLst>
          </p:cNvPr>
          <p:cNvSpPr/>
          <p:nvPr/>
        </p:nvSpPr>
        <p:spPr>
          <a:xfrm>
            <a:off x="9210294" y="1645920"/>
            <a:ext cx="2704338" cy="24688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noProof="0" dirty="0"/>
          </a:p>
        </p:txBody>
      </p:sp>
      <p:sp>
        <p:nvSpPr>
          <p:cNvPr id="19" name="Oval 18">
            <a:extLst>
              <a:ext uri="{FF2B5EF4-FFF2-40B4-BE49-F238E27FC236}">
                <a16:creationId xmlns:a16="http://schemas.microsoft.com/office/drawing/2014/main" id="{88CBCBDA-7791-9866-274E-F37F77F065C1}"/>
              </a:ext>
            </a:extLst>
          </p:cNvPr>
          <p:cNvSpPr/>
          <p:nvPr/>
        </p:nvSpPr>
        <p:spPr>
          <a:xfrm>
            <a:off x="10333863" y="1965960"/>
            <a:ext cx="457200" cy="457200"/>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noProof="0" dirty="0">
                <a:solidFill>
                  <a:srgbClr val="FFFFFF"/>
                </a:solidFill>
                <a:latin typeface="Arial"/>
              </a:rPr>
              <a:t>4</a:t>
            </a:r>
          </a:p>
        </p:txBody>
      </p:sp>
      <p:sp>
        <p:nvSpPr>
          <p:cNvPr id="20" name="TextBox 19">
            <a:extLst>
              <a:ext uri="{FF2B5EF4-FFF2-40B4-BE49-F238E27FC236}">
                <a16:creationId xmlns:a16="http://schemas.microsoft.com/office/drawing/2014/main" id="{ED9937B0-D783-BC2C-110B-91003C870227}"/>
              </a:ext>
            </a:extLst>
          </p:cNvPr>
          <p:cNvSpPr txBox="1"/>
          <p:nvPr/>
        </p:nvSpPr>
        <p:spPr>
          <a:xfrm>
            <a:off x="9484614" y="2697480"/>
            <a:ext cx="2155698" cy="256352"/>
          </a:xfrm>
          <a:prstGeom prst="rect">
            <a:avLst/>
          </a:prstGeom>
          <a:noFill/>
        </p:spPr>
        <p:txBody>
          <a:bodyPr wrap="square" lIns="0" tIns="0" rIns="0" bIns="0" anchor="t">
            <a:spAutoFit/>
          </a:bodyPr>
          <a:lstStyle/>
          <a:p>
            <a:pPr algn="ctr">
              <a:spcAft>
                <a:spcPts val="800"/>
              </a:spcAft>
            </a:pPr>
            <a:r>
              <a:rPr lang="en-US" sz="1700" b="1" i="0" noProof="0" dirty="0">
                <a:solidFill>
                  <a:srgbClr val="0B0B0B"/>
                </a:solidFill>
                <a:latin typeface="Arial"/>
              </a:rPr>
              <a:t>Research projects</a:t>
            </a:r>
          </a:p>
        </p:txBody>
      </p:sp>
      <p:sp>
        <p:nvSpPr>
          <p:cNvPr id="22" name="TextBox 21">
            <a:extLst>
              <a:ext uri="{FF2B5EF4-FFF2-40B4-BE49-F238E27FC236}">
                <a16:creationId xmlns:a16="http://schemas.microsoft.com/office/drawing/2014/main" id="{07C377BA-2C10-A983-799F-5705602EF271}"/>
              </a:ext>
            </a:extLst>
          </p:cNvPr>
          <p:cNvSpPr txBox="1"/>
          <p:nvPr/>
        </p:nvSpPr>
        <p:spPr>
          <a:xfrm>
            <a:off x="274320" y="4572000"/>
            <a:ext cx="11338560" cy="377026"/>
          </a:xfrm>
          <a:prstGeom prst="rect">
            <a:avLst/>
          </a:prstGeom>
          <a:noFill/>
        </p:spPr>
        <p:txBody>
          <a:bodyPr wrap="square" lIns="0" tIns="0" rIns="0" bIns="0" anchor="t">
            <a:spAutoFit/>
          </a:bodyPr>
          <a:lstStyle/>
          <a:p>
            <a:pPr algn="l">
              <a:spcAft>
                <a:spcPts val="800"/>
              </a:spcAft>
            </a:pPr>
            <a:r>
              <a:rPr lang="en-US" sz="2500" b="1" i="0" noProof="0" dirty="0">
                <a:solidFill>
                  <a:srgbClr val="0B0B0B"/>
                </a:solidFill>
                <a:latin typeface="Arial"/>
              </a:rPr>
              <a:t>The same tool, for </a:t>
            </a:r>
            <a:r>
              <a:rPr lang="en-US" sz="2500" b="1" dirty="0">
                <a:solidFill>
                  <a:srgbClr val="0B0B0B"/>
                </a:solidFill>
                <a:latin typeface="Arial"/>
              </a:rPr>
              <a:t>any system / species</a:t>
            </a:r>
            <a:r>
              <a:rPr lang="en-US" sz="2500" b="1" i="0" noProof="0" dirty="0">
                <a:solidFill>
                  <a:srgbClr val="0B0B0B"/>
                </a:solidFill>
                <a:latin typeface="Arial"/>
              </a:rPr>
              <a:t>.</a:t>
            </a:r>
          </a:p>
        </p:txBody>
      </p:sp>
      <p:sp>
        <p:nvSpPr>
          <p:cNvPr id="6" name="Date Placeholder 5">
            <a:extLst>
              <a:ext uri="{FF2B5EF4-FFF2-40B4-BE49-F238E27FC236}">
                <a16:creationId xmlns:a16="http://schemas.microsoft.com/office/drawing/2014/main" id="{6B3BE6A6-AA04-E517-BD08-DC73C426DD28}"/>
              </a:ext>
            </a:extLst>
          </p:cNvPr>
          <p:cNvSpPr>
            <a:spLocks noGrp="1"/>
          </p:cNvSpPr>
          <p:nvPr>
            <p:ph type="dt" sz="half" idx="10"/>
          </p:nvPr>
        </p:nvSpPr>
        <p:spPr/>
        <p:txBody>
          <a:bodyPr/>
          <a:lstStyle/>
          <a:p>
            <a:fld id="{F1B46F90-0A3B-4E30-A8F0-7F3D8626E738}" type="datetime1">
              <a:rPr lang="en-GB" noProof="0" smtClean="0"/>
              <a:t>16/09/2026</a:t>
            </a:fld>
            <a:endParaRPr lang="en-GB" noProof="0" dirty="0"/>
          </a:p>
        </p:txBody>
      </p:sp>
      <p:sp>
        <p:nvSpPr>
          <p:cNvPr id="16" name="Slide Number Placeholder 15">
            <a:extLst>
              <a:ext uri="{FF2B5EF4-FFF2-40B4-BE49-F238E27FC236}">
                <a16:creationId xmlns:a16="http://schemas.microsoft.com/office/drawing/2014/main" id="{76646381-4046-4C4B-CDC3-431DCD39FA47}"/>
              </a:ext>
            </a:extLst>
          </p:cNvPr>
          <p:cNvSpPr>
            <a:spLocks noGrp="1"/>
          </p:cNvSpPr>
          <p:nvPr>
            <p:ph type="sldNum" sz="quarter" idx="12"/>
          </p:nvPr>
        </p:nvSpPr>
        <p:spPr/>
        <p:txBody>
          <a:bodyPr/>
          <a:lstStyle/>
          <a:p>
            <a:fld id="{442AD375-037F-43D0-B059-5172DA06796A}" type="slidenum">
              <a:rPr lang="en-GB" noProof="0" smtClean="0"/>
              <a:pPr/>
              <a:t>85</a:t>
            </a:fld>
            <a:endParaRPr lang="en-GB" noProof="0" dirty="0"/>
          </a:p>
        </p:txBody>
      </p:sp>
    </p:spTree>
    <p:extLst>
      <p:ext uri="{BB962C8B-B14F-4D97-AF65-F5344CB8AC3E}">
        <p14:creationId xmlns:p14="http://schemas.microsoft.com/office/powerpoint/2010/main" val="37646589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BCDC8-636A-8302-BB0D-BF52C2D79655}"/>
            </a:ext>
          </a:extLst>
        </p:cNvPr>
        <p:cNvGrpSpPr/>
        <p:nvPr/>
      </p:nvGrpSpPr>
      <p:grpSpPr>
        <a:xfrm>
          <a:off x="0" y="0"/>
          <a:ext cx="0" cy="0"/>
          <a:chOff x="0" y="0"/>
          <a:chExt cx="0" cy="0"/>
        </a:xfrm>
      </p:grpSpPr>
      <p:sp>
        <p:nvSpPr>
          <p:cNvPr id="8" name="Inhaltsplatzhalter 7">
            <a:extLst>
              <a:ext uri="{FF2B5EF4-FFF2-40B4-BE49-F238E27FC236}">
                <a16:creationId xmlns:a16="http://schemas.microsoft.com/office/drawing/2014/main" id="{F94A5F0A-805C-3D02-BE6F-991990BA5E5D}"/>
              </a:ext>
            </a:extLst>
          </p:cNvPr>
          <p:cNvSpPr>
            <a:spLocks noGrp="1"/>
          </p:cNvSpPr>
          <p:nvPr>
            <p:ph idx="1"/>
          </p:nvPr>
        </p:nvSpPr>
        <p:spPr/>
        <p:txBody>
          <a:bodyPr/>
          <a:lstStyle/>
          <a:p>
            <a:r>
              <a:rPr lang="de-DE" sz="9600" dirty="0"/>
              <a:t>4.My Project</a:t>
            </a:r>
          </a:p>
        </p:txBody>
      </p:sp>
      <p:sp>
        <p:nvSpPr>
          <p:cNvPr id="4" name="Datumsplatzhalter 3">
            <a:extLst>
              <a:ext uri="{FF2B5EF4-FFF2-40B4-BE49-F238E27FC236}">
                <a16:creationId xmlns:a16="http://schemas.microsoft.com/office/drawing/2014/main" id="{6F04CBED-89EE-9169-6894-A5D68C6458DB}"/>
              </a:ext>
            </a:extLst>
          </p:cNvPr>
          <p:cNvSpPr>
            <a:spLocks noGrp="1"/>
          </p:cNvSpPr>
          <p:nvPr>
            <p:ph type="dt" sz="half" idx="10"/>
          </p:nvPr>
        </p:nvSpPr>
        <p:spPr/>
        <p:txBody>
          <a:bodyPr/>
          <a:lstStyle/>
          <a:p>
            <a:fld id="{9113C1A5-0D48-4326-A978-8F9A5A0169AF}" type="datetime1">
              <a:rPr lang="en-GB" noProof="0" smtClean="0"/>
              <a:t>16/09/2026</a:t>
            </a:fld>
            <a:endParaRPr lang="en-GB" noProof="0" dirty="0"/>
          </a:p>
        </p:txBody>
      </p:sp>
      <p:sp>
        <p:nvSpPr>
          <p:cNvPr id="6" name="Foliennummernplatzhalter 5">
            <a:extLst>
              <a:ext uri="{FF2B5EF4-FFF2-40B4-BE49-F238E27FC236}">
                <a16:creationId xmlns:a16="http://schemas.microsoft.com/office/drawing/2014/main" id="{B978ABBD-4166-AE3B-A2B1-E7A68F7A9E49}"/>
              </a:ext>
            </a:extLst>
          </p:cNvPr>
          <p:cNvSpPr>
            <a:spLocks noGrp="1"/>
          </p:cNvSpPr>
          <p:nvPr>
            <p:ph type="sldNum" sz="quarter" idx="12"/>
          </p:nvPr>
        </p:nvSpPr>
        <p:spPr/>
        <p:txBody>
          <a:bodyPr/>
          <a:lstStyle/>
          <a:p>
            <a:fld id="{442AD375-037F-43D0-B059-5172DA06796A}" type="slidenum">
              <a:rPr lang="en-GB" noProof="0" smtClean="0"/>
              <a:pPr/>
              <a:t>86</a:t>
            </a:fld>
            <a:endParaRPr lang="en-GB" noProof="0" dirty="0"/>
          </a:p>
        </p:txBody>
      </p:sp>
    </p:spTree>
    <p:extLst>
      <p:ext uri="{BB962C8B-B14F-4D97-AF65-F5344CB8AC3E}">
        <p14:creationId xmlns:p14="http://schemas.microsoft.com/office/powerpoint/2010/main" val="14933922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A357B-8942-144D-2D55-AFCF57BCC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81188-D257-4788-97E2-07815B7A2DF3}"/>
              </a:ext>
            </a:extLst>
          </p:cNvPr>
          <p:cNvSpPr>
            <a:spLocks noGrp="1"/>
          </p:cNvSpPr>
          <p:nvPr>
            <p:ph type="title"/>
          </p:nvPr>
        </p:nvSpPr>
        <p:spPr/>
        <p:txBody>
          <a:bodyPr vert="horz" lIns="0" tIns="0" rIns="0" bIns="0" rtlCol="0" anchor="t">
            <a:normAutofit/>
          </a:bodyPr>
          <a:lstStyle/>
          <a:p>
            <a:r>
              <a:rPr lang="en-GB" b="1" kern="1200" spc="0" baseline="0" dirty="0"/>
              <a:t>My Project – Problem</a:t>
            </a:r>
          </a:p>
        </p:txBody>
      </p:sp>
      <p:sp>
        <p:nvSpPr>
          <p:cNvPr id="5" name="Date Placeholder 3">
            <a:extLst>
              <a:ext uri="{FF2B5EF4-FFF2-40B4-BE49-F238E27FC236}">
                <a16:creationId xmlns:a16="http://schemas.microsoft.com/office/drawing/2014/main" id="{868A96C0-61FC-C94E-5298-EFB708DD8108}"/>
              </a:ext>
            </a:extLst>
          </p:cNvPr>
          <p:cNvSpPr>
            <a:spLocks noGrp="1"/>
          </p:cNvSpPr>
          <p:nvPr>
            <p:ph type="dt" sz="half" idx="10"/>
          </p:nvPr>
        </p:nvSpPr>
        <p:spPr/>
        <p:txBody>
          <a:bodyPr anchor="t">
            <a:normAutofit/>
          </a:bodyPr>
          <a:lstStyle/>
          <a:p>
            <a:pPr>
              <a:spcAft>
                <a:spcPts val="600"/>
              </a:spcAft>
            </a:pPr>
            <a:fld id="{A0967521-AB8F-4E1B-9DF8-7D6517AEA537}" type="datetime1">
              <a:rPr lang="en-GB" sz="900" noProof="0" smtClean="0"/>
              <a:t>16/09/2026</a:t>
            </a:fld>
            <a:endParaRPr lang="en-GB" sz="900" noProof="0"/>
          </a:p>
        </p:txBody>
      </p:sp>
      <p:sp>
        <p:nvSpPr>
          <p:cNvPr id="14" name="Slide Number Placeholder 5">
            <a:extLst>
              <a:ext uri="{FF2B5EF4-FFF2-40B4-BE49-F238E27FC236}">
                <a16:creationId xmlns:a16="http://schemas.microsoft.com/office/drawing/2014/main" id="{A53896D4-7264-E005-2923-6F50D90EEB8F}"/>
              </a:ext>
            </a:extLst>
          </p:cNvPr>
          <p:cNvSpPr>
            <a:spLocks noGrp="1"/>
          </p:cNvSpPr>
          <p:nvPr>
            <p:ph type="sldNum" sz="quarter" idx="12"/>
          </p:nvPr>
        </p:nvSpPr>
        <p:spPr/>
        <p:txBody>
          <a:bodyPr anchor="t">
            <a:normAutofit/>
          </a:bodyPr>
          <a:lstStyle/>
          <a:p>
            <a:pPr>
              <a:spcAft>
                <a:spcPts val="600"/>
              </a:spcAft>
            </a:pPr>
            <a:fld id="{442AD375-037F-43D0-B059-5172DA06796A}" type="slidenum">
              <a:rPr lang="en-GB" sz="900" noProof="0" smtClean="0"/>
              <a:pPr>
                <a:spcAft>
                  <a:spcPts val="600"/>
                </a:spcAft>
              </a:pPr>
              <a:t>87</a:t>
            </a:fld>
            <a:endParaRPr lang="en-GB" sz="900" noProof="0"/>
          </a:p>
        </p:txBody>
      </p:sp>
      <p:pic>
        <p:nvPicPr>
          <p:cNvPr id="16" name="Picture 15">
            <a:extLst>
              <a:ext uri="{FF2B5EF4-FFF2-40B4-BE49-F238E27FC236}">
                <a16:creationId xmlns:a16="http://schemas.microsoft.com/office/drawing/2014/main" id="{E8E43E75-8C4B-2883-0039-B3B78FAB8E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344" y="857564"/>
            <a:ext cx="5722937" cy="2546706"/>
          </a:xfrm>
          <a:prstGeom prst="rect">
            <a:avLst/>
          </a:prstGeom>
          <a:noFill/>
        </p:spPr>
      </p:pic>
    </p:spTree>
    <p:extLst>
      <p:ext uri="{BB962C8B-B14F-4D97-AF65-F5344CB8AC3E}">
        <p14:creationId xmlns:p14="http://schemas.microsoft.com/office/powerpoint/2010/main" val="35004014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0A1F8-CE57-27E2-4960-370F057CA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A75708-1110-BE0D-7E19-84256EC96553}"/>
              </a:ext>
            </a:extLst>
          </p:cNvPr>
          <p:cNvSpPr>
            <a:spLocks noGrp="1"/>
          </p:cNvSpPr>
          <p:nvPr>
            <p:ph type="title"/>
          </p:nvPr>
        </p:nvSpPr>
        <p:spPr/>
        <p:txBody>
          <a:bodyPr vert="horz" lIns="0" tIns="0" rIns="0" bIns="0" rtlCol="0" anchor="t">
            <a:normAutofit/>
          </a:bodyPr>
          <a:lstStyle/>
          <a:p>
            <a:r>
              <a:rPr lang="en-GB" b="1" kern="1200" spc="0" baseline="0" dirty="0"/>
              <a:t>My Project – Problem</a:t>
            </a:r>
          </a:p>
        </p:txBody>
      </p:sp>
      <p:sp>
        <p:nvSpPr>
          <p:cNvPr id="5" name="Date Placeholder 3">
            <a:extLst>
              <a:ext uri="{FF2B5EF4-FFF2-40B4-BE49-F238E27FC236}">
                <a16:creationId xmlns:a16="http://schemas.microsoft.com/office/drawing/2014/main" id="{BE9FD7FC-3E9C-F96C-1982-BB09F5C63E21}"/>
              </a:ext>
            </a:extLst>
          </p:cNvPr>
          <p:cNvSpPr>
            <a:spLocks noGrp="1"/>
          </p:cNvSpPr>
          <p:nvPr>
            <p:ph type="dt" sz="half" idx="10"/>
          </p:nvPr>
        </p:nvSpPr>
        <p:spPr/>
        <p:txBody>
          <a:bodyPr anchor="t">
            <a:normAutofit/>
          </a:bodyPr>
          <a:lstStyle/>
          <a:p>
            <a:pPr>
              <a:spcAft>
                <a:spcPts val="600"/>
              </a:spcAft>
            </a:pPr>
            <a:fld id="{42FBB4FB-12FB-4355-AC58-F95E9C709746}" type="datetime1">
              <a:rPr lang="en-GB" sz="900" noProof="0" smtClean="0"/>
              <a:t>16/09/2026</a:t>
            </a:fld>
            <a:endParaRPr lang="en-GB" sz="900" noProof="0"/>
          </a:p>
        </p:txBody>
      </p:sp>
      <p:sp>
        <p:nvSpPr>
          <p:cNvPr id="14" name="Slide Number Placeholder 5">
            <a:extLst>
              <a:ext uri="{FF2B5EF4-FFF2-40B4-BE49-F238E27FC236}">
                <a16:creationId xmlns:a16="http://schemas.microsoft.com/office/drawing/2014/main" id="{8F46E190-2B6D-1FD6-C69D-8DFB6264433C}"/>
              </a:ext>
            </a:extLst>
          </p:cNvPr>
          <p:cNvSpPr>
            <a:spLocks noGrp="1"/>
          </p:cNvSpPr>
          <p:nvPr>
            <p:ph type="sldNum" sz="quarter" idx="12"/>
          </p:nvPr>
        </p:nvSpPr>
        <p:spPr/>
        <p:txBody>
          <a:bodyPr anchor="t">
            <a:normAutofit/>
          </a:bodyPr>
          <a:lstStyle/>
          <a:p>
            <a:pPr>
              <a:spcAft>
                <a:spcPts val="600"/>
              </a:spcAft>
            </a:pPr>
            <a:fld id="{442AD375-037F-43D0-B059-5172DA06796A}" type="slidenum">
              <a:rPr lang="en-GB" sz="900" noProof="0" smtClean="0"/>
              <a:pPr>
                <a:spcAft>
                  <a:spcPts val="600"/>
                </a:spcAft>
              </a:pPr>
              <a:t>88</a:t>
            </a:fld>
            <a:endParaRPr lang="en-GB" sz="900" noProof="0"/>
          </a:p>
        </p:txBody>
      </p:sp>
      <p:pic>
        <p:nvPicPr>
          <p:cNvPr id="16" name="Picture 15">
            <a:extLst>
              <a:ext uri="{FF2B5EF4-FFF2-40B4-BE49-F238E27FC236}">
                <a16:creationId xmlns:a16="http://schemas.microsoft.com/office/drawing/2014/main" id="{1E5509D7-F221-69AC-4D35-25200EAB6D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344" y="857564"/>
            <a:ext cx="5722937" cy="2546706"/>
          </a:xfrm>
          <a:prstGeom prst="rect">
            <a:avLst/>
          </a:prstGeom>
          <a:noFill/>
        </p:spPr>
      </p:pic>
      <p:pic>
        <p:nvPicPr>
          <p:cNvPr id="24" name="Content Placeholder 3">
            <a:extLst>
              <a:ext uri="{FF2B5EF4-FFF2-40B4-BE49-F238E27FC236}">
                <a16:creationId xmlns:a16="http://schemas.microsoft.com/office/drawing/2014/main" id="{C770AC2A-A141-324C-2205-2EEDD0A57F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44" y="3233738"/>
            <a:ext cx="5542328" cy="1202697"/>
          </a:xfrm>
          <a:prstGeom prst="rect">
            <a:avLst/>
          </a:prstGeom>
        </p:spPr>
      </p:pic>
    </p:spTree>
    <p:extLst>
      <p:ext uri="{BB962C8B-B14F-4D97-AF65-F5344CB8AC3E}">
        <p14:creationId xmlns:p14="http://schemas.microsoft.com/office/powerpoint/2010/main" val="10706737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3472B-259D-4778-1B96-236D4CD00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E3FD7-111B-281E-B87C-779DFC8804BA}"/>
              </a:ext>
            </a:extLst>
          </p:cNvPr>
          <p:cNvSpPr>
            <a:spLocks noGrp="1"/>
          </p:cNvSpPr>
          <p:nvPr>
            <p:ph type="title"/>
          </p:nvPr>
        </p:nvSpPr>
        <p:spPr/>
        <p:txBody>
          <a:bodyPr vert="horz" lIns="0" tIns="0" rIns="0" bIns="0" rtlCol="0" anchor="t">
            <a:normAutofit/>
          </a:bodyPr>
          <a:lstStyle/>
          <a:p>
            <a:r>
              <a:rPr lang="en-GB" b="1" kern="1200" spc="0" baseline="0" dirty="0"/>
              <a:t>My Project – Problem</a:t>
            </a:r>
          </a:p>
        </p:txBody>
      </p:sp>
      <p:sp>
        <p:nvSpPr>
          <p:cNvPr id="5" name="Date Placeholder 3">
            <a:extLst>
              <a:ext uri="{FF2B5EF4-FFF2-40B4-BE49-F238E27FC236}">
                <a16:creationId xmlns:a16="http://schemas.microsoft.com/office/drawing/2014/main" id="{D124437F-4F2C-51D1-B578-3E810CF6AF75}"/>
              </a:ext>
            </a:extLst>
          </p:cNvPr>
          <p:cNvSpPr>
            <a:spLocks noGrp="1"/>
          </p:cNvSpPr>
          <p:nvPr>
            <p:ph type="dt" sz="half" idx="10"/>
          </p:nvPr>
        </p:nvSpPr>
        <p:spPr/>
        <p:txBody>
          <a:bodyPr anchor="t">
            <a:normAutofit/>
          </a:bodyPr>
          <a:lstStyle/>
          <a:p>
            <a:pPr>
              <a:spcAft>
                <a:spcPts val="600"/>
              </a:spcAft>
            </a:pPr>
            <a:fld id="{70FED2A9-837E-4BE7-ABD9-8FC8361F7557}" type="datetime1">
              <a:rPr lang="en-GB" sz="900" noProof="0" smtClean="0"/>
              <a:t>16/09/2026</a:t>
            </a:fld>
            <a:endParaRPr lang="en-GB" sz="900" noProof="0"/>
          </a:p>
        </p:txBody>
      </p:sp>
      <p:sp>
        <p:nvSpPr>
          <p:cNvPr id="14" name="Slide Number Placeholder 5">
            <a:extLst>
              <a:ext uri="{FF2B5EF4-FFF2-40B4-BE49-F238E27FC236}">
                <a16:creationId xmlns:a16="http://schemas.microsoft.com/office/drawing/2014/main" id="{F4315708-A886-94A6-C0D6-55D38207CC39}"/>
              </a:ext>
            </a:extLst>
          </p:cNvPr>
          <p:cNvSpPr>
            <a:spLocks noGrp="1"/>
          </p:cNvSpPr>
          <p:nvPr>
            <p:ph type="sldNum" sz="quarter" idx="12"/>
          </p:nvPr>
        </p:nvSpPr>
        <p:spPr/>
        <p:txBody>
          <a:bodyPr anchor="t">
            <a:normAutofit/>
          </a:bodyPr>
          <a:lstStyle/>
          <a:p>
            <a:pPr>
              <a:spcAft>
                <a:spcPts val="600"/>
              </a:spcAft>
            </a:pPr>
            <a:fld id="{442AD375-037F-43D0-B059-5172DA06796A}" type="slidenum">
              <a:rPr lang="en-GB" sz="900" noProof="0" smtClean="0"/>
              <a:pPr>
                <a:spcAft>
                  <a:spcPts val="600"/>
                </a:spcAft>
              </a:pPr>
              <a:t>89</a:t>
            </a:fld>
            <a:endParaRPr lang="en-GB" sz="900" noProof="0"/>
          </a:p>
        </p:txBody>
      </p:sp>
      <p:pic>
        <p:nvPicPr>
          <p:cNvPr id="16" name="Picture 15">
            <a:extLst>
              <a:ext uri="{FF2B5EF4-FFF2-40B4-BE49-F238E27FC236}">
                <a16:creationId xmlns:a16="http://schemas.microsoft.com/office/drawing/2014/main" id="{9A2C9371-10EE-D6F8-97CA-3F18F8528C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344" y="857564"/>
            <a:ext cx="5722937" cy="2546706"/>
          </a:xfrm>
          <a:prstGeom prst="rect">
            <a:avLst/>
          </a:prstGeom>
          <a:noFill/>
        </p:spPr>
      </p:pic>
      <p:pic>
        <p:nvPicPr>
          <p:cNvPr id="24" name="Content Placeholder 3">
            <a:extLst>
              <a:ext uri="{FF2B5EF4-FFF2-40B4-BE49-F238E27FC236}">
                <a16:creationId xmlns:a16="http://schemas.microsoft.com/office/drawing/2014/main" id="{003CCF00-0EA5-C0E3-5A47-558EB8AA37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44" y="3233738"/>
            <a:ext cx="5542328" cy="1202697"/>
          </a:xfrm>
          <a:prstGeom prst="rect">
            <a:avLst/>
          </a:prstGeom>
        </p:spPr>
      </p:pic>
      <mc:AlternateContent xmlns:mc="http://schemas.openxmlformats.org/markup-compatibility/2006" xmlns:a14="http://schemas.microsoft.com/office/drawing/2010/main">
        <mc:Choice Requires="a14">
          <p:sp>
            <p:nvSpPr>
              <p:cNvPr id="26" name="Rectangle: Rounded Corners 25">
                <a:extLst>
                  <a:ext uri="{FF2B5EF4-FFF2-40B4-BE49-F238E27FC236}">
                    <a16:creationId xmlns:a16="http://schemas.microsoft.com/office/drawing/2014/main" id="{B146D018-2A02-10E7-B42D-043DFB0D52D9}"/>
                  </a:ext>
                </a:extLst>
              </p:cNvPr>
              <p:cNvSpPr/>
              <p:nvPr/>
            </p:nvSpPr>
            <p:spPr>
              <a:xfrm>
                <a:off x="7284132" y="2578992"/>
                <a:ext cx="3168352" cy="144016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𝑵</m:t>
                        </m:r>
                      </m:e>
                      <m:sub>
                        <m:r>
                          <a:rPr lang="en-US" sz="2400" b="1" i="1">
                            <a:latin typeface="Cambria Math" panose="02040503050406030204" pitchFamily="18" charset="0"/>
                          </a:rPr>
                          <m:t>𝒆</m:t>
                        </m:r>
                      </m:sub>
                    </m:sSub>
                    <m:r>
                      <a:rPr lang="en-US" sz="2400" b="1" i="1">
                        <a:latin typeface="Cambria Math" panose="02040503050406030204" pitchFamily="18" charset="0"/>
                      </a:rPr>
                      <m:t>&gt;</m:t>
                    </m:r>
                    <m:r>
                      <a:rPr lang="en-US" sz="2400" b="1" i="1">
                        <a:latin typeface="Cambria Math" panose="02040503050406030204" pitchFamily="18" charset="0"/>
                      </a:rPr>
                      <m:t>𝟓𝟎𝟎</m:t>
                    </m:r>
                  </m:oMath>
                </a14:m>
                <a:r>
                  <a:rPr lang="en-US" sz="2400" b="1" dirty="0"/>
                  <a:t> indicator</a:t>
                </a:r>
              </a:p>
              <a:p>
                <a:pPr algn="ctr"/>
                <a:endParaRPr lang="en-CH" dirty="0"/>
              </a:p>
            </p:txBody>
          </p:sp>
        </mc:Choice>
        <mc:Fallback xmlns="">
          <p:sp>
            <p:nvSpPr>
              <p:cNvPr id="26" name="Rectangle: Rounded Corners 25">
                <a:extLst>
                  <a:ext uri="{FF2B5EF4-FFF2-40B4-BE49-F238E27FC236}">
                    <a16:creationId xmlns:a16="http://schemas.microsoft.com/office/drawing/2014/main" id="{B146D018-2A02-10E7-B42D-043DFB0D52D9}"/>
                  </a:ext>
                </a:extLst>
              </p:cNvPr>
              <p:cNvSpPr>
                <a:spLocks noRot="1" noChangeAspect="1" noMove="1" noResize="1" noEditPoints="1" noAdjustHandles="1" noChangeArrowheads="1" noChangeShapeType="1" noTextEdit="1"/>
              </p:cNvSpPr>
              <p:nvPr/>
            </p:nvSpPr>
            <p:spPr>
              <a:xfrm>
                <a:off x="7284132" y="2578992"/>
                <a:ext cx="3168352" cy="1440160"/>
              </a:xfrm>
              <a:prstGeom prst="roundRect">
                <a:avLst/>
              </a:prstGeom>
              <a:blipFill>
                <a:blip r:embed="rId5"/>
                <a:stretch>
                  <a:fillRect/>
                </a:stretch>
              </a:blipFill>
              <a:ln>
                <a:noFill/>
              </a:ln>
            </p:spPr>
            <p:txBody>
              <a:bodyPr/>
              <a:lstStyle/>
              <a:p>
                <a:r>
                  <a:rPr lang="en-CH">
                    <a:noFill/>
                  </a:rPr>
                  <a:t> </a:t>
                </a:r>
              </a:p>
            </p:txBody>
          </p:sp>
        </mc:Fallback>
      </mc:AlternateContent>
      <p:sp>
        <p:nvSpPr>
          <p:cNvPr id="31" name="TextBox 30">
            <a:extLst>
              <a:ext uri="{FF2B5EF4-FFF2-40B4-BE49-F238E27FC236}">
                <a16:creationId xmlns:a16="http://schemas.microsoft.com/office/drawing/2014/main" id="{9BAD18F3-9C14-83E4-F785-526F6BE0A9C7}"/>
              </a:ext>
            </a:extLst>
          </p:cNvPr>
          <p:cNvSpPr txBox="1"/>
          <p:nvPr/>
        </p:nvSpPr>
        <p:spPr>
          <a:xfrm>
            <a:off x="7032104" y="2364671"/>
            <a:ext cx="3672408" cy="400465"/>
          </a:xfrm>
          <a:prstGeom prst="roundRect">
            <a:avLst/>
          </a:prstGeom>
          <a:solidFill>
            <a:schemeClr val="bg1">
              <a:lumMod val="95000"/>
            </a:schemeClr>
          </a:solidFill>
          <a:ln>
            <a:solidFill>
              <a:schemeClr val="accent1"/>
            </a:solidFill>
          </a:ln>
        </p:spPr>
        <p:txBody>
          <a:bodyPr wrap="square" lIns="0" tIns="0" rIns="0" bIns="0" rtlCol="0">
            <a:spAutoFit/>
          </a:bodyPr>
          <a:lstStyle/>
          <a:p>
            <a:pPr algn="ctr"/>
            <a:r>
              <a:rPr lang="en-US" sz="2400" b="1" dirty="0"/>
              <a:t>GBF Headline indicator A.4</a:t>
            </a:r>
            <a:endParaRPr lang="en-CH" dirty="0"/>
          </a:p>
        </p:txBody>
      </p:sp>
    </p:spTree>
    <p:extLst>
      <p:ext uri="{BB962C8B-B14F-4D97-AF65-F5344CB8AC3E}">
        <p14:creationId xmlns:p14="http://schemas.microsoft.com/office/powerpoint/2010/main" val="8305242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3C2F2-99D4-C9D1-3961-39D11E6DD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6E809-4DF2-9CD4-2C72-32E7B41EDEB3}"/>
              </a:ext>
            </a:extLst>
          </p:cNvPr>
          <p:cNvSpPr>
            <a:spLocks noGrp="1"/>
          </p:cNvSpPr>
          <p:nvPr>
            <p:ph type="title"/>
          </p:nvPr>
        </p:nvSpPr>
        <p:spPr/>
        <p:txBody>
          <a:bodyPr vert="horz" lIns="0" tIns="0" rIns="0" bIns="0" rtlCol="0" anchor="t">
            <a:normAutofit/>
          </a:bodyPr>
          <a:lstStyle/>
          <a:p>
            <a:r>
              <a:rPr lang="en-GB" b="1" kern="1200" spc="0" baseline="0" dirty="0"/>
              <a:t>My Project – Problem</a:t>
            </a:r>
          </a:p>
        </p:txBody>
      </p:sp>
      <p:sp>
        <p:nvSpPr>
          <p:cNvPr id="5" name="Date Placeholder 3">
            <a:extLst>
              <a:ext uri="{FF2B5EF4-FFF2-40B4-BE49-F238E27FC236}">
                <a16:creationId xmlns:a16="http://schemas.microsoft.com/office/drawing/2014/main" id="{08CFF4B6-D266-501B-1675-DDAC2618608E}"/>
              </a:ext>
            </a:extLst>
          </p:cNvPr>
          <p:cNvSpPr>
            <a:spLocks noGrp="1"/>
          </p:cNvSpPr>
          <p:nvPr>
            <p:ph type="dt" sz="half" idx="10"/>
          </p:nvPr>
        </p:nvSpPr>
        <p:spPr/>
        <p:txBody>
          <a:bodyPr anchor="t">
            <a:normAutofit/>
          </a:bodyPr>
          <a:lstStyle/>
          <a:p>
            <a:pPr>
              <a:spcAft>
                <a:spcPts val="600"/>
              </a:spcAft>
            </a:pPr>
            <a:fld id="{8667061C-9E28-42F9-B224-D178D2BF527B}" type="datetime1">
              <a:rPr lang="en-GB" sz="900" noProof="0" smtClean="0"/>
              <a:t>16/09/2026</a:t>
            </a:fld>
            <a:endParaRPr lang="en-GB" sz="900" noProof="0"/>
          </a:p>
        </p:txBody>
      </p:sp>
      <p:sp>
        <p:nvSpPr>
          <p:cNvPr id="14" name="Slide Number Placeholder 5">
            <a:extLst>
              <a:ext uri="{FF2B5EF4-FFF2-40B4-BE49-F238E27FC236}">
                <a16:creationId xmlns:a16="http://schemas.microsoft.com/office/drawing/2014/main" id="{1FCE2922-C86C-645D-CF36-61A16400EC24}"/>
              </a:ext>
            </a:extLst>
          </p:cNvPr>
          <p:cNvSpPr>
            <a:spLocks noGrp="1"/>
          </p:cNvSpPr>
          <p:nvPr>
            <p:ph type="sldNum" sz="quarter" idx="12"/>
          </p:nvPr>
        </p:nvSpPr>
        <p:spPr/>
        <p:txBody>
          <a:bodyPr anchor="t">
            <a:normAutofit/>
          </a:bodyPr>
          <a:lstStyle/>
          <a:p>
            <a:pPr>
              <a:spcAft>
                <a:spcPts val="600"/>
              </a:spcAft>
            </a:pPr>
            <a:fld id="{442AD375-037F-43D0-B059-5172DA06796A}" type="slidenum">
              <a:rPr lang="en-GB" sz="900" noProof="0" smtClean="0"/>
              <a:pPr>
                <a:spcAft>
                  <a:spcPts val="600"/>
                </a:spcAft>
              </a:pPr>
              <a:t>90</a:t>
            </a:fld>
            <a:endParaRPr lang="en-GB" sz="900" noProof="0"/>
          </a:p>
        </p:txBody>
      </p:sp>
      <p:sp>
        <p:nvSpPr>
          <p:cNvPr id="28" name="Text Placeholder 27">
            <a:extLst>
              <a:ext uri="{FF2B5EF4-FFF2-40B4-BE49-F238E27FC236}">
                <a16:creationId xmlns:a16="http://schemas.microsoft.com/office/drawing/2014/main" id="{3CB71478-D4C8-EFA1-335C-E76336931197}"/>
              </a:ext>
            </a:extLst>
          </p:cNvPr>
          <p:cNvSpPr>
            <a:spLocks noGrp="1"/>
          </p:cNvSpPr>
          <p:nvPr>
            <p:ph type="body" sz="quarter" idx="14"/>
          </p:nvPr>
        </p:nvSpPr>
        <p:spPr/>
        <p:txBody>
          <a:bodyPr/>
          <a:lstStyle/>
          <a:p>
            <a:endParaRPr lang="en-CH"/>
          </a:p>
        </p:txBody>
      </p:sp>
      <p:pic>
        <p:nvPicPr>
          <p:cNvPr id="16" name="Picture 15">
            <a:extLst>
              <a:ext uri="{FF2B5EF4-FFF2-40B4-BE49-F238E27FC236}">
                <a16:creationId xmlns:a16="http://schemas.microsoft.com/office/drawing/2014/main" id="{856D3E56-2889-7846-2C90-DB152138A6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344" y="857564"/>
            <a:ext cx="5722937" cy="2546706"/>
          </a:xfrm>
          <a:prstGeom prst="rect">
            <a:avLst/>
          </a:prstGeom>
          <a:noFill/>
        </p:spPr>
      </p:pic>
      <p:pic>
        <p:nvPicPr>
          <p:cNvPr id="24" name="Content Placeholder 3">
            <a:extLst>
              <a:ext uri="{FF2B5EF4-FFF2-40B4-BE49-F238E27FC236}">
                <a16:creationId xmlns:a16="http://schemas.microsoft.com/office/drawing/2014/main" id="{5D6CED6B-32A6-081F-5683-7A560B2FC2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44" y="3233738"/>
            <a:ext cx="5542328" cy="1202697"/>
          </a:xfrm>
          <a:prstGeom prst="rect">
            <a:avLst/>
          </a:prstGeom>
        </p:spPr>
      </p:pic>
      <mc:AlternateContent xmlns:mc="http://schemas.openxmlformats.org/markup-compatibility/2006" xmlns:a14="http://schemas.microsoft.com/office/drawing/2010/main">
        <mc:Choice Requires="a14">
          <p:sp>
            <p:nvSpPr>
              <p:cNvPr id="26" name="Oval 25">
                <a:extLst>
                  <a:ext uri="{FF2B5EF4-FFF2-40B4-BE49-F238E27FC236}">
                    <a16:creationId xmlns:a16="http://schemas.microsoft.com/office/drawing/2014/main" id="{40EFE484-AC8E-131A-BADF-F8EAB3CBA7E2}"/>
                  </a:ext>
                </a:extLst>
              </p:cNvPr>
              <p:cNvSpPr/>
              <p:nvPr/>
            </p:nvSpPr>
            <p:spPr>
              <a:xfrm>
                <a:off x="7104112" y="2564904"/>
                <a:ext cx="3528392" cy="172819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𝑒</m:t>
                        </m:r>
                      </m:sub>
                    </m:sSub>
                    <m:r>
                      <a:rPr lang="en-US" sz="2400" i="1">
                        <a:latin typeface="Cambria Math" panose="02040503050406030204" pitchFamily="18" charset="0"/>
                      </a:rPr>
                      <m:t>&gt;500</m:t>
                    </m:r>
                  </m:oMath>
                </a14:m>
                <a:r>
                  <a:rPr lang="en-US" sz="2400" dirty="0"/>
                  <a:t> indicator</a:t>
                </a:r>
              </a:p>
              <a:p>
                <a:pPr algn="ctr"/>
                <a:endParaRPr lang="en-CH" dirty="0"/>
              </a:p>
            </p:txBody>
          </p:sp>
        </mc:Choice>
        <mc:Fallback xmlns="">
          <p:sp>
            <p:nvSpPr>
              <p:cNvPr id="26" name="Oval 25">
                <a:extLst>
                  <a:ext uri="{FF2B5EF4-FFF2-40B4-BE49-F238E27FC236}">
                    <a16:creationId xmlns:a16="http://schemas.microsoft.com/office/drawing/2014/main" id="{40EFE484-AC8E-131A-BADF-F8EAB3CBA7E2}"/>
                  </a:ext>
                </a:extLst>
              </p:cNvPr>
              <p:cNvSpPr>
                <a:spLocks noRot="1" noChangeAspect="1" noMove="1" noResize="1" noEditPoints="1" noAdjustHandles="1" noChangeArrowheads="1" noChangeShapeType="1" noTextEdit="1"/>
              </p:cNvSpPr>
              <p:nvPr/>
            </p:nvSpPr>
            <p:spPr>
              <a:xfrm>
                <a:off x="7104112" y="2564904"/>
                <a:ext cx="3528392" cy="1728192"/>
              </a:xfrm>
              <a:prstGeom prst="ellipse">
                <a:avLst/>
              </a:prstGeom>
              <a:blipFill>
                <a:blip r:embed="rId5"/>
                <a:stretch>
                  <a:fillRect/>
                </a:stretch>
              </a:blipFill>
              <a:ln>
                <a:noFill/>
              </a:ln>
            </p:spPr>
            <p:txBody>
              <a:bodyPr/>
              <a:lstStyle/>
              <a:p>
                <a:r>
                  <a:rPr lang="en-CH">
                    <a:noFill/>
                  </a:rPr>
                  <a:t> </a:t>
                </a:r>
              </a:p>
            </p:txBody>
          </p:sp>
        </mc:Fallback>
      </mc:AlternateContent>
      <p:sp>
        <p:nvSpPr>
          <p:cNvPr id="31" name="TextBox 30">
            <a:extLst>
              <a:ext uri="{FF2B5EF4-FFF2-40B4-BE49-F238E27FC236}">
                <a16:creationId xmlns:a16="http://schemas.microsoft.com/office/drawing/2014/main" id="{856270FD-4D09-AC43-03EA-1831DC31068E}"/>
              </a:ext>
            </a:extLst>
          </p:cNvPr>
          <p:cNvSpPr txBox="1"/>
          <p:nvPr/>
        </p:nvSpPr>
        <p:spPr>
          <a:xfrm>
            <a:off x="7032104" y="2364671"/>
            <a:ext cx="3672408" cy="400465"/>
          </a:xfrm>
          <a:prstGeom prst="roundRect">
            <a:avLst/>
          </a:prstGeom>
          <a:solidFill>
            <a:schemeClr val="bg1">
              <a:lumMod val="95000"/>
            </a:schemeClr>
          </a:solidFill>
          <a:ln>
            <a:solidFill>
              <a:schemeClr val="accent1"/>
            </a:solidFill>
          </a:ln>
        </p:spPr>
        <p:txBody>
          <a:bodyPr wrap="square" lIns="0" tIns="0" rIns="0" bIns="0" rtlCol="0">
            <a:spAutoFit/>
          </a:bodyPr>
          <a:lstStyle/>
          <a:p>
            <a:pPr algn="ctr"/>
            <a:r>
              <a:rPr lang="en-US" sz="2400" b="1" dirty="0"/>
              <a:t>GBF Headline indicator A.4</a:t>
            </a:r>
            <a:endParaRPr lang="en-CH" dirty="0"/>
          </a:p>
        </p:txBody>
      </p:sp>
      <p:sp>
        <p:nvSpPr>
          <p:cNvPr id="3" name="Explosion: 8 Points 2">
            <a:extLst>
              <a:ext uri="{FF2B5EF4-FFF2-40B4-BE49-F238E27FC236}">
                <a16:creationId xmlns:a16="http://schemas.microsoft.com/office/drawing/2014/main" id="{F07AA98E-3BA5-E718-8663-5C48F78712CA}"/>
              </a:ext>
            </a:extLst>
          </p:cNvPr>
          <p:cNvSpPr/>
          <p:nvPr/>
        </p:nvSpPr>
        <p:spPr>
          <a:xfrm>
            <a:off x="722002" y="244800"/>
            <a:ext cx="10990622" cy="5858022"/>
          </a:xfrm>
          <a:prstGeom prst="irregularSeal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Signed by 196 countries </a:t>
            </a:r>
            <a:endParaRPr lang="en-CH" sz="3200" b="1" dirty="0"/>
          </a:p>
        </p:txBody>
      </p:sp>
    </p:spTree>
    <p:extLst>
      <p:ext uri="{BB962C8B-B14F-4D97-AF65-F5344CB8AC3E}">
        <p14:creationId xmlns:p14="http://schemas.microsoft.com/office/powerpoint/2010/main" val="35026379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0771E-00DE-1A98-FBB3-4BC2DC464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F4B89-B5DE-9FBC-4634-0B4972EF309D}"/>
              </a:ext>
            </a:extLst>
          </p:cNvPr>
          <p:cNvSpPr>
            <a:spLocks noGrp="1"/>
          </p:cNvSpPr>
          <p:nvPr>
            <p:ph type="title"/>
          </p:nvPr>
        </p:nvSpPr>
        <p:spPr>
          <a:xfrm>
            <a:off x="273600" y="244800"/>
            <a:ext cx="11650662" cy="625944"/>
          </a:xfrm>
        </p:spPr>
        <p:txBody>
          <a:bodyPr vert="horz" lIns="0" tIns="0" rIns="0" bIns="0" rtlCol="0" anchor="t">
            <a:normAutofit/>
          </a:bodyPr>
          <a:lstStyle/>
          <a:p>
            <a:r>
              <a:rPr lang="en-GB" dirty="0"/>
              <a:t>My Project – Problem</a:t>
            </a:r>
            <a:endParaRPr lang="en-GB" b="1" kern="1200" spc="0" baseline="0" dirty="0">
              <a:latin typeface="+mj-lt"/>
              <a:ea typeface="+mj-ea"/>
              <a:cs typeface="+mj-cs"/>
            </a:endParaRPr>
          </a:p>
        </p:txBody>
      </p:sp>
      <p:sp>
        <p:nvSpPr>
          <p:cNvPr id="5" name="Date Placeholder 3">
            <a:extLst>
              <a:ext uri="{FF2B5EF4-FFF2-40B4-BE49-F238E27FC236}">
                <a16:creationId xmlns:a16="http://schemas.microsoft.com/office/drawing/2014/main" id="{DAA721BF-84B5-70AD-FBE6-21DC7428933F}"/>
              </a:ext>
            </a:extLst>
          </p:cNvPr>
          <p:cNvSpPr>
            <a:spLocks noGrp="1"/>
          </p:cNvSpPr>
          <p:nvPr>
            <p:ph type="dt" sz="half" idx="10"/>
          </p:nvPr>
        </p:nvSpPr>
        <p:spPr>
          <a:xfrm>
            <a:off x="10416480" y="6424761"/>
            <a:ext cx="1189348" cy="144016"/>
          </a:xfrm>
        </p:spPr>
        <p:txBody>
          <a:bodyPr/>
          <a:lstStyle/>
          <a:p>
            <a:pPr>
              <a:spcAft>
                <a:spcPts val="600"/>
              </a:spcAft>
            </a:pPr>
            <a:fld id="{3ACD7779-068D-4AAD-8218-51DF92AA0CD0}" type="datetime1">
              <a:rPr lang="en-GB" noProof="0" smtClean="0"/>
              <a:t>16/09/2026</a:t>
            </a:fld>
            <a:endParaRPr lang="en-GB" noProof="0"/>
          </a:p>
        </p:txBody>
      </p:sp>
      <p:sp>
        <p:nvSpPr>
          <p:cNvPr id="14" name="Slide Number Placeholder 5">
            <a:extLst>
              <a:ext uri="{FF2B5EF4-FFF2-40B4-BE49-F238E27FC236}">
                <a16:creationId xmlns:a16="http://schemas.microsoft.com/office/drawing/2014/main" id="{30F1343A-5929-56C6-64B8-5762E21B9F0E}"/>
              </a:ext>
            </a:extLst>
          </p:cNvPr>
          <p:cNvSpPr>
            <a:spLocks noGrp="1"/>
          </p:cNvSpPr>
          <p:nvPr>
            <p:ph type="sldNum" sz="quarter" idx="12"/>
          </p:nvPr>
        </p:nvSpPr>
        <p:spPr>
          <a:xfrm>
            <a:off x="11712624" y="6424761"/>
            <a:ext cx="209500" cy="144016"/>
          </a:xfrm>
        </p:spPr>
        <p:txBody>
          <a:bodyPr/>
          <a:lstStyle/>
          <a:p>
            <a:pPr>
              <a:spcAft>
                <a:spcPts val="600"/>
              </a:spcAft>
            </a:pPr>
            <a:fld id="{442AD375-037F-43D0-B059-5172DA06796A}" type="slidenum">
              <a:rPr lang="en-GB" noProof="0" smtClean="0"/>
              <a:pPr>
                <a:spcAft>
                  <a:spcPts val="600"/>
                </a:spcAft>
              </a:pPr>
              <a:t>91</a:t>
            </a:fld>
            <a:endParaRPr lang="en-GB" noProof="0"/>
          </a:p>
        </p:txBody>
      </p:sp>
      <p:grpSp>
        <p:nvGrpSpPr>
          <p:cNvPr id="81" name="Group 80">
            <a:extLst>
              <a:ext uri="{FF2B5EF4-FFF2-40B4-BE49-F238E27FC236}">
                <a16:creationId xmlns:a16="http://schemas.microsoft.com/office/drawing/2014/main" id="{F70E51ED-BB53-EBD3-CABC-CCD267280257}"/>
              </a:ext>
            </a:extLst>
          </p:cNvPr>
          <p:cNvGrpSpPr/>
          <p:nvPr/>
        </p:nvGrpSpPr>
        <p:grpSpPr>
          <a:xfrm>
            <a:off x="1401298" y="1200051"/>
            <a:ext cx="8164051" cy="4457898"/>
            <a:chOff x="1532349" y="1059334"/>
            <a:chExt cx="7922096" cy="4628405"/>
          </a:xfrm>
        </p:grpSpPr>
        <p:sp>
          <p:nvSpPr>
            <p:cNvPr id="3" name="Oval 2">
              <a:extLst>
                <a:ext uri="{FF2B5EF4-FFF2-40B4-BE49-F238E27FC236}">
                  <a16:creationId xmlns:a16="http://schemas.microsoft.com/office/drawing/2014/main" id="{ADF40FEA-A242-0FC6-3D40-DC14F6D58235}"/>
                </a:ext>
              </a:extLst>
            </p:cNvPr>
            <p:cNvSpPr/>
            <p:nvPr/>
          </p:nvSpPr>
          <p:spPr>
            <a:xfrm>
              <a:off x="1532349" y="1170260"/>
              <a:ext cx="7922096" cy="4517479"/>
            </a:xfrm>
            <a:prstGeom prst="ellipse">
              <a:avLst/>
            </a:prstGeom>
            <a:solidFill>
              <a:schemeClr val="bg1">
                <a:lumMod val="95000"/>
              </a:schemeClr>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775D10D-D058-FFCD-8A2E-CA708DD243A8}"/>
                    </a:ext>
                  </a:extLst>
                </p:cNvPr>
                <p:cNvSpPr txBox="1"/>
                <p:nvPr/>
              </p:nvSpPr>
              <p:spPr>
                <a:xfrm>
                  <a:off x="7080236" y="3280402"/>
                  <a:ext cx="1226591" cy="1101224"/>
                </a:xfrm>
                <a:prstGeom prst="roundRect">
                  <a:avLst/>
                </a:prstGeom>
                <a:solidFill>
                  <a:schemeClr val="bg1"/>
                </a:solidFill>
                <a:ln>
                  <a:noFill/>
                </a:ln>
              </p:spPr>
              <p:txBody>
                <a:bodyPr wrap="square" lIns="0" tIns="0" rIns="0" bIns="0" rtlCol="0">
                  <a:spAutoFit/>
                </a:bodyPr>
                <a:lstStyle/>
                <a:p>
                  <a:pPr algn="ctr"/>
                  <a14:m>
                    <m:oMathPara xmlns:m="http://schemas.openxmlformats.org/officeDocument/2006/math">
                      <m:oMath>
                        <m:sSub>
                          <m:sSubPr>
                            <m:ctrlPr>
                              <a:rPr lang="en-US" sz="6600" b="0" i="1" smtClean="0">
                                <a:latin typeface="Cambria Math" panose="02040503050406030204" pitchFamily="18" charset="0"/>
                              </a:rPr>
                            </m:ctrlPr>
                          </m:sSubPr>
                          <m:e>
                            <m:r>
                              <a:rPr lang="en-US" sz="6600" b="0" i="1" smtClean="0">
                                <a:latin typeface="Cambria Math" panose="02040503050406030204" pitchFamily="18" charset="0"/>
                              </a:rPr>
                              <m:t>𝑁</m:t>
                            </m:r>
                          </m:e>
                          <m:sub>
                            <m:r>
                              <a:rPr lang="en-US" sz="6600" b="0" i="1" smtClean="0">
                                <a:latin typeface="Cambria Math" panose="02040503050406030204" pitchFamily="18" charset="0"/>
                              </a:rPr>
                              <m:t>𝑐</m:t>
                            </m:r>
                          </m:sub>
                        </m:sSub>
                      </m:oMath>
                    </m:oMathPara>
                  </a14:m>
                  <a:endParaRPr lang="en-CH" sz="6600" dirty="0"/>
                </a:p>
              </p:txBody>
            </p:sp>
          </mc:Choice>
          <mc:Fallback xmlns="">
            <p:sp>
              <p:nvSpPr>
                <p:cNvPr id="7" name="TextBox 6">
                  <a:extLst>
                    <a:ext uri="{FF2B5EF4-FFF2-40B4-BE49-F238E27FC236}">
                      <a16:creationId xmlns:a16="http://schemas.microsoft.com/office/drawing/2014/main" id="{2775D10D-D058-FFCD-8A2E-CA708DD243A8}"/>
                    </a:ext>
                  </a:extLst>
                </p:cNvPr>
                <p:cNvSpPr txBox="1">
                  <a:spLocks noRot="1" noChangeAspect="1" noMove="1" noResize="1" noEditPoints="1" noAdjustHandles="1" noChangeArrowheads="1" noChangeShapeType="1" noTextEdit="1"/>
                </p:cNvSpPr>
                <p:nvPr/>
              </p:nvSpPr>
              <p:spPr>
                <a:xfrm>
                  <a:off x="7080236" y="3280402"/>
                  <a:ext cx="1226591" cy="1101224"/>
                </a:xfrm>
                <a:prstGeom prst="roundRect">
                  <a:avLst/>
                </a:prstGeom>
                <a:blipFill>
                  <a:blip r:embed="rId3"/>
                  <a:stretch>
                    <a:fillRect/>
                  </a:stretch>
                </a:blipFill>
                <a:ln>
                  <a:noFill/>
                </a:ln>
              </p:spPr>
              <p:txBody>
                <a:bodyPr/>
                <a:lstStyle/>
                <a:p>
                  <a:r>
                    <a:rPr lang="en-CH">
                      <a:noFill/>
                    </a:rPr>
                    <a:t> </a:t>
                  </a:r>
                </a:p>
              </p:txBody>
            </p:sp>
          </mc:Fallback>
        </mc:AlternateContent>
        <p:pic>
          <p:nvPicPr>
            <p:cNvPr id="11" name="Graphic 10" descr="Fish with solid fill">
              <a:extLst>
                <a:ext uri="{FF2B5EF4-FFF2-40B4-BE49-F238E27FC236}">
                  <a16:creationId xmlns:a16="http://schemas.microsoft.com/office/drawing/2014/main" id="{BD62B450-DFD8-FADC-4972-E8A7AD5F8A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37304" y="1553667"/>
              <a:ext cx="914400" cy="914400"/>
            </a:xfrm>
            <a:prstGeom prst="rect">
              <a:avLst/>
            </a:prstGeom>
          </p:spPr>
        </p:pic>
        <p:pic>
          <p:nvPicPr>
            <p:cNvPr id="13" name="Graphic 12" descr="Fish with solid fill">
              <a:extLst>
                <a:ext uri="{FF2B5EF4-FFF2-40B4-BE49-F238E27FC236}">
                  <a16:creationId xmlns:a16="http://schemas.microsoft.com/office/drawing/2014/main" id="{A74F34D4-FC06-463E-B8CD-60A20661E4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49083" y="1059334"/>
              <a:ext cx="914400" cy="914400"/>
            </a:xfrm>
            <a:prstGeom prst="rect">
              <a:avLst/>
            </a:prstGeom>
          </p:spPr>
        </p:pic>
        <p:pic>
          <p:nvPicPr>
            <p:cNvPr id="16" name="Graphic 15" descr="Fish with solid fill">
              <a:extLst>
                <a:ext uri="{FF2B5EF4-FFF2-40B4-BE49-F238E27FC236}">
                  <a16:creationId xmlns:a16="http://schemas.microsoft.com/office/drawing/2014/main" id="{05879FDB-5546-EEF9-D301-4F1F72EAE2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3132" y="3896684"/>
              <a:ext cx="914400" cy="914400"/>
            </a:xfrm>
            <a:prstGeom prst="rect">
              <a:avLst/>
            </a:prstGeom>
          </p:spPr>
        </p:pic>
        <p:pic>
          <p:nvPicPr>
            <p:cNvPr id="20" name="Graphic 19" descr="Fish with solid fill">
              <a:extLst>
                <a:ext uri="{FF2B5EF4-FFF2-40B4-BE49-F238E27FC236}">
                  <a16:creationId xmlns:a16="http://schemas.microsoft.com/office/drawing/2014/main" id="{96846D15-5180-2C8E-54A1-B20C7E451D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3036" y="1493292"/>
              <a:ext cx="914400" cy="914400"/>
            </a:xfrm>
            <a:prstGeom prst="rect">
              <a:avLst/>
            </a:prstGeom>
          </p:spPr>
        </p:pic>
        <p:pic>
          <p:nvPicPr>
            <p:cNvPr id="25" name="Graphic 24" descr="Fish with solid fill">
              <a:extLst>
                <a:ext uri="{FF2B5EF4-FFF2-40B4-BE49-F238E27FC236}">
                  <a16:creationId xmlns:a16="http://schemas.microsoft.com/office/drawing/2014/main" id="{81D31030-6B13-6B8E-32E5-2B2EA255E8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37941" y="1138808"/>
              <a:ext cx="914400" cy="914400"/>
            </a:xfrm>
            <a:prstGeom prst="rect">
              <a:avLst/>
            </a:prstGeom>
          </p:spPr>
        </p:pic>
        <p:pic>
          <p:nvPicPr>
            <p:cNvPr id="27" name="Graphic 26" descr="Fish with solid fill">
              <a:extLst>
                <a:ext uri="{FF2B5EF4-FFF2-40B4-BE49-F238E27FC236}">
                  <a16:creationId xmlns:a16="http://schemas.microsoft.com/office/drawing/2014/main" id="{378D6003-3EB0-D7DF-B48A-B3A5572C52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91883" y="3949649"/>
              <a:ext cx="914400" cy="914400"/>
            </a:xfrm>
            <a:prstGeom prst="rect">
              <a:avLst/>
            </a:prstGeom>
          </p:spPr>
        </p:pic>
        <p:pic>
          <p:nvPicPr>
            <p:cNvPr id="29" name="Graphic 28" descr="Fish with solid fill">
              <a:extLst>
                <a:ext uri="{FF2B5EF4-FFF2-40B4-BE49-F238E27FC236}">
                  <a16:creationId xmlns:a16="http://schemas.microsoft.com/office/drawing/2014/main" id="{C0382E1A-A276-F145-778D-911F04371B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23363" y="2805361"/>
              <a:ext cx="914400" cy="914400"/>
            </a:xfrm>
            <a:prstGeom prst="rect">
              <a:avLst/>
            </a:prstGeom>
          </p:spPr>
        </p:pic>
        <p:pic>
          <p:nvPicPr>
            <p:cNvPr id="31" name="Graphic 30" descr="Fish with solid fill">
              <a:extLst>
                <a:ext uri="{FF2B5EF4-FFF2-40B4-BE49-F238E27FC236}">
                  <a16:creationId xmlns:a16="http://schemas.microsoft.com/office/drawing/2014/main" id="{4764718A-5321-9D19-FB82-7E89C7E6AD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54111" y="3679504"/>
              <a:ext cx="914400" cy="914400"/>
            </a:xfrm>
            <a:prstGeom prst="rect">
              <a:avLst/>
            </a:prstGeom>
          </p:spPr>
        </p:pic>
        <p:pic>
          <p:nvPicPr>
            <p:cNvPr id="33" name="Graphic 32" descr="Fish with solid fill">
              <a:extLst>
                <a:ext uri="{FF2B5EF4-FFF2-40B4-BE49-F238E27FC236}">
                  <a16:creationId xmlns:a16="http://schemas.microsoft.com/office/drawing/2014/main" id="{9EC5245D-1A35-942B-8D07-4ED9295E50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70551" y="1580803"/>
              <a:ext cx="914400" cy="914400"/>
            </a:xfrm>
            <a:prstGeom prst="rect">
              <a:avLst/>
            </a:prstGeom>
          </p:spPr>
        </p:pic>
        <p:pic>
          <p:nvPicPr>
            <p:cNvPr id="37" name="Graphic 36" descr="Fish with solid fill">
              <a:extLst>
                <a:ext uri="{FF2B5EF4-FFF2-40B4-BE49-F238E27FC236}">
                  <a16:creationId xmlns:a16="http://schemas.microsoft.com/office/drawing/2014/main" id="{C0F70602-0F5B-E0ED-B77A-244FC4EF96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70518" y="2280973"/>
              <a:ext cx="914400" cy="914400"/>
            </a:xfrm>
            <a:prstGeom prst="rect">
              <a:avLst/>
            </a:prstGeom>
          </p:spPr>
        </p:pic>
        <p:pic>
          <p:nvPicPr>
            <p:cNvPr id="39" name="Graphic 38" descr="Fish with solid fill">
              <a:extLst>
                <a:ext uri="{FF2B5EF4-FFF2-40B4-BE49-F238E27FC236}">
                  <a16:creationId xmlns:a16="http://schemas.microsoft.com/office/drawing/2014/main" id="{200D8E6A-EF0E-48A6-F2E6-3E383EFE28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24080" y="2353052"/>
              <a:ext cx="914400" cy="914400"/>
            </a:xfrm>
            <a:prstGeom prst="rect">
              <a:avLst/>
            </a:prstGeom>
          </p:spPr>
        </p:pic>
        <p:pic>
          <p:nvPicPr>
            <p:cNvPr id="41" name="Graphic 40" descr="Fish with solid fill">
              <a:extLst>
                <a:ext uri="{FF2B5EF4-FFF2-40B4-BE49-F238E27FC236}">
                  <a16:creationId xmlns:a16="http://schemas.microsoft.com/office/drawing/2014/main" id="{26E4A949-07EE-63A9-7E37-6958350F63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06877" y="2267891"/>
              <a:ext cx="914400" cy="914400"/>
            </a:xfrm>
            <a:prstGeom prst="rect">
              <a:avLst/>
            </a:prstGeom>
          </p:spPr>
        </p:pic>
        <p:pic>
          <p:nvPicPr>
            <p:cNvPr id="43" name="Graphic 42" descr="Fish with solid fill">
              <a:extLst>
                <a:ext uri="{FF2B5EF4-FFF2-40B4-BE49-F238E27FC236}">
                  <a16:creationId xmlns:a16="http://schemas.microsoft.com/office/drawing/2014/main" id="{3AD2FB64-DE43-B3A2-553A-9EA31AAD3F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55803" y="2136825"/>
              <a:ext cx="914400" cy="914400"/>
            </a:xfrm>
            <a:prstGeom prst="rect">
              <a:avLst/>
            </a:prstGeom>
          </p:spPr>
        </p:pic>
        <p:pic>
          <p:nvPicPr>
            <p:cNvPr id="45" name="Graphic 44" descr="Fish with solid fill">
              <a:extLst>
                <a:ext uri="{FF2B5EF4-FFF2-40B4-BE49-F238E27FC236}">
                  <a16:creationId xmlns:a16="http://schemas.microsoft.com/office/drawing/2014/main" id="{55AF8B15-3497-0BBD-3452-375FE85122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2107" y="3330585"/>
              <a:ext cx="914400" cy="914400"/>
            </a:xfrm>
            <a:prstGeom prst="rect">
              <a:avLst/>
            </a:prstGeom>
          </p:spPr>
        </p:pic>
        <p:pic>
          <p:nvPicPr>
            <p:cNvPr id="50" name="Graphic 49" descr="Fish with solid fill">
              <a:extLst>
                <a:ext uri="{FF2B5EF4-FFF2-40B4-BE49-F238E27FC236}">
                  <a16:creationId xmlns:a16="http://schemas.microsoft.com/office/drawing/2014/main" id="{D7B747A8-0BDF-4D4F-34C3-1F449204E7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25130" y="1179091"/>
              <a:ext cx="914400" cy="914400"/>
            </a:xfrm>
            <a:prstGeom prst="rect">
              <a:avLst/>
            </a:prstGeom>
          </p:spPr>
        </p:pic>
        <p:pic>
          <p:nvPicPr>
            <p:cNvPr id="52" name="Graphic 51" descr="Fish with solid fill">
              <a:extLst>
                <a:ext uri="{FF2B5EF4-FFF2-40B4-BE49-F238E27FC236}">
                  <a16:creationId xmlns:a16="http://schemas.microsoft.com/office/drawing/2014/main" id="{B6673327-F10E-B60B-62C2-E78EABC73D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66909" y="1615691"/>
              <a:ext cx="914400" cy="914400"/>
            </a:xfrm>
            <a:prstGeom prst="rect">
              <a:avLst/>
            </a:prstGeom>
          </p:spPr>
        </p:pic>
        <p:pic>
          <p:nvPicPr>
            <p:cNvPr id="53" name="Graphic 52" descr="Fish with solid fill">
              <a:extLst>
                <a:ext uri="{FF2B5EF4-FFF2-40B4-BE49-F238E27FC236}">
                  <a16:creationId xmlns:a16="http://schemas.microsoft.com/office/drawing/2014/main" id="{EA301D1B-6280-32A8-7CE9-306D699385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87336" y="4593904"/>
              <a:ext cx="914400" cy="914400"/>
            </a:xfrm>
            <a:prstGeom prst="rect">
              <a:avLst/>
            </a:prstGeom>
          </p:spPr>
        </p:pic>
        <p:pic>
          <p:nvPicPr>
            <p:cNvPr id="54" name="Graphic 53" descr="Fish with solid fill">
              <a:extLst>
                <a:ext uri="{FF2B5EF4-FFF2-40B4-BE49-F238E27FC236}">
                  <a16:creationId xmlns:a16="http://schemas.microsoft.com/office/drawing/2014/main" id="{1FBAE9D0-86DF-FDCC-7329-F24FF597CA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85904" y="2591677"/>
              <a:ext cx="914400" cy="914400"/>
            </a:xfrm>
            <a:prstGeom prst="rect">
              <a:avLst/>
            </a:prstGeom>
          </p:spPr>
        </p:pic>
        <p:pic>
          <p:nvPicPr>
            <p:cNvPr id="55" name="Graphic 54" descr="Fish with solid fill">
              <a:extLst>
                <a:ext uri="{FF2B5EF4-FFF2-40B4-BE49-F238E27FC236}">
                  <a16:creationId xmlns:a16="http://schemas.microsoft.com/office/drawing/2014/main" id="{A4426121-157F-478A-B30A-8585CEDFFC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19169" y="4472706"/>
              <a:ext cx="914400" cy="914400"/>
            </a:xfrm>
            <a:prstGeom prst="rect">
              <a:avLst/>
            </a:prstGeom>
          </p:spPr>
        </p:pic>
        <p:pic>
          <p:nvPicPr>
            <p:cNvPr id="56" name="Graphic 55" descr="Fish with solid fill">
              <a:extLst>
                <a:ext uri="{FF2B5EF4-FFF2-40B4-BE49-F238E27FC236}">
                  <a16:creationId xmlns:a16="http://schemas.microsoft.com/office/drawing/2014/main" id="{0D24F4AC-8FA9-5306-E526-339EACEC23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57665" y="1571972"/>
              <a:ext cx="914400" cy="914400"/>
            </a:xfrm>
            <a:prstGeom prst="rect">
              <a:avLst/>
            </a:prstGeom>
          </p:spPr>
        </p:pic>
        <p:grpSp>
          <p:nvGrpSpPr>
            <p:cNvPr id="76" name="Group 75">
              <a:extLst>
                <a:ext uri="{FF2B5EF4-FFF2-40B4-BE49-F238E27FC236}">
                  <a16:creationId xmlns:a16="http://schemas.microsoft.com/office/drawing/2014/main" id="{C059685D-E1A8-DB1F-6CE5-846A215536F4}"/>
                </a:ext>
              </a:extLst>
            </p:cNvPr>
            <p:cNvGrpSpPr/>
            <p:nvPr/>
          </p:nvGrpSpPr>
          <p:grpSpPr>
            <a:xfrm>
              <a:off x="1910964" y="2069084"/>
              <a:ext cx="3024336" cy="2592288"/>
              <a:chOff x="1415480" y="1556792"/>
              <a:chExt cx="3024336" cy="2592288"/>
            </a:xfrm>
          </p:grpSpPr>
          <p:sp>
            <p:nvSpPr>
              <p:cNvPr id="4" name="Flowchart: Connector 3">
                <a:extLst>
                  <a:ext uri="{FF2B5EF4-FFF2-40B4-BE49-F238E27FC236}">
                    <a16:creationId xmlns:a16="http://schemas.microsoft.com/office/drawing/2014/main" id="{C190D4D4-1C2F-C13B-6B6B-C56145B5F1DD}"/>
                  </a:ext>
                </a:extLst>
              </p:cNvPr>
              <p:cNvSpPr/>
              <p:nvPr/>
            </p:nvSpPr>
            <p:spPr>
              <a:xfrm>
                <a:off x="1415480" y="1556792"/>
                <a:ext cx="3024336" cy="2592288"/>
              </a:xfrm>
              <a:prstGeom prst="flowChartConnector">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35" name="Graphic 34" descr="Fish with solid fill">
                <a:extLst>
                  <a:ext uri="{FF2B5EF4-FFF2-40B4-BE49-F238E27FC236}">
                    <a16:creationId xmlns:a16="http://schemas.microsoft.com/office/drawing/2014/main" id="{07195A17-3A73-CBF8-FE1D-F0627C98B76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14963" y="2857054"/>
                <a:ext cx="914400" cy="914400"/>
              </a:xfrm>
              <a:prstGeom prst="rect">
                <a:avLst/>
              </a:prstGeom>
            </p:spPr>
          </p:pic>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39057E2-85C2-EFDA-8A1F-40349D7A3529}"/>
                      </a:ext>
                    </a:extLst>
                  </p:cNvPr>
                  <p:cNvSpPr txBox="1"/>
                  <p:nvPr/>
                </p:nvSpPr>
                <p:spPr>
                  <a:xfrm>
                    <a:off x="2063281" y="3044781"/>
                    <a:ext cx="756084" cy="734173"/>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lIns="0" tIns="0" rIns="0" bIns="0" rtlCol="0">
                    <a:spAutoFit/>
                  </a:bodyPr>
                  <a:lstStyle/>
                  <a:p>
                    <a:pPr/>
                    <a14:m>
                      <m:oMathPara xmlns:m="http://schemas.openxmlformats.org/officeDocument/2006/math">
                        <m:oMath>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𝑁</m:t>
                              </m:r>
                            </m:e>
                            <m:sub>
                              <m:r>
                                <a:rPr lang="en-US" sz="4400" b="0" i="1" smtClean="0">
                                  <a:latin typeface="Cambria Math" panose="02040503050406030204" pitchFamily="18" charset="0"/>
                                </a:rPr>
                                <m:t>𝑒</m:t>
                              </m:r>
                            </m:sub>
                          </m:sSub>
                        </m:oMath>
                      </m:oMathPara>
                    </a14:m>
                    <a:endParaRPr lang="en-CH" sz="4400" dirty="0"/>
                  </a:p>
                </p:txBody>
              </p:sp>
            </mc:Choice>
            <mc:Fallback xmlns="">
              <p:sp>
                <p:nvSpPr>
                  <p:cNvPr id="46" name="TextBox 45">
                    <a:extLst>
                      <a:ext uri="{FF2B5EF4-FFF2-40B4-BE49-F238E27FC236}">
                        <a16:creationId xmlns:a16="http://schemas.microsoft.com/office/drawing/2014/main" id="{039057E2-85C2-EFDA-8A1F-40349D7A3529}"/>
                      </a:ext>
                    </a:extLst>
                  </p:cNvPr>
                  <p:cNvSpPr txBox="1">
                    <a:spLocks noRot="1" noChangeAspect="1" noMove="1" noResize="1" noEditPoints="1" noAdjustHandles="1" noChangeArrowheads="1" noChangeShapeType="1" noTextEdit="1"/>
                  </p:cNvSpPr>
                  <p:nvPr/>
                </p:nvSpPr>
                <p:spPr>
                  <a:xfrm>
                    <a:off x="2063281" y="3044781"/>
                    <a:ext cx="756084" cy="734173"/>
                  </a:xfrm>
                  <a:prstGeom prst="roundRect">
                    <a:avLst/>
                  </a:prstGeom>
                  <a:blipFill>
                    <a:blip r:embed="rId6"/>
                    <a:stretch>
                      <a:fillRect/>
                    </a:stretch>
                  </a:blipFill>
                  <a:ln>
                    <a:solidFill>
                      <a:schemeClr val="tx1"/>
                    </a:solidFill>
                  </a:ln>
                  <a:effectLst>
                    <a:outerShdw blurRad="50800" dist="38100" dir="2700000" algn="tl" rotWithShape="0">
                      <a:prstClr val="black">
                        <a:alpha val="40000"/>
                      </a:prstClr>
                    </a:outerShdw>
                  </a:effectLst>
                </p:spPr>
                <p:txBody>
                  <a:bodyPr/>
                  <a:lstStyle/>
                  <a:p>
                    <a:r>
                      <a:rPr lang="en-CH">
                        <a:noFill/>
                      </a:rPr>
                      <a:t> </a:t>
                    </a:r>
                  </a:p>
                </p:txBody>
              </p:sp>
            </mc:Fallback>
          </mc:AlternateContent>
          <p:pic>
            <p:nvPicPr>
              <p:cNvPr id="47" name="Graphic 46" descr="Fish with solid fill">
                <a:extLst>
                  <a:ext uri="{FF2B5EF4-FFF2-40B4-BE49-F238E27FC236}">
                    <a16:creationId xmlns:a16="http://schemas.microsoft.com/office/drawing/2014/main" id="{3658D376-4C91-BE4E-B1E4-7A2B6F28EE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38798" y="1704975"/>
                <a:ext cx="914400" cy="914400"/>
              </a:xfrm>
              <a:prstGeom prst="rect">
                <a:avLst/>
              </a:prstGeom>
            </p:spPr>
          </p:pic>
          <p:pic>
            <p:nvPicPr>
              <p:cNvPr id="49" name="Graphic 48" descr="Fish with solid fill">
                <a:extLst>
                  <a:ext uri="{FF2B5EF4-FFF2-40B4-BE49-F238E27FC236}">
                    <a16:creationId xmlns:a16="http://schemas.microsoft.com/office/drawing/2014/main" id="{CD3C13CB-3308-7E50-94F4-BE78071DC1F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36332" y="1636737"/>
                <a:ext cx="914400" cy="914400"/>
              </a:xfrm>
              <a:prstGeom prst="rect">
                <a:avLst/>
              </a:prstGeom>
            </p:spPr>
          </p:pic>
          <p:pic>
            <p:nvPicPr>
              <p:cNvPr id="51" name="Graphic 50" descr="Fish with solid fill">
                <a:extLst>
                  <a:ext uri="{FF2B5EF4-FFF2-40B4-BE49-F238E27FC236}">
                    <a16:creationId xmlns:a16="http://schemas.microsoft.com/office/drawing/2014/main" id="{40CCD92B-31A3-9F24-9C30-D4BDB51521B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51054" y="2390068"/>
                <a:ext cx="756084" cy="756084"/>
              </a:xfrm>
              <a:prstGeom prst="rect">
                <a:avLst/>
              </a:prstGeom>
            </p:spPr>
          </p:pic>
          <p:pic>
            <p:nvPicPr>
              <p:cNvPr id="57" name="Graphic 56" descr="Fish with solid fill">
                <a:extLst>
                  <a:ext uri="{FF2B5EF4-FFF2-40B4-BE49-F238E27FC236}">
                    <a16:creationId xmlns:a16="http://schemas.microsoft.com/office/drawing/2014/main" id="{5DAEDDC3-D49B-0040-F257-9D55BCFF1C9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57632" y="2272142"/>
                <a:ext cx="914400" cy="914400"/>
              </a:xfrm>
              <a:prstGeom prst="rect">
                <a:avLst/>
              </a:prstGeom>
            </p:spPr>
          </p:pic>
        </p:grpSp>
        <p:pic>
          <p:nvPicPr>
            <p:cNvPr id="58" name="Graphic 57" descr="Fish with solid fill">
              <a:extLst>
                <a:ext uri="{FF2B5EF4-FFF2-40B4-BE49-F238E27FC236}">
                  <a16:creationId xmlns:a16="http://schemas.microsoft.com/office/drawing/2014/main" id="{C08E18B7-4056-8E52-0383-CF1BB857FE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15662" y="1944619"/>
              <a:ext cx="914400" cy="914400"/>
            </a:xfrm>
            <a:prstGeom prst="rect">
              <a:avLst/>
            </a:prstGeom>
          </p:spPr>
        </p:pic>
        <p:pic>
          <p:nvPicPr>
            <p:cNvPr id="59" name="Graphic 58" descr="Fish with solid fill">
              <a:extLst>
                <a:ext uri="{FF2B5EF4-FFF2-40B4-BE49-F238E27FC236}">
                  <a16:creationId xmlns:a16="http://schemas.microsoft.com/office/drawing/2014/main" id="{6040E6C7-DB37-60F0-E05F-8C89A44C14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38913" y="3121156"/>
              <a:ext cx="914400" cy="914400"/>
            </a:xfrm>
            <a:prstGeom prst="rect">
              <a:avLst/>
            </a:prstGeom>
          </p:spPr>
        </p:pic>
        <p:pic>
          <p:nvPicPr>
            <p:cNvPr id="78" name="Graphic 77" descr="Fish with solid fill">
              <a:extLst>
                <a:ext uri="{FF2B5EF4-FFF2-40B4-BE49-F238E27FC236}">
                  <a16:creationId xmlns:a16="http://schemas.microsoft.com/office/drawing/2014/main" id="{667A5431-AC11-3F0B-1C67-DB4BC5516E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72735" y="2653903"/>
              <a:ext cx="914400" cy="914400"/>
            </a:xfrm>
            <a:prstGeom prst="rect">
              <a:avLst/>
            </a:prstGeom>
          </p:spPr>
        </p:pic>
        <p:pic>
          <p:nvPicPr>
            <p:cNvPr id="80" name="Graphic 79" descr="Fish with solid fill">
              <a:extLst>
                <a:ext uri="{FF2B5EF4-FFF2-40B4-BE49-F238E27FC236}">
                  <a16:creationId xmlns:a16="http://schemas.microsoft.com/office/drawing/2014/main" id="{0DDF9ED2-4F63-A324-C659-72B3555F7B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38906" y="4450309"/>
              <a:ext cx="914400" cy="914400"/>
            </a:xfrm>
            <a:prstGeom prst="rect">
              <a:avLst/>
            </a:prstGeom>
          </p:spPr>
        </p:pic>
      </p:grpSp>
    </p:spTree>
    <p:extLst>
      <p:ext uri="{BB962C8B-B14F-4D97-AF65-F5344CB8AC3E}">
        <p14:creationId xmlns:p14="http://schemas.microsoft.com/office/powerpoint/2010/main" val="401481794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2E4EA3-61F0-8BF1-296B-78F6B5F23CB7}"/>
              </a:ext>
            </a:extLst>
          </p:cNvPr>
          <p:cNvSpPr>
            <a:spLocks noGrp="1"/>
          </p:cNvSpPr>
          <p:nvPr>
            <p:ph type="dt" sz="half" idx="10"/>
          </p:nvPr>
        </p:nvSpPr>
        <p:spPr/>
        <p:txBody>
          <a:bodyPr/>
          <a:lstStyle/>
          <a:p>
            <a:fld id="{0D7758E7-7A7C-4EB6-B057-FFF114A1EEFB}" type="datetime1">
              <a:rPr lang="en-GB" noProof="0" smtClean="0"/>
              <a:t>16/09/2026</a:t>
            </a:fld>
            <a:endParaRPr lang="en-GB" noProof="0" dirty="0"/>
          </a:p>
        </p:txBody>
      </p:sp>
      <p:sp>
        <p:nvSpPr>
          <p:cNvPr id="4" name="Slide Number Placeholder 3">
            <a:extLst>
              <a:ext uri="{FF2B5EF4-FFF2-40B4-BE49-F238E27FC236}">
                <a16:creationId xmlns:a16="http://schemas.microsoft.com/office/drawing/2014/main" id="{13DCDA36-C7F5-E813-95BD-1E8D6B53ACB6}"/>
              </a:ext>
            </a:extLst>
          </p:cNvPr>
          <p:cNvSpPr>
            <a:spLocks noGrp="1"/>
          </p:cNvSpPr>
          <p:nvPr>
            <p:ph type="sldNum" sz="quarter" idx="12"/>
          </p:nvPr>
        </p:nvSpPr>
        <p:spPr/>
        <p:txBody>
          <a:bodyPr/>
          <a:lstStyle/>
          <a:p>
            <a:fld id="{442AD375-037F-43D0-B059-5172DA06796A}" type="slidenum">
              <a:rPr lang="en-GB" noProof="0" smtClean="0"/>
              <a:pPr/>
              <a:t>92</a:t>
            </a:fld>
            <a:endParaRPr lang="en-GB" noProof="0" dirty="0"/>
          </a:p>
        </p:txBody>
      </p:sp>
      <p:sp>
        <p:nvSpPr>
          <p:cNvPr id="5" name="Title 1">
            <a:extLst>
              <a:ext uri="{FF2B5EF4-FFF2-40B4-BE49-F238E27FC236}">
                <a16:creationId xmlns:a16="http://schemas.microsoft.com/office/drawing/2014/main" id="{35B58728-972D-02CE-C3E6-F6923D4CF0FC}"/>
              </a:ext>
            </a:extLst>
          </p:cNvPr>
          <p:cNvSpPr txBox="1">
            <a:spLocks/>
          </p:cNvSpPr>
          <p:nvPr/>
        </p:nvSpPr>
        <p:spPr>
          <a:xfrm>
            <a:off x="273600" y="244800"/>
            <a:ext cx="11650662" cy="625944"/>
          </a:xfrm>
          <a:prstGeom prst="rect">
            <a:avLst/>
          </a:prstGeom>
        </p:spPr>
        <p:txBody>
          <a:bodyPr vert="horz" lIns="0" tIns="0" rIns="0" bIns="0" rtlCol="0" anchor="t">
            <a:normAutofit/>
          </a:bodyPr>
          <a:lstStyle>
            <a:lvl1pPr algn="l" defTabSz="914400" rtl="0" eaLnBrk="1" latinLnBrk="0" hangingPunct="1">
              <a:lnSpc>
                <a:spcPct val="97000"/>
              </a:lnSpc>
              <a:spcBef>
                <a:spcPct val="0"/>
              </a:spcBef>
              <a:buNone/>
              <a:defRPr sz="2400" b="1" kern="1200" spc="0" baseline="0">
                <a:solidFill>
                  <a:schemeClr val="tx1"/>
                </a:solidFill>
                <a:latin typeface="+mj-lt"/>
                <a:ea typeface="+mj-ea"/>
                <a:cs typeface="+mj-cs"/>
              </a:defRPr>
            </a:lvl1pPr>
          </a:lstStyle>
          <a:p>
            <a:pPr>
              <a:buFontTx/>
            </a:pPr>
            <a:r>
              <a:rPr lang="en-GB"/>
              <a:t>My Project – Problem</a:t>
            </a:r>
            <a:endParaRPr lang="en-GB" dirty="0"/>
          </a:p>
        </p:txBody>
      </p:sp>
      <p:grpSp>
        <p:nvGrpSpPr>
          <p:cNvPr id="83" name="Group 82">
            <a:extLst>
              <a:ext uri="{FF2B5EF4-FFF2-40B4-BE49-F238E27FC236}">
                <a16:creationId xmlns:a16="http://schemas.microsoft.com/office/drawing/2014/main" id="{D51F8A6E-2B63-7529-9B1A-0255958DDAB3}"/>
              </a:ext>
            </a:extLst>
          </p:cNvPr>
          <p:cNvGrpSpPr/>
          <p:nvPr/>
        </p:nvGrpSpPr>
        <p:grpSpPr>
          <a:xfrm>
            <a:off x="930724" y="1611083"/>
            <a:ext cx="3317430" cy="3393632"/>
            <a:chOff x="121158" y="899464"/>
            <a:chExt cx="3469469" cy="3681344"/>
          </a:xfrm>
        </p:grpSpPr>
        <p:pic>
          <p:nvPicPr>
            <p:cNvPr id="69" name="Graphic 68" descr="Tools outline">
              <a:extLst>
                <a:ext uri="{FF2B5EF4-FFF2-40B4-BE49-F238E27FC236}">
                  <a16:creationId xmlns:a16="http://schemas.microsoft.com/office/drawing/2014/main" id="{A81D7595-B39B-E0B9-3BBB-E44F0B38329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82805" y="899464"/>
              <a:ext cx="618392" cy="618392"/>
            </a:xfrm>
            <a:prstGeom prst="rect">
              <a:avLst/>
            </a:prstGeom>
          </p:spPr>
        </p:pic>
        <p:grpSp>
          <p:nvGrpSpPr>
            <p:cNvPr id="82" name="Group 81">
              <a:extLst>
                <a:ext uri="{FF2B5EF4-FFF2-40B4-BE49-F238E27FC236}">
                  <a16:creationId xmlns:a16="http://schemas.microsoft.com/office/drawing/2014/main" id="{20A93CF6-A5C8-4166-BC7F-F7757A371541}"/>
                </a:ext>
              </a:extLst>
            </p:cNvPr>
            <p:cNvGrpSpPr/>
            <p:nvPr/>
          </p:nvGrpSpPr>
          <p:grpSpPr>
            <a:xfrm>
              <a:off x="121158" y="999475"/>
              <a:ext cx="3469469" cy="3581333"/>
              <a:chOff x="121158" y="999475"/>
              <a:chExt cx="4519214" cy="4469082"/>
            </a:xfrm>
          </p:grpSpPr>
          <p:sp>
            <p:nvSpPr>
              <p:cNvPr id="16" name="Oval 15">
                <a:extLst>
                  <a:ext uri="{FF2B5EF4-FFF2-40B4-BE49-F238E27FC236}">
                    <a16:creationId xmlns:a16="http://schemas.microsoft.com/office/drawing/2014/main" id="{9AAE6394-D105-03BE-E466-1139A3372F5F}"/>
                  </a:ext>
                </a:extLst>
              </p:cNvPr>
              <p:cNvSpPr/>
              <p:nvPr/>
            </p:nvSpPr>
            <p:spPr>
              <a:xfrm>
                <a:off x="911424" y="1700808"/>
                <a:ext cx="2880320" cy="2880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20" name="Graphic 19" descr="Fish with solid fill">
                <a:extLst>
                  <a:ext uri="{FF2B5EF4-FFF2-40B4-BE49-F238E27FC236}">
                    <a16:creationId xmlns:a16="http://schemas.microsoft.com/office/drawing/2014/main" id="{CC84E7A0-007E-ED01-0E43-96B744F174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3702" y="1968729"/>
                <a:ext cx="942328" cy="880714"/>
              </a:xfrm>
              <a:prstGeom prst="rect">
                <a:avLst/>
              </a:prstGeom>
            </p:spPr>
          </p:pic>
          <p:pic>
            <p:nvPicPr>
              <p:cNvPr id="22" name="Graphic 21" descr="Fish with solid fill">
                <a:extLst>
                  <a:ext uri="{FF2B5EF4-FFF2-40B4-BE49-F238E27FC236}">
                    <a16:creationId xmlns:a16="http://schemas.microsoft.com/office/drawing/2014/main" id="{E6EB8C3E-CAFF-A18E-436D-8603C0A572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2718" y="2178766"/>
                <a:ext cx="942328" cy="880714"/>
              </a:xfrm>
              <a:prstGeom prst="rect">
                <a:avLst/>
              </a:prstGeom>
            </p:spPr>
          </p:pic>
          <p:pic>
            <p:nvPicPr>
              <p:cNvPr id="24" name="Graphic 23" descr="Fish with solid fill">
                <a:extLst>
                  <a:ext uri="{FF2B5EF4-FFF2-40B4-BE49-F238E27FC236}">
                    <a16:creationId xmlns:a16="http://schemas.microsoft.com/office/drawing/2014/main" id="{C195D2BB-76EE-D34B-9E03-8B1343218F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35761" y="3429000"/>
                <a:ext cx="942328" cy="880714"/>
              </a:xfrm>
              <a:prstGeom prst="rect">
                <a:avLst/>
              </a:prstGeom>
            </p:spPr>
          </p:pic>
          <p:pic>
            <p:nvPicPr>
              <p:cNvPr id="26" name="Graphic 25" descr="Fish with solid fill">
                <a:extLst>
                  <a:ext uri="{FF2B5EF4-FFF2-40B4-BE49-F238E27FC236}">
                    <a16:creationId xmlns:a16="http://schemas.microsoft.com/office/drawing/2014/main" id="{6145D61F-BACA-F4D3-1447-9090B2DC00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2224" y="3173547"/>
                <a:ext cx="942328" cy="880714"/>
              </a:xfrm>
              <a:prstGeom prst="rect">
                <a:avLst/>
              </a:prstGeom>
            </p:spPr>
          </p:pic>
          <p:pic>
            <p:nvPicPr>
              <p:cNvPr id="28" name="Graphic 27" descr="Fish with solid fill">
                <a:extLst>
                  <a:ext uri="{FF2B5EF4-FFF2-40B4-BE49-F238E27FC236}">
                    <a16:creationId xmlns:a16="http://schemas.microsoft.com/office/drawing/2014/main" id="{DF461408-D724-49E4-7013-71DEB1BB46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15820" y="3352440"/>
                <a:ext cx="942328" cy="880714"/>
              </a:xfrm>
              <a:prstGeom prst="rect">
                <a:avLst/>
              </a:prstGeom>
            </p:spPr>
          </p:pic>
          <p:pic>
            <p:nvPicPr>
              <p:cNvPr id="30" name="Graphic 29" descr="Fish with solid fill">
                <a:extLst>
                  <a:ext uri="{FF2B5EF4-FFF2-40B4-BE49-F238E27FC236}">
                    <a16:creationId xmlns:a16="http://schemas.microsoft.com/office/drawing/2014/main" id="{B371E586-2F1E-FEB2-9E93-241400C755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7563" y="1809246"/>
                <a:ext cx="942328" cy="880714"/>
              </a:xfrm>
              <a:prstGeom prst="rect">
                <a:avLst/>
              </a:prstGeom>
            </p:spPr>
          </p:pic>
          <p:pic>
            <p:nvPicPr>
              <p:cNvPr id="46" name="Graphic 45" descr="Fish with solid fill">
                <a:extLst>
                  <a:ext uri="{FF2B5EF4-FFF2-40B4-BE49-F238E27FC236}">
                    <a16:creationId xmlns:a16="http://schemas.microsoft.com/office/drawing/2014/main" id="{F742AF1F-FF9A-91FD-61E5-B473A19F3C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5332" y="2754670"/>
                <a:ext cx="942328" cy="880714"/>
              </a:xfrm>
              <a:prstGeom prst="rect">
                <a:avLst/>
              </a:prstGeom>
            </p:spPr>
          </p:pic>
          <p:pic>
            <p:nvPicPr>
              <p:cNvPr id="47" name="Graphic 46" descr="Fish with solid fill">
                <a:extLst>
                  <a:ext uri="{FF2B5EF4-FFF2-40B4-BE49-F238E27FC236}">
                    <a16:creationId xmlns:a16="http://schemas.microsoft.com/office/drawing/2014/main" id="{45095758-6335-1328-335F-983F0949C0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6949" y="2596324"/>
                <a:ext cx="942328" cy="880714"/>
              </a:xfrm>
              <a:prstGeom prst="rect">
                <a:avLst/>
              </a:prstGeom>
            </p:spPr>
          </p:pic>
          <p:pic>
            <p:nvPicPr>
              <p:cNvPr id="48" name="Graphic 47" descr="Fish with solid fill">
                <a:extLst>
                  <a:ext uri="{FF2B5EF4-FFF2-40B4-BE49-F238E27FC236}">
                    <a16:creationId xmlns:a16="http://schemas.microsoft.com/office/drawing/2014/main" id="{118CE17A-D923-312C-EBF5-60A5565BEC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09057" y="2407016"/>
                <a:ext cx="942328" cy="880714"/>
              </a:xfrm>
              <a:prstGeom prst="rect">
                <a:avLst/>
              </a:prstGeom>
            </p:spPr>
          </p:pic>
          <p:pic>
            <p:nvPicPr>
              <p:cNvPr id="49" name="Graphic 48" descr="Fish with solid fill">
                <a:extLst>
                  <a:ext uri="{FF2B5EF4-FFF2-40B4-BE49-F238E27FC236}">
                    <a16:creationId xmlns:a16="http://schemas.microsoft.com/office/drawing/2014/main" id="{293A7B5C-599B-0833-0B5E-A98D38386F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3681" y="2959106"/>
                <a:ext cx="942328" cy="880714"/>
              </a:xfrm>
              <a:prstGeom prst="rect">
                <a:avLst/>
              </a:prstGeom>
            </p:spPr>
          </p:pic>
          <p:pic>
            <p:nvPicPr>
              <p:cNvPr id="50" name="Graphic 49" descr="Fish with solid fill">
                <a:extLst>
                  <a:ext uri="{FF2B5EF4-FFF2-40B4-BE49-F238E27FC236}">
                    <a16:creationId xmlns:a16="http://schemas.microsoft.com/office/drawing/2014/main" id="{5CC4EB79-E94E-F2A0-7D45-245EAE9529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07523" y="2015874"/>
                <a:ext cx="942328" cy="880714"/>
              </a:xfrm>
              <a:prstGeom prst="rect">
                <a:avLst/>
              </a:prstGeom>
            </p:spPr>
          </p:pic>
          <p:pic>
            <p:nvPicPr>
              <p:cNvPr id="51" name="Graphic 50" descr="Fish with solid fill">
                <a:extLst>
                  <a:ext uri="{FF2B5EF4-FFF2-40B4-BE49-F238E27FC236}">
                    <a16:creationId xmlns:a16="http://schemas.microsoft.com/office/drawing/2014/main" id="{E351ED28-E5C4-FBD3-3A86-5A01C8AE5F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3681" y="2322619"/>
                <a:ext cx="942328" cy="880714"/>
              </a:xfrm>
              <a:prstGeom prst="rect">
                <a:avLst/>
              </a:prstGeom>
            </p:spPr>
          </p:pic>
          <p:pic>
            <p:nvPicPr>
              <p:cNvPr id="52" name="Graphic 51" descr="Fish with solid fill">
                <a:extLst>
                  <a:ext uri="{FF2B5EF4-FFF2-40B4-BE49-F238E27FC236}">
                    <a16:creationId xmlns:a16="http://schemas.microsoft.com/office/drawing/2014/main" id="{92965862-BB44-967A-6CB0-5A8F2B1670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4903" y="3124190"/>
                <a:ext cx="942328" cy="880714"/>
              </a:xfrm>
              <a:prstGeom prst="rect">
                <a:avLst/>
              </a:prstGeom>
            </p:spPr>
          </p:pic>
          <mc:AlternateContent xmlns:mc="http://schemas.openxmlformats.org/markup-compatibility/2006" xmlns:a14="http://schemas.microsoft.com/office/drawing/2010/main">
            <mc:Choice Requires="a14">
              <p:sp>
                <p:nvSpPr>
                  <p:cNvPr id="53" name="Rectangle: Rounded Corners 52">
                    <a:extLst>
                      <a:ext uri="{FF2B5EF4-FFF2-40B4-BE49-F238E27FC236}">
                        <a16:creationId xmlns:a16="http://schemas.microsoft.com/office/drawing/2014/main" id="{041E94C8-6AB9-9F50-373C-E6A587F76E4E}"/>
                      </a:ext>
                    </a:extLst>
                  </p:cNvPr>
                  <p:cNvSpPr/>
                  <p:nvPr/>
                </p:nvSpPr>
                <p:spPr>
                  <a:xfrm>
                    <a:off x="1613979" y="2778811"/>
                    <a:ext cx="1536475" cy="59204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𝑵</m:t>
                            </m:r>
                          </m:e>
                          <m:sub>
                            <m:r>
                              <a:rPr lang="en-US" b="1" i="1" smtClean="0">
                                <a:latin typeface="Cambria Math" panose="02040503050406030204" pitchFamily="18" charset="0"/>
                              </a:rPr>
                              <m:t>𝒆</m:t>
                            </m:r>
                          </m:sub>
                        </m:sSub>
                      </m:oMath>
                    </a14:m>
                    <a:r>
                      <a:rPr lang="en-US" b="1" dirty="0"/>
                      <a:t> = 1000</a:t>
                    </a:r>
                    <a:endParaRPr lang="en-CH" b="1" dirty="0"/>
                  </a:p>
                </p:txBody>
              </p:sp>
            </mc:Choice>
            <mc:Fallback xmlns="">
              <p:sp>
                <p:nvSpPr>
                  <p:cNvPr id="53" name="Rectangle: Rounded Corners 52">
                    <a:extLst>
                      <a:ext uri="{FF2B5EF4-FFF2-40B4-BE49-F238E27FC236}">
                        <a16:creationId xmlns:a16="http://schemas.microsoft.com/office/drawing/2014/main" id="{041E94C8-6AB9-9F50-373C-E6A587F76E4E}"/>
                      </a:ext>
                    </a:extLst>
                  </p:cNvPr>
                  <p:cNvSpPr>
                    <a:spLocks noRot="1" noChangeAspect="1" noMove="1" noResize="1" noEditPoints="1" noAdjustHandles="1" noChangeArrowheads="1" noChangeShapeType="1" noTextEdit="1"/>
                  </p:cNvSpPr>
                  <p:nvPr/>
                </p:nvSpPr>
                <p:spPr>
                  <a:xfrm>
                    <a:off x="1613979" y="2778811"/>
                    <a:ext cx="1536475" cy="592043"/>
                  </a:xfrm>
                  <a:prstGeom prst="roundRect">
                    <a:avLst/>
                  </a:prstGeom>
                  <a:blipFill>
                    <a:blip r:embed="rId4"/>
                    <a:stretch>
                      <a:fillRect b="-6944"/>
                    </a:stretch>
                  </a:blipFill>
                  <a:ln>
                    <a:noFill/>
                  </a:ln>
                </p:spPr>
                <p:txBody>
                  <a:bodyPr/>
                  <a:lstStyle/>
                  <a:p>
                    <a:r>
                      <a:rPr lang="en-CH">
                        <a:noFill/>
                      </a:rPr>
                      <a:t> </a:t>
                    </a:r>
                  </a:p>
                </p:txBody>
              </p:sp>
            </mc:Fallback>
          </mc:AlternateContent>
          <p:pic>
            <p:nvPicPr>
              <p:cNvPr id="63" name="Graphic 62" descr="Pocket knife outline">
                <a:extLst>
                  <a:ext uri="{FF2B5EF4-FFF2-40B4-BE49-F238E27FC236}">
                    <a16:creationId xmlns:a16="http://schemas.microsoft.com/office/drawing/2014/main" id="{E6D615D9-F2E1-0DAC-8B63-B1FC28E7F1F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1158" y="1701553"/>
                <a:ext cx="914400" cy="914400"/>
              </a:xfrm>
              <a:prstGeom prst="rect">
                <a:avLst/>
              </a:prstGeom>
            </p:spPr>
          </p:pic>
          <p:pic>
            <p:nvPicPr>
              <p:cNvPr id="65" name="Graphic 64" descr="Screwdriver outline">
                <a:extLst>
                  <a:ext uri="{FF2B5EF4-FFF2-40B4-BE49-F238E27FC236}">
                    <a16:creationId xmlns:a16="http://schemas.microsoft.com/office/drawing/2014/main" id="{55FF1684-2E71-2D94-F562-96DFC502EFC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95306" y="1007156"/>
                <a:ext cx="914400" cy="914400"/>
              </a:xfrm>
              <a:prstGeom prst="rect">
                <a:avLst/>
              </a:prstGeom>
            </p:spPr>
          </p:pic>
          <p:pic>
            <p:nvPicPr>
              <p:cNvPr id="67" name="Graphic 66" descr="Wrench with solid fill">
                <a:extLst>
                  <a:ext uri="{FF2B5EF4-FFF2-40B4-BE49-F238E27FC236}">
                    <a16:creationId xmlns:a16="http://schemas.microsoft.com/office/drawing/2014/main" id="{33A9F55C-8833-C779-4AF5-3482D51EA7C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2026" y="3894010"/>
                <a:ext cx="914400" cy="914400"/>
              </a:xfrm>
              <a:prstGeom prst="rect">
                <a:avLst/>
              </a:prstGeom>
            </p:spPr>
          </p:pic>
          <p:pic>
            <p:nvPicPr>
              <p:cNvPr id="71" name="Graphic 70" descr="Prehistoric Tool with solid fill">
                <a:extLst>
                  <a:ext uri="{FF2B5EF4-FFF2-40B4-BE49-F238E27FC236}">
                    <a16:creationId xmlns:a16="http://schemas.microsoft.com/office/drawing/2014/main" id="{74CBC778-CE29-0C88-4877-2F2719ABE3C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13973" y="4554157"/>
                <a:ext cx="914400" cy="914400"/>
              </a:xfrm>
              <a:prstGeom prst="rect">
                <a:avLst/>
              </a:prstGeom>
            </p:spPr>
          </p:pic>
          <p:pic>
            <p:nvPicPr>
              <p:cNvPr id="73" name="Graphic 72" descr="Prehistoric Tool outline">
                <a:extLst>
                  <a:ext uri="{FF2B5EF4-FFF2-40B4-BE49-F238E27FC236}">
                    <a16:creationId xmlns:a16="http://schemas.microsoft.com/office/drawing/2014/main" id="{FB27FBB0-72ED-C9A4-76E2-DE394FC06A8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53835" y="4176699"/>
                <a:ext cx="914400" cy="914400"/>
              </a:xfrm>
              <a:prstGeom prst="rect">
                <a:avLst/>
              </a:prstGeom>
            </p:spPr>
          </p:pic>
          <p:pic>
            <p:nvPicPr>
              <p:cNvPr id="75" name="Graphic 74" descr="Flashlight with solid fill">
                <a:extLst>
                  <a:ext uri="{FF2B5EF4-FFF2-40B4-BE49-F238E27FC236}">
                    <a16:creationId xmlns:a16="http://schemas.microsoft.com/office/drawing/2014/main" id="{66342809-4D7B-1486-B95A-DCFE0C0934E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25972" y="2560875"/>
                <a:ext cx="914400" cy="914400"/>
              </a:xfrm>
              <a:prstGeom prst="rect">
                <a:avLst/>
              </a:prstGeom>
            </p:spPr>
          </p:pic>
          <p:pic>
            <p:nvPicPr>
              <p:cNvPr id="77" name="Graphic 76" descr="Gears outline">
                <a:extLst>
                  <a:ext uri="{FF2B5EF4-FFF2-40B4-BE49-F238E27FC236}">
                    <a16:creationId xmlns:a16="http://schemas.microsoft.com/office/drawing/2014/main" id="{0B87FF10-2A4F-D6BF-AF78-606BFF8028F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1974" y="2746133"/>
                <a:ext cx="914400" cy="914400"/>
              </a:xfrm>
              <a:prstGeom prst="rect">
                <a:avLst/>
              </a:prstGeom>
            </p:spPr>
          </p:pic>
          <p:pic>
            <p:nvPicPr>
              <p:cNvPr id="79" name="Graphic 78" descr="Saw blade with solid fill">
                <a:extLst>
                  <a:ext uri="{FF2B5EF4-FFF2-40B4-BE49-F238E27FC236}">
                    <a16:creationId xmlns:a16="http://schemas.microsoft.com/office/drawing/2014/main" id="{0D05C8DB-DE32-0CC7-4BB8-2721D1C79B1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559349" y="1511477"/>
                <a:ext cx="914400" cy="914400"/>
              </a:xfrm>
              <a:prstGeom prst="rect">
                <a:avLst/>
              </a:prstGeom>
            </p:spPr>
          </p:pic>
          <p:pic>
            <p:nvPicPr>
              <p:cNvPr id="81" name="Graphic 80" descr="Garden Tools with solid fill">
                <a:extLst>
                  <a:ext uri="{FF2B5EF4-FFF2-40B4-BE49-F238E27FC236}">
                    <a16:creationId xmlns:a16="http://schemas.microsoft.com/office/drawing/2014/main" id="{EFD1A2EE-E4EF-66DD-B2EF-4179323715F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64053" y="999475"/>
                <a:ext cx="914400" cy="914400"/>
              </a:xfrm>
              <a:prstGeom prst="rect">
                <a:avLst/>
              </a:prstGeom>
            </p:spPr>
          </p:pic>
        </p:grpSp>
      </p:grpSp>
    </p:spTree>
    <p:extLst>
      <p:ext uri="{BB962C8B-B14F-4D97-AF65-F5344CB8AC3E}">
        <p14:creationId xmlns:p14="http://schemas.microsoft.com/office/powerpoint/2010/main" val="35918601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42041-22C1-61D0-D279-6873C9FBC4FA}"/>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5DDD3BF-EB5C-5DB6-272B-78CFC7C385EC}"/>
              </a:ext>
            </a:extLst>
          </p:cNvPr>
          <p:cNvSpPr>
            <a:spLocks noGrp="1"/>
          </p:cNvSpPr>
          <p:nvPr>
            <p:ph type="dt" sz="half" idx="10"/>
          </p:nvPr>
        </p:nvSpPr>
        <p:spPr/>
        <p:txBody>
          <a:bodyPr/>
          <a:lstStyle/>
          <a:p>
            <a:fld id="{48684F30-C9A0-46CF-ACB2-FF4FF0F5E3F1}" type="datetime1">
              <a:rPr lang="en-GB" noProof="0" smtClean="0"/>
              <a:t>16/09/2026</a:t>
            </a:fld>
            <a:endParaRPr lang="en-GB" noProof="0" dirty="0"/>
          </a:p>
        </p:txBody>
      </p:sp>
      <p:sp>
        <p:nvSpPr>
          <p:cNvPr id="4" name="Slide Number Placeholder 3">
            <a:extLst>
              <a:ext uri="{FF2B5EF4-FFF2-40B4-BE49-F238E27FC236}">
                <a16:creationId xmlns:a16="http://schemas.microsoft.com/office/drawing/2014/main" id="{212C760A-6325-B74B-7BA1-5448A8E089EE}"/>
              </a:ext>
            </a:extLst>
          </p:cNvPr>
          <p:cNvSpPr>
            <a:spLocks noGrp="1"/>
          </p:cNvSpPr>
          <p:nvPr>
            <p:ph type="sldNum" sz="quarter" idx="12"/>
          </p:nvPr>
        </p:nvSpPr>
        <p:spPr/>
        <p:txBody>
          <a:bodyPr/>
          <a:lstStyle/>
          <a:p>
            <a:fld id="{442AD375-037F-43D0-B059-5172DA06796A}" type="slidenum">
              <a:rPr lang="en-GB" noProof="0" smtClean="0"/>
              <a:pPr/>
              <a:t>93</a:t>
            </a:fld>
            <a:endParaRPr lang="en-GB" noProof="0" dirty="0"/>
          </a:p>
        </p:txBody>
      </p:sp>
      <p:sp>
        <p:nvSpPr>
          <p:cNvPr id="5" name="Title 1">
            <a:extLst>
              <a:ext uri="{FF2B5EF4-FFF2-40B4-BE49-F238E27FC236}">
                <a16:creationId xmlns:a16="http://schemas.microsoft.com/office/drawing/2014/main" id="{520E10D8-2412-C96E-6F60-A1E457645615}"/>
              </a:ext>
            </a:extLst>
          </p:cNvPr>
          <p:cNvSpPr txBox="1">
            <a:spLocks/>
          </p:cNvSpPr>
          <p:nvPr/>
        </p:nvSpPr>
        <p:spPr>
          <a:xfrm>
            <a:off x="273600" y="244800"/>
            <a:ext cx="11650662" cy="625944"/>
          </a:xfrm>
          <a:prstGeom prst="rect">
            <a:avLst/>
          </a:prstGeom>
        </p:spPr>
        <p:txBody>
          <a:bodyPr vert="horz" lIns="0" tIns="0" rIns="0" bIns="0" rtlCol="0" anchor="t">
            <a:normAutofit/>
          </a:bodyPr>
          <a:lstStyle>
            <a:lvl1pPr algn="l" defTabSz="914400" rtl="0" eaLnBrk="1" latinLnBrk="0" hangingPunct="1">
              <a:lnSpc>
                <a:spcPct val="97000"/>
              </a:lnSpc>
              <a:spcBef>
                <a:spcPct val="0"/>
              </a:spcBef>
              <a:buNone/>
              <a:defRPr sz="2400" b="1" kern="1200" spc="0" baseline="0">
                <a:solidFill>
                  <a:schemeClr val="tx1"/>
                </a:solidFill>
                <a:latin typeface="+mj-lt"/>
                <a:ea typeface="+mj-ea"/>
                <a:cs typeface="+mj-cs"/>
              </a:defRPr>
            </a:lvl1pPr>
          </a:lstStyle>
          <a:p>
            <a:pPr>
              <a:buFontTx/>
            </a:pPr>
            <a:r>
              <a:rPr lang="en-GB"/>
              <a:t>My Project – Problem</a:t>
            </a:r>
            <a:endParaRPr lang="en-GB" dirty="0"/>
          </a:p>
        </p:txBody>
      </p:sp>
      <p:grpSp>
        <p:nvGrpSpPr>
          <p:cNvPr id="83" name="Group 82">
            <a:extLst>
              <a:ext uri="{FF2B5EF4-FFF2-40B4-BE49-F238E27FC236}">
                <a16:creationId xmlns:a16="http://schemas.microsoft.com/office/drawing/2014/main" id="{E15314FD-2760-BD4C-B8A8-376A1E48BB6F}"/>
              </a:ext>
            </a:extLst>
          </p:cNvPr>
          <p:cNvGrpSpPr/>
          <p:nvPr/>
        </p:nvGrpSpPr>
        <p:grpSpPr>
          <a:xfrm>
            <a:off x="930724" y="1611083"/>
            <a:ext cx="3317430" cy="3393632"/>
            <a:chOff x="121158" y="899464"/>
            <a:chExt cx="3469469" cy="3681344"/>
          </a:xfrm>
        </p:grpSpPr>
        <p:pic>
          <p:nvPicPr>
            <p:cNvPr id="69" name="Graphic 68" descr="Tools outline">
              <a:extLst>
                <a:ext uri="{FF2B5EF4-FFF2-40B4-BE49-F238E27FC236}">
                  <a16:creationId xmlns:a16="http://schemas.microsoft.com/office/drawing/2014/main" id="{A5796FA6-7BD5-9B68-9BBD-1DC002B55F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82805" y="899464"/>
              <a:ext cx="618392" cy="618392"/>
            </a:xfrm>
            <a:prstGeom prst="rect">
              <a:avLst/>
            </a:prstGeom>
          </p:spPr>
        </p:pic>
        <p:grpSp>
          <p:nvGrpSpPr>
            <p:cNvPr id="82" name="Group 81">
              <a:extLst>
                <a:ext uri="{FF2B5EF4-FFF2-40B4-BE49-F238E27FC236}">
                  <a16:creationId xmlns:a16="http://schemas.microsoft.com/office/drawing/2014/main" id="{063A8A1F-7E99-432A-E146-9870CC41BBE4}"/>
                </a:ext>
              </a:extLst>
            </p:cNvPr>
            <p:cNvGrpSpPr/>
            <p:nvPr/>
          </p:nvGrpSpPr>
          <p:grpSpPr>
            <a:xfrm>
              <a:off x="121158" y="999475"/>
              <a:ext cx="3469469" cy="3581333"/>
              <a:chOff x="121158" y="999475"/>
              <a:chExt cx="4519214" cy="4469082"/>
            </a:xfrm>
          </p:grpSpPr>
          <p:sp>
            <p:nvSpPr>
              <p:cNvPr id="16" name="Oval 15">
                <a:extLst>
                  <a:ext uri="{FF2B5EF4-FFF2-40B4-BE49-F238E27FC236}">
                    <a16:creationId xmlns:a16="http://schemas.microsoft.com/office/drawing/2014/main" id="{B2190D20-684C-EC8E-6FF4-9DF291911D16}"/>
                  </a:ext>
                </a:extLst>
              </p:cNvPr>
              <p:cNvSpPr/>
              <p:nvPr/>
            </p:nvSpPr>
            <p:spPr>
              <a:xfrm>
                <a:off x="911424" y="1700808"/>
                <a:ext cx="2880320" cy="2880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20" name="Graphic 19" descr="Fish with solid fill">
                <a:extLst>
                  <a:ext uri="{FF2B5EF4-FFF2-40B4-BE49-F238E27FC236}">
                    <a16:creationId xmlns:a16="http://schemas.microsoft.com/office/drawing/2014/main" id="{80AF13C6-DB20-7FFC-9A05-4A6D7F4550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3702" y="1968729"/>
                <a:ext cx="942328" cy="880714"/>
              </a:xfrm>
              <a:prstGeom prst="rect">
                <a:avLst/>
              </a:prstGeom>
            </p:spPr>
          </p:pic>
          <p:pic>
            <p:nvPicPr>
              <p:cNvPr id="22" name="Graphic 21" descr="Fish with solid fill">
                <a:extLst>
                  <a:ext uri="{FF2B5EF4-FFF2-40B4-BE49-F238E27FC236}">
                    <a16:creationId xmlns:a16="http://schemas.microsoft.com/office/drawing/2014/main" id="{D35D9D61-E762-958D-EC19-B24E7A4337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2718" y="2178766"/>
                <a:ext cx="942328" cy="880714"/>
              </a:xfrm>
              <a:prstGeom prst="rect">
                <a:avLst/>
              </a:prstGeom>
            </p:spPr>
          </p:pic>
          <p:pic>
            <p:nvPicPr>
              <p:cNvPr id="24" name="Graphic 23" descr="Fish with solid fill">
                <a:extLst>
                  <a:ext uri="{FF2B5EF4-FFF2-40B4-BE49-F238E27FC236}">
                    <a16:creationId xmlns:a16="http://schemas.microsoft.com/office/drawing/2014/main" id="{B1116F29-F040-30AF-A976-FA77F9556A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35761" y="3429000"/>
                <a:ext cx="942328" cy="880714"/>
              </a:xfrm>
              <a:prstGeom prst="rect">
                <a:avLst/>
              </a:prstGeom>
            </p:spPr>
          </p:pic>
          <p:pic>
            <p:nvPicPr>
              <p:cNvPr id="26" name="Graphic 25" descr="Fish with solid fill">
                <a:extLst>
                  <a:ext uri="{FF2B5EF4-FFF2-40B4-BE49-F238E27FC236}">
                    <a16:creationId xmlns:a16="http://schemas.microsoft.com/office/drawing/2014/main" id="{70DC6706-BCA9-B532-1509-8D253D0A74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2224" y="3173547"/>
                <a:ext cx="942328" cy="880714"/>
              </a:xfrm>
              <a:prstGeom prst="rect">
                <a:avLst/>
              </a:prstGeom>
            </p:spPr>
          </p:pic>
          <p:pic>
            <p:nvPicPr>
              <p:cNvPr id="28" name="Graphic 27" descr="Fish with solid fill">
                <a:extLst>
                  <a:ext uri="{FF2B5EF4-FFF2-40B4-BE49-F238E27FC236}">
                    <a16:creationId xmlns:a16="http://schemas.microsoft.com/office/drawing/2014/main" id="{1BB22886-6F3A-9DC0-EA40-156378CC3A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15820" y="3352440"/>
                <a:ext cx="942328" cy="880714"/>
              </a:xfrm>
              <a:prstGeom prst="rect">
                <a:avLst/>
              </a:prstGeom>
            </p:spPr>
          </p:pic>
          <p:pic>
            <p:nvPicPr>
              <p:cNvPr id="30" name="Graphic 29" descr="Fish with solid fill">
                <a:extLst>
                  <a:ext uri="{FF2B5EF4-FFF2-40B4-BE49-F238E27FC236}">
                    <a16:creationId xmlns:a16="http://schemas.microsoft.com/office/drawing/2014/main" id="{5A3F6D92-4C85-8FD2-AF91-413B872BFE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7563" y="1809246"/>
                <a:ext cx="942328" cy="880714"/>
              </a:xfrm>
              <a:prstGeom prst="rect">
                <a:avLst/>
              </a:prstGeom>
            </p:spPr>
          </p:pic>
          <p:pic>
            <p:nvPicPr>
              <p:cNvPr id="46" name="Graphic 45" descr="Fish with solid fill">
                <a:extLst>
                  <a:ext uri="{FF2B5EF4-FFF2-40B4-BE49-F238E27FC236}">
                    <a16:creationId xmlns:a16="http://schemas.microsoft.com/office/drawing/2014/main" id="{31009AA3-920F-AFC7-3EB3-CF83359AAF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5332" y="2754670"/>
                <a:ext cx="942328" cy="880714"/>
              </a:xfrm>
              <a:prstGeom prst="rect">
                <a:avLst/>
              </a:prstGeom>
            </p:spPr>
          </p:pic>
          <p:pic>
            <p:nvPicPr>
              <p:cNvPr id="47" name="Graphic 46" descr="Fish with solid fill">
                <a:extLst>
                  <a:ext uri="{FF2B5EF4-FFF2-40B4-BE49-F238E27FC236}">
                    <a16:creationId xmlns:a16="http://schemas.microsoft.com/office/drawing/2014/main" id="{18819DED-7E1A-C88E-A02F-994DB2164F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6949" y="2596324"/>
                <a:ext cx="942328" cy="880714"/>
              </a:xfrm>
              <a:prstGeom prst="rect">
                <a:avLst/>
              </a:prstGeom>
            </p:spPr>
          </p:pic>
          <p:pic>
            <p:nvPicPr>
              <p:cNvPr id="48" name="Graphic 47" descr="Fish with solid fill">
                <a:extLst>
                  <a:ext uri="{FF2B5EF4-FFF2-40B4-BE49-F238E27FC236}">
                    <a16:creationId xmlns:a16="http://schemas.microsoft.com/office/drawing/2014/main" id="{CE4559A8-B5BC-1E4D-4098-B261B7806E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09057" y="2407016"/>
                <a:ext cx="942328" cy="880714"/>
              </a:xfrm>
              <a:prstGeom prst="rect">
                <a:avLst/>
              </a:prstGeom>
            </p:spPr>
          </p:pic>
          <p:pic>
            <p:nvPicPr>
              <p:cNvPr id="49" name="Graphic 48" descr="Fish with solid fill">
                <a:extLst>
                  <a:ext uri="{FF2B5EF4-FFF2-40B4-BE49-F238E27FC236}">
                    <a16:creationId xmlns:a16="http://schemas.microsoft.com/office/drawing/2014/main" id="{030D656E-C2D9-E832-2D67-DDD541918A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3681" y="2959106"/>
                <a:ext cx="942328" cy="880714"/>
              </a:xfrm>
              <a:prstGeom prst="rect">
                <a:avLst/>
              </a:prstGeom>
            </p:spPr>
          </p:pic>
          <p:pic>
            <p:nvPicPr>
              <p:cNvPr id="50" name="Graphic 49" descr="Fish with solid fill">
                <a:extLst>
                  <a:ext uri="{FF2B5EF4-FFF2-40B4-BE49-F238E27FC236}">
                    <a16:creationId xmlns:a16="http://schemas.microsoft.com/office/drawing/2014/main" id="{DFD94CED-E233-5202-A8F8-A44907B9BB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07523" y="2015874"/>
                <a:ext cx="942328" cy="880714"/>
              </a:xfrm>
              <a:prstGeom prst="rect">
                <a:avLst/>
              </a:prstGeom>
            </p:spPr>
          </p:pic>
          <p:pic>
            <p:nvPicPr>
              <p:cNvPr id="51" name="Graphic 50" descr="Fish with solid fill">
                <a:extLst>
                  <a:ext uri="{FF2B5EF4-FFF2-40B4-BE49-F238E27FC236}">
                    <a16:creationId xmlns:a16="http://schemas.microsoft.com/office/drawing/2014/main" id="{0672B769-98D0-A477-FC9B-8173244FBC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3681" y="2322619"/>
                <a:ext cx="942328" cy="880714"/>
              </a:xfrm>
              <a:prstGeom prst="rect">
                <a:avLst/>
              </a:prstGeom>
            </p:spPr>
          </p:pic>
          <p:pic>
            <p:nvPicPr>
              <p:cNvPr id="52" name="Graphic 51" descr="Fish with solid fill">
                <a:extLst>
                  <a:ext uri="{FF2B5EF4-FFF2-40B4-BE49-F238E27FC236}">
                    <a16:creationId xmlns:a16="http://schemas.microsoft.com/office/drawing/2014/main" id="{8B805FEA-378D-D886-CE59-29A9A5AFC3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4903" y="3124190"/>
                <a:ext cx="942328" cy="880714"/>
              </a:xfrm>
              <a:prstGeom prst="rect">
                <a:avLst/>
              </a:prstGeom>
            </p:spPr>
          </p:pic>
          <mc:AlternateContent xmlns:mc="http://schemas.openxmlformats.org/markup-compatibility/2006" xmlns:a14="http://schemas.microsoft.com/office/drawing/2010/main">
            <mc:Choice Requires="a14">
              <p:sp>
                <p:nvSpPr>
                  <p:cNvPr id="53" name="Rectangle: Rounded Corners 52">
                    <a:extLst>
                      <a:ext uri="{FF2B5EF4-FFF2-40B4-BE49-F238E27FC236}">
                        <a16:creationId xmlns:a16="http://schemas.microsoft.com/office/drawing/2014/main" id="{25FD5590-C77B-2B91-17C9-815C3780E152}"/>
                      </a:ext>
                    </a:extLst>
                  </p:cNvPr>
                  <p:cNvSpPr/>
                  <p:nvPr/>
                </p:nvSpPr>
                <p:spPr>
                  <a:xfrm>
                    <a:off x="1613979" y="2778811"/>
                    <a:ext cx="1536475" cy="59204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𝑵</m:t>
                            </m:r>
                          </m:e>
                          <m:sub>
                            <m:r>
                              <a:rPr lang="en-US" b="1" i="1">
                                <a:latin typeface="Cambria Math" panose="02040503050406030204" pitchFamily="18" charset="0"/>
                              </a:rPr>
                              <m:t>𝒆</m:t>
                            </m:r>
                          </m:sub>
                        </m:sSub>
                      </m:oMath>
                    </a14:m>
                    <a:r>
                      <a:rPr lang="en-US" b="1" dirty="0"/>
                      <a:t> = 1000</a:t>
                    </a:r>
                    <a:endParaRPr lang="en-CH" b="1" dirty="0"/>
                  </a:p>
                </p:txBody>
              </p:sp>
            </mc:Choice>
            <mc:Fallback xmlns="">
              <p:sp>
                <p:nvSpPr>
                  <p:cNvPr id="53" name="Rectangle: Rounded Corners 52">
                    <a:extLst>
                      <a:ext uri="{FF2B5EF4-FFF2-40B4-BE49-F238E27FC236}">
                        <a16:creationId xmlns:a16="http://schemas.microsoft.com/office/drawing/2014/main" id="{25FD5590-C77B-2B91-17C9-815C3780E152}"/>
                      </a:ext>
                    </a:extLst>
                  </p:cNvPr>
                  <p:cNvSpPr>
                    <a:spLocks noRot="1" noChangeAspect="1" noMove="1" noResize="1" noEditPoints="1" noAdjustHandles="1" noChangeArrowheads="1" noChangeShapeType="1" noTextEdit="1"/>
                  </p:cNvSpPr>
                  <p:nvPr/>
                </p:nvSpPr>
                <p:spPr>
                  <a:xfrm>
                    <a:off x="1613979" y="2778811"/>
                    <a:ext cx="1536475" cy="592043"/>
                  </a:xfrm>
                  <a:prstGeom prst="roundRect">
                    <a:avLst/>
                  </a:prstGeom>
                  <a:blipFill>
                    <a:blip r:embed="rId4"/>
                    <a:stretch>
                      <a:fillRect b="-6944"/>
                    </a:stretch>
                  </a:blipFill>
                  <a:ln>
                    <a:noFill/>
                  </a:ln>
                </p:spPr>
                <p:txBody>
                  <a:bodyPr/>
                  <a:lstStyle/>
                  <a:p>
                    <a:r>
                      <a:rPr lang="en-CH">
                        <a:noFill/>
                      </a:rPr>
                      <a:t> </a:t>
                    </a:r>
                  </a:p>
                </p:txBody>
              </p:sp>
            </mc:Fallback>
          </mc:AlternateContent>
          <p:pic>
            <p:nvPicPr>
              <p:cNvPr id="63" name="Graphic 62" descr="Pocket knife outline">
                <a:extLst>
                  <a:ext uri="{FF2B5EF4-FFF2-40B4-BE49-F238E27FC236}">
                    <a16:creationId xmlns:a16="http://schemas.microsoft.com/office/drawing/2014/main" id="{F9424F0E-4C48-14F1-C94C-A2889F5C9DE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1158" y="1701553"/>
                <a:ext cx="914400" cy="914400"/>
              </a:xfrm>
              <a:prstGeom prst="rect">
                <a:avLst/>
              </a:prstGeom>
            </p:spPr>
          </p:pic>
          <p:pic>
            <p:nvPicPr>
              <p:cNvPr id="65" name="Graphic 64" descr="Screwdriver outline">
                <a:extLst>
                  <a:ext uri="{FF2B5EF4-FFF2-40B4-BE49-F238E27FC236}">
                    <a16:creationId xmlns:a16="http://schemas.microsoft.com/office/drawing/2014/main" id="{750B2EF5-C7EE-D7BF-F3DD-CE41C868461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95306" y="1007156"/>
                <a:ext cx="914400" cy="914400"/>
              </a:xfrm>
              <a:prstGeom prst="rect">
                <a:avLst/>
              </a:prstGeom>
            </p:spPr>
          </p:pic>
          <p:pic>
            <p:nvPicPr>
              <p:cNvPr id="67" name="Graphic 66" descr="Wrench with solid fill">
                <a:extLst>
                  <a:ext uri="{FF2B5EF4-FFF2-40B4-BE49-F238E27FC236}">
                    <a16:creationId xmlns:a16="http://schemas.microsoft.com/office/drawing/2014/main" id="{23684B4E-BDAD-F75C-2E68-68060D22495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2026" y="3894010"/>
                <a:ext cx="914400" cy="914400"/>
              </a:xfrm>
              <a:prstGeom prst="rect">
                <a:avLst/>
              </a:prstGeom>
            </p:spPr>
          </p:pic>
          <p:pic>
            <p:nvPicPr>
              <p:cNvPr id="71" name="Graphic 70" descr="Prehistoric Tool with solid fill">
                <a:extLst>
                  <a:ext uri="{FF2B5EF4-FFF2-40B4-BE49-F238E27FC236}">
                    <a16:creationId xmlns:a16="http://schemas.microsoft.com/office/drawing/2014/main" id="{7872A966-1597-2445-C0B2-992DC89CAF5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13973" y="4554157"/>
                <a:ext cx="914400" cy="914400"/>
              </a:xfrm>
              <a:prstGeom prst="rect">
                <a:avLst/>
              </a:prstGeom>
            </p:spPr>
          </p:pic>
          <p:pic>
            <p:nvPicPr>
              <p:cNvPr id="73" name="Graphic 72" descr="Prehistoric Tool outline">
                <a:extLst>
                  <a:ext uri="{FF2B5EF4-FFF2-40B4-BE49-F238E27FC236}">
                    <a16:creationId xmlns:a16="http://schemas.microsoft.com/office/drawing/2014/main" id="{48458979-15A3-870E-806B-00DB0A6BE24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53835" y="4176699"/>
                <a:ext cx="914400" cy="914400"/>
              </a:xfrm>
              <a:prstGeom prst="rect">
                <a:avLst/>
              </a:prstGeom>
            </p:spPr>
          </p:pic>
          <p:pic>
            <p:nvPicPr>
              <p:cNvPr id="75" name="Graphic 74" descr="Flashlight with solid fill">
                <a:extLst>
                  <a:ext uri="{FF2B5EF4-FFF2-40B4-BE49-F238E27FC236}">
                    <a16:creationId xmlns:a16="http://schemas.microsoft.com/office/drawing/2014/main" id="{C87CF224-1C1D-4DC8-A70D-E5BC5F1691D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25972" y="2560875"/>
                <a:ext cx="914400" cy="914400"/>
              </a:xfrm>
              <a:prstGeom prst="rect">
                <a:avLst/>
              </a:prstGeom>
            </p:spPr>
          </p:pic>
          <p:pic>
            <p:nvPicPr>
              <p:cNvPr id="77" name="Graphic 76" descr="Gears outline">
                <a:extLst>
                  <a:ext uri="{FF2B5EF4-FFF2-40B4-BE49-F238E27FC236}">
                    <a16:creationId xmlns:a16="http://schemas.microsoft.com/office/drawing/2014/main" id="{1940FC00-BD49-4BFC-C246-1CA59935089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1974" y="2746133"/>
                <a:ext cx="914400" cy="914400"/>
              </a:xfrm>
              <a:prstGeom prst="rect">
                <a:avLst/>
              </a:prstGeom>
            </p:spPr>
          </p:pic>
          <p:pic>
            <p:nvPicPr>
              <p:cNvPr id="79" name="Graphic 78" descr="Saw blade with solid fill">
                <a:extLst>
                  <a:ext uri="{FF2B5EF4-FFF2-40B4-BE49-F238E27FC236}">
                    <a16:creationId xmlns:a16="http://schemas.microsoft.com/office/drawing/2014/main" id="{1761F04B-69FF-BDC6-3EC1-CFD68E3CDD0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559349" y="1511477"/>
                <a:ext cx="914400" cy="914400"/>
              </a:xfrm>
              <a:prstGeom prst="rect">
                <a:avLst/>
              </a:prstGeom>
            </p:spPr>
          </p:pic>
          <p:pic>
            <p:nvPicPr>
              <p:cNvPr id="81" name="Graphic 80" descr="Garden Tools with solid fill">
                <a:extLst>
                  <a:ext uri="{FF2B5EF4-FFF2-40B4-BE49-F238E27FC236}">
                    <a16:creationId xmlns:a16="http://schemas.microsoft.com/office/drawing/2014/main" id="{425FD2E6-7657-D9C7-BCB2-B73F6C378DB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64053" y="999475"/>
                <a:ext cx="914400" cy="914400"/>
              </a:xfrm>
              <a:prstGeom prst="rect">
                <a:avLst/>
              </a:prstGeom>
            </p:spPr>
          </p:pic>
        </p:grpSp>
      </p:grpSp>
      <p:grpSp>
        <p:nvGrpSpPr>
          <p:cNvPr id="84" name="Group 83">
            <a:extLst>
              <a:ext uri="{FF2B5EF4-FFF2-40B4-BE49-F238E27FC236}">
                <a16:creationId xmlns:a16="http://schemas.microsoft.com/office/drawing/2014/main" id="{E47EF863-38AF-C26C-C237-E2FCB96924D1}"/>
              </a:ext>
            </a:extLst>
          </p:cNvPr>
          <p:cNvGrpSpPr/>
          <p:nvPr/>
        </p:nvGrpSpPr>
        <p:grpSpPr>
          <a:xfrm>
            <a:off x="5061466" y="1667665"/>
            <a:ext cx="2737318" cy="3114793"/>
            <a:chOff x="727857" y="899464"/>
            <a:chExt cx="2862770" cy="3378865"/>
          </a:xfrm>
        </p:grpSpPr>
        <p:pic>
          <p:nvPicPr>
            <p:cNvPr id="85" name="Graphic 84" descr="Tools outline">
              <a:extLst>
                <a:ext uri="{FF2B5EF4-FFF2-40B4-BE49-F238E27FC236}">
                  <a16:creationId xmlns:a16="http://schemas.microsoft.com/office/drawing/2014/main" id="{B09844F6-7EEF-74DA-B5B7-9249A79BD48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82805" y="899464"/>
              <a:ext cx="618392" cy="618392"/>
            </a:xfrm>
            <a:prstGeom prst="rect">
              <a:avLst/>
            </a:prstGeom>
          </p:spPr>
        </p:pic>
        <p:grpSp>
          <p:nvGrpSpPr>
            <p:cNvPr id="86" name="Group 85">
              <a:extLst>
                <a:ext uri="{FF2B5EF4-FFF2-40B4-BE49-F238E27FC236}">
                  <a16:creationId xmlns:a16="http://schemas.microsoft.com/office/drawing/2014/main" id="{C30B98CA-3336-51D4-4CA7-8715BD2BC4CB}"/>
                </a:ext>
              </a:extLst>
            </p:cNvPr>
            <p:cNvGrpSpPr/>
            <p:nvPr/>
          </p:nvGrpSpPr>
          <p:grpSpPr>
            <a:xfrm>
              <a:off x="727857" y="1005630"/>
              <a:ext cx="2862770" cy="3272699"/>
              <a:chOff x="911424" y="1007156"/>
              <a:chExt cx="3728948" cy="4083943"/>
            </a:xfrm>
          </p:grpSpPr>
          <p:sp>
            <p:nvSpPr>
              <p:cNvPr id="87" name="Oval 86">
                <a:extLst>
                  <a:ext uri="{FF2B5EF4-FFF2-40B4-BE49-F238E27FC236}">
                    <a16:creationId xmlns:a16="http://schemas.microsoft.com/office/drawing/2014/main" id="{55AA687C-17EF-A5AB-4418-BE46250F7E07}"/>
                  </a:ext>
                </a:extLst>
              </p:cNvPr>
              <p:cNvSpPr/>
              <p:nvPr/>
            </p:nvSpPr>
            <p:spPr>
              <a:xfrm>
                <a:off x="911424" y="1700808"/>
                <a:ext cx="2880320" cy="2880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89" name="Graphic 88" descr="Fish with solid fill">
                <a:extLst>
                  <a:ext uri="{FF2B5EF4-FFF2-40B4-BE49-F238E27FC236}">
                    <a16:creationId xmlns:a16="http://schemas.microsoft.com/office/drawing/2014/main" id="{8C94DBF6-252A-143F-92E5-16C2FCAC98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2718" y="2178766"/>
                <a:ext cx="942328" cy="880714"/>
              </a:xfrm>
              <a:prstGeom prst="rect">
                <a:avLst/>
              </a:prstGeom>
            </p:spPr>
          </p:pic>
          <p:pic>
            <p:nvPicPr>
              <p:cNvPr id="91" name="Graphic 90" descr="Fish with solid fill">
                <a:extLst>
                  <a:ext uri="{FF2B5EF4-FFF2-40B4-BE49-F238E27FC236}">
                    <a16:creationId xmlns:a16="http://schemas.microsoft.com/office/drawing/2014/main" id="{9A44E601-3DCE-364F-7B33-FD6E3784AB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2224" y="3173547"/>
                <a:ext cx="942328" cy="880714"/>
              </a:xfrm>
              <a:prstGeom prst="rect">
                <a:avLst/>
              </a:prstGeom>
            </p:spPr>
          </p:pic>
          <p:pic>
            <p:nvPicPr>
              <p:cNvPr id="92" name="Graphic 91" descr="Fish with solid fill">
                <a:extLst>
                  <a:ext uri="{FF2B5EF4-FFF2-40B4-BE49-F238E27FC236}">
                    <a16:creationId xmlns:a16="http://schemas.microsoft.com/office/drawing/2014/main" id="{0B839027-7DDE-B1D8-5870-C35D528D66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15820" y="3352440"/>
                <a:ext cx="942328" cy="880714"/>
              </a:xfrm>
              <a:prstGeom prst="rect">
                <a:avLst/>
              </a:prstGeom>
            </p:spPr>
          </p:pic>
          <p:pic>
            <p:nvPicPr>
              <p:cNvPr id="94" name="Graphic 93" descr="Fish with solid fill">
                <a:extLst>
                  <a:ext uri="{FF2B5EF4-FFF2-40B4-BE49-F238E27FC236}">
                    <a16:creationId xmlns:a16="http://schemas.microsoft.com/office/drawing/2014/main" id="{E0945902-7DAF-E47A-CB13-7548CC2E0B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5332" y="2754670"/>
                <a:ext cx="942328" cy="880714"/>
              </a:xfrm>
              <a:prstGeom prst="rect">
                <a:avLst/>
              </a:prstGeom>
            </p:spPr>
          </p:pic>
          <p:pic>
            <p:nvPicPr>
              <p:cNvPr id="95" name="Graphic 94" descr="Fish with solid fill">
                <a:extLst>
                  <a:ext uri="{FF2B5EF4-FFF2-40B4-BE49-F238E27FC236}">
                    <a16:creationId xmlns:a16="http://schemas.microsoft.com/office/drawing/2014/main" id="{310D9EBE-993F-B8FA-6900-45D7F39BB2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6949" y="2596324"/>
                <a:ext cx="942328" cy="880714"/>
              </a:xfrm>
              <a:prstGeom prst="rect">
                <a:avLst/>
              </a:prstGeom>
            </p:spPr>
          </p:pic>
          <p:pic>
            <p:nvPicPr>
              <p:cNvPr id="96" name="Graphic 95" descr="Fish with solid fill">
                <a:extLst>
                  <a:ext uri="{FF2B5EF4-FFF2-40B4-BE49-F238E27FC236}">
                    <a16:creationId xmlns:a16="http://schemas.microsoft.com/office/drawing/2014/main" id="{8C5897F5-C838-3432-8D26-C16814F2E1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09057" y="2407016"/>
                <a:ext cx="942328" cy="880714"/>
              </a:xfrm>
              <a:prstGeom prst="rect">
                <a:avLst/>
              </a:prstGeom>
            </p:spPr>
          </p:pic>
          <p:pic>
            <p:nvPicPr>
              <p:cNvPr id="97" name="Graphic 96" descr="Fish with solid fill">
                <a:extLst>
                  <a:ext uri="{FF2B5EF4-FFF2-40B4-BE49-F238E27FC236}">
                    <a16:creationId xmlns:a16="http://schemas.microsoft.com/office/drawing/2014/main" id="{F5269D86-A0B9-EE24-8292-95F5CE1324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3681" y="2959106"/>
                <a:ext cx="942328" cy="880714"/>
              </a:xfrm>
              <a:prstGeom prst="rect">
                <a:avLst/>
              </a:prstGeom>
            </p:spPr>
          </p:pic>
          <p:pic>
            <p:nvPicPr>
              <p:cNvPr id="98" name="Graphic 97" descr="Fish with solid fill">
                <a:extLst>
                  <a:ext uri="{FF2B5EF4-FFF2-40B4-BE49-F238E27FC236}">
                    <a16:creationId xmlns:a16="http://schemas.microsoft.com/office/drawing/2014/main" id="{90DAC681-69C6-41CD-59E4-8DED406409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07523" y="2015874"/>
                <a:ext cx="942328" cy="880714"/>
              </a:xfrm>
              <a:prstGeom prst="rect">
                <a:avLst/>
              </a:prstGeom>
            </p:spPr>
          </p:pic>
          <mc:AlternateContent xmlns:mc="http://schemas.openxmlformats.org/markup-compatibility/2006" xmlns:a14="http://schemas.microsoft.com/office/drawing/2010/main">
            <mc:Choice Requires="a14">
              <p:sp>
                <p:nvSpPr>
                  <p:cNvPr id="101" name="Rectangle: Rounded Corners 100">
                    <a:extLst>
                      <a:ext uri="{FF2B5EF4-FFF2-40B4-BE49-F238E27FC236}">
                        <a16:creationId xmlns:a16="http://schemas.microsoft.com/office/drawing/2014/main" id="{800B6856-5D0E-1172-F2DD-EA0F82603D30}"/>
                      </a:ext>
                    </a:extLst>
                  </p:cNvPr>
                  <p:cNvSpPr/>
                  <p:nvPr/>
                </p:nvSpPr>
                <p:spPr>
                  <a:xfrm>
                    <a:off x="1613979" y="2778811"/>
                    <a:ext cx="1536475" cy="59204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𝑵</m:t>
                            </m:r>
                          </m:e>
                          <m:sub>
                            <m:r>
                              <a:rPr lang="en-US" b="1" i="1">
                                <a:latin typeface="Cambria Math" panose="02040503050406030204" pitchFamily="18" charset="0"/>
                              </a:rPr>
                              <m:t>𝒆</m:t>
                            </m:r>
                          </m:sub>
                        </m:sSub>
                      </m:oMath>
                    </a14:m>
                    <a:r>
                      <a:rPr lang="en-US" b="1" dirty="0"/>
                      <a:t> = 500</a:t>
                    </a:r>
                    <a:endParaRPr lang="en-CH" b="1" dirty="0"/>
                  </a:p>
                </p:txBody>
              </p:sp>
            </mc:Choice>
            <mc:Fallback xmlns="">
              <p:sp>
                <p:nvSpPr>
                  <p:cNvPr id="101" name="Rectangle: Rounded Corners 100">
                    <a:extLst>
                      <a:ext uri="{FF2B5EF4-FFF2-40B4-BE49-F238E27FC236}">
                        <a16:creationId xmlns:a16="http://schemas.microsoft.com/office/drawing/2014/main" id="{800B6856-5D0E-1172-F2DD-EA0F82603D30}"/>
                      </a:ext>
                    </a:extLst>
                  </p:cNvPr>
                  <p:cNvSpPr>
                    <a:spLocks noRot="1" noChangeAspect="1" noMove="1" noResize="1" noEditPoints="1" noAdjustHandles="1" noChangeArrowheads="1" noChangeShapeType="1" noTextEdit="1"/>
                  </p:cNvSpPr>
                  <p:nvPr/>
                </p:nvSpPr>
                <p:spPr>
                  <a:xfrm>
                    <a:off x="1613979" y="2778811"/>
                    <a:ext cx="1536475" cy="592043"/>
                  </a:xfrm>
                  <a:prstGeom prst="roundRect">
                    <a:avLst/>
                  </a:prstGeom>
                  <a:blipFill>
                    <a:blip r:embed="rId14"/>
                    <a:stretch>
                      <a:fillRect b="-6944"/>
                    </a:stretch>
                  </a:blipFill>
                  <a:ln>
                    <a:noFill/>
                  </a:ln>
                </p:spPr>
                <p:txBody>
                  <a:bodyPr/>
                  <a:lstStyle/>
                  <a:p>
                    <a:r>
                      <a:rPr lang="en-CH">
                        <a:noFill/>
                      </a:rPr>
                      <a:t> </a:t>
                    </a:r>
                  </a:p>
                </p:txBody>
              </p:sp>
            </mc:Fallback>
          </mc:AlternateContent>
          <p:pic>
            <p:nvPicPr>
              <p:cNvPr id="103" name="Graphic 102" descr="Screwdriver outline">
                <a:extLst>
                  <a:ext uri="{FF2B5EF4-FFF2-40B4-BE49-F238E27FC236}">
                    <a16:creationId xmlns:a16="http://schemas.microsoft.com/office/drawing/2014/main" id="{7A53681F-F34E-6103-8D7B-1EB3F5B6D64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95306" y="1007156"/>
                <a:ext cx="914400" cy="914400"/>
              </a:xfrm>
              <a:prstGeom prst="rect">
                <a:avLst/>
              </a:prstGeom>
            </p:spPr>
          </p:pic>
          <p:pic>
            <p:nvPicPr>
              <p:cNvPr id="106" name="Graphic 105" descr="Prehistoric Tool outline">
                <a:extLst>
                  <a:ext uri="{FF2B5EF4-FFF2-40B4-BE49-F238E27FC236}">
                    <a16:creationId xmlns:a16="http://schemas.microsoft.com/office/drawing/2014/main" id="{0EADA710-32DA-12D3-01C7-5042869163B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53835" y="4176699"/>
                <a:ext cx="914400" cy="914400"/>
              </a:xfrm>
              <a:prstGeom prst="rect">
                <a:avLst/>
              </a:prstGeom>
            </p:spPr>
          </p:pic>
          <p:pic>
            <p:nvPicPr>
              <p:cNvPr id="107" name="Graphic 106" descr="Flashlight with solid fill">
                <a:extLst>
                  <a:ext uri="{FF2B5EF4-FFF2-40B4-BE49-F238E27FC236}">
                    <a16:creationId xmlns:a16="http://schemas.microsoft.com/office/drawing/2014/main" id="{32F510DE-30F9-260A-2AC4-A77C4025981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25972" y="2560875"/>
                <a:ext cx="914400" cy="914400"/>
              </a:xfrm>
              <a:prstGeom prst="rect">
                <a:avLst/>
              </a:prstGeom>
            </p:spPr>
          </p:pic>
          <p:pic>
            <p:nvPicPr>
              <p:cNvPr id="109" name="Graphic 108" descr="Saw blade with solid fill">
                <a:extLst>
                  <a:ext uri="{FF2B5EF4-FFF2-40B4-BE49-F238E27FC236}">
                    <a16:creationId xmlns:a16="http://schemas.microsoft.com/office/drawing/2014/main" id="{8E35E670-39A2-4E62-4F8C-0960D0932FD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559349" y="1511477"/>
                <a:ext cx="914400" cy="914400"/>
              </a:xfrm>
              <a:prstGeom prst="rect">
                <a:avLst/>
              </a:prstGeom>
            </p:spPr>
          </p:pic>
        </p:grpSp>
      </p:grpSp>
    </p:spTree>
    <p:extLst>
      <p:ext uri="{BB962C8B-B14F-4D97-AF65-F5344CB8AC3E}">
        <p14:creationId xmlns:p14="http://schemas.microsoft.com/office/powerpoint/2010/main" val="280475001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0ECCE-7796-897C-1EB8-AA8E388A6A1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ABB5B07-609E-9415-B058-167211FDFCFE}"/>
              </a:ext>
            </a:extLst>
          </p:cNvPr>
          <p:cNvSpPr>
            <a:spLocks noGrp="1"/>
          </p:cNvSpPr>
          <p:nvPr>
            <p:ph type="dt" sz="half" idx="10"/>
          </p:nvPr>
        </p:nvSpPr>
        <p:spPr/>
        <p:txBody>
          <a:bodyPr/>
          <a:lstStyle/>
          <a:p>
            <a:fld id="{7F4CEF40-E7C8-426E-8E88-6626E1FF905E}" type="datetime1">
              <a:rPr lang="en-GB" noProof="0" smtClean="0"/>
              <a:t>16/09/2026</a:t>
            </a:fld>
            <a:endParaRPr lang="en-GB" noProof="0" dirty="0"/>
          </a:p>
        </p:txBody>
      </p:sp>
      <p:sp>
        <p:nvSpPr>
          <p:cNvPr id="4" name="Slide Number Placeholder 3">
            <a:extLst>
              <a:ext uri="{FF2B5EF4-FFF2-40B4-BE49-F238E27FC236}">
                <a16:creationId xmlns:a16="http://schemas.microsoft.com/office/drawing/2014/main" id="{EA457FA4-7861-BAA1-42F2-4117EBB9AE50}"/>
              </a:ext>
            </a:extLst>
          </p:cNvPr>
          <p:cNvSpPr>
            <a:spLocks noGrp="1"/>
          </p:cNvSpPr>
          <p:nvPr>
            <p:ph type="sldNum" sz="quarter" idx="12"/>
          </p:nvPr>
        </p:nvSpPr>
        <p:spPr/>
        <p:txBody>
          <a:bodyPr/>
          <a:lstStyle/>
          <a:p>
            <a:fld id="{442AD375-037F-43D0-B059-5172DA06796A}" type="slidenum">
              <a:rPr lang="en-GB" noProof="0" smtClean="0"/>
              <a:pPr/>
              <a:t>94</a:t>
            </a:fld>
            <a:endParaRPr lang="en-GB" noProof="0" dirty="0"/>
          </a:p>
        </p:txBody>
      </p:sp>
      <p:sp>
        <p:nvSpPr>
          <p:cNvPr id="5" name="Title 1">
            <a:extLst>
              <a:ext uri="{FF2B5EF4-FFF2-40B4-BE49-F238E27FC236}">
                <a16:creationId xmlns:a16="http://schemas.microsoft.com/office/drawing/2014/main" id="{1054FA3A-EBF8-E0C2-A596-3114920BBC5C}"/>
              </a:ext>
            </a:extLst>
          </p:cNvPr>
          <p:cNvSpPr txBox="1">
            <a:spLocks/>
          </p:cNvSpPr>
          <p:nvPr/>
        </p:nvSpPr>
        <p:spPr>
          <a:xfrm>
            <a:off x="273600" y="244800"/>
            <a:ext cx="11650662" cy="625944"/>
          </a:xfrm>
          <a:prstGeom prst="rect">
            <a:avLst/>
          </a:prstGeom>
        </p:spPr>
        <p:txBody>
          <a:bodyPr vert="horz" lIns="0" tIns="0" rIns="0" bIns="0" rtlCol="0" anchor="t">
            <a:normAutofit/>
          </a:bodyPr>
          <a:lstStyle>
            <a:lvl1pPr algn="l" defTabSz="914400" rtl="0" eaLnBrk="1" latinLnBrk="0" hangingPunct="1">
              <a:lnSpc>
                <a:spcPct val="97000"/>
              </a:lnSpc>
              <a:spcBef>
                <a:spcPct val="0"/>
              </a:spcBef>
              <a:buNone/>
              <a:defRPr sz="2400" b="1" kern="1200" spc="0" baseline="0">
                <a:solidFill>
                  <a:schemeClr val="tx1"/>
                </a:solidFill>
                <a:latin typeface="+mj-lt"/>
                <a:ea typeface="+mj-ea"/>
                <a:cs typeface="+mj-cs"/>
              </a:defRPr>
            </a:lvl1pPr>
          </a:lstStyle>
          <a:p>
            <a:pPr>
              <a:buFontTx/>
            </a:pPr>
            <a:r>
              <a:rPr lang="en-GB"/>
              <a:t>My Project – Problem</a:t>
            </a:r>
            <a:endParaRPr lang="en-GB" dirty="0"/>
          </a:p>
        </p:txBody>
      </p:sp>
      <p:grpSp>
        <p:nvGrpSpPr>
          <p:cNvPr id="83" name="Group 82">
            <a:extLst>
              <a:ext uri="{FF2B5EF4-FFF2-40B4-BE49-F238E27FC236}">
                <a16:creationId xmlns:a16="http://schemas.microsoft.com/office/drawing/2014/main" id="{2CD60173-5521-99F3-9416-CC90FBE258E6}"/>
              </a:ext>
            </a:extLst>
          </p:cNvPr>
          <p:cNvGrpSpPr/>
          <p:nvPr/>
        </p:nvGrpSpPr>
        <p:grpSpPr>
          <a:xfrm>
            <a:off x="930724" y="1611083"/>
            <a:ext cx="3317430" cy="3393632"/>
            <a:chOff x="121158" y="899464"/>
            <a:chExt cx="3469469" cy="3681344"/>
          </a:xfrm>
        </p:grpSpPr>
        <p:pic>
          <p:nvPicPr>
            <p:cNvPr id="69" name="Graphic 68" descr="Tools outline">
              <a:extLst>
                <a:ext uri="{FF2B5EF4-FFF2-40B4-BE49-F238E27FC236}">
                  <a16:creationId xmlns:a16="http://schemas.microsoft.com/office/drawing/2014/main" id="{F6C0B2FF-B219-9604-0CF1-8FAEBD462F6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82805" y="899464"/>
              <a:ext cx="618392" cy="618392"/>
            </a:xfrm>
            <a:prstGeom prst="rect">
              <a:avLst/>
            </a:prstGeom>
          </p:spPr>
        </p:pic>
        <p:grpSp>
          <p:nvGrpSpPr>
            <p:cNvPr id="82" name="Group 81">
              <a:extLst>
                <a:ext uri="{FF2B5EF4-FFF2-40B4-BE49-F238E27FC236}">
                  <a16:creationId xmlns:a16="http://schemas.microsoft.com/office/drawing/2014/main" id="{1F9DF699-A37D-DB09-6CD3-5D57AA8F9D3B}"/>
                </a:ext>
              </a:extLst>
            </p:cNvPr>
            <p:cNvGrpSpPr/>
            <p:nvPr/>
          </p:nvGrpSpPr>
          <p:grpSpPr>
            <a:xfrm>
              <a:off x="121158" y="999475"/>
              <a:ext cx="3469469" cy="3581333"/>
              <a:chOff x="121158" y="999475"/>
              <a:chExt cx="4519214" cy="4469082"/>
            </a:xfrm>
          </p:grpSpPr>
          <p:sp>
            <p:nvSpPr>
              <p:cNvPr id="16" name="Oval 15">
                <a:extLst>
                  <a:ext uri="{FF2B5EF4-FFF2-40B4-BE49-F238E27FC236}">
                    <a16:creationId xmlns:a16="http://schemas.microsoft.com/office/drawing/2014/main" id="{EF3D5F94-B9A5-50E7-BC66-3384A9395DE1}"/>
                  </a:ext>
                </a:extLst>
              </p:cNvPr>
              <p:cNvSpPr/>
              <p:nvPr/>
            </p:nvSpPr>
            <p:spPr>
              <a:xfrm>
                <a:off x="911424" y="1700808"/>
                <a:ext cx="2880320" cy="2880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20" name="Graphic 19" descr="Fish with solid fill">
                <a:extLst>
                  <a:ext uri="{FF2B5EF4-FFF2-40B4-BE49-F238E27FC236}">
                    <a16:creationId xmlns:a16="http://schemas.microsoft.com/office/drawing/2014/main" id="{CC7FA5A4-65D7-5B5D-4A3B-0F97C6A327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3702" y="1968729"/>
                <a:ext cx="942328" cy="880714"/>
              </a:xfrm>
              <a:prstGeom prst="rect">
                <a:avLst/>
              </a:prstGeom>
            </p:spPr>
          </p:pic>
          <p:pic>
            <p:nvPicPr>
              <p:cNvPr id="22" name="Graphic 21" descr="Fish with solid fill">
                <a:extLst>
                  <a:ext uri="{FF2B5EF4-FFF2-40B4-BE49-F238E27FC236}">
                    <a16:creationId xmlns:a16="http://schemas.microsoft.com/office/drawing/2014/main" id="{FB8F02FE-1F0D-6539-D205-BCF9324EA6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2718" y="2178766"/>
                <a:ext cx="942328" cy="880714"/>
              </a:xfrm>
              <a:prstGeom prst="rect">
                <a:avLst/>
              </a:prstGeom>
            </p:spPr>
          </p:pic>
          <p:pic>
            <p:nvPicPr>
              <p:cNvPr id="24" name="Graphic 23" descr="Fish with solid fill">
                <a:extLst>
                  <a:ext uri="{FF2B5EF4-FFF2-40B4-BE49-F238E27FC236}">
                    <a16:creationId xmlns:a16="http://schemas.microsoft.com/office/drawing/2014/main" id="{0146A2BD-29D9-1224-C28A-DE8E3BA3F1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35761" y="3429000"/>
                <a:ext cx="942328" cy="880714"/>
              </a:xfrm>
              <a:prstGeom prst="rect">
                <a:avLst/>
              </a:prstGeom>
            </p:spPr>
          </p:pic>
          <p:pic>
            <p:nvPicPr>
              <p:cNvPr id="26" name="Graphic 25" descr="Fish with solid fill">
                <a:extLst>
                  <a:ext uri="{FF2B5EF4-FFF2-40B4-BE49-F238E27FC236}">
                    <a16:creationId xmlns:a16="http://schemas.microsoft.com/office/drawing/2014/main" id="{0162EE28-D5B3-C6C6-699C-0E5DAB8DE1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2224" y="3173547"/>
                <a:ext cx="942328" cy="880714"/>
              </a:xfrm>
              <a:prstGeom prst="rect">
                <a:avLst/>
              </a:prstGeom>
            </p:spPr>
          </p:pic>
          <p:pic>
            <p:nvPicPr>
              <p:cNvPr id="28" name="Graphic 27" descr="Fish with solid fill">
                <a:extLst>
                  <a:ext uri="{FF2B5EF4-FFF2-40B4-BE49-F238E27FC236}">
                    <a16:creationId xmlns:a16="http://schemas.microsoft.com/office/drawing/2014/main" id="{5222C52F-77A3-DA21-8D39-C56EF5A35D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15820" y="3352440"/>
                <a:ext cx="942328" cy="880714"/>
              </a:xfrm>
              <a:prstGeom prst="rect">
                <a:avLst/>
              </a:prstGeom>
            </p:spPr>
          </p:pic>
          <p:pic>
            <p:nvPicPr>
              <p:cNvPr id="30" name="Graphic 29" descr="Fish with solid fill">
                <a:extLst>
                  <a:ext uri="{FF2B5EF4-FFF2-40B4-BE49-F238E27FC236}">
                    <a16:creationId xmlns:a16="http://schemas.microsoft.com/office/drawing/2014/main" id="{E6F52DA9-97AE-1C2A-15EC-BE74298608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7563" y="1809246"/>
                <a:ext cx="942328" cy="880714"/>
              </a:xfrm>
              <a:prstGeom prst="rect">
                <a:avLst/>
              </a:prstGeom>
            </p:spPr>
          </p:pic>
          <p:pic>
            <p:nvPicPr>
              <p:cNvPr id="46" name="Graphic 45" descr="Fish with solid fill">
                <a:extLst>
                  <a:ext uri="{FF2B5EF4-FFF2-40B4-BE49-F238E27FC236}">
                    <a16:creationId xmlns:a16="http://schemas.microsoft.com/office/drawing/2014/main" id="{165D12D7-1F07-5A2A-14D2-7131FD5C7B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5332" y="2754670"/>
                <a:ext cx="942328" cy="880714"/>
              </a:xfrm>
              <a:prstGeom prst="rect">
                <a:avLst/>
              </a:prstGeom>
            </p:spPr>
          </p:pic>
          <p:pic>
            <p:nvPicPr>
              <p:cNvPr id="47" name="Graphic 46" descr="Fish with solid fill">
                <a:extLst>
                  <a:ext uri="{FF2B5EF4-FFF2-40B4-BE49-F238E27FC236}">
                    <a16:creationId xmlns:a16="http://schemas.microsoft.com/office/drawing/2014/main" id="{A481B4CC-9258-506E-E581-DD2E69A4F5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6949" y="2596324"/>
                <a:ext cx="942328" cy="880714"/>
              </a:xfrm>
              <a:prstGeom prst="rect">
                <a:avLst/>
              </a:prstGeom>
            </p:spPr>
          </p:pic>
          <p:pic>
            <p:nvPicPr>
              <p:cNvPr id="48" name="Graphic 47" descr="Fish with solid fill">
                <a:extLst>
                  <a:ext uri="{FF2B5EF4-FFF2-40B4-BE49-F238E27FC236}">
                    <a16:creationId xmlns:a16="http://schemas.microsoft.com/office/drawing/2014/main" id="{3486A25E-DC5B-F9C1-F152-E4873DFEB3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09057" y="2407016"/>
                <a:ext cx="942328" cy="880714"/>
              </a:xfrm>
              <a:prstGeom prst="rect">
                <a:avLst/>
              </a:prstGeom>
            </p:spPr>
          </p:pic>
          <p:pic>
            <p:nvPicPr>
              <p:cNvPr id="49" name="Graphic 48" descr="Fish with solid fill">
                <a:extLst>
                  <a:ext uri="{FF2B5EF4-FFF2-40B4-BE49-F238E27FC236}">
                    <a16:creationId xmlns:a16="http://schemas.microsoft.com/office/drawing/2014/main" id="{00E7DC7F-100F-6076-CD36-932198F6F9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3681" y="2959106"/>
                <a:ext cx="942328" cy="880714"/>
              </a:xfrm>
              <a:prstGeom prst="rect">
                <a:avLst/>
              </a:prstGeom>
            </p:spPr>
          </p:pic>
          <p:pic>
            <p:nvPicPr>
              <p:cNvPr id="50" name="Graphic 49" descr="Fish with solid fill">
                <a:extLst>
                  <a:ext uri="{FF2B5EF4-FFF2-40B4-BE49-F238E27FC236}">
                    <a16:creationId xmlns:a16="http://schemas.microsoft.com/office/drawing/2014/main" id="{1797CD01-B332-1543-55E6-47E3032E62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07523" y="2015874"/>
                <a:ext cx="942328" cy="880714"/>
              </a:xfrm>
              <a:prstGeom prst="rect">
                <a:avLst/>
              </a:prstGeom>
            </p:spPr>
          </p:pic>
          <p:pic>
            <p:nvPicPr>
              <p:cNvPr id="51" name="Graphic 50" descr="Fish with solid fill">
                <a:extLst>
                  <a:ext uri="{FF2B5EF4-FFF2-40B4-BE49-F238E27FC236}">
                    <a16:creationId xmlns:a16="http://schemas.microsoft.com/office/drawing/2014/main" id="{EFD710F5-DC2E-3ED9-0BAF-61EEBB307A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3681" y="2322619"/>
                <a:ext cx="942328" cy="880714"/>
              </a:xfrm>
              <a:prstGeom prst="rect">
                <a:avLst/>
              </a:prstGeom>
            </p:spPr>
          </p:pic>
          <p:pic>
            <p:nvPicPr>
              <p:cNvPr id="52" name="Graphic 51" descr="Fish with solid fill">
                <a:extLst>
                  <a:ext uri="{FF2B5EF4-FFF2-40B4-BE49-F238E27FC236}">
                    <a16:creationId xmlns:a16="http://schemas.microsoft.com/office/drawing/2014/main" id="{78CBDB5A-660D-210F-2D28-B4AFAC6D71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4903" y="3124190"/>
                <a:ext cx="942328" cy="880714"/>
              </a:xfrm>
              <a:prstGeom prst="rect">
                <a:avLst/>
              </a:prstGeom>
            </p:spPr>
          </p:pic>
          <mc:AlternateContent xmlns:mc="http://schemas.openxmlformats.org/markup-compatibility/2006" xmlns:a14="http://schemas.microsoft.com/office/drawing/2010/main">
            <mc:Choice Requires="a14">
              <p:sp>
                <p:nvSpPr>
                  <p:cNvPr id="53" name="Rectangle: Rounded Corners 52">
                    <a:extLst>
                      <a:ext uri="{FF2B5EF4-FFF2-40B4-BE49-F238E27FC236}">
                        <a16:creationId xmlns:a16="http://schemas.microsoft.com/office/drawing/2014/main" id="{7477B310-0994-5D9C-9529-38DB7D2A6DA3}"/>
                      </a:ext>
                    </a:extLst>
                  </p:cNvPr>
                  <p:cNvSpPr/>
                  <p:nvPr/>
                </p:nvSpPr>
                <p:spPr>
                  <a:xfrm>
                    <a:off x="1613979" y="2778811"/>
                    <a:ext cx="1536475" cy="59204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𝑵</m:t>
                            </m:r>
                          </m:e>
                          <m:sub>
                            <m:r>
                              <a:rPr lang="en-US" b="1" i="1">
                                <a:latin typeface="Cambria Math" panose="02040503050406030204" pitchFamily="18" charset="0"/>
                              </a:rPr>
                              <m:t>𝒆</m:t>
                            </m:r>
                          </m:sub>
                        </m:sSub>
                      </m:oMath>
                    </a14:m>
                    <a:r>
                      <a:rPr lang="en-US" b="1" dirty="0"/>
                      <a:t> = 1000</a:t>
                    </a:r>
                    <a:endParaRPr lang="en-CH" b="1" dirty="0"/>
                  </a:p>
                </p:txBody>
              </p:sp>
            </mc:Choice>
            <mc:Fallback xmlns="">
              <p:sp>
                <p:nvSpPr>
                  <p:cNvPr id="53" name="Rectangle: Rounded Corners 52">
                    <a:extLst>
                      <a:ext uri="{FF2B5EF4-FFF2-40B4-BE49-F238E27FC236}">
                        <a16:creationId xmlns:a16="http://schemas.microsoft.com/office/drawing/2014/main" id="{7477B310-0994-5D9C-9529-38DB7D2A6DA3}"/>
                      </a:ext>
                    </a:extLst>
                  </p:cNvPr>
                  <p:cNvSpPr>
                    <a:spLocks noRot="1" noChangeAspect="1" noMove="1" noResize="1" noEditPoints="1" noAdjustHandles="1" noChangeArrowheads="1" noChangeShapeType="1" noTextEdit="1"/>
                  </p:cNvSpPr>
                  <p:nvPr/>
                </p:nvSpPr>
                <p:spPr>
                  <a:xfrm>
                    <a:off x="1613979" y="2778811"/>
                    <a:ext cx="1536475" cy="592043"/>
                  </a:xfrm>
                  <a:prstGeom prst="roundRect">
                    <a:avLst/>
                  </a:prstGeom>
                  <a:blipFill>
                    <a:blip r:embed="rId4"/>
                    <a:stretch>
                      <a:fillRect b="-6944"/>
                    </a:stretch>
                  </a:blipFill>
                  <a:ln>
                    <a:noFill/>
                  </a:ln>
                </p:spPr>
                <p:txBody>
                  <a:bodyPr/>
                  <a:lstStyle/>
                  <a:p>
                    <a:r>
                      <a:rPr lang="en-CH">
                        <a:noFill/>
                      </a:rPr>
                      <a:t> </a:t>
                    </a:r>
                  </a:p>
                </p:txBody>
              </p:sp>
            </mc:Fallback>
          </mc:AlternateContent>
          <p:pic>
            <p:nvPicPr>
              <p:cNvPr id="63" name="Graphic 62" descr="Pocket knife outline">
                <a:extLst>
                  <a:ext uri="{FF2B5EF4-FFF2-40B4-BE49-F238E27FC236}">
                    <a16:creationId xmlns:a16="http://schemas.microsoft.com/office/drawing/2014/main" id="{CAEAEA86-42D7-2664-CDE7-47C45619051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1158" y="1701553"/>
                <a:ext cx="914400" cy="914400"/>
              </a:xfrm>
              <a:prstGeom prst="rect">
                <a:avLst/>
              </a:prstGeom>
            </p:spPr>
          </p:pic>
          <p:pic>
            <p:nvPicPr>
              <p:cNvPr id="65" name="Graphic 64" descr="Screwdriver outline">
                <a:extLst>
                  <a:ext uri="{FF2B5EF4-FFF2-40B4-BE49-F238E27FC236}">
                    <a16:creationId xmlns:a16="http://schemas.microsoft.com/office/drawing/2014/main" id="{EF1F90C5-89C6-D7B3-A531-E070D6EF0B3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95306" y="1007156"/>
                <a:ext cx="914400" cy="914400"/>
              </a:xfrm>
              <a:prstGeom prst="rect">
                <a:avLst/>
              </a:prstGeom>
            </p:spPr>
          </p:pic>
          <p:pic>
            <p:nvPicPr>
              <p:cNvPr id="67" name="Graphic 66" descr="Wrench with solid fill">
                <a:extLst>
                  <a:ext uri="{FF2B5EF4-FFF2-40B4-BE49-F238E27FC236}">
                    <a16:creationId xmlns:a16="http://schemas.microsoft.com/office/drawing/2014/main" id="{6B2F8668-F191-9481-504D-D8DA080877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2026" y="3894010"/>
                <a:ext cx="914400" cy="914400"/>
              </a:xfrm>
              <a:prstGeom prst="rect">
                <a:avLst/>
              </a:prstGeom>
            </p:spPr>
          </p:pic>
          <p:pic>
            <p:nvPicPr>
              <p:cNvPr id="71" name="Graphic 70" descr="Prehistoric Tool with solid fill">
                <a:extLst>
                  <a:ext uri="{FF2B5EF4-FFF2-40B4-BE49-F238E27FC236}">
                    <a16:creationId xmlns:a16="http://schemas.microsoft.com/office/drawing/2014/main" id="{5C646D92-8C07-77AD-B0C2-EB0703CF9AE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13973" y="4554157"/>
                <a:ext cx="914400" cy="914400"/>
              </a:xfrm>
              <a:prstGeom prst="rect">
                <a:avLst/>
              </a:prstGeom>
            </p:spPr>
          </p:pic>
          <p:pic>
            <p:nvPicPr>
              <p:cNvPr id="73" name="Graphic 72" descr="Prehistoric Tool outline">
                <a:extLst>
                  <a:ext uri="{FF2B5EF4-FFF2-40B4-BE49-F238E27FC236}">
                    <a16:creationId xmlns:a16="http://schemas.microsoft.com/office/drawing/2014/main" id="{BF49D85F-C6ED-996E-4F43-4AE92739B54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53835" y="4176699"/>
                <a:ext cx="914400" cy="914400"/>
              </a:xfrm>
              <a:prstGeom prst="rect">
                <a:avLst/>
              </a:prstGeom>
            </p:spPr>
          </p:pic>
          <p:pic>
            <p:nvPicPr>
              <p:cNvPr id="75" name="Graphic 74" descr="Flashlight with solid fill">
                <a:extLst>
                  <a:ext uri="{FF2B5EF4-FFF2-40B4-BE49-F238E27FC236}">
                    <a16:creationId xmlns:a16="http://schemas.microsoft.com/office/drawing/2014/main" id="{66736DD0-5460-2EC9-1960-B3513AED820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25972" y="2560875"/>
                <a:ext cx="914400" cy="914400"/>
              </a:xfrm>
              <a:prstGeom prst="rect">
                <a:avLst/>
              </a:prstGeom>
            </p:spPr>
          </p:pic>
          <p:pic>
            <p:nvPicPr>
              <p:cNvPr id="77" name="Graphic 76" descr="Gears outline">
                <a:extLst>
                  <a:ext uri="{FF2B5EF4-FFF2-40B4-BE49-F238E27FC236}">
                    <a16:creationId xmlns:a16="http://schemas.microsoft.com/office/drawing/2014/main" id="{12241B9D-5600-DF73-E0C2-84E89A0E3D7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1974" y="2746133"/>
                <a:ext cx="914400" cy="914400"/>
              </a:xfrm>
              <a:prstGeom prst="rect">
                <a:avLst/>
              </a:prstGeom>
            </p:spPr>
          </p:pic>
          <p:pic>
            <p:nvPicPr>
              <p:cNvPr id="79" name="Graphic 78" descr="Saw blade with solid fill">
                <a:extLst>
                  <a:ext uri="{FF2B5EF4-FFF2-40B4-BE49-F238E27FC236}">
                    <a16:creationId xmlns:a16="http://schemas.microsoft.com/office/drawing/2014/main" id="{E3391182-583F-BEEB-9080-186A29CFB4F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559349" y="1511477"/>
                <a:ext cx="914400" cy="914400"/>
              </a:xfrm>
              <a:prstGeom prst="rect">
                <a:avLst/>
              </a:prstGeom>
            </p:spPr>
          </p:pic>
          <p:pic>
            <p:nvPicPr>
              <p:cNvPr id="81" name="Graphic 80" descr="Garden Tools with solid fill">
                <a:extLst>
                  <a:ext uri="{FF2B5EF4-FFF2-40B4-BE49-F238E27FC236}">
                    <a16:creationId xmlns:a16="http://schemas.microsoft.com/office/drawing/2014/main" id="{B9DDD317-58B3-413B-B364-27A69B5B254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64053" y="999475"/>
                <a:ext cx="914400" cy="914400"/>
              </a:xfrm>
              <a:prstGeom prst="rect">
                <a:avLst/>
              </a:prstGeom>
            </p:spPr>
          </p:pic>
        </p:grpSp>
      </p:grpSp>
      <p:grpSp>
        <p:nvGrpSpPr>
          <p:cNvPr id="84" name="Group 83">
            <a:extLst>
              <a:ext uri="{FF2B5EF4-FFF2-40B4-BE49-F238E27FC236}">
                <a16:creationId xmlns:a16="http://schemas.microsoft.com/office/drawing/2014/main" id="{53C67D8B-5325-21E0-7091-5A02B684F841}"/>
              </a:ext>
            </a:extLst>
          </p:cNvPr>
          <p:cNvGrpSpPr/>
          <p:nvPr/>
        </p:nvGrpSpPr>
        <p:grpSpPr>
          <a:xfrm>
            <a:off x="5061466" y="1667665"/>
            <a:ext cx="2737318" cy="3114793"/>
            <a:chOff x="727857" y="899464"/>
            <a:chExt cx="2862770" cy="3378865"/>
          </a:xfrm>
        </p:grpSpPr>
        <p:pic>
          <p:nvPicPr>
            <p:cNvPr id="85" name="Graphic 84" descr="Tools outline">
              <a:extLst>
                <a:ext uri="{FF2B5EF4-FFF2-40B4-BE49-F238E27FC236}">
                  <a16:creationId xmlns:a16="http://schemas.microsoft.com/office/drawing/2014/main" id="{1AF8D5E6-DE7E-39DE-780E-7975656EE7F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82805" y="899464"/>
              <a:ext cx="618392" cy="618392"/>
            </a:xfrm>
            <a:prstGeom prst="rect">
              <a:avLst/>
            </a:prstGeom>
          </p:spPr>
        </p:pic>
        <p:grpSp>
          <p:nvGrpSpPr>
            <p:cNvPr id="86" name="Group 85">
              <a:extLst>
                <a:ext uri="{FF2B5EF4-FFF2-40B4-BE49-F238E27FC236}">
                  <a16:creationId xmlns:a16="http://schemas.microsoft.com/office/drawing/2014/main" id="{A283BCB7-4E1F-0765-BCE9-D655C1FE6D1F}"/>
                </a:ext>
              </a:extLst>
            </p:cNvPr>
            <p:cNvGrpSpPr/>
            <p:nvPr/>
          </p:nvGrpSpPr>
          <p:grpSpPr>
            <a:xfrm>
              <a:off x="727857" y="1005630"/>
              <a:ext cx="2862770" cy="3272699"/>
              <a:chOff x="911424" y="1007156"/>
              <a:chExt cx="3728948" cy="4083943"/>
            </a:xfrm>
          </p:grpSpPr>
          <p:sp>
            <p:nvSpPr>
              <p:cNvPr id="87" name="Oval 86">
                <a:extLst>
                  <a:ext uri="{FF2B5EF4-FFF2-40B4-BE49-F238E27FC236}">
                    <a16:creationId xmlns:a16="http://schemas.microsoft.com/office/drawing/2014/main" id="{6179AA47-823B-7DD6-A8CD-9FE08E1AF38F}"/>
                  </a:ext>
                </a:extLst>
              </p:cNvPr>
              <p:cNvSpPr/>
              <p:nvPr/>
            </p:nvSpPr>
            <p:spPr>
              <a:xfrm>
                <a:off x="911424" y="1700808"/>
                <a:ext cx="2880320" cy="2880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89" name="Graphic 88" descr="Fish with solid fill">
                <a:extLst>
                  <a:ext uri="{FF2B5EF4-FFF2-40B4-BE49-F238E27FC236}">
                    <a16:creationId xmlns:a16="http://schemas.microsoft.com/office/drawing/2014/main" id="{187DD7D2-2EE7-8DA2-F284-3E456FCF22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2718" y="2178766"/>
                <a:ext cx="942328" cy="880714"/>
              </a:xfrm>
              <a:prstGeom prst="rect">
                <a:avLst/>
              </a:prstGeom>
            </p:spPr>
          </p:pic>
          <p:pic>
            <p:nvPicPr>
              <p:cNvPr id="91" name="Graphic 90" descr="Fish with solid fill">
                <a:extLst>
                  <a:ext uri="{FF2B5EF4-FFF2-40B4-BE49-F238E27FC236}">
                    <a16:creationId xmlns:a16="http://schemas.microsoft.com/office/drawing/2014/main" id="{23FF1F56-6416-53CC-96ED-F9F03931ED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2224" y="3173547"/>
                <a:ext cx="942328" cy="880714"/>
              </a:xfrm>
              <a:prstGeom prst="rect">
                <a:avLst/>
              </a:prstGeom>
            </p:spPr>
          </p:pic>
          <p:pic>
            <p:nvPicPr>
              <p:cNvPr id="92" name="Graphic 91" descr="Fish with solid fill">
                <a:extLst>
                  <a:ext uri="{FF2B5EF4-FFF2-40B4-BE49-F238E27FC236}">
                    <a16:creationId xmlns:a16="http://schemas.microsoft.com/office/drawing/2014/main" id="{5378E345-2CFA-BAC9-F0BE-718465007E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15820" y="3352440"/>
                <a:ext cx="942328" cy="880714"/>
              </a:xfrm>
              <a:prstGeom prst="rect">
                <a:avLst/>
              </a:prstGeom>
            </p:spPr>
          </p:pic>
          <p:pic>
            <p:nvPicPr>
              <p:cNvPr id="94" name="Graphic 93" descr="Fish with solid fill">
                <a:extLst>
                  <a:ext uri="{FF2B5EF4-FFF2-40B4-BE49-F238E27FC236}">
                    <a16:creationId xmlns:a16="http://schemas.microsoft.com/office/drawing/2014/main" id="{5EFD1AA5-E18C-212B-C23C-9E7C9085BE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5332" y="2754670"/>
                <a:ext cx="942328" cy="880714"/>
              </a:xfrm>
              <a:prstGeom prst="rect">
                <a:avLst/>
              </a:prstGeom>
            </p:spPr>
          </p:pic>
          <p:pic>
            <p:nvPicPr>
              <p:cNvPr id="95" name="Graphic 94" descr="Fish with solid fill">
                <a:extLst>
                  <a:ext uri="{FF2B5EF4-FFF2-40B4-BE49-F238E27FC236}">
                    <a16:creationId xmlns:a16="http://schemas.microsoft.com/office/drawing/2014/main" id="{28F7D943-02CB-BA2F-425A-33C30C7BA0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6949" y="2596324"/>
                <a:ext cx="942328" cy="880714"/>
              </a:xfrm>
              <a:prstGeom prst="rect">
                <a:avLst/>
              </a:prstGeom>
            </p:spPr>
          </p:pic>
          <p:pic>
            <p:nvPicPr>
              <p:cNvPr id="96" name="Graphic 95" descr="Fish with solid fill">
                <a:extLst>
                  <a:ext uri="{FF2B5EF4-FFF2-40B4-BE49-F238E27FC236}">
                    <a16:creationId xmlns:a16="http://schemas.microsoft.com/office/drawing/2014/main" id="{A31C45CF-D7DF-873A-6796-534A4A9371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09057" y="2407016"/>
                <a:ext cx="942328" cy="880714"/>
              </a:xfrm>
              <a:prstGeom prst="rect">
                <a:avLst/>
              </a:prstGeom>
            </p:spPr>
          </p:pic>
          <p:pic>
            <p:nvPicPr>
              <p:cNvPr id="97" name="Graphic 96" descr="Fish with solid fill">
                <a:extLst>
                  <a:ext uri="{FF2B5EF4-FFF2-40B4-BE49-F238E27FC236}">
                    <a16:creationId xmlns:a16="http://schemas.microsoft.com/office/drawing/2014/main" id="{07607826-F6E4-1FD6-70F9-0635467AA3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3681" y="2959106"/>
                <a:ext cx="942328" cy="880714"/>
              </a:xfrm>
              <a:prstGeom prst="rect">
                <a:avLst/>
              </a:prstGeom>
            </p:spPr>
          </p:pic>
          <p:pic>
            <p:nvPicPr>
              <p:cNvPr id="98" name="Graphic 97" descr="Fish with solid fill">
                <a:extLst>
                  <a:ext uri="{FF2B5EF4-FFF2-40B4-BE49-F238E27FC236}">
                    <a16:creationId xmlns:a16="http://schemas.microsoft.com/office/drawing/2014/main" id="{98FA0333-C8FF-65D4-858B-2C405CB8EC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07523" y="2015874"/>
                <a:ext cx="942328" cy="880714"/>
              </a:xfrm>
              <a:prstGeom prst="rect">
                <a:avLst/>
              </a:prstGeom>
            </p:spPr>
          </p:pic>
          <mc:AlternateContent xmlns:mc="http://schemas.openxmlformats.org/markup-compatibility/2006" xmlns:a14="http://schemas.microsoft.com/office/drawing/2010/main">
            <mc:Choice Requires="a14">
              <p:sp>
                <p:nvSpPr>
                  <p:cNvPr id="101" name="Rectangle: Rounded Corners 100">
                    <a:extLst>
                      <a:ext uri="{FF2B5EF4-FFF2-40B4-BE49-F238E27FC236}">
                        <a16:creationId xmlns:a16="http://schemas.microsoft.com/office/drawing/2014/main" id="{1DD500BB-1037-D665-DB9D-87EB39B4CAC7}"/>
                      </a:ext>
                    </a:extLst>
                  </p:cNvPr>
                  <p:cNvSpPr/>
                  <p:nvPr/>
                </p:nvSpPr>
                <p:spPr>
                  <a:xfrm>
                    <a:off x="1613979" y="2778811"/>
                    <a:ext cx="1536475" cy="59204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𝑵</m:t>
                            </m:r>
                          </m:e>
                          <m:sub>
                            <m:r>
                              <a:rPr lang="en-US" b="1" i="1">
                                <a:latin typeface="Cambria Math" panose="02040503050406030204" pitchFamily="18" charset="0"/>
                              </a:rPr>
                              <m:t>𝒆</m:t>
                            </m:r>
                          </m:sub>
                        </m:sSub>
                      </m:oMath>
                    </a14:m>
                    <a:r>
                      <a:rPr lang="en-US" b="1" dirty="0"/>
                      <a:t> = 500</a:t>
                    </a:r>
                    <a:endParaRPr lang="en-CH" b="1" dirty="0"/>
                  </a:p>
                </p:txBody>
              </p:sp>
            </mc:Choice>
            <mc:Fallback xmlns="">
              <p:sp>
                <p:nvSpPr>
                  <p:cNvPr id="101" name="Rectangle: Rounded Corners 100">
                    <a:extLst>
                      <a:ext uri="{FF2B5EF4-FFF2-40B4-BE49-F238E27FC236}">
                        <a16:creationId xmlns:a16="http://schemas.microsoft.com/office/drawing/2014/main" id="{1DD500BB-1037-D665-DB9D-87EB39B4CAC7}"/>
                      </a:ext>
                    </a:extLst>
                  </p:cNvPr>
                  <p:cNvSpPr>
                    <a:spLocks noRot="1" noChangeAspect="1" noMove="1" noResize="1" noEditPoints="1" noAdjustHandles="1" noChangeArrowheads="1" noChangeShapeType="1" noTextEdit="1"/>
                  </p:cNvSpPr>
                  <p:nvPr/>
                </p:nvSpPr>
                <p:spPr>
                  <a:xfrm>
                    <a:off x="1613979" y="2778811"/>
                    <a:ext cx="1536475" cy="592043"/>
                  </a:xfrm>
                  <a:prstGeom prst="roundRect">
                    <a:avLst/>
                  </a:prstGeom>
                  <a:blipFill>
                    <a:blip r:embed="rId14"/>
                    <a:stretch>
                      <a:fillRect b="-6944"/>
                    </a:stretch>
                  </a:blipFill>
                  <a:ln>
                    <a:noFill/>
                  </a:ln>
                </p:spPr>
                <p:txBody>
                  <a:bodyPr/>
                  <a:lstStyle/>
                  <a:p>
                    <a:r>
                      <a:rPr lang="en-CH">
                        <a:noFill/>
                      </a:rPr>
                      <a:t> </a:t>
                    </a:r>
                  </a:p>
                </p:txBody>
              </p:sp>
            </mc:Fallback>
          </mc:AlternateContent>
          <p:pic>
            <p:nvPicPr>
              <p:cNvPr id="103" name="Graphic 102" descr="Screwdriver outline">
                <a:extLst>
                  <a:ext uri="{FF2B5EF4-FFF2-40B4-BE49-F238E27FC236}">
                    <a16:creationId xmlns:a16="http://schemas.microsoft.com/office/drawing/2014/main" id="{B9D06ED2-DE1A-1749-326A-DD92D8B5F63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95306" y="1007156"/>
                <a:ext cx="914400" cy="914400"/>
              </a:xfrm>
              <a:prstGeom prst="rect">
                <a:avLst/>
              </a:prstGeom>
            </p:spPr>
          </p:pic>
          <p:pic>
            <p:nvPicPr>
              <p:cNvPr id="106" name="Graphic 105" descr="Prehistoric Tool outline">
                <a:extLst>
                  <a:ext uri="{FF2B5EF4-FFF2-40B4-BE49-F238E27FC236}">
                    <a16:creationId xmlns:a16="http://schemas.microsoft.com/office/drawing/2014/main" id="{61FD2292-2245-C5C7-506E-945528F6847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53835" y="4176699"/>
                <a:ext cx="914400" cy="914400"/>
              </a:xfrm>
              <a:prstGeom prst="rect">
                <a:avLst/>
              </a:prstGeom>
            </p:spPr>
          </p:pic>
          <p:pic>
            <p:nvPicPr>
              <p:cNvPr id="107" name="Graphic 106" descr="Flashlight with solid fill">
                <a:extLst>
                  <a:ext uri="{FF2B5EF4-FFF2-40B4-BE49-F238E27FC236}">
                    <a16:creationId xmlns:a16="http://schemas.microsoft.com/office/drawing/2014/main" id="{6DACCF73-AABB-4BDB-D7DE-3774448F0B4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25972" y="2560875"/>
                <a:ext cx="914400" cy="914400"/>
              </a:xfrm>
              <a:prstGeom prst="rect">
                <a:avLst/>
              </a:prstGeom>
            </p:spPr>
          </p:pic>
          <p:pic>
            <p:nvPicPr>
              <p:cNvPr id="109" name="Graphic 108" descr="Saw blade with solid fill">
                <a:extLst>
                  <a:ext uri="{FF2B5EF4-FFF2-40B4-BE49-F238E27FC236}">
                    <a16:creationId xmlns:a16="http://schemas.microsoft.com/office/drawing/2014/main" id="{C6F4B5B1-75BD-BDDA-09F0-B0C378E9C61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559349" y="1511477"/>
                <a:ext cx="914400" cy="914400"/>
              </a:xfrm>
              <a:prstGeom prst="rect">
                <a:avLst/>
              </a:prstGeom>
            </p:spPr>
          </p:pic>
        </p:grpSp>
      </p:grpSp>
      <p:grpSp>
        <p:nvGrpSpPr>
          <p:cNvPr id="111" name="Group 110">
            <a:extLst>
              <a:ext uri="{FF2B5EF4-FFF2-40B4-BE49-F238E27FC236}">
                <a16:creationId xmlns:a16="http://schemas.microsoft.com/office/drawing/2014/main" id="{BF5D4872-475F-957B-E038-589A2903E13B}"/>
              </a:ext>
            </a:extLst>
          </p:cNvPr>
          <p:cNvGrpSpPr/>
          <p:nvPr/>
        </p:nvGrpSpPr>
        <p:grpSpPr>
          <a:xfrm>
            <a:off x="8949758" y="1699458"/>
            <a:ext cx="2114365" cy="2737827"/>
            <a:chOff x="727857" y="899464"/>
            <a:chExt cx="2211266" cy="2969940"/>
          </a:xfrm>
        </p:grpSpPr>
        <p:pic>
          <p:nvPicPr>
            <p:cNvPr id="112" name="Graphic 111" descr="Tools outline">
              <a:extLst>
                <a:ext uri="{FF2B5EF4-FFF2-40B4-BE49-F238E27FC236}">
                  <a16:creationId xmlns:a16="http://schemas.microsoft.com/office/drawing/2014/main" id="{89738DCB-07F1-474C-9761-3B6821D1E5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82805" y="899464"/>
              <a:ext cx="618392" cy="618392"/>
            </a:xfrm>
            <a:prstGeom prst="rect">
              <a:avLst/>
            </a:prstGeom>
          </p:spPr>
        </p:pic>
        <p:grpSp>
          <p:nvGrpSpPr>
            <p:cNvPr id="113" name="Group 112">
              <a:extLst>
                <a:ext uri="{FF2B5EF4-FFF2-40B4-BE49-F238E27FC236}">
                  <a16:creationId xmlns:a16="http://schemas.microsoft.com/office/drawing/2014/main" id="{4931B5A4-6F06-7024-75C8-4D3AAEF99819}"/>
                </a:ext>
              </a:extLst>
            </p:cNvPr>
            <p:cNvGrpSpPr/>
            <p:nvPr/>
          </p:nvGrpSpPr>
          <p:grpSpPr>
            <a:xfrm>
              <a:off x="727857" y="1561494"/>
              <a:ext cx="2211266" cy="2307910"/>
              <a:chOff x="911424" y="1700808"/>
              <a:chExt cx="2880320" cy="2880000"/>
            </a:xfrm>
          </p:grpSpPr>
          <p:sp>
            <p:nvSpPr>
              <p:cNvPr id="114" name="Oval 113">
                <a:extLst>
                  <a:ext uri="{FF2B5EF4-FFF2-40B4-BE49-F238E27FC236}">
                    <a16:creationId xmlns:a16="http://schemas.microsoft.com/office/drawing/2014/main" id="{BD01CF03-1D94-DE4B-6590-5C29316F5B0B}"/>
                  </a:ext>
                </a:extLst>
              </p:cNvPr>
              <p:cNvSpPr/>
              <p:nvPr/>
            </p:nvSpPr>
            <p:spPr>
              <a:xfrm>
                <a:off x="911424" y="1700808"/>
                <a:ext cx="2880320" cy="2880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18" name="Graphic 117" descr="Fish with solid fill">
                <a:extLst>
                  <a:ext uri="{FF2B5EF4-FFF2-40B4-BE49-F238E27FC236}">
                    <a16:creationId xmlns:a16="http://schemas.microsoft.com/office/drawing/2014/main" id="{963C6E8B-E43D-5E11-3CF4-7F2095774A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2224" y="3173547"/>
                <a:ext cx="942328" cy="880714"/>
              </a:xfrm>
              <a:prstGeom prst="rect">
                <a:avLst/>
              </a:prstGeom>
            </p:spPr>
          </p:pic>
          <p:pic>
            <p:nvPicPr>
              <p:cNvPr id="122" name="Graphic 121" descr="Fish with solid fill">
                <a:extLst>
                  <a:ext uri="{FF2B5EF4-FFF2-40B4-BE49-F238E27FC236}">
                    <a16:creationId xmlns:a16="http://schemas.microsoft.com/office/drawing/2014/main" id="{EF5A69E9-7731-2E33-0936-B44A38DBEA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86949" y="2596324"/>
                <a:ext cx="942328" cy="880714"/>
              </a:xfrm>
              <a:prstGeom prst="rect">
                <a:avLst/>
              </a:prstGeom>
            </p:spPr>
          </p:pic>
          <p:pic>
            <p:nvPicPr>
              <p:cNvPr id="123" name="Graphic 122" descr="Fish with solid fill">
                <a:extLst>
                  <a:ext uri="{FF2B5EF4-FFF2-40B4-BE49-F238E27FC236}">
                    <a16:creationId xmlns:a16="http://schemas.microsoft.com/office/drawing/2014/main" id="{6E262DCE-4B7A-D572-7A6B-694719AEAD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09057" y="2407016"/>
                <a:ext cx="942328" cy="880714"/>
              </a:xfrm>
              <a:prstGeom prst="rect">
                <a:avLst/>
              </a:prstGeom>
            </p:spPr>
          </p:pic>
          <p:pic>
            <p:nvPicPr>
              <p:cNvPr id="125" name="Graphic 124" descr="Fish with solid fill">
                <a:extLst>
                  <a:ext uri="{FF2B5EF4-FFF2-40B4-BE49-F238E27FC236}">
                    <a16:creationId xmlns:a16="http://schemas.microsoft.com/office/drawing/2014/main" id="{CB26A6E3-AA9A-0ECC-E320-0A9FDD6B21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07523" y="2015874"/>
                <a:ext cx="942328" cy="880714"/>
              </a:xfrm>
              <a:prstGeom prst="rect">
                <a:avLst/>
              </a:prstGeom>
            </p:spPr>
          </p:pic>
          <p:pic>
            <p:nvPicPr>
              <p:cNvPr id="126" name="Graphic 125" descr="Fish with solid fill">
                <a:extLst>
                  <a:ext uri="{FF2B5EF4-FFF2-40B4-BE49-F238E27FC236}">
                    <a16:creationId xmlns:a16="http://schemas.microsoft.com/office/drawing/2014/main" id="{9B286D23-6888-9F33-3820-A4CF3C49D9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83681" y="2322619"/>
                <a:ext cx="942328" cy="880714"/>
              </a:xfrm>
              <a:prstGeom prst="rect">
                <a:avLst/>
              </a:prstGeom>
            </p:spPr>
          </p:pic>
          <mc:AlternateContent xmlns:mc="http://schemas.openxmlformats.org/markup-compatibility/2006" xmlns:a14="http://schemas.microsoft.com/office/drawing/2010/main">
            <mc:Choice Requires="a14">
              <p:sp>
                <p:nvSpPr>
                  <p:cNvPr id="128" name="Rectangle: Rounded Corners 127">
                    <a:extLst>
                      <a:ext uri="{FF2B5EF4-FFF2-40B4-BE49-F238E27FC236}">
                        <a16:creationId xmlns:a16="http://schemas.microsoft.com/office/drawing/2014/main" id="{B2C4FBA2-9CD7-B565-D5C1-B4408DF9ED0C}"/>
                      </a:ext>
                    </a:extLst>
                  </p:cNvPr>
                  <p:cNvSpPr/>
                  <p:nvPr/>
                </p:nvSpPr>
                <p:spPr>
                  <a:xfrm>
                    <a:off x="1613979" y="2778811"/>
                    <a:ext cx="1536475" cy="59204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𝑵</m:t>
                            </m:r>
                          </m:e>
                          <m:sub>
                            <m:r>
                              <a:rPr lang="en-US" b="1" i="1">
                                <a:latin typeface="Cambria Math" panose="02040503050406030204" pitchFamily="18" charset="0"/>
                              </a:rPr>
                              <m:t>𝒆</m:t>
                            </m:r>
                          </m:sub>
                        </m:sSub>
                      </m:oMath>
                    </a14:m>
                    <a:r>
                      <a:rPr lang="en-US" b="1" dirty="0"/>
                      <a:t> = 100</a:t>
                    </a:r>
                    <a:endParaRPr lang="en-CH" b="1" dirty="0"/>
                  </a:p>
                </p:txBody>
              </p:sp>
            </mc:Choice>
            <mc:Fallback xmlns="">
              <p:sp>
                <p:nvSpPr>
                  <p:cNvPr id="128" name="Rectangle: Rounded Corners 127">
                    <a:extLst>
                      <a:ext uri="{FF2B5EF4-FFF2-40B4-BE49-F238E27FC236}">
                        <a16:creationId xmlns:a16="http://schemas.microsoft.com/office/drawing/2014/main" id="{B2C4FBA2-9CD7-B565-D5C1-B4408DF9ED0C}"/>
                      </a:ext>
                    </a:extLst>
                  </p:cNvPr>
                  <p:cNvSpPr>
                    <a:spLocks noRot="1" noChangeAspect="1" noMove="1" noResize="1" noEditPoints="1" noAdjustHandles="1" noChangeArrowheads="1" noChangeShapeType="1" noTextEdit="1"/>
                  </p:cNvSpPr>
                  <p:nvPr/>
                </p:nvSpPr>
                <p:spPr>
                  <a:xfrm>
                    <a:off x="1613979" y="2778811"/>
                    <a:ext cx="1536475" cy="592043"/>
                  </a:xfrm>
                  <a:prstGeom prst="roundRect">
                    <a:avLst/>
                  </a:prstGeom>
                  <a:blipFill>
                    <a:blip r:embed="rId15"/>
                    <a:stretch>
                      <a:fillRect b="-7042"/>
                    </a:stretch>
                  </a:blipFill>
                  <a:ln>
                    <a:noFill/>
                  </a:ln>
                </p:spPr>
                <p:txBody>
                  <a:bodyPr/>
                  <a:lstStyle/>
                  <a:p>
                    <a:r>
                      <a:rPr lang="en-CH">
                        <a:noFill/>
                      </a:rPr>
                      <a:t> </a:t>
                    </a:r>
                  </a:p>
                </p:txBody>
              </p:sp>
            </mc:Fallback>
          </mc:AlternateContent>
        </p:grpSp>
      </p:grpSp>
    </p:spTree>
    <p:extLst>
      <p:ext uri="{BB962C8B-B14F-4D97-AF65-F5344CB8AC3E}">
        <p14:creationId xmlns:p14="http://schemas.microsoft.com/office/powerpoint/2010/main" val="40690205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noProof="0" dirty="0">
                <a:solidFill>
                  <a:srgbClr val="0B0B0B"/>
                </a:solidFill>
              </a:rPr>
              <a:t>My Project - Solution</a:t>
            </a:r>
          </a:p>
        </p:txBody>
      </p:sp>
      <p:grpSp>
        <p:nvGrpSpPr>
          <p:cNvPr id="10" name="Group 9">
            <a:extLst>
              <a:ext uri="{FF2B5EF4-FFF2-40B4-BE49-F238E27FC236}">
                <a16:creationId xmlns:a16="http://schemas.microsoft.com/office/drawing/2014/main" id="{A318059E-E1E3-4873-B000-20A48EA89217}"/>
              </a:ext>
            </a:extLst>
          </p:cNvPr>
          <p:cNvGrpSpPr/>
          <p:nvPr/>
        </p:nvGrpSpPr>
        <p:grpSpPr>
          <a:xfrm>
            <a:off x="1945470" y="1124744"/>
            <a:ext cx="4824536" cy="4464496"/>
            <a:chOff x="2927172" y="947399"/>
            <a:chExt cx="6337178" cy="5377686"/>
          </a:xfrm>
        </p:grpSpPr>
        <p:grpSp>
          <p:nvGrpSpPr>
            <p:cNvPr id="11" name="Group 10">
              <a:extLst>
                <a:ext uri="{FF2B5EF4-FFF2-40B4-BE49-F238E27FC236}">
                  <a16:creationId xmlns:a16="http://schemas.microsoft.com/office/drawing/2014/main" id="{DC622048-FFEE-945C-7E27-376FD493EE94}"/>
                </a:ext>
              </a:extLst>
            </p:cNvPr>
            <p:cNvGrpSpPr/>
            <p:nvPr/>
          </p:nvGrpSpPr>
          <p:grpSpPr>
            <a:xfrm>
              <a:off x="2927172" y="947399"/>
              <a:ext cx="6337178" cy="5377686"/>
              <a:chOff x="1125415" y="804269"/>
              <a:chExt cx="5229294" cy="4599946"/>
            </a:xfrm>
          </p:grpSpPr>
          <p:sp>
            <p:nvSpPr>
              <p:cNvPr id="29" name="Rectangle: Rounded Corners 28">
                <a:extLst>
                  <a:ext uri="{FF2B5EF4-FFF2-40B4-BE49-F238E27FC236}">
                    <a16:creationId xmlns:a16="http://schemas.microsoft.com/office/drawing/2014/main" id="{0CF0BB3B-17E0-6B6A-59A5-3D29F8D59B2C}"/>
                  </a:ext>
                </a:extLst>
              </p:cNvPr>
              <p:cNvSpPr/>
              <p:nvPr/>
            </p:nvSpPr>
            <p:spPr>
              <a:xfrm>
                <a:off x="4024834" y="3243361"/>
                <a:ext cx="2329875" cy="2160854"/>
              </a:xfrm>
              <a:prstGeom prst="roundRect">
                <a:avLst/>
              </a:prstGeom>
              <a:gradFill>
                <a:gsLst>
                  <a:gs pos="0">
                    <a:srgbClr val="E0908A"/>
                  </a:gs>
                  <a:gs pos="100000">
                    <a:srgbClr val="B2182B"/>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0" name="Group 29">
                <a:extLst>
                  <a:ext uri="{FF2B5EF4-FFF2-40B4-BE49-F238E27FC236}">
                    <a16:creationId xmlns:a16="http://schemas.microsoft.com/office/drawing/2014/main" id="{4C2B41E6-6257-DA1B-AABE-7B3A3D211654}"/>
                  </a:ext>
                </a:extLst>
              </p:cNvPr>
              <p:cNvGrpSpPr/>
              <p:nvPr/>
            </p:nvGrpSpPr>
            <p:grpSpPr>
              <a:xfrm>
                <a:off x="1125415" y="804269"/>
                <a:ext cx="5229294" cy="4593865"/>
                <a:chOff x="1125415" y="804269"/>
                <a:chExt cx="5229294" cy="4593865"/>
              </a:xfrm>
            </p:grpSpPr>
            <p:sp>
              <p:nvSpPr>
                <p:cNvPr id="32" name="Rectangle: Rounded Corners 31">
                  <a:extLst>
                    <a:ext uri="{FF2B5EF4-FFF2-40B4-BE49-F238E27FC236}">
                      <a16:creationId xmlns:a16="http://schemas.microsoft.com/office/drawing/2014/main" id="{C5EE2A9C-D093-A1D9-B0EE-3A8F0ADD370A}"/>
                    </a:ext>
                  </a:extLst>
                </p:cNvPr>
                <p:cNvSpPr/>
                <p:nvPr/>
              </p:nvSpPr>
              <p:spPr>
                <a:xfrm>
                  <a:off x="1125415" y="3237280"/>
                  <a:ext cx="2329875" cy="2160854"/>
                </a:xfrm>
                <a:prstGeom prst="roundRect">
                  <a:avLst/>
                </a:prstGeom>
                <a:gradFill flip="none" rotWithShape="1">
                  <a:gsLst>
                    <a:gs pos="0">
                      <a:srgbClr val="F7F7F7"/>
                    </a:gs>
                    <a:gs pos="100000">
                      <a:srgbClr val="E0908A"/>
                    </a:gs>
                  </a:gsLst>
                  <a:lin ang="5400000" scaled="1"/>
                  <a:tileRect/>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Rectangle: Rounded Corners 32">
                  <a:extLst>
                    <a:ext uri="{FF2B5EF4-FFF2-40B4-BE49-F238E27FC236}">
                      <a16:creationId xmlns:a16="http://schemas.microsoft.com/office/drawing/2014/main" id="{E004F8B0-7BE0-DC51-D1C9-8F9775FC7D89}"/>
                    </a:ext>
                  </a:extLst>
                </p:cNvPr>
                <p:cNvSpPr/>
                <p:nvPr/>
              </p:nvSpPr>
              <p:spPr>
                <a:xfrm>
                  <a:off x="4024834" y="804269"/>
                  <a:ext cx="2329875" cy="2160854"/>
                </a:xfrm>
                <a:prstGeom prst="roundRect">
                  <a:avLst/>
                </a:prstGeom>
                <a:gradFill>
                  <a:gsLst>
                    <a:gs pos="0">
                      <a:srgbClr val="98ABD2"/>
                    </a:gs>
                    <a:gs pos="100000">
                      <a:srgbClr val="F7F7F7"/>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Rectangle: Rounded Corners 33">
                  <a:extLst>
                    <a:ext uri="{FF2B5EF4-FFF2-40B4-BE49-F238E27FC236}">
                      <a16:creationId xmlns:a16="http://schemas.microsoft.com/office/drawing/2014/main" id="{2D1C115E-D72C-41D1-6357-50C71BD8C47D}"/>
                    </a:ext>
                  </a:extLst>
                </p:cNvPr>
                <p:cNvSpPr/>
                <p:nvPr/>
              </p:nvSpPr>
              <p:spPr>
                <a:xfrm>
                  <a:off x="1127448" y="806784"/>
                  <a:ext cx="2329875" cy="2160854"/>
                </a:xfrm>
                <a:prstGeom prst="roundRect">
                  <a:avLst/>
                </a:prstGeom>
                <a:gradFill>
                  <a:gsLst>
                    <a:gs pos="0">
                      <a:srgbClr val="2166AC"/>
                    </a:gs>
                    <a:gs pos="100000">
                      <a:srgbClr val="98ABD2"/>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grpSp>
          <p:nvGrpSpPr>
            <p:cNvPr id="12" name="Group 11">
              <a:extLst>
                <a:ext uri="{FF2B5EF4-FFF2-40B4-BE49-F238E27FC236}">
                  <a16:creationId xmlns:a16="http://schemas.microsoft.com/office/drawing/2014/main" id="{98AB5AC6-E73D-4A78-6569-2DFCB03EFEA2}"/>
                </a:ext>
              </a:extLst>
            </p:cNvPr>
            <p:cNvGrpSpPr/>
            <p:nvPr/>
          </p:nvGrpSpPr>
          <p:grpSpPr>
            <a:xfrm>
              <a:off x="3068235" y="1041519"/>
              <a:ext cx="5200602" cy="4473857"/>
              <a:chOff x="3065679" y="1048321"/>
              <a:chExt cx="5212335" cy="4482697"/>
            </a:xfrm>
          </p:grpSpPr>
          <p:grpSp>
            <p:nvGrpSpPr>
              <p:cNvPr id="13" name="Group 12">
                <a:extLst>
                  <a:ext uri="{FF2B5EF4-FFF2-40B4-BE49-F238E27FC236}">
                    <a16:creationId xmlns:a16="http://schemas.microsoft.com/office/drawing/2014/main" id="{083E357F-506C-2695-EAD1-0A4E0B6DA7B6}"/>
                  </a:ext>
                </a:extLst>
              </p:cNvPr>
              <p:cNvGrpSpPr/>
              <p:nvPr/>
            </p:nvGrpSpPr>
            <p:grpSpPr>
              <a:xfrm>
                <a:off x="3065679" y="1048321"/>
                <a:ext cx="5212335" cy="4482697"/>
                <a:chOff x="2697861" y="1004542"/>
                <a:chExt cx="5212335" cy="4482697"/>
              </a:xfrm>
            </p:grpSpPr>
            <p:grpSp>
              <p:nvGrpSpPr>
                <p:cNvPr id="18" name="Group 17">
                  <a:extLst>
                    <a:ext uri="{FF2B5EF4-FFF2-40B4-BE49-F238E27FC236}">
                      <a16:creationId xmlns:a16="http://schemas.microsoft.com/office/drawing/2014/main" id="{E9912C81-009D-BD7E-43D0-1BC6D6D6E984}"/>
                    </a:ext>
                  </a:extLst>
                </p:cNvPr>
                <p:cNvGrpSpPr/>
                <p:nvPr/>
              </p:nvGrpSpPr>
              <p:grpSpPr>
                <a:xfrm>
                  <a:off x="2697861" y="1004542"/>
                  <a:ext cx="5212335" cy="3504994"/>
                  <a:chOff x="2697861" y="1004542"/>
                  <a:chExt cx="5212335" cy="3504994"/>
                </a:xfrm>
              </p:grpSpPr>
              <p:grpSp>
                <p:nvGrpSpPr>
                  <p:cNvPr id="21" name="Group 20">
                    <a:extLst>
                      <a:ext uri="{FF2B5EF4-FFF2-40B4-BE49-F238E27FC236}">
                        <a16:creationId xmlns:a16="http://schemas.microsoft.com/office/drawing/2014/main" id="{B92B2B99-60BD-6245-6748-A359546B2B16}"/>
                      </a:ext>
                    </a:extLst>
                  </p:cNvPr>
                  <p:cNvGrpSpPr/>
                  <p:nvPr/>
                </p:nvGrpSpPr>
                <p:grpSpPr>
                  <a:xfrm>
                    <a:off x="6238850" y="1004542"/>
                    <a:ext cx="1671346" cy="3504994"/>
                    <a:chOff x="7032105" y="1004542"/>
                    <a:chExt cx="1671346" cy="3504994"/>
                  </a:xfrm>
                </p:grpSpPr>
                <p:sp>
                  <p:nvSpPr>
                    <p:cNvPr id="26" name="TextBox 25">
                      <a:extLst>
                        <a:ext uri="{FF2B5EF4-FFF2-40B4-BE49-F238E27FC236}">
                          <a16:creationId xmlns:a16="http://schemas.microsoft.com/office/drawing/2014/main" id="{F2C0F043-984A-F18E-4CF8-A3850CCE1A71}"/>
                        </a:ext>
                      </a:extLst>
                    </p:cNvPr>
                    <p:cNvSpPr txBox="1"/>
                    <p:nvPr/>
                  </p:nvSpPr>
                  <p:spPr>
                    <a:xfrm>
                      <a:off x="7032105"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sp>
                  <p:nvSpPr>
                    <p:cNvPr id="27" name="TextBox 26">
                      <a:extLst>
                        <a:ext uri="{FF2B5EF4-FFF2-40B4-BE49-F238E27FC236}">
                          <a16:creationId xmlns:a16="http://schemas.microsoft.com/office/drawing/2014/main" id="{9126C91A-8738-91AB-CB28-E4CAE710E89D}"/>
                        </a:ext>
                      </a:extLst>
                    </p:cNvPr>
                    <p:cNvSpPr txBox="1"/>
                    <p:nvPr/>
                  </p:nvSpPr>
                  <p:spPr>
                    <a:xfrm>
                      <a:off x="7032105" y="3927113"/>
                      <a:ext cx="1008113" cy="582423"/>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P4</a:t>
                      </a:r>
                      <a:endParaRPr lang="en-CH" sz="3200" b="1" dirty="0"/>
                    </a:p>
                  </p:txBody>
                </p:sp>
                <p:pic>
                  <p:nvPicPr>
                    <p:cNvPr id="28" name="Graphic 27" descr="Sort with solid fill">
                      <a:extLst>
                        <a:ext uri="{FF2B5EF4-FFF2-40B4-BE49-F238E27FC236}">
                          <a16:creationId xmlns:a16="http://schemas.microsoft.com/office/drawing/2014/main" id="{FDB7A179-36D1-C270-6B15-AA67B6040F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9051" y="3179815"/>
                      <a:ext cx="914400" cy="914400"/>
                    </a:xfrm>
                    <a:prstGeom prst="rect">
                      <a:avLst/>
                    </a:prstGeom>
                    <a:effectLst>
                      <a:outerShdw blurRad="50800" dist="38100" dir="2700000" algn="tl" rotWithShape="0">
                        <a:prstClr val="black">
                          <a:alpha val="40000"/>
                        </a:prstClr>
                      </a:outerShdw>
                    </a:effectLst>
                  </p:spPr>
                </p:pic>
              </p:grpSp>
              <p:grpSp>
                <p:nvGrpSpPr>
                  <p:cNvPr id="22" name="Group 21">
                    <a:extLst>
                      <a:ext uri="{FF2B5EF4-FFF2-40B4-BE49-F238E27FC236}">
                        <a16:creationId xmlns:a16="http://schemas.microsoft.com/office/drawing/2014/main" id="{7FF67488-73B0-B831-5C0B-C98377518938}"/>
                      </a:ext>
                    </a:extLst>
                  </p:cNvPr>
                  <p:cNvGrpSpPr/>
                  <p:nvPr/>
                </p:nvGrpSpPr>
                <p:grpSpPr>
                  <a:xfrm>
                    <a:off x="2697861" y="1052191"/>
                    <a:ext cx="1643736" cy="3371438"/>
                    <a:chOff x="1988908" y="1038243"/>
                    <a:chExt cx="1643736" cy="3371438"/>
                  </a:xfrm>
                </p:grpSpPr>
                <p:sp>
                  <p:nvSpPr>
                    <p:cNvPr id="23" name="TextBox 22">
                      <a:extLst>
                        <a:ext uri="{FF2B5EF4-FFF2-40B4-BE49-F238E27FC236}">
                          <a16:creationId xmlns:a16="http://schemas.microsoft.com/office/drawing/2014/main" id="{C0D82527-D1C6-568B-D5F4-A56294A5EAAC}"/>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24" name="TextBox 23">
                      <a:extLst>
                        <a:ext uri="{FF2B5EF4-FFF2-40B4-BE49-F238E27FC236}">
                          <a16:creationId xmlns:a16="http://schemas.microsoft.com/office/drawing/2014/main" id="{5AC0C134-6BE5-A9D5-3E9A-1F0876350F9F}"/>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pic>
                  <p:nvPicPr>
                    <p:cNvPr id="25" name="Graphic 24" descr="Sort with solid fill">
                      <a:extLst>
                        <a:ext uri="{FF2B5EF4-FFF2-40B4-BE49-F238E27FC236}">
                          <a16:creationId xmlns:a16="http://schemas.microsoft.com/office/drawing/2014/main" id="{03959F85-6474-0800-CBD0-FD6F19FBD0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18244" y="3175189"/>
                      <a:ext cx="914400" cy="914400"/>
                    </a:xfrm>
                    <a:prstGeom prst="rect">
                      <a:avLst/>
                    </a:prstGeom>
                    <a:effectLst>
                      <a:outerShdw blurRad="50800" dist="38100" dir="2700000" algn="tl" rotWithShape="0">
                        <a:prstClr val="black">
                          <a:alpha val="40000"/>
                        </a:prstClr>
                      </a:outerShdw>
                    </a:effectLst>
                  </p:spPr>
                </p:pic>
              </p:grpSp>
            </p:grpSp>
            <p:pic>
              <p:nvPicPr>
                <p:cNvPr id="19" name="Graphic 18" descr="Sort with solid fill">
                  <a:extLst>
                    <a:ext uri="{FF2B5EF4-FFF2-40B4-BE49-F238E27FC236}">
                      <a16:creationId xmlns:a16="http://schemas.microsoft.com/office/drawing/2014/main" id="{36805838-1F87-CDD7-74A2-1EDE2AE832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20" name="Graphic 19" descr="Sort with solid fill">
                  <a:extLst>
                    <a:ext uri="{FF2B5EF4-FFF2-40B4-BE49-F238E27FC236}">
                      <a16:creationId xmlns:a16="http://schemas.microsoft.com/office/drawing/2014/main" id="{0BFF3DFE-6C15-850A-C5E7-0EA38F8C3B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pic>
            <p:nvPicPr>
              <p:cNvPr id="14" name="Graphic 13" descr="DNA with solid fill">
                <a:extLst>
                  <a:ext uri="{FF2B5EF4-FFF2-40B4-BE49-F238E27FC236}">
                    <a16:creationId xmlns:a16="http://schemas.microsoft.com/office/drawing/2014/main" id="{0FAE73AD-74AC-1111-DC99-ADB47219B1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1776549"/>
                <a:ext cx="914400" cy="914400"/>
              </a:xfrm>
              <a:prstGeom prst="rect">
                <a:avLst/>
              </a:prstGeom>
            </p:spPr>
          </p:pic>
          <p:pic>
            <p:nvPicPr>
              <p:cNvPr id="15" name="Graphic 14" descr="DNA with solid fill">
                <a:extLst>
                  <a:ext uri="{FF2B5EF4-FFF2-40B4-BE49-F238E27FC236}">
                    <a16:creationId xmlns:a16="http://schemas.microsoft.com/office/drawing/2014/main" id="{75ED0B97-C303-A953-42DA-E54C114EE6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4565818"/>
                <a:ext cx="914400" cy="914400"/>
              </a:xfrm>
              <a:prstGeom prst="rect">
                <a:avLst/>
              </a:prstGeom>
            </p:spPr>
          </p:pic>
          <p:pic>
            <p:nvPicPr>
              <p:cNvPr id="16" name="Graphic 15" descr="DNA with solid fill">
                <a:extLst>
                  <a:ext uri="{FF2B5EF4-FFF2-40B4-BE49-F238E27FC236}">
                    <a16:creationId xmlns:a16="http://schemas.microsoft.com/office/drawing/2014/main" id="{EF9B557E-8AA4-CD0B-0A75-36306BC730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4565818"/>
                <a:ext cx="914400" cy="914400"/>
              </a:xfrm>
              <a:prstGeom prst="rect">
                <a:avLst/>
              </a:prstGeom>
            </p:spPr>
          </p:pic>
          <p:pic>
            <p:nvPicPr>
              <p:cNvPr id="17" name="Graphic 16" descr="DNA with solid fill">
                <a:extLst>
                  <a:ext uri="{FF2B5EF4-FFF2-40B4-BE49-F238E27FC236}">
                    <a16:creationId xmlns:a16="http://schemas.microsoft.com/office/drawing/2014/main" id="{28DEFAB2-6ADB-14A4-4039-432713EBEF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1773260"/>
                <a:ext cx="914400" cy="914400"/>
              </a:xfrm>
              <a:prstGeom prst="rect">
                <a:avLst/>
              </a:prstGeom>
            </p:spPr>
          </p:pic>
        </p:grpSp>
      </p:grpSp>
      <p:sp>
        <p:nvSpPr>
          <p:cNvPr id="4" name="Date Placeholder 3">
            <a:extLst>
              <a:ext uri="{FF2B5EF4-FFF2-40B4-BE49-F238E27FC236}">
                <a16:creationId xmlns:a16="http://schemas.microsoft.com/office/drawing/2014/main" id="{A9997F63-B069-ECF9-AF25-F6FFA5114EAA}"/>
              </a:ext>
            </a:extLst>
          </p:cNvPr>
          <p:cNvSpPr>
            <a:spLocks noGrp="1"/>
          </p:cNvSpPr>
          <p:nvPr>
            <p:ph type="dt" sz="half" idx="10"/>
          </p:nvPr>
        </p:nvSpPr>
        <p:spPr/>
        <p:txBody>
          <a:bodyPr/>
          <a:lstStyle/>
          <a:p>
            <a:fld id="{268237E5-2C85-4F66-A645-8FE9E3FC9517}" type="datetime1">
              <a:rPr lang="en-GB" noProof="0" smtClean="0"/>
              <a:t>16/09/2026</a:t>
            </a:fld>
            <a:endParaRPr lang="en-GB" noProof="0" dirty="0"/>
          </a:p>
        </p:txBody>
      </p:sp>
      <p:sp>
        <p:nvSpPr>
          <p:cNvPr id="6" name="Slide Number Placeholder 5">
            <a:extLst>
              <a:ext uri="{FF2B5EF4-FFF2-40B4-BE49-F238E27FC236}">
                <a16:creationId xmlns:a16="http://schemas.microsoft.com/office/drawing/2014/main" id="{2F2C5CA7-D284-84A7-7FDB-E604ACC213E4}"/>
              </a:ext>
            </a:extLst>
          </p:cNvPr>
          <p:cNvSpPr>
            <a:spLocks noGrp="1"/>
          </p:cNvSpPr>
          <p:nvPr>
            <p:ph type="sldNum" sz="quarter" idx="12"/>
          </p:nvPr>
        </p:nvSpPr>
        <p:spPr/>
        <p:txBody>
          <a:bodyPr/>
          <a:lstStyle/>
          <a:p>
            <a:fld id="{442AD375-037F-43D0-B059-5172DA06796A}" type="slidenum">
              <a:rPr lang="en-GB" noProof="0" smtClean="0"/>
              <a:pPr/>
              <a:t>95</a:t>
            </a:fld>
            <a:endParaRPr lang="en-GB" noProof="0" dirty="0"/>
          </a:p>
        </p:txBody>
      </p:sp>
      <p:grpSp>
        <p:nvGrpSpPr>
          <p:cNvPr id="5" name="Group 4">
            <a:extLst>
              <a:ext uri="{FF2B5EF4-FFF2-40B4-BE49-F238E27FC236}">
                <a16:creationId xmlns:a16="http://schemas.microsoft.com/office/drawing/2014/main" id="{21BC5222-80A6-95AD-13BA-CA1791CFB35C}"/>
              </a:ext>
            </a:extLst>
          </p:cNvPr>
          <p:cNvGrpSpPr/>
          <p:nvPr/>
        </p:nvGrpSpPr>
        <p:grpSpPr>
          <a:xfrm>
            <a:off x="372289" y="1965633"/>
            <a:ext cx="1095059" cy="2952723"/>
            <a:chOff x="395999" y="938762"/>
            <a:chExt cx="1458001" cy="3795237"/>
          </a:xfrm>
        </p:grpSpPr>
        <p:sp>
          <p:nvSpPr>
            <p:cNvPr id="7" name="Rectangle 6">
              <a:extLst>
                <a:ext uri="{FF2B5EF4-FFF2-40B4-BE49-F238E27FC236}">
                  <a16:creationId xmlns:a16="http://schemas.microsoft.com/office/drawing/2014/main" id="{EF031E27-34D9-0787-C28E-50250D91B05D}"/>
                </a:ext>
              </a:extLst>
            </p:cNvPr>
            <p:cNvSpPr/>
            <p:nvPr/>
          </p:nvSpPr>
          <p:spPr>
            <a:xfrm>
              <a:off x="432000" y="1296000"/>
              <a:ext cx="251999" cy="3420000"/>
            </a:xfrm>
            <a:prstGeom prst="rect">
              <a:avLst/>
            </a:prstGeom>
            <a:gradFill flip="none" rotWithShape="1">
              <a:gsLst>
                <a:gs pos="0">
                  <a:srgbClr val="2166AC"/>
                </a:gs>
                <a:gs pos="50000">
                  <a:srgbClr val="F7F7F7"/>
                </a:gs>
                <a:gs pos="100000">
                  <a:srgbClr val="B2182B"/>
                </a:gs>
              </a:gsLst>
              <a:lin ang="16200000" scaled="0"/>
            </a:gradFill>
            <a:ln>
              <a:noFill/>
            </a:ln>
            <a:effectLst/>
          </p:spPr>
          <p:txBody>
            <a:bodyPr rtlCol="0" anchor="ctr"/>
            <a:lstStyle/>
            <a:p>
              <a:pPr algn="ctr"/>
              <a:endParaRPr/>
            </a:p>
          </p:txBody>
        </p:sp>
        <p:sp>
          <p:nvSpPr>
            <p:cNvPr id="8" name="Rectangle 7">
              <a:extLst>
                <a:ext uri="{FF2B5EF4-FFF2-40B4-BE49-F238E27FC236}">
                  <a16:creationId xmlns:a16="http://schemas.microsoft.com/office/drawing/2014/main" id="{98358872-C1E1-C790-E7B8-3235B76543FE}"/>
                </a:ext>
              </a:extLst>
            </p:cNvPr>
            <p:cNvSpPr/>
            <p:nvPr/>
          </p:nvSpPr>
          <p:spPr>
            <a:xfrm>
              <a:off x="432000" y="1296000"/>
              <a:ext cx="251999" cy="3420000"/>
            </a:xfrm>
            <a:prstGeom prst="rect">
              <a:avLst/>
            </a:prstGeom>
            <a:noFill/>
            <a:ln w="9525">
              <a:solidFill>
                <a:srgbClr val="BFBFBF"/>
              </a:solidFill>
            </a:ln>
            <a:effectLst/>
          </p:spPr>
          <p:txBody>
            <a:bodyPr rtlCol="0" anchor="ctr"/>
            <a:lstStyle/>
            <a:p>
              <a:pPr algn="ctr"/>
              <a:endParaRPr/>
            </a:p>
          </p:txBody>
        </p:sp>
        <p:sp>
          <p:nvSpPr>
            <p:cNvPr id="9" name="TextBox 8">
              <a:extLst>
                <a:ext uri="{FF2B5EF4-FFF2-40B4-BE49-F238E27FC236}">
                  <a16:creationId xmlns:a16="http://schemas.microsoft.com/office/drawing/2014/main" id="{7468139F-B6B7-FDAE-09B5-34720CB3A43B}"/>
                </a:ext>
              </a:extLst>
            </p:cNvPr>
            <p:cNvSpPr txBox="1"/>
            <p:nvPr/>
          </p:nvSpPr>
          <p:spPr>
            <a:xfrm>
              <a:off x="395999" y="938762"/>
              <a:ext cx="1221245" cy="174475"/>
            </a:xfrm>
            <a:prstGeom prst="rect">
              <a:avLst/>
            </a:prstGeom>
            <a:noFill/>
          </p:spPr>
          <p:txBody>
            <a:bodyPr wrap="none" lIns="0" tIns="0" rIns="0" bIns="0" anchor="ctr">
              <a:spAutoFit/>
            </a:bodyPr>
            <a:lstStyle/>
            <a:p>
              <a:pPr algn="l"/>
              <a:r>
                <a:rPr sz="900" b="1" dirty="0">
                  <a:solidFill>
                    <a:srgbClr val="0B0B0B"/>
                  </a:solidFill>
                  <a:latin typeface="Arial"/>
                </a:rPr>
                <a:t>Temperature (°C)</a:t>
              </a:r>
            </a:p>
          </p:txBody>
        </p:sp>
        <p:sp>
          <p:nvSpPr>
            <p:cNvPr id="31" name="TextBox 30">
              <a:extLst>
                <a:ext uri="{FF2B5EF4-FFF2-40B4-BE49-F238E27FC236}">
                  <a16:creationId xmlns:a16="http://schemas.microsoft.com/office/drawing/2014/main" id="{05794451-7600-9324-BC61-5B164A72B59D}"/>
                </a:ext>
              </a:extLst>
            </p:cNvPr>
            <p:cNvSpPr txBox="1"/>
            <p:nvPr/>
          </p:nvSpPr>
          <p:spPr>
            <a:xfrm>
              <a:off x="774000" y="1278000"/>
              <a:ext cx="1080000" cy="251999"/>
            </a:xfrm>
            <a:prstGeom prst="rect">
              <a:avLst/>
            </a:prstGeom>
            <a:noFill/>
          </p:spPr>
          <p:txBody>
            <a:bodyPr wrap="none" lIns="0" tIns="0" rIns="0" bIns="0" anchor="ctr">
              <a:spAutoFit/>
            </a:bodyPr>
            <a:lstStyle/>
            <a:p>
              <a:pPr algn="l"/>
              <a:r>
                <a:rPr sz="1250" b="0">
                  <a:solidFill>
                    <a:srgbClr val="52514E"/>
                  </a:solidFill>
                  <a:latin typeface="Arial"/>
                </a:rPr>
                <a:t>warmer</a:t>
              </a:r>
            </a:p>
          </p:txBody>
        </p:sp>
        <p:sp>
          <p:nvSpPr>
            <p:cNvPr id="35" name="TextBox 34">
              <a:extLst>
                <a:ext uri="{FF2B5EF4-FFF2-40B4-BE49-F238E27FC236}">
                  <a16:creationId xmlns:a16="http://schemas.microsoft.com/office/drawing/2014/main" id="{D163A252-6235-22B8-5EB4-0E44E293030C}"/>
                </a:ext>
              </a:extLst>
            </p:cNvPr>
            <p:cNvSpPr txBox="1"/>
            <p:nvPr/>
          </p:nvSpPr>
          <p:spPr>
            <a:xfrm>
              <a:off x="774000" y="4482000"/>
              <a:ext cx="1080000" cy="251999"/>
            </a:xfrm>
            <a:prstGeom prst="rect">
              <a:avLst/>
            </a:prstGeom>
            <a:noFill/>
          </p:spPr>
          <p:txBody>
            <a:bodyPr wrap="none" lIns="0" tIns="0" rIns="0" bIns="0" anchor="ctr">
              <a:spAutoFit/>
            </a:bodyPr>
            <a:lstStyle/>
            <a:p>
              <a:pPr algn="l"/>
              <a:r>
                <a:rPr sz="1250" b="0">
                  <a:solidFill>
                    <a:srgbClr val="52514E"/>
                  </a:solidFill>
                  <a:latin typeface="Arial"/>
                </a:rPr>
                <a:t>colder</a:t>
              </a:r>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67DB5-1E74-01E1-6C7C-BDD1A83BF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29979-A0B1-4809-5C85-F7035DFD8C37}"/>
              </a:ext>
            </a:extLst>
          </p:cNvPr>
          <p:cNvSpPr>
            <a:spLocks noGrp="1"/>
          </p:cNvSpPr>
          <p:nvPr>
            <p:ph type="title"/>
          </p:nvPr>
        </p:nvSpPr>
        <p:spPr/>
        <p:txBody>
          <a:bodyPr/>
          <a:lstStyle/>
          <a:p>
            <a:r>
              <a:rPr lang="en-US" sz="2400" b="1" noProof="0" dirty="0">
                <a:solidFill>
                  <a:srgbClr val="0B0B0B"/>
                </a:solidFill>
              </a:rPr>
              <a:t>My Project - Solution</a:t>
            </a:r>
          </a:p>
        </p:txBody>
      </p:sp>
      <p:sp>
        <p:nvSpPr>
          <p:cNvPr id="3" name="TextBox 2">
            <a:extLst>
              <a:ext uri="{FF2B5EF4-FFF2-40B4-BE49-F238E27FC236}">
                <a16:creationId xmlns:a16="http://schemas.microsoft.com/office/drawing/2014/main" id="{7A169474-8209-E3B2-F0D4-466FB16D3F7A}"/>
              </a:ext>
            </a:extLst>
          </p:cNvPr>
          <p:cNvSpPr txBox="1"/>
          <p:nvPr/>
        </p:nvSpPr>
        <p:spPr>
          <a:xfrm>
            <a:off x="7248128" y="1124744"/>
            <a:ext cx="4104456" cy="1447832"/>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2400" b="1" dirty="0"/>
              <a:t>4 populations </a:t>
            </a:r>
          </a:p>
          <a:p>
            <a:pPr marL="285750" indent="-285750">
              <a:buFont typeface="Arial" panose="020B0604020202020204" pitchFamily="34" charset="0"/>
              <a:buChar char="•"/>
            </a:pPr>
            <a:r>
              <a:rPr lang="en-US" sz="2400" b="1" dirty="0"/>
              <a:t>4 local climates</a:t>
            </a:r>
          </a:p>
          <a:p>
            <a:pPr marL="285750" indent="-285750">
              <a:buFont typeface="Arial" panose="020B0604020202020204" pitchFamily="34" charset="0"/>
              <a:buChar char="•"/>
            </a:pPr>
            <a:r>
              <a:rPr lang="en-US" sz="2400" b="1" dirty="0"/>
              <a:t>Migration</a:t>
            </a:r>
          </a:p>
          <a:p>
            <a:pPr marL="285750" indent="-285750">
              <a:buFont typeface="Arial" panose="020B0604020202020204" pitchFamily="34" charset="0"/>
              <a:buChar char="•"/>
            </a:pPr>
            <a:r>
              <a:rPr lang="en-US" sz="2400" b="1" dirty="0"/>
              <a:t>Real Climate data</a:t>
            </a:r>
          </a:p>
        </p:txBody>
      </p:sp>
      <p:grpSp>
        <p:nvGrpSpPr>
          <p:cNvPr id="10" name="Group 9">
            <a:extLst>
              <a:ext uri="{FF2B5EF4-FFF2-40B4-BE49-F238E27FC236}">
                <a16:creationId xmlns:a16="http://schemas.microsoft.com/office/drawing/2014/main" id="{9C48F2BB-4671-1E9A-58C8-1F4D28715F42}"/>
              </a:ext>
            </a:extLst>
          </p:cNvPr>
          <p:cNvGrpSpPr/>
          <p:nvPr/>
        </p:nvGrpSpPr>
        <p:grpSpPr>
          <a:xfrm>
            <a:off x="1945470" y="1124744"/>
            <a:ext cx="4824536" cy="4464496"/>
            <a:chOff x="2927172" y="947399"/>
            <a:chExt cx="6337178" cy="5377686"/>
          </a:xfrm>
        </p:grpSpPr>
        <p:grpSp>
          <p:nvGrpSpPr>
            <p:cNvPr id="11" name="Group 10">
              <a:extLst>
                <a:ext uri="{FF2B5EF4-FFF2-40B4-BE49-F238E27FC236}">
                  <a16:creationId xmlns:a16="http://schemas.microsoft.com/office/drawing/2014/main" id="{02686E99-19DD-36FB-272E-87CA4358F6FE}"/>
                </a:ext>
              </a:extLst>
            </p:cNvPr>
            <p:cNvGrpSpPr/>
            <p:nvPr/>
          </p:nvGrpSpPr>
          <p:grpSpPr>
            <a:xfrm>
              <a:off x="2927172" y="947399"/>
              <a:ext cx="6337178" cy="5377686"/>
              <a:chOff x="1125415" y="804269"/>
              <a:chExt cx="5229294" cy="4599946"/>
            </a:xfrm>
          </p:grpSpPr>
          <p:sp>
            <p:nvSpPr>
              <p:cNvPr id="29" name="Rectangle: Rounded Corners 28">
                <a:extLst>
                  <a:ext uri="{FF2B5EF4-FFF2-40B4-BE49-F238E27FC236}">
                    <a16:creationId xmlns:a16="http://schemas.microsoft.com/office/drawing/2014/main" id="{27530348-19C6-EAA6-70E1-F511514FBFE0}"/>
                  </a:ext>
                </a:extLst>
              </p:cNvPr>
              <p:cNvSpPr/>
              <p:nvPr/>
            </p:nvSpPr>
            <p:spPr>
              <a:xfrm>
                <a:off x="4024834" y="3243361"/>
                <a:ext cx="2329875" cy="2160854"/>
              </a:xfrm>
              <a:prstGeom prst="roundRect">
                <a:avLst/>
              </a:prstGeom>
              <a:gradFill>
                <a:gsLst>
                  <a:gs pos="0">
                    <a:srgbClr val="E0908A"/>
                  </a:gs>
                  <a:gs pos="100000">
                    <a:srgbClr val="B2182B"/>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0" name="Group 29">
                <a:extLst>
                  <a:ext uri="{FF2B5EF4-FFF2-40B4-BE49-F238E27FC236}">
                    <a16:creationId xmlns:a16="http://schemas.microsoft.com/office/drawing/2014/main" id="{7209C396-A714-9AF4-4E54-103D879711BE}"/>
                  </a:ext>
                </a:extLst>
              </p:cNvPr>
              <p:cNvGrpSpPr/>
              <p:nvPr/>
            </p:nvGrpSpPr>
            <p:grpSpPr>
              <a:xfrm>
                <a:off x="1125415" y="804269"/>
                <a:ext cx="5229294" cy="4593865"/>
                <a:chOff x="1125415" y="804269"/>
                <a:chExt cx="5229294" cy="4593865"/>
              </a:xfrm>
            </p:grpSpPr>
            <p:sp>
              <p:nvSpPr>
                <p:cNvPr id="32" name="Rectangle: Rounded Corners 31">
                  <a:extLst>
                    <a:ext uri="{FF2B5EF4-FFF2-40B4-BE49-F238E27FC236}">
                      <a16:creationId xmlns:a16="http://schemas.microsoft.com/office/drawing/2014/main" id="{051FEE55-D587-98B6-478F-94F91436F310}"/>
                    </a:ext>
                  </a:extLst>
                </p:cNvPr>
                <p:cNvSpPr/>
                <p:nvPr/>
              </p:nvSpPr>
              <p:spPr>
                <a:xfrm>
                  <a:off x="1125415" y="3237280"/>
                  <a:ext cx="2329875" cy="2160854"/>
                </a:xfrm>
                <a:prstGeom prst="roundRect">
                  <a:avLst/>
                </a:prstGeom>
                <a:gradFill flip="none" rotWithShape="1">
                  <a:gsLst>
                    <a:gs pos="0">
                      <a:srgbClr val="F7F7F7"/>
                    </a:gs>
                    <a:gs pos="100000">
                      <a:srgbClr val="E0908A"/>
                    </a:gs>
                  </a:gsLst>
                  <a:lin ang="5400000" scaled="1"/>
                  <a:tileRect/>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Rectangle: Rounded Corners 32">
                  <a:extLst>
                    <a:ext uri="{FF2B5EF4-FFF2-40B4-BE49-F238E27FC236}">
                      <a16:creationId xmlns:a16="http://schemas.microsoft.com/office/drawing/2014/main" id="{ADE5C1F4-C0AB-32B4-DE5A-78F251BC25DF}"/>
                    </a:ext>
                  </a:extLst>
                </p:cNvPr>
                <p:cNvSpPr/>
                <p:nvPr/>
              </p:nvSpPr>
              <p:spPr>
                <a:xfrm>
                  <a:off x="4024834" y="804269"/>
                  <a:ext cx="2329875" cy="2160854"/>
                </a:xfrm>
                <a:prstGeom prst="roundRect">
                  <a:avLst/>
                </a:prstGeom>
                <a:gradFill>
                  <a:gsLst>
                    <a:gs pos="0">
                      <a:srgbClr val="98ABD2"/>
                    </a:gs>
                    <a:gs pos="100000">
                      <a:srgbClr val="F7F7F7"/>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Rectangle: Rounded Corners 33">
                  <a:extLst>
                    <a:ext uri="{FF2B5EF4-FFF2-40B4-BE49-F238E27FC236}">
                      <a16:creationId xmlns:a16="http://schemas.microsoft.com/office/drawing/2014/main" id="{1B12095A-D672-2540-C333-DD79821DD43C}"/>
                    </a:ext>
                  </a:extLst>
                </p:cNvPr>
                <p:cNvSpPr/>
                <p:nvPr/>
              </p:nvSpPr>
              <p:spPr>
                <a:xfrm>
                  <a:off x="1127448" y="806784"/>
                  <a:ext cx="2329875" cy="2160854"/>
                </a:xfrm>
                <a:prstGeom prst="roundRect">
                  <a:avLst/>
                </a:prstGeom>
                <a:gradFill>
                  <a:gsLst>
                    <a:gs pos="0">
                      <a:srgbClr val="2166AC"/>
                    </a:gs>
                    <a:gs pos="100000">
                      <a:srgbClr val="98ABD2"/>
                    </a:gs>
                  </a:gsLst>
                  <a:lin ang="5400000" scaled="1"/>
                </a:gra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grpSp>
          <p:nvGrpSpPr>
            <p:cNvPr id="12" name="Group 11">
              <a:extLst>
                <a:ext uri="{FF2B5EF4-FFF2-40B4-BE49-F238E27FC236}">
                  <a16:creationId xmlns:a16="http://schemas.microsoft.com/office/drawing/2014/main" id="{621308AB-CF40-D972-2189-537D6652FBEB}"/>
                </a:ext>
              </a:extLst>
            </p:cNvPr>
            <p:cNvGrpSpPr/>
            <p:nvPr/>
          </p:nvGrpSpPr>
          <p:grpSpPr>
            <a:xfrm>
              <a:off x="3068235" y="1041519"/>
              <a:ext cx="5200602" cy="4473857"/>
              <a:chOff x="3065679" y="1048321"/>
              <a:chExt cx="5212335" cy="4482697"/>
            </a:xfrm>
          </p:grpSpPr>
          <p:grpSp>
            <p:nvGrpSpPr>
              <p:cNvPr id="13" name="Group 12">
                <a:extLst>
                  <a:ext uri="{FF2B5EF4-FFF2-40B4-BE49-F238E27FC236}">
                    <a16:creationId xmlns:a16="http://schemas.microsoft.com/office/drawing/2014/main" id="{4888DA13-C6AF-0136-A5CA-0DD2737C7B82}"/>
                  </a:ext>
                </a:extLst>
              </p:cNvPr>
              <p:cNvGrpSpPr/>
              <p:nvPr/>
            </p:nvGrpSpPr>
            <p:grpSpPr>
              <a:xfrm>
                <a:off x="3065679" y="1048321"/>
                <a:ext cx="5212335" cy="4482697"/>
                <a:chOff x="2697861" y="1004542"/>
                <a:chExt cx="5212335" cy="4482697"/>
              </a:xfrm>
            </p:grpSpPr>
            <p:grpSp>
              <p:nvGrpSpPr>
                <p:cNvPr id="18" name="Group 17">
                  <a:extLst>
                    <a:ext uri="{FF2B5EF4-FFF2-40B4-BE49-F238E27FC236}">
                      <a16:creationId xmlns:a16="http://schemas.microsoft.com/office/drawing/2014/main" id="{C2E7A2AB-98D0-EEE8-F4E4-A9042E0FF34D}"/>
                    </a:ext>
                  </a:extLst>
                </p:cNvPr>
                <p:cNvGrpSpPr/>
                <p:nvPr/>
              </p:nvGrpSpPr>
              <p:grpSpPr>
                <a:xfrm>
                  <a:off x="2697861" y="1004542"/>
                  <a:ext cx="5212335" cy="3504994"/>
                  <a:chOff x="2697861" y="1004542"/>
                  <a:chExt cx="5212335" cy="3504994"/>
                </a:xfrm>
              </p:grpSpPr>
              <p:grpSp>
                <p:nvGrpSpPr>
                  <p:cNvPr id="21" name="Group 20">
                    <a:extLst>
                      <a:ext uri="{FF2B5EF4-FFF2-40B4-BE49-F238E27FC236}">
                        <a16:creationId xmlns:a16="http://schemas.microsoft.com/office/drawing/2014/main" id="{3033246D-319D-A22C-50ED-3000B7BBCE2A}"/>
                      </a:ext>
                    </a:extLst>
                  </p:cNvPr>
                  <p:cNvGrpSpPr/>
                  <p:nvPr/>
                </p:nvGrpSpPr>
                <p:grpSpPr>
                  <a:xfrm>
                    <a:off x="6238850" y="1004542"/>
                    <a:ext cx="1671346" cy="3504994"/>
                    <a:chOff x="7032105" y="1004542"/>
                    <a:chExt cx="1671346" cy="3504994"/>
                  </a:xfrm>
                </p:grpSpPr>
                <p:sp>
                  <p:nvSpPr>
                    <p:cNvPr id="26" name="TextBox 25">
                      <a:extLst>
                        <a:ext uri="{FF2B5EF4-FFF2-40B4-BE49-F238E27FC236}">
                          <a16:creationId xmlns:a16="http://schemas.microsoft.com/office/drawing/2014/main" id="{26F3A6C9-DD06-A304-0C8A-6F7CAF7D18D3}"/>
                        </a:ext>
                      </a:extLst>
                    </p:cNvPr>
                    <p:cNvSpPr txBox="1"/>
                    <p:nvPr/>
                  </p:nvSpPr>
                  <p:spPr>
                    <a:xfrm>
                      <a:off x="7032105" y="1004542"/>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P2</a:t>
                      </a:r>
                      <a:endParaRPr lang="en-CH" sz="3200" b="1" dirty="0"/>
                    </a:p>
                  </p:txBody>
                </p:sp>
                <p:sp>
                  <p:nvSpPr>
                    <p:cNvPr id="27" name="TextBox 26">
                      <a:extLst>
                        <a:ext uri="{FF2B5EF4-FFF2-40B4-BE49-F238E27FC236}">
                          <a16:creationId xmlns:a16="http://schemas.microsoft.com/office/drawing/2014/main" id="{15D83ACB-7F6B-7E9F-1E45-A57A5F1F49CC}"/>
                        </a:ext>
                      </a:extLst>
                    </p:cNvPr>
                    <p:cNvSpPr txBox="1"/>
                    <p:nvPr/>
                  </p:nvSpPr>
                  <p:spPr>
                    <a:xfrm>
                      <a:off x="7032105" y="3927113"/>
                      <a:ext cx="1008113" cy="582423"/>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P4</a:t>
                      </a:r>
                      <a:endParaRPr lang="en-CH" sz="3200" b="1" dirty="0"/>
                    </a:p>
                  </p:txBody>
                </p:sp>
                <p:pic>
                  <p:nvPicPr>
                    <p:cNvPr id="28" name="Graphic 27" descr="Sort with solid fill">
                      <a:extLst>
                        <a:ext uri="{FF2B5EF4-FFF2-40B4-BE49-F238E27FC236}">
                          <a16:creationId xmlns:a16="http://schemas.microsoft.com/office/drawing/2014/main" id="{F1092EAA-C646-AFAC-B641-CF3A36E0DB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9051" y="3179815"/>
                      <a:ext cx="914400" cy="914400"/>
                    </a:xfrm>
                    <a:prstGeom prst="rect">
                      <a:avLst/>
                    </a:prstGeom>
                    <a:effectLst>
                      <a:outerShdw blurRad="50800" dist="38100" dir="2700000" algn="tl" rotWithShape="0">
                        <a:prstClr val="black">
                          <a:alpha val="40000"/>
                        </a:prstClr>
                      </a:outerShdw>
                    </a:effectLst>
                  </p:spPr>
                </p:pic>
              </p:grpSp>
              <p:grpSp>
                <p:nvGrpSpPr>
                  <p:cNvPr id="22" name="Group 21">
                    <a:extLst>
                      <a:ext uri="{FF2B5EF4-FFF2-40B4-BE49-F238E27FC236}">
                        <a16:creationId xmlns:a16="http://schemas.microsoft.com/office/drawing/2014/main" id="{B852C0C8-BEE2-A087-D739-E4C3A87CDDD1}"/>
                      </a:ext>
                    </a:extLst>
                  </p:cNvPr>
                  <p:cNvGrpSpPr/>
                  <p:nvPr/>
                </p:nvGrpSpPr>
                <p:grpSpPr>
                  <a:xfrm>
                    <a:off x="2697861" y="1052191"/>
                    <a:ext cx="1643736" cy="3371438"/>
                    <a:chOff x="1988908" y="1038243"/>
                    <a:chExt cx="1643736" cy="3371438"/>
                  </a:xfrm>
                </p:grpSpPr>
                <p:sp>
                  <p:nvSpPr>
                    <p:cNvPr id="23" name="TextBox 22">
                      <a:extLst>
                        <a:ext uri="{FF2B5EF4-FFF2-40B4-BE49-F238E27FC236}">
                          <a16:creationId xmlns:a16="http://schemas.microsoft.com/office/drawing/2014/main" id="{975FCA95-B5CE-F4BB-4A59-E3C64487581F}"/>
                        </a:ext>
                      </a:extLst>
                    </p:cNvPr>
                    <p:cNvSpPr txBox="1"/>
                    <p:nvPr/>
                  </p:nvSpPr>
                  <p:spPr>
                    <a:xfrm>
                      <a:off x="1994805" y="103824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P1</a:t>
                      </a:r>
                      <a:endParaRPr lang="en-CH" sz="3200" b="1" dirty="0"/>
                    </a:p>
                  </p:txBody>
                </p:sp>
                <p:sp>
                  <p:nvSpPr>
                    <p:cNvPr id="24" name="TextBox 23">
                      <a:extLst>
                        <a:ext uri="{FF2B5EF4-FFF2-40B4-BE49-F238E27FC236}">
                          <a16:creationId xmlns:a16="http://schemas.microsoft.com/office/drawing/2014/main" id="{6F24944F-A267-0F81-A29F-4CE7C4BAB55C}"/>
                        </a:ext>
                      </a:extLst>
                    </p:cNvPr>
                    <p:cNvSpPr txBox="1"/>
                    <p:nvPr/>
                  </p:nvSpPr>
                  <p:spPr>
                    <a:xfrm>
                      <a:off x="1988908" y="3927113"/>
                      <a:ext cx="1008112" cy="482568"/>
                    </a:xfrm>
                    <a:prstGeom prst="rect">
                      <a:avLst/>
                    </a:prstGeom>
                    <a:noFill/>
                    <a:effectLst>
                      <a:outerShdw blurRad="50800" dist="38100" dir="2700000" algn="tl" rotWithShape="0">
                        <a:prstClr val="black">
                          <a:alpha val="40000"/>
                        </a:prstClr>
                      </a:outerShdw>
                    </a:effectLst>
                  </p:spPr>
                  <p:txBody>
                    <a:bodyPr wrap="square" lIns="0" tIns="0" rIns="0" bIns="0" rtlCol="0">
                      <a:spAutoFit/>
                    </a:bodyPr>
                    <a:lstStyle/>
                    <a:p>
                      <a:r>
                        <a:rPr lang="en-US" sz="3200" b="1" dirty="0"/>
                        <a:t>P3</a:t>
                      </a:r>
                      <a:endParaRPr lang="en-CH" sz="3200" b="1" dirty="0"/>
                    </a:p>
                  </p:txBody>
                </p:sp>
                <p:pic>
                  <p:nvPicPr>
                    <p:cNvPr id="25" name="Graphic 24" descr="Sort with solid fill">
                      <a:extLst>
                        <a:ext uri="{FF2B5EF4-FFF2-40B4-BE49-F238E27FC236}">
                          <a16:creationId xmlns:a16="http://schemas.microsoft.com/office/drawing/2014/main" id="{EA3A40BF-2EFF-7618-0179-C666891C34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18244" y="3175189"/>
                      <a:ext cx="914400" cy="914400"/>
                    </a:xfrm>
                    <a:prstGeom prst="rect">
                      <a:avLst/>
                    </a:prstGeom>
                    <a:effectLst>
                      <a:outerShdw blurRad="50800" dist="38100" dir="2700000" algn="tl" rotWithShape="0">
                        <a:prstClr val="black">
                          <a:alpha val="40000"/>
                        </a:prstClr>
                      </a:outerShdw>
                    </a:effectLst>
                  </p:spPr>
                </p:pic>
              </p:grpSp>
            </p:grpSp>
            <p:pic>
              <p:nvPicPr>
                <p:cNvPr id="19" name="Graphic 18" descr="Sort with solid fill">
                  <a:extLst>
                    <a:ext uri="{FF2B5EF4-FFF2-40B4-BE49-F238E27FC236}">
                      <a16:creationId xmlns:a16="http://schemas.microsoft.com/office/drawing/2014/main" id="{AA2C1114-4EF6-3C60-7944-71135D20EC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4572839"/>
                  <a:ext cx="914400" cy="914400"/>
                </a:xfrm>
                <a:prstGeom prst="rect">
                  <a:avLst/>
                </a:prstGeom>
                <a:effectLst>
                  <a:outerShdw blurRad="50800" dist="38100" dir="2700000" algn="tl" rotWithShape="0">
                    <a:prstClr val="black">
                      <a:alpha val="40000"/>
                    </a:prstClr>
                  </a:outerShdw>
                </a:effectLst>
              </p:spPr>
            </p:pic>
            <p:pic>
              <p:nvPicPr>
                <p:cNvPr id="20" name="Graphic 19" descr="Sort with solid fill">
                  <a:extLst>
                    <a:ext uri="{FF2B5EF4-FFF2-40B4-BE49-F238E27FC236}">
                      <a16:creationId xmlns:a16="http://schemas.microsoft.com/office/drawing/2014/main" id="{B14AF065-72F9-2719-407C-6814873E36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300838" y="1743016"/>
                  <a:ext cx="914400" cy="914400"/>
                </a:xfrm>
                <a:prstGeom prst="rect">
                  <a:avLst/>
                </a:prstGeom>
                <a:effectLst>
                  <a:outerShdw blurRad="50800" dist="38100" dir="2700000" algn="tl" rotWithShape="0">
                    <a:prstClr val="black">
                      <a:alpha val="40000"/>
                    </a:prstClr>
                  </a:outerShdw>
                </a:effectLst>
              </p:spPr>
            </p:pic>
          </p:grpSp>
          <p:pic>
            <p:nvPicPr>
              <p:cNvPr id="14" name="Graphic 13" descr="DNA with solid fill">
                <a:extLst>
                  <a:ext uri="{FF2B5EF4-FFF2-40B4-BE49-F238E27FC236}">
                    <a16:creationId xmlns:a16="http://schemas.microsoft.com/office/drawing/2014/main" id="{D03841A5-2921-1BC4-8FE7-1448D18330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1776549"/>
                <a:ext cx="914400" cy="914400"/>
              </a:xfrm>
              <a:prstGeom prst="rect">
                <a:avLst/>
              </a:prstGeom>
            </p:spPr>
          </p:pic>
          <p:pic>
            <p:nvPicPr>
              <p:cNvPr id="15" name="Graphic 14" descr="DNA with solid fill">
                <a:extLst>
                  <a:ext uri="{FF2B5EF4-FFF2-40B4-BE49-F238E27FC236}">
                    <a16:creationId xmlns:a16="http://schemas.microsoft.com/office/drawing/2014/main" id="{A1A7672F-98BE-7E98-32F9-712DFFE815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5015" y="4565818"/>
                <a:ext cx="914400" cy="914400"/>
              </a:xfrm>
              <a:prstGeom prst="rect">
                <a:avLst/>
              </a:prstGeom>
            </p:spPr>
          </p:pic>
          <p:pic>
            <p:nvPicPr>
              <p:cNvPr id="16" name="Graphic 15" descr="DNA with solid fill">
                <a:extLst>
                  <a:ext uri="{FF2B5EF4-FFF2-40B4-BE49-F238E27FC236}">
                    <a16:creationId xmlns:a16="http://schemas.microsoft.com/office/drawing/2014/main" id="{F7609247-1405-F56A-6F65-B1B5691ABF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4565818"/>
                <a:ext cx="914400" cy="914400"/>
              </a:xfrm>
              <a:prstGeom prst="rect">
                <a:avLst/>
              </a:prstGeom>
            </p:spPr>
          </p:pic>
          <p:pic>
            <p:nvPicPr>
              <p:cNvPr id="17" name="Graphic 16" descr="DNA with solid fill">
                <a:extLst>
                  <a:ext uri="{FF2B5EF4-FFF2-40B4-BE49-F238E27FC236}">
                    <a16:creationId xmlns:a16="http://schemas.microsoft.com/office/drawing/2014/main" id="{329883F6-9CC3-7E20-6841-FCC9555E36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3614" y="1773260"/>
                <a:ext cx="914400" cy="914400"/>
              </a:xfrm>
              <a:prstGeom prst="rect">
                <a:avLst/>
              </a:prstGeom>
            </p:spPr>
          </p:pic>
        </p:grpSp>
      </p:grpSp>
      <p:sp>
        <p:nvSpPr>
          <p:cNvPr id="4" name="Date Placeholder 3">
            <a:extLst>
              <a:ext uri="{FF2B5EF4-FFF2-40B4-BE49-F238E27FC236}">
                <a16:creationId xmlns:a16="http://schemas.microsoft.com/office/drawing/2014/main" id="{201256F8-04E1-518F-02A3-09496DD136C6}"/>
              </a:ext>
            </a:extLst>
          </p:cNvPr>
          <p:cNvSpPr>
            <a:spLocks noGrp="1"/>
          </p:cNvSpPr>
          <p:nvPr>
            <p:ph type="dt" sz="half" idx="10"/>
          </p:nvPr>
        </p:nvSpPr>
        <p:spPr/>
        <p:txBody>
          <a:bodyPr/>
          <a:lstStyle/>
          <a:p>
            <a:fld id="{268237E5-2C85-4F66-A645-8FE9E3FC9517}" type="datetime1">
              <a:rPr lang="en-GB" noProof="0" smtClean="0"/>
              <a:t>16/09/2026</a:t>
            </a:fld>
            <a:endParaRPr lang="en-GB" noProof="0" dirty="0"/>
          </a:p>
        </p:txBody>
      </p:sp>
      <p:sp>
        <p:nvSpPr>
          <p:cNvPr id="6" name="Slide Number Placeholder 5">
            <a:extLst>
              <a:ext uri="{FF2B5EF4-FFF2-40B4-BE49-F238E27FC236}">
                <a16:creationId xmlns:a16="http://schemas.microsoft.com/office/drawing/2014/main" id="{31BFEA42-06A3-86FD-45C3-3CFE05290B66}"/>
              </a:ext>
            </a:extLst>
          </p:cNvPr>
          <p:cNvSpPr>
            <a:spLocks noGrp="1"/>
          </p:cNvSpPr>
          <p:nvPr>
            <p:ph type="sldNum" sz="quarter" idx="12"/>
          </p:nvPr>
        </p:nvSpPr>
        <p:spPr/>
        <p:txBody>
          <a:bodyPr/>
          <a:lstStyle/>
          <a:p>
            <a:fld id="{442AD375-037F-43D0-B059-5172DA06796A}" type="slidenum">
              <a:rPr lang="en-GB" noProof="0" smtClean="0"/>
              <a:pPr/>
              <a:t>96</a:t>
            </a:fld>
            <a:endParaRPr lang="en-GB" noProof="0" dirty="0"/>
          </a:p>
        </p:txBody>
      </p:sp>
      <p:grpSp>
        <p:nvGrpSpPr>
          <p:cNvPr id="5" name="Group 4">
            <a:extLst>
              <a:ext uri="{FF2B5EF4-FFF2-40B4-BE49-F238E27FC236}">
                <a16:creationId xmlns:a16="http://schemas.microsoft.com/office/drawing/2014/main" id="{1ABC0E80-EC6B-166B-A77E-AC02653BD1E8}"/>
              </a:ext>
            </a:extLst>
          </p:cNvPr>
          <p:cNvGrpSpPr/>
          <p:nvPr/>
        </p:nvGrpSpPr>
        <p:grpSpPr>
          <a:xfrm>
            <a:off x="372289" y="1965633"/>
            <a:ext cx="1095059" cy="2952723"/>
            <a:chOff x="395999" y="938762"/>
            <a:chExt cx="1458001" cy="3795237"/>
          </a:xfrm>
        </p:grpSpPr>
        <p:sp>
          <p:nvSpPr>
            <p:cNvPr id="7" name="Rectangle 6">
              <a:extLst>
                <a:ext uri="{FF2B5EF4-FFF2-40B4-BE49-F238E27FC236}">
                  <a16:creationId xmlns:a16="http://schemas.microsoft.com/office/drawing/2014/main" id="{23FA9CAB-5A56-04EE-6C0B-784E53730B42}"/>
                </a:ext>
              </a:extLst>
            </p:cNvPr>
            <p:cNvSpPr/>
            <p:nvPr/>
          </p:nvSpPr>
          <p:spPr>
            <a:xfrm>
              <a:off x="432000" y="1296000"/>
              <a:ext cx="251999" cy="3420000"/>
            </a:xfrm>
            <a:prstGeom prst="rect">
              <a:avLst/>
            </a:prstGeom>
            <a:gradFill flip="none" rotWithShape="1">
              <a:gsLst>
                <a:gs pos="0">
                  <a:srgbClr val="2166AC"/>
                </a:gs>
                <a:gs pos="50000">
                  <a:srgbClr val="F7F7F7"/>
                </a:gs>
                <a:gs pos="100000">
                  <a:srgbClr val="B2182B"/>
                </a:gs>
              </a:gsLst>
              <a:lin ang="16200000" scaled="0"/>
            </a:gradFill>
            <a:ln>
              <a:noFill/>
            </a:ln>
            <a:effectLst/>
          </p:spPr>
          <p:txBody>
            <a:bodyPr rtlCol="0" anchor="ctr"/>
            <a:lstStyle/>
            <a:p>
              <a:pPr algn="ctr"/>
              <a:endParaRPr/>
            </a:p>
          </p:txBody>
        </p:sp>
        <p:sp>
          <p:nvSpPr>
            <p:cNvPr id="8" name="Rectangle 7">
              <a:extLst>
                <a:ext uri="{FF2B5EF4-FFF2-40B4-BE49-F238E27FC236}">
                  <a16:creationId xmlns:a16="http://schemas.microsoft.com/office/drawing/2014/main" id="{8C5BB83A-25E9-38FF-980C-9DBBB19BF94F}"/>
                </a:ext>
              </a:extLst>
            </p:cNvPr>
            <p:cNvSpPr/>
            <p:nvPr/>
          </p:nvSpPr>
          <p:spPr>
            <a:xfrm>
              <a:off x="432000" y="1296000"/>
              <a:ext cx="251999" cy="3420000"/>
            </a:xfrm>
            <a:prstGeom prst="rect">
              <a:avLst/>
            </a:prstGeom>
            <a:noFill/>
            <a:ln w="9525">
              <a:solidFill>
                <a:srgbClr val="BFBFBF"/>
              </a:solidFill>
            </a:ln>
            <a:effectLst/>
          </p:spPr>
          <p:txBody>
            <a:bodyPr rtlCol="0" anchor="ctr"/>
            <a:lstStyle/>
            <a:p>
              <a:pPr algn="ctr"/>
              <a:endParaRPr/>
            </a:p>
          </p:txBody>
        </p:sp>
        <p:sp>
          <p:nvSpPr>
            <p:cNvPr id="9" name="TextBox 8">
              <a:extLst>
                <a:ext uri="{FF2B5EF4-FFF2-40B4-BE49-F238E27FC236}">
                  <a16:creationId xmlns:a16="http://schemas.microsoft.com/office/drawing/2014/main" id="{6F1CA271-393D-5878-3258-0ED6FD3E7897}"/>
                </a:ext>
              </a:extLst>
            </p:cNvPr>
            <p:cNvSpPr txBox="1"/>
            <p:nvPr/>
          </p:nvSpPr>
          <p:spPr>
            <a:xfrm>
              <a:off x="395999" y="938762"/>
              <a:ext cx="1221245" cy="174475"/>
            </a:xfrm>
            <a:prstGeom prst="rect">
              <a:avLst/>
            </a:prstGeom>
            <a:noFill/>
          </p:spPr>
          <p:txBody>
            <a:bodyPr wrap="none" lIns="0" tIns="0" rIns="0" bIns="0" anchor="ctr">
              <a:spAutoFit/>
            </a:bodyPr>
            <a:lstStyle/>
            <a:p>
              <a:pPr algn="l"/>
              <a:r>
                <a:rPr sz="900" b="1" dirty="0">
                  <a:solidFill>
                    <a:srgbClr val="0B0B0B"/>
                  </a:solidFill>
                  <a:latin typeface="Arial"/>
                </a:rPr>
                <a:t>Temperature (°C)</a:t>
              </a:r>
            </a:p>
          </p:txBody>
        </p:sp>
        <p:sp>
          <p:nvSpPr>
            <p:cNvPr id="31" name="TextBox 30">
              <a:extLst>
                <a:ext uri="{FF2B5EF4-FFF2-40B4-BE49-F238E27FC236}">
                  <a16:creationId xmlns:a16="http://schemas.microsoft.com/office/drawing/2014/main" id="{CB26BBFD-E7FC-5AE8-07DA-B467ACD423E8}"/>
                </a:ext>
              </a:extLst>
            </p:cNvPr>
            <p:cNvSpPr txBox="1"/>
            <p:nvPr/>
          </p:nvSpPr>
          <p:spPr>
            <a:xfrm>
              <a:off x="774000" y="1278000"/>
              <a:ext cx="1080000" cy="251999"/>
            </a:xfrm>
            <a:prstGeom prst="rect">
              <a:avLst/>
            </a:prstGeom>
            <a:noFill/>
          </p:spPr>
          <p:txBody>
            <a:bodyPr wrap="none" lIns="0" tIns="0" rIns="0" bIns="0" anchor="ctr">
              <a:spAutoFit/>
            </a:bodyPr>
            <a:lstStyle/>
            <a:p>
              <a:pPr algn="l"/>
              <a:r>
                <a:rPr sz="1250" b="0">
                  <a:solidFill>
                    <a:srgbClr val="52514E"/>
                  </a:solidFill>
                  <a:latin typeface="Arial"/>
                </a:rPr>
                <a:t>warmer</a:t>
              </a:r>
            </a:p>
          </p:txBody>
        </p:sp>
        <p:sp>
          <p:nvSpPr>
            <p:cNvPr id="35" name="TextBox 34">
              <a:extLst>
                <a:ext uri="{FF2B5EF4-FFF2-40B4-BE49-F238E27FC236}">
                  <a16:creationId xmlns:a16="http://schemas.microsoft.com/office/drawing/2014/main" id="{02A3B050-4B1C-98DB-A229-0CAD6CE82E16}"/>
                </a:ext>
              </a:extLst>
            </p:cNvPr>
            <p:cNvSpPr txBox="1"/>
            <p:nvPr/>
          </p:nvSpPr>
          <p:spPr>
            <a:xfrm>
              <a:off x="774000" y="4482000"/>
              <a:ext cx="1080000" cy="251999"/>
            </a:xfrm>
            <a:prstGeom prst="rect">
              <a:avLst/>
            </a:prstGeom>
            <a:noFill/>
          </p:spPr>
          <p:txBody>
            <a:bodyPr wrap="none" lIns="0" tIns="0" rIns="0" bIns="0" anchor="ctr">
              <a:spAutoFit/>
            </a:bodyPr>
            <a:lstStyle/>
            <a:p>
              <a:pPr algn="l"/>
              <a:r>
                <a:rPr sz="1250" b="0">
                  <a:solidFill>
                    <a:srgbClr val="52514E"/>
                  </a:solidFill>
                  <a:latin typeface="Arial"/>
                </a:rPr>
                <a:t>colder</a:t>
              </a:r>
            </a:p>
          </p:txBody>
        </p:sp>
      </p:grpSp>
    </p:spTree>
    <p:extLst>
      <p:ext uri="{BB962C8B-B14F-4D97-AF65-F5344CB8AC3E}">
        <p14:creationId xmlns:p14="http://schemas.microsoft.com/office/powerpoint/2010/main" val="39930417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A6B0C-077E-FAF3-1581-9DB60358C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62225-68B9-01CA-2914-2B521A81B090}"/>
              </a:ext>
            </a:extLst>
          </p:cNvPr>
          <p:cNvSpPr>
            <a:spLocks noGrp="1"/>
          </p:cNvSpPr>
          <p:nvPr>
            <p:ph type="title"/>
          </p:nvPr>
        </p:nvSpPr>
        <p:spPr/>
        <p:txBody>
          <a:bodyPr/>
          <a:lstStyle/>
          <a:p>
            <a:r>
              <a:rPr lang="en-US" dirty="0">
                <a:solidFill>
                  <a:srgbClr val="0B0B0B"/>
                </a:solidFill>
              </a:rPr>
              <a:t>My Project - </a:t>
            </a:r>
            <a:r>
              <a:rPr lang="en-US" sz="2400" b="1" noProof="0" dirty="0">
                <a:solidFill>
                  <a:srgbClr val="0B0B0B"/>
                </a:solidFill>
              </a:rPr>
              <a:t>Method</a:t>
            </a:r>
          </a:p>
        </p:txBody>
      </p:sp>
      <p:pic>
        <p:nvPicPr>
          <p:cNvPr id="15" name="Picture 14">
            <a:extLst>
              <a:ext uri="{FF2B5EF4-FFF2-40B4-BE49-F238E27FC236}">
                <a16:creationId xmlns:a16="http://schemas.microsoft.com/office/drawing/2014/main" id="{19626DD0-B5ED-A71F-593E-D5A811E40E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7014" y="642953"/>
            <a:ext cx="9117972" cy="5572094"/>
          </a:xfrm>
          <a:prstGeom prst="rect">
            <a:avLst/>
          </a:prstGeom>
        </p:spPr>
      </p:pic>
      <p:sp>
        <p:nvSpPr>
          <p:cNvPr id="3" name="Date Placeholder 2">
            <a:extLst>
              <a:ext uri="{FF2B5EF4-FFF2-40B4-BE49-F238E27FC236}">
                <a16:creationId xmlns:a16="http://schemas.microsoft.com/office/drawing/2014/main" id="{B54D5121-8020-CF85-8741-6660AF22BFF5}"/>
              </a:ext>
            </a:extLst>
          </p:cNvPr>
          <p:cNvSpPr>
            <a:spLocks noGrp="1"/>
          </p:cNvSpPr>
          <p:nvPr>
            <p:ph type="dt" sz="half" idx="10"/>
          </p:nvPr>
        </p:nvSpPr>
        <p:spPr/>
        <p:txBody>
          <a:bodyPr/>
          <a:lstStyle/>
          <a:p>
            <a:fld id="{4218D8E4-CFF2-42B0-B395-0D46AFD8D227}"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07FCCD33-370E-7E05-2A49-DE8C29DBA511}"/>
              </a:ext>
            </a:extLst>
          </p:cNvPr>
          <p:cNvSpPr>
            <a:spLocks noGrp="1"/>
          </p:cNvSpPr>
          <p:nvPr>
            <p:ph type="sldNum" sz="quarter" idx="12"/>
          </p:nvPr>
        </p:nvSpPr>
        <p:spPr/>
        <p:txBody>
          <a:bodyPr/>
          <a:lstStyle/>
          <a:p>
            <a:fld id="{442AD375-037F-43D0-B059-5172DA06796A}" type="slidenum">
              <a:rPr lang="en-GB" noProof="0" smtClean="0"/>
              <a:pPr/>
              <a:t>97</a:t>
            </a:fld>
            <a:endParaRPr lang="en-GB" noProof="0" dirty="0"/>
          </a:p>
        </p:txBody>
      </p:sp>
    </p:spTree>
    <p:extLst>
      <p:ext uri="{BB962C8B-B14F-4D97-AF65-F5344CB8AC3E}">
        <p14:creationId xmlns:p14="http://schemas.microsoft.com/office/powerpoint/2010/main" val="10377295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940C-EF14-2261-A141-641D2ED9D1F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60F011B-8DBA-5320-9249-1001310F39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7014" y="642953"/>
            <a:ext cx="9117971" cy="5572094"/>
          </a:xfrm>
          <a:prstGeom prst="rect">
            <a:avLst/>
          </a:prstGeom>
        </p:spPr>
      </p:pic>
      <p:sp>
        <p:nvSpPr>
          <p:cNvPr id="2" name="Title 1">
            <a:extLst>
              <a:ext uri="{FF2B5EF4-FFF2-40B4-BE49-F238E27FC236}">
                <a16:creationId xmlns:a16="http://schemas.microsoft.com/office/drawing/2014/main" id="{A5864875-C5D3-6DF6-C2C5-35E297DF84EA}"/>
              </a:ext>
            </a:extLst>
          </p:cNvPr>
          <p:cNvSpPr>
            <a:spLocks noGrp="1"/>
          </p:cNvSpPr>
          <p:nvPr>
            <p:ph type="title"/>
          </p:nvPr>
        </p:nvSpPr>
        <p:spPr/>
        <p:txBody>
          <a:bodyPr/>
          <a:lstStyle/>
          <a:p>
            <a:r>
              <a:rPr lang="en-US" dirty="0">
                <a:solidFill>
                  <a:srgbClr val="0B0B0B"/>
                </a:solidFill>
              </a:rPr>
              <a:t>My Project - Method</a:t>
            </a:r>
            <a:endParaRPr lang="en-US" sz="2400" b="1" noProof="0" dirty="0">
              <a:solidFill>
                <a:srgbClr val="0B0B0B"/>
              </a:solidFill>
              <a:latin typeface="Arial"/>
            </a:endParaRPr>
          </a:p>
        </p:txBody>
      </p:sp>
      <p:sp>
        <p:nvSpPr>
          <p:cNvPr id="3" name="Date Placeholder 2">
            <a:extLst>
              <a:ext uri="{FF2B5EF4-FFF2-40B4-BE49-F238E27FC236}">
                <a16:creationId xmlns:a16="http://schemas.microsoft.com/office/drawing/2014/main" id="{ED94C684-CBB6-B018-F442-8CA45E45FDB9}"/>
              </a:ext>
            </a:extLst>
          </p:cNvPr>
          <p:cNvSpPr>
            <a:spLocks noGrp="1"/>
          </p:cNvSpPr>
          <p:nvPr>
            <p:ph type="dt" sz="half" idx="10"/>
          </p:nvPr>
        </p:nvSpPr>
        <p:spPr/>
        <p:txBody>
          <a:bodyPr/>
          <a:lstStyle/>
          <a:p>
            <a:fld id="{5963265D-5DFA-4820-80B8-43109CEAA2A0}" type="datetime1">
              <a:rPr lang="en-GB" noProof="0" smtClean="0"/>
              <a:t>16/09/2026</a:t>
            </a:fld>
            <a:endParaRPr lang="en-GB" noProof="0" dirty="0"/>
          </a:p>
        </p:txBody>
      </p:sp>
      <p:sp>
        <p:nvSpPr>
          <p:cNvPr id="6" name="Slide Number Placeholder 5">
            <a:extLst>
              <a:ext uri="{FF2B5EF4-FFF2-40B4-BE49-F238E27FC236}">
                <a16:creationId xmlns:a16="http://schemas.microsoft.com/office/drawing/2014/main" id="{6E52590C-29DE-E302-40EE-167B477E7CA4}"/>
              </a:ext>
            </a:extLst>
          </p:cNvPr>
          <p:cNvSpPr>
            <a:spLocks noGrp="1"/>
          </p:cNvSpPr>
          <p:nvPr>
            <p:ph type="sldNum" sz="quarter" idx="12"/>
          </p:nvPr>
        </p:nvSpPr>
        <p:spPr/>
        <p:txBody>
          <a:bodyPr/>
          <a:lstStyle/>
          <a:p>
            <a:fld id="{442AD375-037F-43D0-B059-5172DA06796A}" type="slidenum">
              <a:rPr lang="en-GB" noProof="0" smtClean="0"/>
              <a:pPr/>
              <a:t>98</a:t>
            </a:fld>
            <a:endParaRPr lang="en-GB" noProof="0" dirty="0"/>
          </a:p>
        </p:txBody>
      </p:sp>
    </p:spTree>
    <p:extLst>
      <p:ext uri="{BB962C8B-B14F-4D97-AF65-F5344CB8AC3E}">
        <p14:creationId xmlns:p14="http://schemas.microsoft.com/office/powerpoint/2010/main" val="426467586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779B6-BBC8-5A36-377A-A3359713A3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BED522D-4ECC-07E1-3959-08FFBC9D6ED6}"/>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1559496" y="583815"/>
            <a:ext cx="9311513" cy="5690369"/>
          </a:xfrm>
          <a:prstGeom prst="rect">
            <a:avLst/>
          </a:prstGeom>
        </p:spPr>
      </p:pic>
      <p:sp>
        <p:nvSpPr>
          <p:cNvPr id="2" name="Title 1">
            <a:extLst>
              <a:ext uri="{FF2B5EF4-FFF2-40B4-BE49-F238E27FC236}">
                <a16:creationId xmlns:a16="http://schemas.microsoft.com/office/drawing/2014/main" id="{549111A2-FBA2-76B7-FC4C-4C8EC7F17AEE}"/>
              </a:ext>
            </a:extLst>
          </p:cNvPr>
          <p:cNvSpPr>
            <a:spLocks noGrp="1"/>
          </p:cNvSpPr>
          <p:nvPr>
            <p:ph type="title"/>
          </p:nvPr>
        </p:nvSpPr>
        <p:spPr/>
        <p:txBody>
          <a:bodyPr/>
          <a:lstStyle/>
          <a:p>
            <a:r>
              <a:rPr lang="en-US" dirty="0">
                <a:solidFill>
                  <a:srgbClr val="0B0B0B"/>
                </a:solidFill>
              </a:rPr>
              <a:t>My Project - Method</a:t>
            </a:r>
            <a:endParaRPr lang="en-US" sz="2400" b="1" noProof="0" dirty="0">
              <a:solidFill>
                <a:srgbClr val="0B0B0B"/>
              </a:solidFill>
              <a:latin typeface="Arial"/>
            </a:endParaRPr>
          </a:p>
        </p:txBody>
      </p:sp>
      <p:sp>
        <p:nvSpPr>
          <p:cNvPr id="3" name="Date Placeholder 2">
            <a:extLst>
              <a:ext uri="{FF2B5EF4-FFF2-40B4-BE49-F238E27FC236}">
                <a16:creationId xmlns:a16="http://schemas.microsoft.com/office/drawing/2014/main" id="{10AAD41F-3991-B095-2D65-76B7E17101A2}"/>
              </a:ext>
            </a:extLst>
          </p:cNvPr>
          <p:cNvSpPr>
            <a:spLocks noGrp="1"/>
          </p:cNvSpPr>
          <p:nvPr>
            <p:ph type="dt" sz="half" idx="10"/>
          </p:nvPr>
        </p:nvSpPr>
        <p:spPr/>
        <p:txBody>
          <a:bodyPr/>
          <a:lstStyle/>
          <a:p>
            <a:fld id="{9BC46CF6-E9BE-47B9-96A3-6FDF21B9134E}" type="datetime1">
              <a:rPr lang="en-GB" noProof="0" smtClean="0"/>
              <a:t>16/09/2026</a:t>
            </a:fld>
            <a:endParaRPr lang="en-GB" noProof="0" dirty="0"/>
          </a:p>
        </p:txBody>
      </p:sp>
      <p:sp>
        <p:nvSpPr>
          <p:cNvPr id="6" name="Slide Number Placeholder 5">
            <a:extLst>
              <a:ext uri="{FF2B5EF4-FFF2-40B4-BE49-F238E27FC236}">
                <a16:creationId xmlns:a16="http://schemas.microsoft.com/office/drawing/2014/main" id="{A110A5ED-8AFC-D9F3-A011-2B82286DC5FA}"/>
              </a:ext>
            </a:extLst>
          </p:cNvPr>
          <p:cNvSpPr>
            <a:spLocks noGrp="1"/>
          </p:cNvSpPr>
          <p:nvPr>
            <p:ph type="sldNum" sz="quarter" idx="12"/>
          </p:nvPr>
        </p:nvSpPr>
        <p:spPr/>
        <p:txBody>
          <a:bodyPr/>
          <a:lstStyle/>
          <a:p>
            <a:fld id="{442AD375-037F-43D0-B059-5172DA06796A}" type="slidenum">
              <a:rPr lang="en-GB" noProof="0" smtClean="0"/>
              <a:pPr/>
              <a:t>99</a:t>
            </a:fld>
            <a:endParaRPr lang="en-GB" noProof="0" dirty="0"/>
          </a:p>
        </p:txBody>
      </p:sp>
      <p:graphicFrame>
        <p:nvGraphicFramePr>
          <p:cNvPr id="4" name="Chart 3">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3637915038"/>
              </p:ext>
            </p:extLst>
          </p:nvPr>
        </p:nvGraphicFramePr>
        <p:xfrm>
          <a:off x="213590" y="833096"/>
          <a:ext cx="11764819" cy="519180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5423080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A47C7-68B6-F224-9BA2-40A17FC13E9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8437372-31A6-50A0-E351-208DCE8AED16}"/>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1559496" y="583815"/>
            <a:ext cx="9311513" cy="5690369"/>
          </a:xfrm>
          <a:prstGeom prst="rect">
            <a:avLst/>
          </a:prstGeom>
        </p:spPr>
      </p:pic>
      <p:sp>
        <p:nvSpPr>
          <p:cNvPr id="2" name="Title 1">
            <a:extLst>
              <a:ext uri="{FF2B5EF4-FFF2-40B4-BE49-F238E27FC236}">
                <a16:creationId xmlns:a16="http://schemas.microsoft.com/office/drawing/2014/main" id="{EDBDEB56-C3EA-A4E4-3624-ADA4A9037208}"/>
              </a:ext>
            </a:extLst>
          </p:cNvPr>
          <p:cNvSpPr>
            <a:spLocks noGrp="1"/>
          </p:cNvSpPr>
          <p:nvPr>
            <p:ph type="title"/>
          </p:nvPr>
        </p:nvSpPr>
        <p:spPr/>
        <p:txBody>
          <a:bodyPr/>
          <a:lstStyle/>
          <a:p>
            <a:r>
              <a:rPr lang="en-US" dirty="0">
                <a:solidFill>
                  <a:srgbClr val="0B0B0B"/>
                </a:solidFill>
              </a:rPr>
              <a:t>My Project - Method</a:t>
            </a:r>
            <a:endParaRPr lang="en-US" sz="2400" b="1" noProof="0" dirty="0">
              <a:solidFill>
                <a:srgbClr val="0B0B0B"/>
              </a:solidFill>
              <a:latin typeface="Arial"/>
            </a:endParaRPr>
          </a:p>
        </p:txBody>
      </p:sp>
      <p:sp>
        <p:nvSpPr>
          <p:cNvPr id="3" name="Date Placeholder 2">
            <a:extLst>
              <a:ext uri="{FF2B5EF4-FFF2-40B4-BE49-F238E27FC236}">
                <a16:creationId xmlns:a16="http://schemas.microsoft.com/office/drawing/2014/main" id="{4908C313-D6AD-C2BF-DB5A-88D53E1806CC}"/>
              </a:ext>
            </a:extLst>
          </p:cNvPr>
          <p:cNvSpPr>
            <a:spLocks noGrp="1"/>
          </p:cNvSpPr>
          <p:nvPr>
            <p:ph type="dt" sz="half" idx="10"/>
          </p:nvPr>
        </p:nvSpPr>
        <p:spPr/>
        <p:txBody>
          <a:bodyPr/>
          <a:lstStyle/>
          <a:p>
            <a:fld id="{9BC46CF6-E9BE-47B9-96A3-6FDF21B9134E}" type="datetime1">
              <a:rPr lang="en-GB" noProof="0" smtClean="0"/>
              <a:t>16/09/2026</a:t>
            </a:fld>
            <a:endParaRPr lang="en-GB" noProof="0" dirty="0"/>
          </a:p>
        </p:txBody>
      </p:sp>
      <p:sp>
        <p:nvSpPr>
          <p:cNvPr id="6" name="Slide Number Placeholder 5">
            <a:extLst>
              <a:ext uri="{FF2B5EF4-FFF2-40B4-BE49-F238E27FC236}">
                <a16:creationId xmlns:a16="http://schemas.microsoft.com/office/drawing/2014/main" id="{EDCF2150-3A67-7852-BA81-1224FEF4415F}"/>
              </a:ext>
            </a:extLst>
          </p:cNvPr>
          <p:cNvSpPr>
            <a:spLocks noGrp="1"/>
          </p:cNvSpPr>
          <p:nvPr>
            <p:ph type="sldNum" sz="quarter" idx="12"/>
          </p:nvPr>
        </p:nvSpPr>
        <p:spPr/>
        <p:txBody>
          <a:bodyPr/>
          <a:lstStyle/>
          <a:p>
            <a:fld id="{442AD375-037F-43D0-B059-5172DA06796A}" type="slidenum">
              <a:rPr lang="en-GB" noProof="0" smtClean="0"/>
              <a:pPr/>
              <a:t>100</a:t>
            </a:fld>
            <a:endParaRPr lang="en-GB" noProof="0" dirty="0"/>
          </a:p>
        </p:txBody>
      </p:sp>
      <p:graphicFrame>
        <p:nvGraphicFramePr>
          <p:cNvPr id="4" name="Chart 3">
            <a:extLst>
              <a:ext uri="{FF2B5EF4-FFF2-40B4-BE49-F238E27FC236}">
                <a16:creationId xmlns:a16="http://schemas.microsoft.com/office/drawing/2014/main" id="{5E54B7C1-B7B2-184F-AF30-7F4C45BB7C36}"/>
              </a:ext>
            </a:extLst>
          </p:cNvPr>
          <p:cNvGraphicFramePr>
            <a:graphicFrameLocks/>
          </p:cNvGraphicFramePr>
          <p:nvPr/>
        </p:nvGraphicFramePr>
        <p:xfrm>
          <a:off x="213590" y="833096"/>
          <a:ext cx="11764819" cy="5191808"/>
        </p:xfrm>
        <a:graphic>
          <a:graphicData uri="http://schemas.openxmlformats.org/drawingml/2006/chart">
            <c:chart xmlns:c="http://schemas.openxmlformats.org/drawingml/2006/chart" xmlns:r="http://schemas.openxmlformats.org/officeDocument/2006/relationships" r:id="rId4"/>
          </a:graphicData>
        </a:graphic>
      </p:graphicFrame>
      <p:sp>
        <p:nvSpPr>
          <p:cNvPr id="7" name="Oval 6">
            <a:extLst>
              <a:ext uri="{FF2B5EF4-FFF2-40B4-BE49-F238E27FC236}">
                <a16:creationId xmlns:a16="http://schemas.microsoft.com/office/drawing/2014/main" id="{4F6031FC-399C-A6A6-F0D5-37E922A0FC37}"/>
              </a:ext>
            </a:extLst>
          </p:cNvPr>
          <p:cNvSpPr/>
          <p:nvPr/>
        </p:nvSpPr>
        <p:spPr>
          <a:xfrm>
            <a:off x="1127448" y="3068960"/>
            <a:ext cx="4032448" cy="194421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35401684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20FA9-C3B2-8E0C-5F06-EB20F5D54AA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21A73B8-31E4-FE6F-8D1E-C4D9BAF6BA97}"/>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1559496" y="583815"/>
            <a:ext cx="9311513" cy="5690369"/>
          </a:xfrm>
          <a:prstGeom prst="rect">
            <a:avLst/>
          </a:prstGeom>
        </p:spPr>
      </p:pic>
      <p:sp>
        <p:nvSpPr>
          <p:cNvPr id="2" name="Title 1">
            <a:extLst>
              <a:ext uri="{FF2B5EF4-FFF2-40B4-BE49-F238E27FC236}">
                <a16:creationId xmlns:a16="http://schemas.microsoft.com/office/drawing/2014/main" id="{9CDF2F6F-FC49-A8C3-670C-A62E9FDE3B4F}"/>
              </a:ext>
            </a:extLst>
          </p:cNvPr>
          <p:cNvSpPr>
            <a:spLocks noGrp="1"/>
          </p:cNvSpPr>
          <p:nvPr>
            <p:ph type="title"/>
          </p:nvPr>
        </p:nvSpPr>
        <p:spPr/>
        <p:txBody>
          <a:bodyPr/>
          <a:lstStyle/>
          <a:p>
            <a:r>
              <a:rPr lang="en-US" dirty="0">
                <a:solidFill>
                  <a:srgbClr val="0B0B0B"/>
                </a:solidFill>
              </a:rPr>
              <a:t>My Project - Method</a:t>
            </a:r>
            <a:endParaRPr lang="en-US" sz="2400" b="1" noProof="0" dirty="0">
              <a:solidFill>
                <a:srgbClr val="0B0B0B"/>
              </a:solidFill>
              <a:latin typeface="Arial"/>
            </a:endParaRPr>
          </a:p>
        </p:txBody>
      </p:sp>
      <p:sp>
        <p:nvSpPr>
          <p:cNvPr id="3" name="Date Placeholder 2">
            <a:extLst>
              <a:ext uri="{FF2B5EF4-FFF2-40B4-BE49-F238E27FC236}">
                <a16:creationId xmlns:a16="http://schemas.microsoft.com/office/drawing/2014/main" id="{0CB30942-11F7-9C08-F6B0-2F6F6F7CE10C}"/>
              </a:ext>
            </a:extLst>
          </p:cNvPr>
          <p:cNvSpPr>
            <a:spLocks noGrp="1"/>
          </p:cNvSpPr>
          <p:nvPr>
            <p:ph type="dt" sz="half" idx="10"/>
          </p:nvPr>
        </p:nvSpPr>
        <p:spPr/>
        <p:txBody>
          <a:bodyPr/>
          <a:lstStyle/>
          <a:p>
            <a:fld id="{9BC46CF6-E9BE-47B9-96A3-6FDF21B9134E}" type="datetime1">
              <a:rPr lang="en-GB" noProof="0" smtClean="0"/>
              <a:t>16/09/2026</a:t>
            </a:fld>
            <a:endParaRPr lang="en-GB" noProof="0" dirty="0"/>
          </a:p>
        </p:txBody>
      </p:sp>
      <p:sp>
        <p:nvSpPr>
          <p:cNvPr id="6" name="Slide Number Placeholder 5">
            <a:extLst>
              <a:ext uri="{FF2B5EF4-FFF2-40B4-BE49-F238E27FC236}">
                <a16:creationId xmlns:a16="http://schemas.microsoft.com/office/drawing/2014/main" id="{1A998FF4-8561-D232-AB12-BC427806299C}"/>
              </a:ext>
            </a:extLst>
          </p:cNvPr>
          <p:cNvSpPr>
            <a:spLocks noGrp="1"/>
          </p:cNvSpPr>
          <p:nvPr>
            <p:ph type="sldNum" sz="quarter" idx="12"/>
          </p:nvPr>
        </p:nvSpPr>
        <p:spPr/>
        <p:txBody>
          <a:bodyPr/>
          <a:lstStyle/>
          <a:p>
            <a:fld id="{442AD375-037F-43D0-B059-5172DA06796A}" type="slidenum">
              <a:rPr lang="en-GB" noProof="0" smtClean="0"/>
              <a:pPr/>
              <a:t>101</a:t>
            </a:fld>
            <a:endParaRPr lang="en-GB" noProof="0" dirty="0"/>
          </a:p>
        </p:txBody>
      </p:sp>
      <p:graphicFrame>
        <p:nvGraphicFramePr>
          <p:cNvPr id="4" name="Chart 3">
            <a:extLst>
              <a:ext uri="{FF2B5EF4-FFF2-40B4-BE49-F238E27FC236}">
                <a16:creationId xmlns:a16="http://schemas.microsoft.com/office/drawing/2014/main" id="{8B36CA16-B0D4-7A81-6FF5-E03A34407FF8}"/>
              </a:ext>
            </a:extLst>
          </p:cNvPr>
          <p:cNvGraphicFramePr>
            <a:graphicFrameLocks/>
          </p:cNvGraphicFramePr>
          <p:nvPr/>
        </p:nvGraphicFramePr>
        <p:xfrm>
          <a:off x="213590" y="833096"/>
          <a:ext cx="11764819" cy="5191808"/>
        </p:xfrm>
        <a:graphic>
          <a:graphicData uri="http://schemas.openxmlformats.org/drawingml/2006/chart">
            <c:chart xmlns:c="http://schemas.openxmlformats.org/drawingml/2006/chart" xmlns:r="http://schemas.openxmlformats.org/officeDocument/2006/relationships" r:id="rId4"/>
          </a:graphicData>
        </a:graphic>
      </p:graphicFrame>
      <p:sp>
        <p:nvSpPr>
          <p:cNvPr id="8" name="Oval 7">
            <a:extLst>
              <a:ext uri="{FF2B5EF4-FFF2-40B4-BE49-F238E27FC236}">
                <a16:creationId xmlns:a16="http://schemas.microsoft.com/office/drawing/2014/main" id="{26242379-16AC-E6A3-C3BF-AB8F3A37930E}"/>
              </a:ext>
            </a:extLst>
          </p:cNvPr>
          <p:cNvSpPr/>
          <p:nvPr/>
        </p:nvSpPr>
        <p:spPr>
          <a:xfrm rot="20547692">
            <a:off x="4775296" y="2199474"/>
            <a:ext cx="7464096" cy="194421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197203191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2D7C61D4-0B0C-9CFF-8688-666C3F592231}"/>
              </a:ext>
            </a:extLst>
          </p:cNvPr>
          <p:cNvGraphicFramePr>
            <a:graphicFrameLocks/>
          </p:cNvGraphicFramePr>
          <p:nvPr>
            <p:extLst>
              <p:ext uri="{D42A27DB-BD31-4B8C-83A1-F6EECF244321}">
                <p14:modId xmlns:p14="http://schemas.microsoft.com/office/powerpoint/2010/main" val="3234992444"/>
              </p:ext>
            </p:extLst>
          </p:nvPr>
        </p:nvGraphicFramePr>
        <p:xfrm>
          <a:off x="989414" y="683104"/>
          <a:ext cx="10435177" cy="5626216"/>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p:txBody>
          <a:bodyPr/>
          <a:lstStyle/>
          <a:p>
            <a:r>
              <a:rPr lang="en-US" dirty="0">
                <a:solidFill>
                  <a:srgbClr val="0B0B0B"/>
                </a:solidFill>
              </a:rPr>
              <a:t>My Project - Result</a:t>
            </a:r>
            <a:endParaRPr lang="en-US" sz="2400" b="1" noProof="0" dirty="0">
              <a:solidFill>
                <a:srgbClr val="0B0B0B"/>
              </a:solidFill>
            </a:endParaRPr>
          </a:p>
        </p:txBody>
      </p:sp>
      <p:sp>
        <p:nvSpPr>
          <p:cNvPr id="3" name="Date Placeholder 2">
            <a:extLst>
              <a:ext uri="{FF2B5EF4-FFF2-40B4-BE49-F238E27FC236}">
                <a16:creationId xmlns:a16="http://schemas.microsoft.com/office/drawing/2014/main" id="{88F6D68A-496E-E18C-45CD-EF37E5D89AAB}"/>
              </a:ext>
            </a:extLst>
          </p:cNvPr>
          <p:cNvSpPr>
            <a:spLocks noGrp="1"/>
          </p:cNvSpPr>
          <p:nvPr>
            <p:ph type="dt" sz="half" idx="10"/>
          </p:nvPr>
        </p:nvSpPr>
        <p:spPr/>
        <p:txBody>
          <a:bodyPr/>
          <a:lstStyle/>
          <a:p>
            <a:fld id="{D9DFAA91-AA9C-445A-8C7E-A1FF291FD102}"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A42BBF76-452F-10CC-705B-E918D3096065}"/>
              </a:ext>
            </a:extLst>
          </p:cNvPr>
          <p:cNvSpPr>
            <a:spLocks noGrp="1"/>
          </p:cNvSpPr>
          <p:nvPr>
            <p:ph type="sldNum" sz="quarter" idx="12"/>
          </p:nvPr>
        </p:nvSpPr>
        <p:spPr/>
        <p:txBody>
          <a:bodyPr/>
          <a:lstStyle/>
          <a:p>
            <a:fld id="{442AD375-037F-43D0-B059-5172DA06796A}" type="slidenum">
              <a:rPr lang="en-GB" noProof="0" smtClean="0"/>
              <a:pPr/>
              <a:t>102</a:t>
            </a:fld>
            <a:endParaRPr lang="en-GB" noProof="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7172D-9454-757F-A9F9-3CCA82A5EE45}"/>
            </a:ext>
          </a:extLst>
        </p:cNvPr>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40C65F4E-657F-7AF5-2406-BAFC68125054}"/>
              </a:ext>
            </a:extLst>
          </p:cNvPr>
          <p:cNvGraphicFramePr>
            <a:graphicFrameLocks/>
          </p:cNvGraphicFramePr>
          <p:nvPr>
            <p:extLst>
              <p:ext uri="{D42A27DB-BD31-4B8C-83A1-F6EECF244321}">
                <p14:modId xmlns:p14="http://schemas.microsoft.com/office/powerpoint/2010/main" val="640157359"/>
              </p:ext>
            </p:extLst>
          </p:nvPr>
        </p:nvGraphicFramePr>
        <p:xfrm>
          <a:off x="989414" y="683104"/>
          <a:ext cx="10435177" cy="5626216"/>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629EFCBF-9923-BF18-537F-7B6DABC0A78B}"/>
              </a:ext>
            </a:extLst>
          </p:cNvPr>
          <p:cNvSpPr>
            <a:spLocks noGrp="1"/>
          </p:cNvSpPr>
          <p:nvPr>
            <p:ph type="title"/>
          </p:nvPr>
        </p:nvSpPr>
        <p:spPr/>
        <p:txBody>
          <a:bodyPr/>
          <a:lstStyle/>
          <a:p>
            <a:r>
              <a:rPr lang="en-US" dirty="0">
                <a:solidFill>
                  <a:srgbClr val="0B0B0B"/>
                </a:solidFill>
              </a:rPr>
              <a:t>My Project - Result</a:t>
            </a:r>
            <a:endParaRPr lang="en-US" sz="2400" b="1" noProof="0" dirty="0">
              <a:solidFill>
                <a:srgbClr val="0B0B0B"/>
              </a:solidFill>
              <a:latin typeface="Arial"/>
            </a:endParaRPr>
          </a:p>
        </p:txBody>
      </p:sp>
      <p:pic>
        <p:nvPicPr>
          <p:cNvPr id="9" name="Graphic 8" descr="Line arrow: Clockwise curve with solid fill">
            <a:extLst>
              <a:ext uri="{FF2B5EF4-FFF2-40B4-BE49-F238E27FC236}">
                <a16:creationId xmlns:a16="http://schemas.microsoft.com/office/drawing/2014/main" id="{578BD7E5-F9EC-C7ED-4751-2FD335EB1E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1749949">
            <a:off x="6779456" y="1103467"/>
            <a:ext cx="914400" cy="9144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14449C1-CE66-6847-DA7A-4E8197ACE2CE}"/>
                  </a:ext>
                </a:extLst>
              </p:cNvPr>
              <p:cNvSpPr txBox="1"/>
              <p:nvPr/>
            </p:nvSpPr>
            <p:spPr>
              <a:xfrm>
                <a:off x="5519937" y="752430"/>
                <a:ext cx="2880319" cy="361959"/>
              </a:xfrm>
              <a:prstGeom prst="rect">
                <a:avLst/>
              </a:prstGeom>
              <a:noFill/>
            </p:spPr>
            <p:txBody>
              <a:bodyPr wrap="square" lIns="0" tIns="0" rIns="0" bIns="0" rtlCol="0">
                <a:spAutoFit/>
              </a:bodyPr>
              <a:lstStyle/>
              <a:p>
                <a:r>
                  <a:rPr lang="en-US" sz="2400" b="1" dirty="0"/>
                  <a:t>Does </a:t>
                </a:r>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𝑵</m:t>
                        </m:r>
                      </m:e>
                      <m:sub>
                        <m:r>
                          <a:rPr lang="en-US" sz="2400" b="1" i="1" smtClean="0">
                            <a:latin typeface="Cambria Math" panose="02040503050406030204" pitchFamily="18" charset="0"/>
                          </a:rPr>
                          <m:t>𝒆</m:t>
                        </m:r>
                      </m:sub>
                    </m:sSub>
                  </m:oMath>
                </a14:m>
                <a:r>
                  <a:rPr lang="en-US" sz="2400" b="1" dirty="0"/>
                  <a:t>&gt; 500 here…</a:t>
                </a:r>
                <a:endParaRPr lang="en-CH" sz="2400" b="1" dirty="0"/>
              </a:p>
            </p:txBody>
          </p:sp>
        </mc:Choice>
        <mc:Fallback xmlns="">
          <p:sp>
            <p:nvSpPr>
              <p:cNvPr id="4" name="TextBox 3">
                <a:extLst>
                  <a:ext uri="{FF2B5EF4-FFF2-40B4-BE49-F238E27FC236}">
                    <a16:creationId xmlns:a16="http://schemas.microsoft.com/office/drawing/2014/main" id="{814449C1-CE66-6847-DA7A-4E8197ACE2CE}"/>
                  </a:ext>
                </a:extLst>
              </p:cNvPr>
              <p:cNvSpPr txBox="1">
                <a:spLocks noRot="1" noChangeAspect="1" noMove="1" noResize="1" noEditPoints="1" noAdjustHandles="1" noChangeArrowheads="1" noChangeShapeType="1" noTextEdit="1"/>
              </p:cNvSpPr>
              <p:nvPr/>
            </p:nvSpPr>
            <p:spPr>
              <a:xfrm>
                <a:off x="5519937" y="752430"/>
                <a:ext cx="2880319" cy="361959"/>
              </a:xfrm>
              <a:prstGeom prst="rect">
                <a:avLst/>
              </a:prstGeom>
              <a:blipFill>
                <a:blip r:embed="rId5"/>
                <a:stretch>
                  <a:fillRect l="-6568" t="-26667" r="-1695" b="-50000"/>
                </a:stretch>
              </a:blipFill>
            </p:spPr>
            <p:txBody>
              <a:bodyPr/>
              <a:lstStyle/>
              <a:p>
                <a:r>
                  <a:rPr lang="en-CH">
                    <a:noFill/>
                  </a:rPr>
                  <a:t> </a:t>
                </a:r>
              </a:p>
            </p:txBody>
          </p:sp>
        </mc:Fallback>
      </mc:AlternateContent>
      <p:sp>
        <p:nvSpPr>
          <p:cNvPr id="3" name="Date Placeholder 2">
            <a:extLst>
              <a:ext uri="{FF2B5EF4-FFF2-40B4-BE49-F238E27FC236}">
                <a16:creationId xmlns:a16="http://schemas.microsoft.com/office/drawing/2014/main" id="{6DFD136A-4D3B-0A35-AA33-9DE34DE7B6C1}"/>
              </a:ext>
            </a:extLst>
          </p:cNvPr>
          <p:cNvSpPr>
            <a:spLocks noGrp="1"/>
          </p:cNvSpPr>
          <p:nvPr>
            <p:ph type="dt" sz="half" idx="10"/>
          </p:nvPr>
        </p:nvSpPr>
        <p:spPr/>
        <p:txBody>
          <a:bodyPr/>
          <a:lstStyle/>
          <a:p>
            <a:fld id="{D6A574EA-3F25-462D-870F-1547BAECD378}" type="datetime1">
              <a:rPr lang="en-GB" noProof="0" smtClean="0"/>
              <a:t>16/09/2026</a:t>
            </a:fld>
            <a:endParaRPr lang="en-GB" noProof="0" dirty="0"/>
          </a:p>
        </p:txBody>
      </p:sp>
      <p:sp>
        <p:nvSpPr>
          <p:cNvPr id="7" name="Slide Number Placeholder 6">
            <a:extLst>
              <a:ext uri="{FF2B5EF4-FFF2-40B4-BE49-F238E27FC236}">
                <a16:creationId xmlns:a16="http://schemas.microsoft.com/office/drawing/2014/main" id="{A123A3F6-6D14-AED3-8326-FDE13C15580A}"/>
              </a:ext>
            </a:extLst>
          </p:cNvPr>
          <p:cNvSpPr>
            <a:spLocks noGrp="1"/>
          </p:cNvSpPr>
          <p:nvPr>
            <p:ph type="sldNum" sz="quarter" idx="12"/>
          </p:nvPr>
        </p:nvSpPr>
        <p:spPr/>
        <p:txBody>
          <a:bodyPr/>
          <a:lstStyle/>
          <a:p>
            <a:fld id="{442AD375-037F-43D0-B059-5172DA06796A}" type="slidenum">
              <a:rPr lang="en-GB" noProof="0" smtClean="0"/>
              <a:pPr/>
              <a:t>103</a:t>
            </a:fld>
            <a:endParaRPr lang="en-GB" noProof="0" dirty="0"/>
          </a:p>
        </p:txBody>
      </p:sp>
    </p:spTree>
    <p:extLst>
      <p:ext uri="{BB962C8B-B14F-4D97-AF65-F5344CB8AC3E}">
        <p14:creationId xmlns:p14="http://schemas.microsoft.com/office/powerpoint/2010/main" val="155927485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7F96D-1EF9-3A30-9EC1-58EAC984A1C7}"/>
            </a:ext>
          </a:extLst>
        </p:cNvPr>
        <p:cNvGrpSpPr/>
        <p:nvPr/>
      </p:nvGrpSpPr>
      <p:grpSpPr>
        <a:xfrm>
          <a:off x="0" y="0"/>
          <a:ext cx="0" cy="0"/>
          <a:chOff x="0" y="0"/>
          <a:chExt cx="0" cy="0"/>
        </a:xfrm>
      </p:grpSpPr>
      <p:graphicFrame>
        <p:nvGraphicFramePr>
          <p:cNvPr id="13" name="Chart 12">
            <a:extLst>
              <a:ext uri="{FF2B5EF4-FFF2-40B4-BE49-F238E27FC236}">
                <a16:creationId xmlns:a16="http://schemas.microsoft.com/office/drawing/2014/main" id="{BB5F3FF9-FE4B-67FB-BE98-8C34884206F0}"/>
              </a:ext>
            </a:extLst>
          </p:cNvPr>
          <p:cNvGraphicFramePr>
            <a:graphicFrameLocks/>
          </p:cNvGraphicFramePr>
          <p:nvPr>
            <p:extLst>
              <p:ext uri="{D42A27DB-BD31-4B8C-83A1-F6EECF244321}">
                <p14:modId xmlns:p14="http://schemas.microsoft.com/office/powerpoint/2010/main" val="2540115975"/>
              </p:ext>
            </p:extLst>
          </p:nvPr>
        </p:nvGraphicFramePr>
        <p:xfrm>
          <a:off x="989414" y="683104"/>
          <a:ext cx="10435177" cy="5626216"/>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37C4D6E2-9181-E0E0-7C15-ADC97FC39D4E}"/>
              </a:ext>
            </a:extLst>
          </p:cNvPr>
          <p:cNvSpPr>
            <a:spLocks noGrp="1"/>
          </p:cNvSpPr>
          <p:nvPr>
            <p:ph type="title"/>
          </p:nvPr>
        </p:nvSpPr>
        <p:spPr/>
        <p:txBody>
          <a:bodyPr/>
          <a:lstStyle/>
          <a:p>
            <a:r>
              <a:rPr lang="en-US" dirty="0">
                <a:solidFill>
                  <a:srgbClr val="0B0B0B"/>
                </a:solidFill>
              </a:rPr>
              <a:t>My Project - Result</a:t>
            </a:r>
            <a:endParaRPr lang="en-US" sz="2400" b="1" noProof="0" dirty="0">
              <a:solidFill>
                <a:srgbClr val="0B0B0B"/>
              </a:solidFill>
              <a:latin typeface="Aria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BD5D12C-687F-3BEC-4934-03F343E11AEE}"/>
                  </a:ext>
                </a:extLst>
              </p:cNvPr>
              <p:cNvSpPr txBox="1"/>
              <p:nvPr/>
            </p:nvSpPr>
            <p:spPr>
              <a:xfrm>
                <a:off x="7896200" y="3149640"/>
                <a:ext cx="3444869" cy="1809791"/>
              </a:xfrm>
              <a:prstGeom prst="rect">
                <a:avLst/>
              </a:prstGeom>
              <a:noFill/>
            </p:spPr>
            <p:txBody>
              <a:bodyPr wrap="square" lIns="0" tIns="0" rIns="0" bIns="0" rtlCol="0">
                <a:spAutoFit/>
              </a:bodyPr>
              <a:lstStyle/>
              <a:p>
                <a:r>
                  <a:rPr lang="en-US" sz="2400" b="1" dirty="0"/>
                  <a:t>Predict</a:t>
                </a:r>
              </a:p>
              <a:p>
                <a:pPr marL="342900" indent="-342900">
                  <a:buFont typeface="Arial" panose="020B0604020202020204" pitchFamily="34" charset="0"/>
                  <a:buChar char="•"/>
                </a:pPr>
                <a:r>
                  <a:rPr lang="en-US" sz="2400" b="1" dirty="0"/>
                  <a:t> </a:t>
                </a:r>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𝑵</m:t>
                        </m:r>
                      </m:e>
                      <m:sub>
                        <m:r>
                          <a:rPr lang="en-US" sz="2400" b="1" i="1" smtClean="0">
                            <a:latin typeface="Cambria Math" panose="02040503050406030204" pitchFamily="18" charset="0"/>
                          </a:rPr>
                          <m:t>𝒆</m:t>
                        </m:r>
                      </m:sub>
                    </m:sSub>
                  </m:oMath>
                </a14:m>
                <a:r>
                  <a:rPr lang="en-US" sz="2400" b="1" dirty="0"/>
                  <a:t> &gt; 500 here?</a:t>
                </a:r>
              </a:p>
              <a:p>
                <a:pPr marL="342900" indent="-342900">
                  <a:buFont typeface="Arial" panose="020B0604020202020204" pitchFamily="34" charset="0"/>
                  <a:buChar char="•"/>
                </a:pPr>
                <a:r>
                  <a:rPr lang="en-US" sz="2400" b="1" dirty="0"/>
                  <a:t>Extinction?</a:t>
                </a:r>
              </a:p>
              <a:p>
                <a:pPr marL="342900" indent="-342900">
                  <a:buFont typeface="Arial" panose="020B0604020202020204" pitchFamily="34" charset="0"/>
                  <a:buChar char="•"/>
                </a:pPr>
                <a:r>
                  <a:rPr lang="en-US" sz="2400" b="1" dirty="0"/>
                  <a:t>Suggestions…</a:t>
                </a:r>
              </a:p>
              <a:p>
                <a:pPr marL="342900" indent="-342900">
                  <a:buFont typeface="Arial" panose="020B0604020202020204" pitchFamily="34" charset="0"/>
                  <a:buChar char="•"/>
                </a:pPr>
                <a:endParaRPr lang="en-CH" sz="2400" b="1" dirty="0"/>
              </a:p>
            </p:txBody>
          </p:sp>
        </mc:Choice>
        <mc:Fallback xmlns="">
          <p:sp>
            <p:nvSpPr>
              <p:cNvPr id="5" name="TextBox 4">
                <a:extLst>
                  <a:ext uri="{FF2B5EF4-FFF2-40B4-BE49-F238E27FC236}">
                    <a16:creationId xmlns:a16="http://schemas.microsoft.com/office/drawing/2014/main" id="{2BD5D12C-687F-3BEC-4934-03F343E11AEE}"/>
                  </a:ext>
                </a:extLst>
              </p:cNvPr>
              <p:cNvSpPr txBox="1">
                <a:spLocks noRot="1" noChangeAspect="1" noMove="1" noResize="1" noEditPoints="1" noAdjustHandles="1" noChangeArrowheads="1" noChangeShapeType="1" noTextEdit="1"/>
              </p:cNvSpPr>
              <p:nvPr/>
            </p:nvSpPr>
            <p:spPr>
              <a:xfrm>
                <a:off x="7896200" y="3149640"/>
                <a:ext cx="3444869" cy="1809791"/>
              </a:xfrm>
              <a:prstGeom prst="rect">
                <a:avLst/>
              </a:prstGeom>
              <a:blipFill>
                <a:blip r:embed="rId4"/>
                <a:stretch>
                  <a:fillRect l="-5310" t="-5724"/>
                </a:stretch>
              </a:blipFill>
            </p:spPr>
            <p:txBody>
              <a:bodyPr/>
              <a:lstStyle/>
              <a:p>
                <a:r>
                  <a:rPr lang="en-CH">
                    <a:noFill/>
                  </a:rPr>
                  <a:t> </a:t>
                </a:r>
              </a:p>
            </p:txBody>
          </p:sp>
        </mc:Fallback>
      </mc:AlternateContent>
      <p:pic>
        <p:nvPicPr>
          <p:cNvPr id="11" name="Graphic 10" descr="Line arrow: Clockwise curve with solid fill">
            <a:extLst>
              <a:ext uri="{FF2B5EF4-FFF2-40B4-BE49-F238E27FC236}">
                <a16:creationId xmlns:a16="http://schemas.microsoft.com/office/drawing/2014/main" id="{28FC6896-A0B3-92EF-7FF5-892227AE20D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3474361" flipV="1">
            <a:off x="10276204" y="3647827"/>
            <a:ext cx="765447" cy="813418"/>
          </a:xfrm>
          <a:prstGeom prst="rect">
            <a:avLst/>
          </a:prstGeom>
        </p:spPr>
      </p:pic>
      <p:pic>
        <p:nvPicPr>
          <p:cNvPr id="21" name="Graphic 20" descr="Line arrow: Clockwise curve with solid fill">
            <a:extLst>
              <a:ext uri="{FF2B5EF4-FFF2-40B4-BE49-F238E27FC236}">
                <a16:creationId xmlns:a16="http://schemas.microsoft.com/office/drawing/2014/main" id="{DB366D0D-1C25-AA63-5038-5CFEBFCB3F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1749949">
            <a:off x="6779456" y="1103467"/>
            <a:ext cx="914400" cy="9144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2D8C565-4455-044B-6D4F-58A4E0402F40}"/>
                  </a:ext>
                </a:extLst>
              </p:cNvPr>
              <p:cNvSpPr txBox="1"/>
              <p:nvPr/>
            </p:nvSpPr>
            <p:spPr>
              <a:xfrm>
                <a:off x="5519937" y="752430"/>
                <a:ext cx="2880319" cy="361959"/>
              </a:xfrm>
              <a:prstGeom prst="rect">
                <a:avLst/>
              </a:prstGeom>
              <a:noFill/>
            </p:spPr>
            <p:txBody>
              <a:bodyPr wrap="square" lIns="0" tIns="0" rIns="0" bIns="0" rtlCol="0">
                <a:spAutoFit/>
              </a:bodyPr>
              <a:lstStyle/>
              <a:p>
                <a:r>
                  <a:rPr lang="en-US" sz="2400" b="1" dirty="0"/>
                  <a:t>Does </a:t>
                </a:r>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𝑵</m:t>
                        </m:r>
                      </m:e>
                      <m:sub>
                        <m:r>
                          <a:rPr lang="en-US" sz="2400" b="1" i="1" smtClean="0">
                            <a:latin typeface="Cambria Math" panose="02040503050406030204" pitchFamily="18" charset="0"/>
                          </a:rPr>
                          <m:t>𝒆</m:t>
                        </m:r>
                      </m:sub>
                    </m:sSub>
                  </m:oMath>
                </a14:m>
                <a:r>
                  <a:rPr lang="en-US" sz="2400" b="1" dirty="0"/>
                  <a:t>&gt; 500 here…</a:t>
                </a:r>
                <a:endParaRPr lang="en-CH" sz="2400" b="1" dirty="0"/>
              </a:p>
            </p:txBody>
          </p:sp>
        </mc:Choice>
        <mc:Fallback xmlns="">
          <p:sp>
            <p:nvSpPr>
              <p:cNvPr id="7" name="TextBox 6">
                <a:extLst>
                  <a:ext uri="{FF2B5EF4-FFF2-40B4-BE49-F238E27FC236}">
                    <a16:creationId xmlns:a16="http://schemas.microsoft.com/office/drawing/2014/main" id="{F2D8C565-4455-044B-6D4F-58A4E0402F40}"/>
                  </a:ext>
                </a:extLst>
              </p:cNvPr>
              <p:cNvSpPr txBox="1">
                <a:spLocks noRot="1" noChangeAspect="1" noMove="1" noResize="1" noEditPoints="1" noAdjustHandles="1" noChangeArrowheads="1" noChangeShapeType="1" noTextEdit="1"/>
              </p:cNvSpPr>
              <p:nvPr/>
            </p:nvSpPr>
            <p:spPr>
              <a:xfrm>
                <a:off x="5519937" y="752430"/>
                <a:ext cx="2880319" cy="361959"/>
              </a:xfrm>
              <a:prstGeom prst="rect">
                <a:avLst/>
              </a:prstGeom>
              <a:blipFill>
                <a:blip r:embed="rId6"/>
                <a:stretch>
                  <a:fillRect l="-6568" t="-26667" r="-1695" b="-50000"/>
                </a:stretch>
              </a:blipFill>
            </p:spPr>
            <p:txBody>
              <a:bodyPr/>
              <a:lstStyle/>
              <a:p>
                <a:r>
                  <a:rPr lang="en-CH">
                    <a:noFill/>
                  </a:rPr>
                  <a:t> </a:t>
                </a:r>
              </a:p>
            </p:txBody>
          </p:sp>
        </mc:Fallback>
      </mc:AlternateContent>
      <p:sp>
        <p:nvSpPr>
          <p:cNvPr id="3" name="Date Placeholder 2">
            <a:extLst>
              <a:ext uri="{FF2B5EF4-FFF2-40B4-BE49-F238E27FC236}">
                <a16:creationId xmlns:a16="http://schemas.microsoft.com/office/drawing/2014/main" id="{185C366C-8FA0-C652-C148-FC80BBEA1ED5}"/>
              </a:ext>
            </a:extLst>
          </p:cNvPr>
          <p:cNvSpPr>
            <a:spLocks noGrp="1"/>
          </p:cNvSpPr>
          <p:nvPr>
            <p:ph type="dt" sz="half" idx="10"/>
          </p:nvPr>
        </p:nvSpPr>
        <p:spPr/>
        <p:txBody>
          <a:bodyPr/>
          <a:lstStyle/>
          <a:p>
            <a:fld id="{C78503D0-074C-4A34-87CA-3BCAEF5EC240}" type="datetime1">
              <a:rPr lang="en-GB" noProof="0" smtClean="0"/>
              <a:t>16/09/2026</a:t>
            </a:fld>
            <a:endParaRPr lang="en-GB" noProof="0" dirty="0"/>
          </a:p>
        </p:txBody>
      </p:sp>
      <p:sp>
        <p:nvSpPr>
          <p:cNvPr id="6" name="Slide Number Placeholder 5">
            <a:extLst>
              <a:ext uri="{FF2B5EF4-FFF2-40B4-BE49-F238E27FC236}">
                <a16:creationId xmlns:a16="http://schemas.microsoft.com/office/drawing/2014/main" id="{BA843AFA-50A4-870C-5520-249DECFE1C32}"/>
              </a:ext>
            </a:extLst>
          </p:cNvPr>
          <p:cNvSpPr>
            <a:spLocks noGrp="1"/>
          </p:cNvSpPr>
          <p:nvPr>
            <p:ph type="sldNum" sz="quarter" idx="12"/>
          </p:nvPr>
        </p:nvSpPr>
        <p:spPr/>
        <p:txBody>
          <a:bodyPr/>
          <a:lstStyle/>
          <a:p>
            <a:fld id="{442AD375-037F-43D0-B059-5172DA06796A}" type="slidenum">
              <a:rPr lang="en-GB" noProof="0" smtClean="0"/>
              <a:pPr/>
              <a:t>104</a:t>
            </a:fld>
            <a:endParaRPr lang="en-GB" noProof="0" dirty="0"/>
          </a:p>
        </p:txBody>
      </p:sp>
    </p:spTree>
    <p:extLst>
      <p:ext uri="{BB962C8B-B14F-4D97-AF65-F5344CB8AC3E}">
        <p14:creationId xmlns:p14="http://schemas.microsoft.com/office/powerpoint/2010/main" val="102724067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D5C95-A811-F952-5DFB-1DBBA3AE35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96925-3E24-C92E-F83F-5A547A5EDD24}"/>
              </a:ext>
            </a:extLst>
          </p:cNvPr>
          <p:cNvSpPr>
            <a:spLocks noGrp="1"/>
          </p:cNvSpPr>
          <p:nvPr>
            <p:ph type="title"/>
          </p:nvPr>
        </p:nvSpPr>
        <p:spPr/>
        <p:txBody>
          <a:bodyPr/>
          <a:lstStyle/>
          <a:p>
            <a:r>
              <a:rPr lang="en-US" sz="2400" b="1" noProof="0" dirty="0">
                <a:solidFill>
                  <a:srgbClr val="0B0B0B"/>
                </a:solidFill>
              </a:rPr>
              <a:t>Final Word</a:t>
            </a:r>
          </a:p>
        </p:txBody>
      </p:sp>
      <p:grpSp>
        <p:nvGrpSpPr>
          <p:cNvPr id="35" name="Group 34">
            <a:extLst>
              <a:ext uri="{FF2B5EF4-FFF2-40B4-BE49-F238E27FC236}">
                <a16:creationId xmlns:a16="http://schemas.microsoft.com/office/drawing/2014/main" id="{DF131B73-23C9-0072-AC3D-CD8A523137BC}"/>
              </a:ext>
            </a:extLst>
          </p:cNvPr>
          <p:cNvGrpSpPr/>
          <p:nvPr/>
        </p:nvGrpSpPr>
        <p:grpSpPr>
          <a:xfrm>
            <a:off x="3575920" y="1052836"/>
            <a:ext cx="5040160" cy="4752328"/>
            <a:chOff x="4294800" y="1944000"/>
            <a:chExt cx="3600000" cy="3600000"/>
          </a:xfrm>
        </p:grpSpPr>
        <p:sp>
          <p:nvSpPr>
            <p:cNvPr id="20" name="Oval 19">
              <a:extLst>
                <a:ext uri="{FF2B5EF4-FFF2-40B4-BE49-F238E27FC236}">
                  <a16:creationId xmlns:a16="http://schemas.microsoft.com/office/drawing/2014/main" id="{C6838952-2339-18DD-A1D4-14DE0D75E528}"/>
                </a:ext>
              </a:extLst>
            </p:cNvPr>
            <p:cNvSpPr/>
            <p:nvPr/>
          </p:nvSpPr>
          <p:spPr>
            <a:xfrm>
              <a:off x="4294800" y="1944000"/>
              <a:ext cx="3600000" cy="3600000"/>
            </a:xfrm>
            <a:prstGeom prst="ellipse">
              <a:avLst/>
            </a:prstGeom>
            <a:solidFill>
              <a:srgbClr val="E7F0FB"/>
            </a:solidFill>
            <a:ln w="28575">
              <a:solidFill>
                <a:srgbClr val="0B0B0B"/>
              </a:solidFill>
            </a:ln>
            <a:effectLst/>
          </p:spPr>
          <p:txBody>
            <a:bodyPr rtlCol="0" anchor="ctr"/>
            <a:lstStyle/>
            <a:p>
              <a:pPr algn="ctr"/>
              <a:endParaRPr/>
            </a:p>
          </p:txBody>
        </p:sp>
        <p:sp>
          <p:nvSpPr>
            <p:cNvPr id="22" name="Pie 2">
              <a:extLst>
                <a:ext uri="{FF2B5EF4-FFF2-40B4-BE49-F238E27FC236}">
                  <a16:creationId xmlns:a16="http://schemas.microsoft.com/office/drawing/2014/main" id="{261EC7D0-5E93-4823-DEE2-8B3833E20D46}"/>
                </a:ext>
              </a:extLst>
            </p:cNvPr>
            <p:cNvSpPr/>
            <p:nvPr/>
          </p:nvSpPr>
          <p:spPr>
            <a:xfrm>
              <a:off x="4294800" y="1944000"/>
              <a:ext cx="3600000" cy="3600000"/>
            </a:xfrm>
            <a:prstGeom prst="pie">
              <a:avLst>
                <a:gd name="adj1" fmla="val 16200000"/>
                <a:gd name="adj2" fmla="val 5400000"/>
              </a:avLst>
            </a:prstGeom>
            <a:solidFill>
              <a:srgbClr val="F0EFEC"/>
            </a:solidFill>
            <a:ln>
              <a:noFill/>
            </a:ln>
            <a:effectLst/>
          </p:spPr>
          <p:txBody>
            <a:bodyPr rtlCol="0" anchor="ctr"/>
            <a:lstStyle/>
            <a:p>
              <a:pPr algn="ctr"/>
              <a:endParaRPr/>
            </a:p>
          </p:txBody>
        </p:sp>
        <p:sp>
          <p:nvSpPr>
            <p:cNvPr id="24" name="Oval 23">
              <a:extLst>
                <a:ext uri="{FF2B5EF4-FFF2-40B4-BE49-F238E27FC236}">
                  <a16:creationId xmlns:a16="http://schemas.microsoft.com/office/drawing/2014/main" id="{D5EAC291-9DB1-B2F6-6565-7405F1FA5013}"/>
                </a:ext>
              </a:extLst>
            </p:cNvPr>
            <p:cNvSpPr/>
            <p:nvPr/>
          </p:nvSpPr>
          <p:spPr>
            <a:xfrm>
              <a:off x="5194800" y="1944000"/>
              <a:ext cx="1800000" cy="1800000"/>
            </a:xfrm>
            <a:prstGeom prst="ellipse">
              <a:avLst/>
            </a:prstGeom>
            <a:solidFill>
              <a:srgbClr val="F0EFEC"/>
            </a:solidFill>
            <a:ln>
              <a:noFill/>
            </a:ln>
            <a:effectLst/>
          </p:spPr>
          <p:txBody>
            <a:bodyPr rtlCol="0" anchor="ctr"/>
            <a:lstStyle/>
            <a:p>
              <a:pPr algn="ctr"/>
              <a:endParaRPr/>
            </a:p>
          </p:txBody>
        </p:sp>
        <p:sp>
          <p:nvSpPr>
            <p:cNvPr id="26" name="Oval 25">
              <a:extLst>
                <a:ext uri="{FF2B5EF4-FFF2-40B4-BE49-F238E27FC236}">
                  <a16:creationId xmlns:a16="http://schemas.microsoft.com/office/drawing/2014/main" id="{1807D8C5-B371-1E5C-0990-EEEB3274172D}"/>
                </a:ext>
              </a:extLst>
            </p:cNvPr>
            <p:cNvSpPr/>
            <p:nvPr/>
          </p:nvSpPr>
          <p:spPr>
            <a:xfrm>
              <a:off x="5194800" y="3744000"/>
              <a:ext cx="1800000" cy="1800000"/>
            </a:xfrm>
            <a:prstGeom prst="ellipse">
              <a:avLst/>
            </a:prstGeom>
            <a:solidFill>
              <a:srgbClr val="E7F0FB"/>
            </a:solidFill>
            <a:ln>
              <a:noFill/>
            </a:ln>
            <a:effectLst/>
          </p:spPr>
          <p:txBody>
            <a:bodyPr rtlCol="0" anchor="ctr"/>
            <a:lstStyle/>
            <a:p>
              <a:pPr algn="ctr"/>
              <a:endParaRPr/>
            </a:p>
          </p:txBody>
        </p:sp>
        <p:sp>
          <p:nvSpPr>
            <p:cNvPr id="28" name="Oval 27">
              <a:extLst>
                <a:ext uri="{FF2B5EF4-FFF2-40B4-BE49-F238E27FC236}">
                  <a16:creationId xmlns:a16="http://schemas.microsoft.com/office/drawing/2014/main" id="{013DCBF1-C7AB-524B-A1C7-30C5AC79DCE2}"/>
                </a:ext>
              </a:extLst>
            </p:cNvPr>
            <p:cNvSpPr/>
            <p:nvPr/>
          </p:nvSpPr>
          <p:spPr>
            <a:xfrm>
              <a:off x="4294800" y="1944000"/>
              <a:ext cx="3600000" cy="3600000"/>
            </a:xfrm>
            <a:prstGeom prst="ellipse">
              <a:avLst/>
            </a:prstGeom>
            <a:noFill/>
            <a:ln w="28575">
              <a:solidFill>
                <a:srgbClr val="0B0B0B"/>
              </a:solidFill>
            </a:ln>
            <a:effectLst/>
          </p:spPr>
          <p:txBody>
            <a:bodyPr rtlCol="0" anchor="ctr"/>
            <a:lstStyle/>
            <a:p>
              <a:pPr algn="ctr"/>
              <a:endParaRPr/>
            </a:p>
          </p:txBody>
        </p:sp>
        <p:sp>
          <p:nvSpPr>
            <p:cNvPr id="30" name="Oval 29">
              <a:extLst>
                <a:ext uri="{FF2B5EF4-FFF2-40B4-BE49-F238E27FC236}">
                  <a16:creationId xmlns:a16="http://schemas.microsoft.com/office/drawing/2014/main" id="{989AAFEF-7FB7-E4C6-42C7-9DE0332C23A4}"/>
                </a:ext>
              </a:extLst>
            </p:cNvPr>
            <p:cNvSpPr/>
            <p:nvPr/>
          </p:nvSpPr>
          <p:spPr>
            <a:xfrm>
              <a:off x="5410800" y="2160000"/>
              <a:ext cx="1368000" cy="1368000"/>
            </a:xfrm>
            <a:prstGeom prst="ellipse">
              <a:avLst/>
            </a:prstGeom>
            <a:solidFill>
              <a:srgbClr val="FFFFFF"/>
            </a:solidFill>
            <a:ln>
              <a:noFill/>
            </a:ln>
            <a:effectLst/>
          </p:spPr>
          <p:txBody>
            <a:bodyPr wrap="none" lIns="0" tIns="0" rIns="0" bIns="0" rtlCol="0" anchor="ctr"/>
            <a:lstStyle/>
            <a:p>
              <a:pPr algn="ctr"/>
              <a:r>
                <a:rPr sz="1300" b="1" dirty="0">
                  <a:solidFill>
                    <a:srgbClr val="FF0000"/>
                  </a:solidFill>
                  <a:latin typeface="Arial"/>
                </a:rPr>
                <a:t>Real</a:t>
              </a:r>
            </a:p>
            <a:p>
              <a:pPr algn="ctr"/>
              <a:r>
                <a:rPr sz="1300" b="1" dirty="0">
                  <a:solidFill>
                    <a:srgbClr val="FF0000"/>
                  </a:solidFill>
                  <a:latin typeface="Arial"/>
                </a:rPr>
                <a:t>data</a:t>
              </a:r>
            </a:p>
          </p:txBody>
        </p:sp>
        <p:sp>
          <p:nvSpPr>
            <p:cNvPr id="34" name="Oval 33">
              <a:extLst>
                <a:ext uri="{FF2B5EF4-FFF2-40B4-BE49-F238E27FC236}">
                  <a16:creationId xmlns:a16="http://schemas.microsoft.com/office/drawing/2014/main" id="{C0FA3DF1-0269-B23D-096A-686BF385BE26}"/>
                </a:ext>
              </a:extLst>
            </p:cNvPr>
            <p:cNvSpPr/>
            <p:nvPr/>
          </p:nvSpPr>
          <p:spPr>
            <a:xfrm>
              <a:off x="5410800" y="3960000"/>
              <a:ext cx="1368000" cy="1368000"/>
            </a:xfrm>
            <a:prstGeom prst="ellipse">
              <a:avLst/>
            </a:prstGeom>
            <a:solidFill>
              <a:srgbClr val="FFFFFF"/>
            </a:solidFill>
            <a:ln>
              <a:noFill/>
            </a:ln>
            <a:effectLst/>
          </p:spPr>
          <p:txBody>
            <a:bodyPr wrap="none" lIns="0" tIns="0" rIns="0" bIns="0" rtlCol="0" anchor="ctr"/>
            <a:lstStyle/>
            <a:p>
              <a:pPr algn="ctr"/>
              <a:r>
                <a:rPr sz="1300" b="1">
                  <a:solidFill>
                    <a:srgbClr val="2A78D6"/>
                  </a:solidFill>
                  <a:latin typeface="Arial"/>
                </a:rPr>
                <a:t>Simulated</a:t>
              </a:r>
            </a:p>
            <a:p>
              <a:pPr algn="ctr"/>
              <a:r>
                <a:rPr sz="1300" b="1">
                  <a:solidFill>
                    <a:srgbClr val="2A78D6"/>
                  </a:solidFill>
                  <a:latin typeface="Arial"/>
                </a:rPr>
                <a:t>data</a:t>
              </a:r>
            </a:p>
          </p:txBody>
        </p:sp>
      </p:grpSp>
      <p:sp>
        <p:nvSpPr>
          <p:cNvPr id="3" name="Date Placeholder 2">
            <a:extLst>
              <a:ext uri="{FF2B5EF4-FFF2-40B4-BE49-F238E27FC236}">
                <a16:creationId xmlns:a16="http://schemas.microsoft.com/office/drawing/2014/main" id="{07C28A86-76D2-0D62-E68F-195DEA7915A5}"/>
              </a:ext>
            </a:extLst>
          </p:cNvPr>
          <p:cNvSpPr>
            <a:spLocks noGrp="1"/>
          </p:cNvSpPr>
          <p:nvPr>
            <p:ph type="dt" sz="half" idx="10"/>
          </p:nvPr>
        </p:nvSpPr>
        <p:spPr/>
        <p:txBody>
          <a:bodyPr/>
          <a:lstStyle/>
          <a:p>
            <a:fld id="{3EAFC776-E1A4-4AF6-AF90-903D7F1F58B2}"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A742A7D9-DC88-1FC2-D471-B44D55D9EEA6}"/>
              </a:ext>
            </a:extLst>
          </p:cNvPr>
          <p:cNvSpPr>
            <a:spLocks noGrp="1"/>
          </p:cNvSpPr>
          <p:nvPr>
            <p:ph type="sldNum" sz="quarter" idx="12"/>
          </p:nvPr>
        </p:nvSpPr>
        <p:spPr/>
        <p:txBody>
          <a:bodyPr/>
          <a:lstStyle/>
          <a:p>
            <a:fld id="{442AD375-037F-43D0-B059-5172DA06796A}" type="slidenum">
              <a:rPr lang="en-GB" noProof="0" smtClean="0"/>
              <a:pPr/>
              <a:t>105</a:t>
            </a:fld>
            <a:endParaRPr lang="en-GB" noProof="0" dirty="0"/>
          </a:p>
        </p:txBody>
      </p:sp>
    </p:spTree>
    <p:extLst>
      <p:ext uri="{BB962C8B-B14F-4D97-AF65-F5344CB8AC3E}">
        <p14:creationId xmlns:p14="http://schemas.microsoft.com/office/powerpoint/2010/main" val="175546700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371600"/>
            <a:ext cx="7315200" cy="914400"/>
          </a:xfrm>
          <a:prstGeom prst="rect">
            <a:avLst/>
          </a:prstGeom>
          <a:noFill/>
        </p:spPr>
        <p:txBody>
          <a:bodyPr wrap="square" lIns="0" tIns="0" rIns="0" bIns="0" anchor="t">
            <a:spAutoFit/>
          </a:bodyPr>
          <a:lstStyle/>
          <a:p>
            <a:pPr algn="l">
              <a:spcAft>
                <a:spcPts val="800"/>
              </a:spcAft>
            </a:pPr>
            <a:r>
              <a:rPr lang="en-US" sz="4400" b="1" i="0" noProof="0" dirty="0">
                <a:solidFill>
                  <a:srgbClr val="0B0B0B"/>
                </a:solidFill>
                <a:latin typeface="Arial"/>
              </a:rPr>
              <a:t>Thank you</a:t>
            </a:r>
          </a:p>
        </p:txBody>
      </p:sp>
      <p:sp>
        <p:nvSpPr>
          <p:cNvPr id="3" name="TextBox 2"/>
          <p:cNvSpPr txBox="1"/>
          <p:nvPr/>
        </p:nvSpPr>
        <p:spPr>
          <a:xfrm>
            <a:off x="274320" y="2743200"/>
            <a:ext cx="5486400" cy="1608774"/>
          </a:xfrm>
          <a:prstGeom prst="rect">
            <a:avLst/>
          </a:prstGeom>
          <a:noFill/>
        </p:spPr>
        <p:txBody>
          <a:bodyPr wrap="square" lIns="0" tIns="0" rIns="0" bIns="0" anchor="t">
            <a:spAutoFit/>
          </a:bodyPr>
          <a:lstStyle/>
          <a:p>
            <a:pPr algn="l">
              <a:lnSpc>
                <a:spcPct val="135000"/>
              </a:lnSpc>
              <a:spcAft>
                <a:spcPts val="400"/>
              </a:spcAft>
            </a:pPr>
            <a:r>
              <a:rPr lang="en-US" sz="1800" b="0" i="0" noProof="0" dirty="0">
                <a:solidFill>
                  <a:srgbClr val="0B0B0B"/>
                </a:solidFill>
                <a:latin typeface="Arial"/>
              </a:rPr>
              <a:t>Billy Wallisch</a:t>
            </a:r>
          </a:p>
          <a:p>
            <a:pPr algn="l">
              <a:lnSpc>
                <a:spcPct val="135000"/>
              </a:lnSpc>
              <a:spcAft>
                <a:spcPts val="400"/>
              </a:spcAft>
            </a:pPr>
            <a:r>
              <a:rPr lang="en-US" sz="1800" b="0" i="0" noProof="0" dirty="0">
                <a:solidFill>
                  <a:srgbClr val="0B0B0B"/>
                </a:solidFill>
                <a:latin typeface="Arial"/>
              </a:rPr>
              <a:t>Spatial Genetics of Ecosystems</a:t>
            </a:r>
          </a:p>
          <a:p>
            <a:pPr algn="l">
              <a:lnSpc>
                <a:spcPct val="135000"/>
              </a:lnSpc>
              <a:spcAft>
                <a:spcPts val="400"/>
              </a:spcAft>
            </a:pPr>
            <a:r>
              <a:rPr lang="en-US" sz="1800" b="0" i="0" noProof="0" dirty="0">
                <a:solidFill>
                  <a:srgbClr val="0B0B0B"/>
                </a:solidFill>
                <a:latin typeface="Arial"/>
              </a:rPr>
              <a:t>Department of Geography</a:t>
            </a:r>
          </a:p>
          <a:p>
            <a:pPr algn="l">
              <a:lnSpc>
                <a:spcPct val="135000"/>
              </a:lnSpc>
              <a:spcAft>
                <a:spcPts val="400"/>
              </a:spcAft>
            </a:pPr>
            <a:r>
              <a:rPr lang="en-US" sz="1800" b="0" i="0" noProof="0" dirty="0">
                <a:solidFill>
                  <a:srgbClr val="0B0B0B"/>
                </a:solidFill>
                <a:latin typeface="Arial"/>
              </a:rPr>
              <a:t>University of Zurich</a:t>
            </a:r>
          </a:p>
        </p:txBody>
      </p:sp>
      <p:sp>
        <p:nvSpPr>
          <p:cNvPr id="4" name="Date Placeholder 3">
            <a:extLst>
              <a:ext uri="{FF2B5EF4-FFF2-40B4-BE49-F238E27FC236}">
                <a16:creationId xmlns:a16="http://schemas.microsoft.com/office/drawing/2014/main" id="{A879D231-BF60-C470-EA39-3479CD90100B}"/>
              </a:ext>
            </a:extLst>
          </p:cNvPr>
          <p:cNvSpPr>
            <a:spLocks noGrp="1"/>
          </p:cNvSpPr>
          <p:nvPr>
            <p:ph type="dt" sz="half" idx="10"/>
          </p:nvPr>
        </p:nvSpPr>
        <p:spPr/>
        <p:txBody>
          <a:bodyPr/>
          <a:lstStyle/>
          <a:p>
            <a:fld id="{8A671C72-1469-40F8-B27B-C4084FF588EF}" type="datetime1">
              <a:rPr lang="en-GB" noProof="0" smtClean="0"/>
              <a:t>16/09/2026</a:t>
            </a:fld>
            <a:endParaRPr lang="en-GB" noProof="0" dirty="0"/>
          </a:p>
        </p:txBody>
      </p:sp>
      <p:sp>
        <p:nvSpPr>
          <p:cNvPr id="6" name="Slide Number Placeholder 5">
            <a:extLst>
              <a:ext uri="{FF2B5EF4-FFF2-40B4-BE49-F238E27FC236}">
                <a16:creationId xmlns:a16="http://schemas.microsoft.com/office/drawing/2014/main" id="{376C79AF-4A16-4884-35CF-FD2E121EA33C}"/>
              </a:ext>
            </a:extLst>
          </p:cNvPr>
          <p:cNvSpPr>
            <a:spLocks noGrp="1"/>
          </p:cNvSpPr>
          <p:nvPr>
            <p:ph type="sldNum" sz="quarter" idx="12"/>
          </p:nvPr>
        </p:nvSpPr>
        <p:spPr/>
        <p:txBody>
          <a:bodyPr/>
          <a:lstStyle/>
          <a:p>
            <a:fld id="{442AD375-037F-43D0-B059-5172DA06796A}" type="slidenum">
              <a:rPr lang="en-GB" noProof="0" smtClean="0"/>
              <a:pPr/>
              <a:t>106</a:t>
            </a:fld>
            <a:endParaRPr lang="en-GB" noProof="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97730-A1A8-5EB4-B205-90B5E49BE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2E749-4BA2-8D48-2E5E-BE8A8C1B7D7D}"/>
              </a:ext>
            </a:extLst>
          </p:cNvPr>
          <p:cNvSpPr>
            <a:spLocks noGrp="1"/>
          </p:cNvSpPr>
          <p:nvPr>
            <p:ph type="title"/>
          </p:nvPr>
        </p:nvSpPr>
        <p:spPr>
          <a:xfrm>
            <a:off x="2571663" y="3116028"/>
            <a:ext cx="7048673" cy="625944"/>
          </a:xfrm>
        </p:spPr>
        <p:txBody>
          <a:bodyPr/>
          <a:lstStyle/>
          <a:p>
            <a:r>
              <a:rPr lang="en-US" sz="4800" b="1" noProof="0" dirty="0">
                <a:solidFill>
                  <a:srgbClr val="0B0B0B"/>
                </a:solidFill>
              </a:rPr>
              <a:t>Supplementary Materials </a:t>
            </a:r>
          </a:p>
        </p:txBody>
      </p:sp>
      <p:sp>
        <p:nvSpPr>
          <p:cNvPr id="3" name="Date Placeholder 2">
            <a:extLst>
              <a:ext uri="{FF2B5EF4-FFF2-40B4-BE49-F238E27FC236}">
                <a16:creationId xmlns:a16="http://schemas.microsoft.com/office/drawing/2014/main" id="{AB3F0DD1-985F-E179-D079-DF171FBC140C}"/>
              </a:ext>
            </a:extLst>
          </p:cNvPr>
          <p:cNvSpPr>
            <a:spLocks noGrp="1"/>
          </p:cNvSpPr>
          <p:nvPr>
            <p:ph type="dt" sz="half" idx="10"/>
          </p:nvPr>
        </p:nvSpPr>
        <p:spPr/>
        <p:txBody>
          <a:bodyPr/>
          <a:lstStyle/>
          <a:p>
            <a:fld id="{3609AACC-D1D7-4AE8-9B31-036DB96D2432}" type="datetime1">
              <a:rPr lang="en-GB" noProof="0" smtClean="0"/>
              <a:t>16/09/2026</a:t>
            </a:fld>
            <a:endParaRPr lang="en-GB" noProof="0" dirty="0"/>
          </a:p>
        </p:txBody>
      </p:sp>
      <p:sp>
        <p:nvSpPr>
          <p:cNvPr id="5" name="Slide Number Placeholder 4">
            <a:extLst>
              <a:ext uri="{FF2B5EF4-FFF2-40B4-BE49-F238E27FC236}">
                <a16:creationId xmlns:a16="http://schemas.microsoft.com/office/drawing/2014/main" id="{E7A5B848-B047-06D3-691B-1BFBCDBB728B}"/>
              </a:ext>
            </a:extLst>
          </p:cNvPr>
          <p:cNvSpPr>
            <a:spLocks noGrp="1"/>
          </p:cNvSpPr>
          <p:nvPr>
            <p:ph type="sldNum" sz="quarter" idx="12"/>
          </p:nvPr>
        </p:nvSpPr>
        <p:spPr/>
        <p:txBody>
          <a:bodyPr/>
          <a:lstStyle/>
          <a:p>
            <a:fld id="{442AD375-037F-43D0-B059-5172DA06796A}" type="slidenum">
              <a:rPr lang="en-GB" noProof="0" smtClean="0"/>
              <a:pPr/>
              <a:t>107</a:t>
            </a:fld>
            <a:endParaRPr lang="en-GB" noProof="0" dirty="0"/>
          </a:p>
        </p:txBody>
      </p:sp>
    </p:spTree>
    <p:extLst>
      <p:ext uri="{BB962C8B-B14F-4D97-AF65-F5344CB8AC3E}">
        <p14:creationId xmlns:p14="http://schemas.microsoft.com/office/powerpoint/2010/main" val="248470930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93412-41ED-7822-C79E-8F88C95AA8F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D51EF98-364E-0326-BBEE-A89306CD73C4}"/>
                  </a:ext>
                </a:extLst>
              </p:cNvPr>
              <p:cNvSpPr>
                <a:spLocks noGrp="1"/>
              </p:cNvSpPr>
              <p:nvPr>
                <p:ph type="title"/>
              </p:nvPr>
            </p:nvSpPr>
            <p:spPr>
              <a:xfrm>
                <a:off x="273600" y="244800"/>
                <a:ext cx="11650662" cy="625944"/>
              </a:xfrm>
            </p:spPr>
            <p:txBody>
              <a:bodyPr vert="horz" lIns="0" tIns="0" rIns="0" bIns="0" rtlCol="0" anchor="t">
                <a:normAutofit/>
              </a:bodyPr>
              <a:lstStyle/>
              <a:p>
                <a:r>
                  <a:rPr lang="en-GB" dirty="0"/>
                  <a:t>My Project – Problem</a:t>
                </a:r>
                <a:endParaRPr lang="en-GB" b="1" kern="1200" spc="0" baseline="0" dirty="0">
                  <a:latin typeface="+mj-lt"/>
                  <a:ea typeface="+mj-ea"/>
                  <a:cs typeface="+mj-cs"/>
                </a:endParaRPr>
              </a:p>
            </p:txBody>
          </p:sp>
        </mc:Choice>
        <mc:Fallback xmlns="">
          <p:sp>
            <p:nvSpPr>
              <p:cNvPr id="2" name="Title 1">
                <a:extLst>
                  <a:ext uri="{FF2B5EF4-FFF2-40B4-BE49-F238E27FC236}">
                    <a16:creationId xmlns:a16="http://schemas.microsoft.com/office/drawing/2014/main" id="{7A45FFA5-CC70-508D-E46D-83A195220188}"/>
                  </a:ext>
                </a:extLst>
              </p:cNvPr>
              <p:cNvSpPr>
                <a:spLocks noGrp="1" noRot="1" noChangeAspect="1" noMove="1" noResize="1" noEditPoints="1" noAdjustHandles="1" noChangeArrowheads="1" noChangeShapeType="1" noTextEdit="1"/>
              </p:cNvSpPr>
              <p:nvPr>
                <p:ph type="title"/>
              </p:nvPr>
            </p:nvSpPr>
            <p:spPr>
              <a:xfrm>
                <a:off x="273600" y="244800"/>
                <a:ext cx="11650662" cy="625944"/>
              </a:xfrm>
              <a:blipFill>
                <a:blip r:embed="rId3"/>
                <a:stretch>
                  <a:fillRect l="-7910" t="-28571" r="-2260" b="-51020"/>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5" name="Date Placeholder 3">
                <a:extLst>
                  <a:ext uri="{FF2B5EF4-FFF2-40B4-BE49-F238E27FC236}">
                    <a16:creationId xmlns:a16="http://schemas.microsoft.com/office/drawing/2014/main" id="{E3E30413-D106-9F76-FAB7-FA50DC948BFC}"/>
                  </a:ext>
                </a:extLst>
              </p:cNvPr>
              <p:cNvSpPr>
                <a:spLocks noGrp="1"/>
              </p:cNvSpPr>
              <p:nvPr>
                <p:ph type="dt" sz="half" idx="10"/>
              </p:nvPr>
            </p:nvSpPr>
            <p:spPr>
              <a:xfrm>
                <a:off x="10416480" y="6424761"/>
                <a:ext cx="1189348" cy="144016"/>
              </a:xfrm>
            </p:spPr>
            <p:txBody>
              <a:bodyPr/>
              <a:lstStyle/>
              <a:p>
                <a:pPr>
                  <a:spcAft>
                    <a:spcPts val="600"/>
                  </a:spcAft>
                </a:pPr>
                <a:fld id="{1ADD33E0-080F-4B49-88DB-6EDCB9D26348}" type="datetime1">
                  <a:rPr lang="en-GB" noProof="0" smtClean="0"/>
                  <a:t>16/09/2026</a:t>
                </a:fld>
                <a:endParaRPr lang="en-GB" noProof="0"/>
              </a:p>
            </p:txBody>
          </p:sp>
        </mc:Choice>
        <mc:Fallback xmlns="">
          <p:sp>
            <p:nvSpPr>
              <p:cNvPr id="5" name="Date Placeholder 3">
                <a:extLst>
                  <a:ext uri="{FF2B5EF4-FFF2-40B4-BE49-F238E27FC236}">
                    <a16:creationId xmlns:a16="http://schemas.microsoft.com/office/drawing/2014/main" id="{7528DAFB-B763-9807-87E4-F5C9DFC3B8FF}"/>
                  </a:ext>
                </a:extLst>
              </p:cNvPr>
              <p:cNvSpPr>
                <a:spLocks noGrp="1" noRot="1" noChangeAspect="1" noMove="1" noResize="1" noEditPoints="1" noAdjustHandles="1" noChangeArrowheads="1" noChangeShapeType="1" noTextEdit="1"/>
              </p:cNvSpPr>
              <p:nvPr>
                <p:ph type="dt" sz="half" idx="10"/>
              </p:nvPr>
            </p:nvSpPr>
            <p:spPr>
              <a:xfrm>
                <a:off x="10416480" y="6424761"/>
                <a:ext cx="1189348" cy="144016"/>
              </a:xfrm>
              <a:blipFill>
                <a:blip r:embed="rId4"/>
                <a:stretch>
                  <a:fillRect l="-8475" t="-28000" b="-50000"/>
                </a:stretch>
              </a:blipFill>
            </p:spPr>
            <p:txBody>
              <a:bodyPr/>
              <a:lstStyle/>
              <a:p>
                <a:r>
                  <a:rPr lang="en-CH">
                    <a:noFill/>
                  </a:rPr>
                  <a:t> </a:t>
                </a:r>
              </a:p>
            </p:txBody>
          </p:sp>
        </mc:Fallback>
      </mc:AlternateContent>
      <p:sp>
        <p:nvSpPr>
          <p:cNvPr id="14" name="Slide Number Placeholder 5">
            <a:extLst>
              <a:ext uri="{FF2B5EF4-FFF2-40B4-BE49-F238E27FC236}">
                <a16:creationId xmlns:a16="http://schemas.microsoft.com/office/drawing/2014/main" id="{286523F1-87A4-5E72-EB72-0AB618A3B441}"/>
              </a:ext>
            </a:extLst>
          </p:cNvPr>
          <p:cNvSpPr>
            <a:spLocks noGrp="1"/>
          </p:cNvSpPr>
          <p:nvPr>
            <p:ph type="sldNum" sz="quarter" idx="12"/>
          </p:nvPr>
        </p:nvSpPr>
        <p:spPr>
          <a:xfrm>
            <a:off x="11712624" y="6424761"/>
            <a:ext cx="209500" cy="144016"/>
          </a:xfrm>
        </p:spPr>
        <p:txBody>
          <a:bodyPr/>
          <a:lstStyle/>
          <a:p>
            <a:pPr>
              <a:spcAft>
                <a:spcPts val="600"/>
              </a:spcAft>
            </a:pPr>
            <a:fld id="{442AD375-037F-43D0-B059-5172DA06796A}" type="slidenum">
              <a:rPr lang="en-GB" noProof="0" smtClean="0"/>
              <a:pPr>
                <a:spcAft>
                  <a:spcPts val="600"/>
                </a:spcAft>
              </a:pPr>
              <a:t>108</a:t>
            </a:fld>
            <a:endParaRPr lang="en-GB" noProof="0"/>
          </a:p>
        </p:txBody>
      </p:sp>
      <mc:AlternateContent xmlns:mc="http://schemas.openxmlformats.org/markup-compatibility/2006" xmlns:a14="http://schemas.microsoft.com/office/drawing/2010/main">
        <mc:Choice Requires="a14">
          <p:graphicFrame>
            <p:nvGraphicFramePr>
              <p:cNvPr id="8" name="Chart 7">
                <a:extLst>
                  <a:ext uri="{FF2B5EF4-FFF2-40B4-BE49-F238E27FC236}">
                    <a16:creationId xmlns:a16="http://schemas.microsoft.com/office/drawing/2014/main" id="{596A296D-55D8-0992-99E0-6002A69D994E}"/>
                  </a:ext>
                </a:extLst>
              </p:cNvPr>
              <p:cNvGraphicFramePr>
                <a:graphicFrameLocks/>
              </p:cNvGraphicFramePr>
              <p:nvPr>
                <p:extLst>
                  <p:ext uri="{D42A27DB-BD31-4B8C-83A1-F6EECF244321}">
                    <p14:modId xmlns:p14="http://schemas.microsoft.com/office/powerpoint/2010/main" val="2255402994"/>
                  </p:ext>
                </p:extLst>
              </p:nvPr>
            </p:nvGraphicFramePr>
            <p:xfrm>
              <a:off x="767408" y="1016732"/>
              <a:ext cx="8390147" cy="4824536"/>
            </p:xfrm>
            <a:graphic>
              <a:graphicData uri="http://schemas.openxmlformats.org/drawingml/2006/chart">
                <c:chart xmlns:c="http://schemas.openxmlformats.org/drawingml/2006/chart" xmlns:r="http://schemas.openxmlformats.org/officeDocument/2006/relationships" r:id="rId5"/>
              </a:graphicData>
            </a:graphic>
          </p:graphicFrame>
        </mc:Choice>
        <mc:Fallback xmlns="">
          <p:graphicFrame>
            <p:nvGraphicFramePr>
              <p:cNvPr id="8" name="Chart 7">
                <a:extLst>
                  <a:ext uri="{FF2B5EF4-FFF2-40B4-BE49-F238E27FC236}">
                    <a16:creationId xmlns:a16="http://schemas.microsoft.com/office/drawing/2014/main" id="{596A296D-55D8-0992-99E0-6002A69D994E}"/>
                  </a:ext>
                </a:extLst>
              </p:cNvPr>
              <p:cNvGraphicFramePr>
                <a:graphicFrameLocks/>
              </p:cNvGraphicFramePr>
              <p:nvPr>
                <p:extLst>
                  <p:ext uri="{D42A27DB-BD31-4B8C-83A1-F6EECF244321}">
                    <p14:modId xmlns:p14="http://schemas.microsoft.com/office/powerpoint/2010/main" val="2064055335"/>
                  </p:ext>
                </p:extLst>
              </p:nvPr>
            </p:nvGraphicFramePr>
            <p:xfrm>
              <a:off x="767408" y="1016732"/>
              <a:ext cx="8390147" cy="4824536"/>
            </p:xfrm>
            <a:graphic>
              <a:graphicData uri="http://schemas.openxmlformats.org/drawingml/2006/chart">
                <c:chart xmlns:c="http://schemas.openxmlformats.org/drawingml/2006/chart" xmlns:r="http://schemas.openxmlformats.org/officeDocument/2006/relationships" r:id="rId6"/>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8AEC5EE-79AB-B330-4771-553FFAB3D392}"/>
                  </a:ext>
                </a:extLst>
              </p:cNvPr>
              <p:cNvSpPr txBox="1"/>
              <p:nvPr/>
            </p:nvSpPr>
            <p:spPr>
              <a:xfrm>
                <a:off x="8638442" y="391261"/>
                <a:ext cx="3061556" cy="241285"/>
              </a:xfrm>
              <a:prstGeom prst="rect">
                <a:avLst/>
              </a:prstGeom>
              <a:noFill/>
            </p:spPr>
            <p:txBody>
              <a:bodyPr wrap="square" lIns="0" tIns="0" rIns="0" bIns="0" rtlCol="0">
                <a:spAutoFit/>
              </a:bodyPr>
              <a:lstStyle/>
              <a:p>
                <a:pPr/>
                <a14:m>
                  <m:oMathPara xmlns:m="http://schemas.openxmlformats.org/officeDocument/2006/math">
                    <m:oMath>
                      <m:r>
                        <a:rPr lang="fr-FR" i="1">
                          <a:latin typeface="Cambria Math" panose="02040503050406030204" pitchFamily="18" charset="0"/>
                        </a:rPr>
                        <m:t>𝐻</m:t>
                      </m:r>
                      <m:r>
                        <a:rPr lang="fr-FR" i="1">
                          <a:latin typeface="Cambria Math" panose="02040503050406030204" pitchFamily="18" charset="0"/>
                        </a:rPr>
                        <m:t>(</m:t>
                      </m:r>
                      <m:r>
                        <a:rPr lang="fr-FR" i="1">
                          <a:latin typeface="Cambria Math" panose="02040503050406030204" pitchFamily="18" charset="0"/>
                        </a:rPr>
                        <m:t>𝑡</m:t>
                      </m:r>
                      <m:r>
                        <a:rPr lang="fr-FR" i="1">
                          <a:latin typeface="Cambria Math" panose="02040503050406030204" pitchFamily="18" charset="0"/>
                        </a:rPr>
                        <m:t>) = </m:t>
                      </m:r>
                      <m:r>
                        <a:rPr lang="fr-FR" i="1">
                          <a:latin typeface="Cambria Math" panose="02040503050406030204" pitchFamily="18" charset="0"/>
                        </a:rPr>
                        <m:t>𝐻</m:t>
                      </m:r>
                      <m:r>
                        <a:rPr lang="fr-FR" i="1">
                          <a:latin typeface="Cambria Math" panose="02040503050406030204" pitchFamily="18" charset="0"/>
                        </a:rPr>
                        <m:t>₀ × (1 − 1/(2·</m:t>
                      </m:r>
                      <m:r>
                        <a:rPr lang="fr-FR" i="1">
                          <a:latin typeface="Cambria Math" panose="02040503050406030204" pitchFamily="18" charset="0"/>
                        </a:rPr>
                        <m:t>𝑁𝑒</m:t>
                      </m:r>
                      <m:r>
                        <a:rPr lang="fr-FR" i="1">
                          <a:latin typeface="Cambria Math" panose="02040503050406030204" pitchFamily="18" charset="0"/>
                        </a:rPr>
                        <m:t>))^</m:t>
                      </m:r>
                      <m:r>
                        <a:rPr lang="fr-FR" i="1">
                          <a:latin typeface="Cambria Math" panose="02040503050406030204" pitchFamily="18" charset="0"/>
                        </a:rPr>
                        <m:t>𝑡</m:t>
                      </m:r>
                    </m:oMath>
                  </m:oMathPara>
                </a14:m>
                <a:endParaRPr lang="en-CH" dirty="0"/>
              </a:p>
            </p:txBody>
          </p:sp>
        </mc:Choice>
        <mc:Fallback xmlns="">
          <p:sp>
            <p:nvSpPr>
              <p:cNvPr id="9" name="TextBox 8">
                <a:extLst>
                  <a:ext uri="{FF2B5EF4-FFF2-40B4-BE49-F238E27FC236}">
                    <a16:creationId xmlns:a16="http://schemas.microsoft.com/office/drawing/2014/main" id="{51E0D9A8-EF5C-EE9A-29D2-D6C628151295}"/>
                  </a:ext>
                </a:extLst>
              </p:cNvPr>
              <p:cNvSpPr txBox="1">
                <a:spLocks noRot="1" noChangeAspect="1" noMove="1" noResize="1" noEditPoints="1" noAdjustHandles="1" noChangeArrowheads="1" noChangeShapeType="1" noTextEdit="1"/>
              </p:cNvSpPr>
              <p:nvPr/>
            </p:nvSpPr>
            <p:spPr>
              <a:xfrm>
                <a:off x="8638442" y="391261"/>
                <a:ext cx="3061556" cy="241285"/>
              </a:xfrm>
              <a:prstGeom prst="rect">
                <a:avLst/>
              </a:prstGeom>
              <a:blipFill>
                <a:blip r:embed="rId7"/>
                <a:stretch>
                  <a:fillRect l="-996" r="-996" b="-35000"/>
                </a:stretch>
              </a:blipFill>
            </p:spPr>
            <p:txBody>
              <a:bodyPr/>
              <a:lstStyle/>
              <a:p>
                <a:r>
                  <a:rPr lang="en-CH">
                    <a:noFill/>
                  </a:rPr>
                  <a:t> </a:t>
                </a:r>
              </a:p>
            </p:txBody>
          </p:sp>
        </mc:Fallback>
      </mc:AlternateContent>
      <p:sp>
        <p:nvSpPr>
          <p:cNvPr id="10" name="TextBox 9">
            <a:extLst>
              <a:ext uri="{FF2B5EF4-FFF2-40B4-BE49-F238E27FC236}">
                <a16:creationId xmlns:a16="http://schemas.microsoft.com/office/drawing/2014/main" id="{14FC3FD6-8A1E-1F24-24F2-49CCA103AF0C}"/>
              </a:ext>
            </a:extLst>
          </p:cNvPr>
          <p:cNvSpPr txBox="1"/>
          <p:nvPr/>
        </p:nvSpPr>
        <p:spPr>
          <a:xfrm>
            <a:off x="273600" y="6005512"/>
            <a:ext cx="2699085" cy="180947"/>
          </a:xfrm>
          <a:prstGeom prst="rect">
            <a:avLst/>
          </a:prstGeom>
          <a:noFill/>
        </p:spPr>
        <p:txBody>
          <a:bodyPr wrap="square" lIns="0" tIns="0" rIns="0" bIns="0" rtlCol="0">
            <a:spAutoFit/>
          </a:bodyPr>
          <a:lstStyle/>
          <a:p>
            <a:r>
              <a:rPr lang="en-US" sz="1200" b="1" dirty="0"/>
              <a:t>A</a:t>
            </a:r>
            <a:r>
              <a:rPr lang="en-CH" sz="1200" b="1" dirty="0" err="1"/>
              <a:t>dapted</a:t>
            </a:r>
            <a:r>
              <a:rPr lang="en-CH" sz="1200" b="1" dirty="0"/>
              <a:t> from </a:t>
            </a:r>
            <a:r>
              <a:rPr lang="en-CH" sz="1200" b="1" dirty="0">
                <a:hlinkClick r:id="rId8"/>
              </a:rPr>
              <a:t>Willi et al. 2021</a:t>
            </a:r>
            <a:endParaRPr lang="en-CH" sz="1200" b="1"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8A3B8E9-F4FB-4A06-8E7D-FFA687687ABD}"/>
                  </a:ext>
                </a:extLst>
              </p:cNvPr>
              <p:cNvSpPr txBox="1"/>
              <p:nvPr/>
            </p:nvSpPr>
            <p:spPr>
              <a:xfrm>
                <a:off x="7176120" y="1071436"/>
                <a:ext cx="1080120" cy="301621"/>
              </a:xfrm>
              <a:prstGeom prst="rect">
                <a:avLst/>
              </a:prstGeom>
              <a:noFill/>
            </p:spPr>
            <p:txBody>
              <a:bodyPr wrap="square" lIns="0" tIns="0" rIns="0" bIns="0" rtlCol="0">
                <a:spAutoFit/>
              </a:bodyPr>
              <a:lstStyle/>
              <a:p>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𝑵</m:t>
                        </m:r>
                      </m:e>
                      <m:sub>
                        <m:r>
                          <a:rPr lang="en-US" sz="2000" b="1" i="1" smtClean="0">
                            <a:latin typeface="Cambria Math" panose="02040503050406030204" pitchFamily="18" charset="0"/>
                          </a:rPr>
                          <m:t>𝒆</m:t>
                        </m:r>
                      </m:sub>
                    </m:sSub>
                    <m:r>
                      <a:rPr lang="en-US" sz="2000" b="1" i="1" smtClean="0">
                        <a:latin typeface="Cambria Math" panose="02040503050406030204" pitchFamily="18" charset="0"/>
                      </a:rPr>
                      <m:t> </m:t>
                    </m:r>
                  </m:oMath>
                </a14:m>
                <a:r>
                  <a:rPr lang="en-US" sz="2000" b="1" dirty="0"/>
                  <a:t>= 1000</a:t>
                </a:r>
                <a:endParaRPr lang="en-CH" sz="2000" b="1" dirty="0"/>
              </a:p>
            </p:txBody>
          </p:sp>
        </mc:Choice>
        <mc:Fallback xmlns="">
          <p:sp>
            <p:nvSpPr>
              <p:cNvPr id="12" name="TextBox 11">
                <a:extLst>
                  <a:ext uri="{FF2B5EF4-FFF2-40B4-BE49-F238E27FC236}">
                    <a16:creationId xmlns:a16="http://schemas.microsoft.com/office/drawing/2014/main" id="{85C8DF6F-73ED-4041-B5FA-2BF780065638}"/>
                  </a:ext>
                </a:extLst>
              </p:cNvPr>
              <p:cNvSpPr txBox="1">
                <a:spLocks noRot="1" noChangeAspect="1" noMove="1" noResize="1" noEditPoints="1" noAdjustHandles="1" noChangeArrowheads="1" noChangeShapeType="1" noTextEdit="1"/>
              </p:cNvSpPr>
              <p:nvPr/>
            </p:nvSpPr>
            <p:spPr>
              <a:xfrm>
                <a:off x="7176120" y="1071436"/>
                <a:ext cx="1080120" cy="301621"/>
              </a:xfrm>
              <a:prstGeom prst="rect">
                <a:avLst/>
              </a:prstGeom>
              <a:blipFill>
                <a:blip r:embed="rId9"/>
                <a:stretch>
                  <a:fillRect l="-7910" t="-28571" r="-14689" b="-51020"/>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95B21EF-78E5-9D90-0B03-C040CA3B6F37}"/>
                  </a:ext>
                </a:extLst>
              </p:cNvPr>
              <p:cNvSpPr txBox="1"/>
              <p:nvPr/>
            </p:nvSpPr>
            <p:spPr>
              <a:xfrm>
                <a:off x="7176120" y="1956550"/>
                <a:ext cx="1080120" cy="301621"/>
              </a:xfrm>
              <a:prstGeom prst="rect">
                <a:avLst/>
              </a:prstGeom>
              <a:noFill/>
            </p:spPr>
            <p:txBody>
              <a:bodyPr wrap="square" lIns="0" tIns="0" rIns="0" bIns="0" rtlCol="0">
                <a:spAutoFit/>
              </a:bodyPr>
              <a:lstStyle/>
              <a:p>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𝑵</m:t>
                        </m:r>
                      </m:e>
                      <m:sub>
                        <m:r>
                          <a:rPr lang="en-US" sz="2000" b="1" i="1" smtClean="0">
                            <a:latin typeface="Cambria Math" panose="02040503050406030204" pitchFamily="18" charset="0"/>
                          </a:rPr>
                          <m:t>𝒆</m:t>
                        </m:r>
                      </m:sub>
                    </m:sSub>
                    <m:r>
                      <a:rPr lang="en-US" sz="2000" b="1" i="1" smtClean="0">
                        <a:latin typeface="Cambria Math" panose="02040503050406030204" pitchFamily="18" charset="0"/>
                      </a:rPr>
                      <m:t> </m:t>
                    </m:r>
                  </m:oMath>
                </a14:m>
                <a:r>
                  <a:rPr lang="en-US" sz="2000" b="1" dirty="0"/>
                  <a:t>= 500</a:t>
                </a:r>
                <a:endParaRPr lang="en-CH" sz="2000" b="1" dirty="0"/>
              </a:p>
            </p:txBody>
          </p:sp>
        </mc:Choice>
        <mc:Fallback xmlns="">
          <p:sp>
            <p:nvSpPr>
              <p:cNvPr id="17" name="TextBox 16">
                <a:extLst>
                  <a:ext uri="{FF2B5EF4-FFF2-40B4-BE49-F238E27FC236}">
                    <a16:creationId xmlns:a16="http://schemas.microsoft.com/office/drawing/2014/main" id="{6555C3AF-E69D-3A3B-11D3-F8F9B6784F96}"/>
                  </a:ext>
                </a:extLst>
              </p:cNvPr>
              <p:cNvSpPr txBox="1">
                <a:spLocks noRot="1" noChangeAspect="1" noMove="1" noResize="1" noEditPoints="1" noAdjustHandles="1" noChangeArrowheads="1" noChangeShapeType="1" noTextEdit="1"/>
              </p:cNvSpPr>
              <p:nvPr/>
            </p:nvSpPr>
            <p:spPr>
              <a:xfrm>
                <a:off x="7176120" y="1956550"/>
                <a:ext cx="1080120" cy="301621"/>
              </a:xfrm>
              <a:prstGeom prst="rect">
                <a:avLst/>
              </a:prstGeom>
              <a:blipFill>
                <a:blip r:embed="rId10"/>
                <a:stretch>
                  <a:fillRect l="-7910" t="-28571" r="-2260" b="-51020"/>
                </a:stretch>
              </a:blipFill>
            </p:spPr>
            <p:txBody>
              <a:bodyPr/>
              <a:lstStyle/>
              <a:p>
                <a:r>
                  <a:rPr lang="en-CH">
                    <a:noFill/>
                  </a:rPr>
                  <a:t> </a:t>
                </a:r>
              </a:p>
            </p:txBody>
          </p:sp>
        </mc:Fallback>
      </mc:AlternateContent>
    </p:spTree>
    <p:extLst>
      <p:ext uri="{BB962C8B-B14F-4D97-AF65-F5344CB8AC3E}">
        <p14:creationId xmlns:p14="http://schemas.microsoft.com/office/powerpoint/2010/main" val="282969984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BB3DB-C4BC-78CB-513D-FABFE38D63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2C044-C610-66C2-26FC-0DF1E49D57DD}"/>
              </a:ext>
            </a:extLst>
          </p:cNvPr>
          <p:cNvSpPr>
            <a:spLocks noGrp="1"/>
          </p:cNvSpPr>
          <p:nvPr>
            <p:ph type="title"/>
          </p:nvPr>
        </p:nvSpPr>
        <p:spPr>
          <a:xfrm>
            <a:off x="273600" y="244800"/>
            <a:ext cx="11650662" cy="625944"/>
          </a:xfrm>
        </p:spPr>
        <p:txBody>
          <a:bodyPr vert="horz" lIns="0" tIns="0" rIns="0" bIns="0" rtlCol="0" anchor="t">
            <a:normAutofit/>
          </a:bodyPr>
          <a:lstStyle/>
          <a:p>
            <a:r>
              <a:rPr lang="en-GB" dirty="0"/>
              <a:t>My Project – Problem</a:t>
            </a:r>
            <a:endParaRPr lang="en-GB" b="1" kern="1200" spc="0" baseline="0" dirty="0">
              <a:latin typeface="+mj-lt"/>
              <a:ea typeface="+mj-ea"/>
              <a:cs typeface="+mj-cs"/>
            </a:endParaRPr>
          </a:p>
        </p:txBody>
      </p:sp>
      <p:sp>
        <p:nvSpPr>
          <p:cNvPr id="5" name="Date Placeholder 3">
            <a:extLst>
              <a:ext uri="{FF2B5EF4-FFF2-40B4-BE49-F238E27FC236}">
                <a16:creationId xmlns:a16="http://schemas.microsoft.com/office/drawing/2014/main" id="{9013C999-4E72-D703-8338-22F7DA27A68B}"/>
              </a:ext>
            </a:extLst>
          </p:cNvPr>
          <p:cNvSpPr>
            <a:spLocks noGrp="1"/>
          </p:cNvSpPr>
          <p:nvPr>
            <p:ph type="dt" sz="half" idx="10"/>
          </p:nvPr>
        </p:nvSpPr>
        <p:spPr>
          <a:xfrm>
            <a:off x="10416480" y="6424761"/>
            <a:ext cx="1189348" cy="144016"/>
          </a:xfrm>
        </p:spPr>
        <p:txBody>
          <a:bodyPr/>
          <a:lstStyle/>
          <a:p>
            <a:pPr>
              <a:spcAft>
                <a:spcPts val="600"/>
              </a:spcAft>
            </a:pPr>
            <a:fld id="{9DDE69E7-BF95-4516-B053-3F3A401DDB44}" type="datetime1">
              <a:rPr lang="en-GB" noProof="0" smtClean="0"/>
              <a:t>16/09/2026</a:t>
            </a:fld>
            <a:endParaRPr lang="en-GB" noProof="0"/>
          </a:p>
        </p:txBody>
      </p:sp>
      <p:sp>
        <p:nvSpPr>
          <p:cNvPr id="14" name="Slide Number Placeholder 5">
            <a:extLst>
              <a:ext uri="{FF2B5EF4-FFF2-40B4-BE49-F238E27FC236}">
                <a16:creationId xmlns:a16="http://schemas.microsoft.com/office/drawing/2014/main" id="{DCEDD864-3BA3-998B-70FE-D8C8F538A8D5}"/>
              </a:ext>
            </a:extLst>
          </p:cNvPr>
          <p:cNvSpPr>
            <a:spLocks noGrp="1"/>
          </p:cNvSpPr>
          <p:nvPr>
            <p:ph type="sldNum" sz="quarter" idx="12"/>
          </p:nvPr>
        </p:nvSpPr>
        <p:spPr>
          <a:xfrm>
            <a:off x="11712624" y="6424761"/>
            <a:ext cx="209500" cy="144016"/>
          </a:xfrm>
        </p:spPr>
        <p:txBody>
          <a:bodyPr/>
          <a:lstStyle/>
          <a:p>
            <a:pPr>
              <a:spcAft>
                <a:spcPts val="600"/>
              </a:spcAft>
            </a:pPr>
            <a:fld id="{442AD375-037F-43D0-B059-5172DA06796A}" type="slidenum">
              <a:rPr lang="en-GB" noProof="0" smtClean="0"/>
              <a:pPr>
                <a:spcAft>
                  <a:spcPts val="600"/>
                </a:spcAft>
              </a:pPr>
              <a:t>109</a:t>
            </a:fld>
            <a:endParaRPr lang="en-GB" noProof="0"/>
          </a:p>
        </p:txBody>
      </p:sp>
      <p:sp>
        <p:nvSpPr>
          <p:cNvPr id="8" name="Oval 7">
            <a:extLst>
              <a:ext uri="{FF2B5EF4-FFF2-40B4-BE49-F238E27FC236}">
                <a16:creationId xmlns:a16="http://schemas.microsoft.com/office/drawing/2014/main" id="{AA67DFB9-D1E6-9B19-5743-96C93A460E4E}"/>
              </a:ext>
            </a:extLst>
          </p:cNvPr>
          <p:cNvSpPr/>
          <p:nvPr/>
        </p:nvSpPr>
        <p:spPr>
          <a:xfrm>
            <a:off x="191344" y="928687"/>
            <a:ext cx="4536504" cy="223224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 name="Oval 9">
            <a:extLst>
              <a:ext uri="{FF2B5EF4-FFF2-40B4-BE49-F238E27FC236}">
                <a16:creationId xmlns:a16="http://schemas.microsoft.com/office/drawing/2014/main" id="{AE82C2A8-CF39-F8B6-F731-9AF579E899A6}"/>
              </a:ext>
            </a:extLst>
          </p:cNvPr>
          <p:cNvSpPr/>
          <p:nvPr/>
        </p:nvSpPr>
        <p:spPr>
          <a:xfrm>
            <a:off x="3827748" y="2531628"/>
            <a:ext cx="4536504" cy="223224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Oval 14">
            <a:extLst>
              <a:ext uri="{FF2B5EF4-FFF2-40B4-BE49-F238E27FC236}">
                <a16:creationId xmlns:a16="http://schemas.microsoft.com/office/drawing/2014/main" id="{C6627140-2DA0-55F5-0ED9-B7DF05713268}"/>
              </a:ext>
            </a:extLst>
          </p:cNvPr>
          <p:cNvSpPr/>
          <p:nvPr/>
        </p:nvSpPr>
        <p:spPr>
          <a:xfrm>
            <a:off x="7385620" y="4134569"/>
            <a:ext cx="4536504" cy="223224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8" name="Graphic 17" descr="Line arrow: Clockwise curve with solid fill">
            <a:extLst>
              <a:ext uri="{FF2B5EF4-FFF2-40B4-BE49-F238E27FC236}">
                <a16:creationId xmlns:a16="http://schemas.microsoft.com/office/drawing/2014/main" id="{B275AC80-20E4-7454-BFC2-701258DFCB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9322742">
            <a:off x="4862915" y="1410378"/>
            <a:ext cx="914400" cy="914400"/>
          </a:xfrm>
          <a:prstGeom prst="rect">
            <a:avLst/>
          </a:prstGeom>
        </p:spPr>
      </p:pic>
      <p:pic>
        <p:nvPicPr>
          <p:cNvPr id="23" name="Graphic 22" descr="Fish with solid fill">
            <a:extLst>
              <a:ext uri="{FF2B5EF4-FFF2-40B4-BE49-F238E27FC236}">
                <a16:creationId xmlns:a16="http://schemas.microsoft.com/office/drawing/2014/main" id="{84EB7A98-CB5B-FCD3-CF27-98A76B379B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80060" y="1147606"/>
            <a:ext cx="914400" cy="914400"/>
          </a:xfrm>
          <a:prstGeom prst="rect">
            <a:avLst/>
          </a:prstGeom>
        </p:spPr>
      </p:pic>
      <p:pic>
        <p:nvPicPr>
          <p:cNvPr id="26" name="Graphic 25" descr="Fish with solid fill">
            <a:extLst>
              <a:ext uri="{FF2B5EF4-FFF2-40B4-BE49-F238E27FC236}">
                <a16:creationId xmlns:a16="http://schemas.microsoft.com/office/drawing/2014/main" id="{88617401-3597-F9AB-7CC7-986649BD28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3529" y="1449172"/>
            <a:ext cx="914400" cy="914400"/>
          </a:xfrm>
          <a:prstGeom prst="rect">
            <a:avLst/>
          </a:prstGeom>
        </p:spPr>
      </p:pic>
      <p:pic>
        <p:nvPicPr>
          <p:cNvPr id="28" name="Graphic 27" descr="Fish with solid fill">
            <a:extLst>
              <a:ext uri="{FF2B5EF4-FFF2-40B4-BE49-F238E27FC236}">
                <a16:creationId xmlns:a16="http://schemas.microsoft.com/office/drawing/2014/main" id="{3D000AC1-67F4-169B-DCC8-B58F4C2FC0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04864" y="1164344"/>
            <a:ext cx="914400" cy="914400"/>
          </a:xfrm>
          <a:prstGeom prst="rect">
            <a:avLst/>
          </a:prstGeom>
        </p:spPr>
      </p:pic>
      <p:pic>
        <p:nvPicPr>
          <p:cNvPr id="30" name="Graphic 29" descr="Fish with solid fill">
            <a:extLst>
              <a:ext uri="{FF2B5EF4-FFF2-40B4-BE49-F238E27FC236}">
                <a16:creationId xmlns:a16="http://schemas.microsoft.com/office/drawing/2014/main" id="{42911C8F-F2C8-847D-FFD9-F429F7DD19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16360" y="1617228"/>
            <a:ext cx="914400" cy="914400"/>
          </a:xfrm>
          <a:prstGeom prst="rect">
            <a:avLst/>
          </a:prstGeom>
        </p:spPr>
      </p:pic>
      <p:pic>
        <p:nvPicPr>
          <p:cNvPr id="32" name="Graphic 31" descr="Fish with solid fill">
            <a:extLst>
              <a:ext uri="{FF2B5EF4-FFF2-40B4-BE49-F238E27FC236}">
                <a16:creationId xmlns:a16="http://schemas.microsoft.com/office/drawing/2014/main" id="{EC56AA76-53B0-54F7-9E2F-F87AFD086E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51484" y="1500549"/>
            <a:ext cx="914400" cy="914400"/>
          </a:xfrm>
          <a:prstGeom prst="rect">
            <a:avLst/>
          </a:prstGeom>
        </p:spPr>
      </p:pic>
      <p:pic>
        <p:nvPicPr>
          <p:cNvPr id="34" name="Graphic 33" descr="Fish with solid fill">
            <a:extLst>
              <a:ext uri="{FF2B5EF4-FFF2-40B4-BE49-F238E27FC236}">
                <a16:creationId xmlns:a16="http://schemas.microsoft.com/office/drawing/2014/main" id="{06063F7A-86D2-1D0D-45B5-F6CEC3FDF2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1618" y="1748400"/>
            <a:ext cx="914400" cy="914400"/>
          </a:xfrm>
          <a:prstGeom prst="rect">
            <a:avLst/>
          </a:prstGeom>
        </p:spPr>
      </p:pic>
      <p:pic>
        <p:nvPicPr>
          <p:cNvPr id="36" name="Graphic 35" descr="Fish with solid fill">
            <a:extLst>
              <a:ext uri="{FF2B5EF4-FFF2-40B4-BE49-F238E27FC236}">
                <a16:creationId xmlns:a16="http://schemas.microsoft.com/office/drawing/2014/main" id="{A7B0CFB8-B99A-C617-8BAA-068FB59383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66853" y="2129856"/>
            <a:ext cx="914400" cy="914400"/>
          </a:xfrm>
          <a:prstGeom prst="rect">
            <a:avLst/>
          </a:prstGeom>
        </p:spPr>
      </p:pic>
      <p:pic>
        <p:nvPicPr>
          <p:cNvPr id="38" name="Graphic 37" descr="Fish with solid fill">
            <a:extLst>
              <a:ext uri="{FF2B5EF4-FFF2-40B4-BE49-F238E27FC236}">
                <a16:creationId xmlns:a16="http://schemas.microsoft.com/office/drawing/2014/main" id="{0F667B37-9C28-2C95-7451-EA8A627D1E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9117" y="928687"/>
            <a:ext cx="914400" cy="914400"/>
          </a:xfrm>
          <a:prstGeom prst="rect">
            <a:avLst/>
          </a:prstGeom>
        </p:spPr>
      </p:pic>
      <p:pic>
        <p:nvPicPr>
          <p:cNvPr id="40" name="Graphic 39" descr="Fish with solid fill">
            <a:extLst>
              <a:ext uri="{FF2B5EF4-FFF2-40B4-BE49-F238E27FC236}">
                <a16:creationId xmlns:a16="http://schemas.microsoft.com/office/drawing/2014/main" id="{D9BA4835-FCEA-0442-F956-34A0DB780B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7221" y="859774"/>
            <a:ext cx="914400" cy="914400"/>
          </a:xfrm>
          <a:prstGeom prst="rect">
            <a:avLst/>
          </a:prstGeom>
        </p:spPr>
      </p:pic>
      <p:pic>
        <p:nvPicPr>
          <p:cNvPr id="42" name="Graphic 41" descr="Fish with solid fill">
            <a:extLst>
              <a:ext uri="{FF2B5EF4-FFF2-40B4-BE49-F238E27FC236}">
                <a16:creationId xmlns:a16="http://schemas.microsoft.com/office/drawing/2014/main" id="{B5ACF067-C7A8-A444-6ED2-A64BA2C258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14263" y="1910828"/>
            <a:ext cx="914400" cy="914400"/>
          </a:xfrm>
          <a:prstGeom prst="rect">
            <a:avLst/>
          </a:prstGeom>
        </p:spPr>
      </p:pic>
      <p:pic>
        <p:nvPicPr>
          <p:cNvPr id="44" name="Graphic 43" descr="Fish with solid fill">
            <a:extLst>
              <a:ext uri="{FF2B5EF4-FFF2-40B4-BE49-F238E27FC236}">
                <a16:creationId xmlns:a16="http://schemas.microsoft.com/office/drawing/2014/main" id="{7DCB4AEC-647D-7F00-80E7-883DE2C4F6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07684" y="1631628"/>
            <a:ext cx="914400" cy="914400"/>
          </a:xfrm>
          <a:prstGeom prst="rect">
            <a:avLst/>
          </a:prstGeom>
        </p:spPr>
      </p:pic>
      <p:pic>
        <p:nvPicPr>
          <p:cNvPr id="48" name="Graphic 47" descr="Fish with solid fill">
            <a:extLst>
              <a:ext uri="{FF2B5EF4-FFF2-40B4-BE49-F238E27FC236}">
                <a16:creationId xmlns:a16="http://schemas.microsoft.com/office/drawing/2014/main" id="{875C33D5-DE2B-F38A-6207-E65E5555E6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45668" y="938485"/>
            <a:ext cx="914400" cy="914400"/>
          </a:xfrm>
          <a:prstGeom prst="rect">
            <a:avLst/>
          </a:prstGeom>
        </p:spPr>
      </p:pic>
      <p:pic>
        <p:nvPicPr>
          <p:cNvPr id="60" name="Graphic 59" descr="Fish with solid fill">
            <a:extLst>
              <a:ext uri="{FF2B5EF4-FFF2-40B4-BE49-F238E27FC236}">
                <a16:creationId xmlns:a16="http://schemas.microsoft.com/office/drawing/2014/main" id="{99057F79-DADE-4CF8-4275-8E905C9432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49563" y="1097769"/>
            <a:ext cx="914400" cy="914400"/>
          </a:xfrm>
          <a:prstGeom prst="rect">
            <a:avLst/>
          </a:prstGeom>
        </p:spPr>
      </p:pic>
      <p:pic>
        <p:nvPicPr>
          <p:cNvPr id="61" name="Graphic 60" descr="Fish with solid fill">
            <a:extLst>
              <a:ext uri="{FF2B5EF4-FFF2-40B4-BE49-F238E27FC236}">
                <a16:creationId xmlns:a16="http://schemas.microsoft.com/office/drawing/2014/main" id="{D71A3259-D205-2856-D916-CCBFDADD5C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3441" y="2218647"/>
            <a:ext cx="914400" cy="914400"/>
          </a:xfrm>
          <a:prstGeom prst="rect">
            <a:avLst/>
          </a:prstGeom>
        </p:spPr>
      </p:pic>
      <p:pic>
        <p:nvPicPr>
          <p:cNvPr id="62" name="Graphic 61" descr="Fish with solid fill">
            <a:extLst>
              <a:ext uri="{FF2B5EF4-FFF2-40B4-BE49-F238E27FC236}">
                <a16:creationId xmlns:a16="http://schemas.microsoft.com/office/drawing/2014/main" id="{EA39190C-9069-2AAE-730E-DB53812908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7644" y="1367603"/>
            <a:ext cx="914400" cy="914400"/>
          </a:xfrm>
          <a:prstGeom prst="rect">
            <a:avLst/>
          </a:prstGeom>
        </p:spPr>
      </p:pic>
      <p:pic>
        <p:nvPicPr>
          <p:cNvPr id="63" name="Graphic 62" descr="Fish with solid fill">
            <a:extLst>
              <a:ext uri="{FF2B5EF4-FFF2-40B4-BE49-F238E27FC236}">
                <a16:creationId xmlns:a16="http://schemas.microsoft.com/office/drawing/2014/main" id="{E12538F9-CE26-554C-1768-7DB4BC8C5C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64786" y="1736206"/>
            <a:ext cx="914400" cy="914400"/>
          </a:xfrm>
          <a:prstGeom prst="rect">
            <a:avLst/>
          </a:prstGeom>
        </p:spPr>
      </p:pic>
      <p:pic>
        <p:nvPicPr>
          <p:cNvPr id="64" name="Graphic 63" descr="Fish with solid fill">
            <a:extLst>
              <a:ext uri="{FF2B5EF4-FFF2-40B4-BE49-F238E27FC236}">
                <a16:creationId xmlns:a16="http://schemas.microsoft.com/office/drawing/2014/main" id="{93C74923-2118-144D-4BD4-89DB6CD46D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5968" y="2694076"/>
            <a:ext cx="914400" cy="914400"/>
          </a:xfrm>
          <a:prstGeom prst="rect">
            <a:avLst/>
          </a:prstGeom>
        </p:spPr>
      </p:pic>
      <p:pic>
        <p:nvPicPr>
          <p:cNvPr id="65" name="Graphic 64" descr="Fish with solid fill">
            <a:extLst>
              <a:ext uri="{FF2B5EF4-FFF2-40B4-BE49-F238E27FC236}">
                <a16:creationId xmlns:a16="http://schemas.microsoft.com/office/drawing/2014/main" id="{4E9039F7-4170-DD7E-C7DA-A035A6A203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10869" y="3525163"/>
            <a:ext cx="914400" cy="914400"/>
          </a:xfrm>
          <a:prstGeom prst="rect">
            <a:avLst/>
          </a:prstGeom>
        </p:spPr>
      </p:pic>
      <p:pic>
        <p:nvPicPr>
          <p:cNvPr id="66" name="Graphic 65" descr="Fish with solid fill">
            <a:extLst>
              <a:ext uri="{FF2B5EF4-FFF2-40B4-BE49-F238E27FC236}">
                <a16:creationId xmlns:a16="http://schemas.microsoft.com/office/drawing/2014/main" id="{46024F9E-A68F-913C-2A07-F7B9ADBFC8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64238" y="2607019"/>
            <a:ext cx="914400" cy="914400"/>
          </a:xfrm>
          <a:prstGeom prst="rect">
            <a:avLst/>
          </a:prstGeom>
        </p:spPr>
      </p:pic>
      <p:pic>
        <p:nvPicPr>
          <p:cNvPr id="67" name="Graphic 66" descr="Fish with solid fill">
            <a:extLst>
              <a:ext uri="{FF2B5EF4-FFF2-40B4-BE49-F238E27FC236}">
                <a16:creationId xmlns:a16="http://schemas.microsoft.com/office/drawing/2014/main" id="{462A6B1D-E7BB-D7F1-967C-D45683BEA8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64252" y="4293046"/>
            <a:ext cx="914400" cy="914400"/>
          </a:xfrm>
          <a:prstGeom prst="rect">
            <a:avLst/>
          </a:prstGeom>
        </p:spPr>
      </p:pic>
      <p:pic>
        <p:nvPicPr>
          <p:cNvPr id="68" name="Graphic 67" descr="Fish with solid fill">
            <a:extLst>
              <a:ext uri="{FF2B5EF4-FFF2-40B4-BE49-F238E27FC236}">
                <a16:creationId xmlns:a16="http://schemas.microsoft.com/office/drawing/2014/main" id="{2387CCD4-CF84-F6FC-F09E-248EB1F513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99851" y="3702578"/>
            <a:ext cx="914400" cy="914400"/>
          </a:xfrm>
          <a:prstGeom prst="rect">
            <a:avLst/>
          </a:prstGeom>
        </p:spPr>
      </p:pic>
      <p:pic>
        <p:nvPicPr>
          <p:cNvPr id="69" name="Graphic 68" descr="Fish with solid fill">
            <a:extLst>
              <a:ext uri="{FF2B5EF4-FFF2-40B4-BE49-F238E27FC236}">
                <a16:creationId xmlns:a16="http://schemas.microsoft.com/office/drawing/2014/main" id="{A7863BE2-10F4-8534-2C45-12D06B7D71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25889" y="3217377"/>
            <a:ext cx="914400" cy="914400"/>
          </a:xfrm>
          <a:prstGeom prst="rect">
            <a:avLst/>
          </a:prstGeom>
        </p:spPr>
      </p:pic>
      <p:pic>
        <p:nvPicPr>
          <p:cNvPr id="70" name="Graphic 69" descr="Fish with solid fill">
            <a:extLst>
              <a:ext uri="{FF2B5EF4-FFF2-40B4-BE49-F238E27FC236}">
                <a16:creationId xmlns:a16="http://schemas.microsoft.com/office/drawing/2014/main" id="{D10CD2B8-F41B-97F2-4BAE-47F0D52F75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26502" y="5024189"/>
            <a:ext cx="914400" cy="914400"/>
          </a:xfrm>
          <a:prstGeom prst="rect">
            <a:avLst/>
          </a:prstGeom>
        </p:spPr>
      </p:pic>
      <p:pic>
        <p:nvPicPr>
          <p:cNvPr id="71" name="Graphic 70" descr="Fish with solid fill">
            <a:extLst>
              <a:ext uri="{FF2B5EF4-FFF2-40B4-BE49-F238E27FC236}">
                <a16:creationId xmlns:a16="http://schemas.microsoft.com/office/drawing/2014/main" id="{24716D4D-C732-301C-9782-226CC2D41B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99290" y="4331989"/>
            <a:ext cx="914400" cy="914400"/>
          </a:xfrm>
          <a:prstGeom prst="rect">
            <a:avLst/>
          </a:prstGeom>
        </p:spPr>
      </p:pic>
      <p:pic>
        <p:nvPicPr>
          <p:cNvPr id="72" name="Graphic 71" descr="Fish with solid fill">
            <a:extLst>
              <a:ext uri="{FF2B5EF4-FFF2-40B4-BE49-F238E27FC236}">
                <a16:creationId xmlns:a16="http://schemas.microsoft.com/office/drawing/2014/main" id="{54B684C0-B0B1-3D13-4903-B1558677D4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62621" y="2890909"/>
            <a:ext cx="914400" cy="914400"/>
          </a:xfrm>
          <a:prstGeom prst="rect">
            <a:avLst/>
          </a:prstGeom>
        </p:spPr>
      </p:pic>
      <p:pic>
        <p:nvPicPr>
          <p:cNvPr id="73" name="Graphic 72" descr="Fish with solid fill">
            <a:extLst>
              <a:ext uri="{FF2B5EF4-FFF2-40B4-BE49-F238E27FC236}">
                <a16:creationId xmlns:a16="http://schemas.microsoft.com/office/drawing/2014/main" id="{5B957118-0BE5-34A7-442E-402CCD7225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56289" y="3466265"/>
            <a:ext cx="914400" cy="914400"/>
          </a:xfrm>
          <a:prstGeom prst="rect">
            <a:avLst/>
          </a:prstGeom>
        </p:spPr>
      </p:pic>
      <p:pic>
        <p:nvPicPr>
          <p:cNvPr id="74" name="Graphic 73" descr="Fish with solid fill">
            <a:extLst>
              <a:ext uri="{FF2B5EF4-FFF2-40B4-BE49-F238E27FC236}">
                <a16:creationId xmlns:a16="http://schemas.microsoft.com/office/drawing/2014/main" id="{344FD854-012B-62CE-1E21-7891825BCA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51440" y="4780853"/>
            <a:ext cx="914400" cy="914400"/>
          </a:xfrm>
          <a:prstGeom prst="rect">
            <a:avLst/>
          </a:prstGeom>
        </p:spPr>
      </p:pic>
      <p:pic>
        <p:nvPicPr>
          <p:cNvPr id="75" name="Graphic 74" descr="Fish with solid fill">
            <a:extLst>
              <a:ext uri="{FF2B5EF4-FFF2-40B4-BE49-F238E27FC236}">
                <a16:creationId xmlns:a16="http://schemas.microsoft.com/office/drawing/2014/main" id="{80D93164-AD84-6DA5-0334-69FBDF46A5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82662" y="3292681"/>
            <a:ext cx="914400" cy="914400"/>
          </a:xfrm>
          <a:prstGeom prst="rect">
            <a:avLst/>
          </a:prstGeom>
        </p:spPr>
      </p:pic>
      <p:pic>
        <p:nvPicPr>
          <p:cNvPr id="77" name="Graphic 76" descr="Fish with solid fill">
            <a:extLst>
              <a:ext uri="{FF2B5EF4-FFF2-40B4-BE49-F238E27FC236}">
                <a16:creationId xmlns:a16="http://schemas.microsoft.com/office/drawing/2014/main" id="{E580C475-8D34-AF1C-3CAB-0A4EA5D08F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62495" y="3004911"/>
            <a:ext cx="914400" cy="9144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76B0A18-968D-331D-5927-AB17DF170F6F}"/>
                  </a:ext>
                </a:extLst>
              </p:cNvPr>
              <p:cNvSpPr txBox="1"/>
              <p:nvPr/>
            </p:nvSpPr>
            <p:spPr>
              <a:xfrm>
                <a:off x="6060470" y="632363"/>
                <a:ext cx="5521964" cy="1085875"/>
              </a:xfrm>
              <a:prstGeom prst="rect">
                <a:avLst/>
              </a:prstGeom>
              <a:noFill/>
            </p:spPr>
            <p:txBody>
              <a:bodyPr wrap="square" lIns="0" tIns="0" rIns="0" bIns="0" rtlCol="0">
                <a:spAutoFit/>
              </a:bodyPr>
              <a:lstStyle/>
              <a:p>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𝑵</m:t>
                        </m:r>
                      </m:e>
                      <m:sub>
                        <m:r>
                          <a:rPr lang="en-US" sz="2400" b="1" i="1">
                            <a:latin typeface="Cambria Math" panose="02040503050406030204" pitchFamily="18" charset="0"/>
                          </a:rPr>
                          <m:t>𝒆</m:t>
                        </m:r>
                      </m:sub>
                    </m:sSub>
                    <m:r>
                      <a:rPr lang="en-US" sz="2400" b="1" i="1">
                        <a:latin typeface="Cambria Math" panose="02040503050406030204" pitchFamily="18" charset="0"/>
                      </a:rPr>
                      <m:t>&gt;</m:t>
                    </m:r>
                    <m:r>
                      <a:rPr lang="en-US" sz="2400" b="1" i="1">
                        <a:latin typeface="Cambria Math" panose="02040503050406030204" pitchFamily="18" charset="0"/>
                      </a:rPr>
                      <m:t>𝟓𝟎𝟎</m:t>
                    </m:r>
                  </m:oMath>
                </a14:m>
                <a:r>
                  <a:rPr lang="en-US" sz="2400" b="1" dirty="0"/>
                  <a:t> : Proportion of populations within species with an effective population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𝑵</m:t>
                        </m:r>
                      </m:e>
                      <m:sub>
                        <m:r>
                          <a:rPr lang="en-US" sz="2400" b="1" i="1">
                            <a:latin typeface="Cambria Math" panose="02040503050406030204" pitchFamily="18" charset="0"/>
                          </a:rPr>
                          <m:t>𝒆</m:t>
                        </m:r>
                      </m:sub>
                    </m:sSub>
                  </m:oMath>
                </a14:m>
                <a:r>
                  <a:rPr lang="en-US" sz="2400" b="1" dirty="0"/>
                  <a:t>)  size &lt; 500</a:t>
                </a:r>
                <a:endParaRPr lang="en-CH" sz="2400" b="1" dirty="0"/>
              </a:p>
            </p:txBody>
          </p:sp>
        </mc:Choice>
        <mc:Fallback xmlns="">
          <p:sp>
            <p:nvSpPr>
              <p:cNvPr id="4" name="TextBox 3">
                <a:extLst>
                  <a:ext uri="{FF2B5EF4-FFF2-40B4-BE49-F238E27FC236}">
                    <a16:creationId xmlns:a16="http://schemas.microsoft.com/office/drawing/2014/main" id="{A5F5957F-7B80-7B43-CDD7-D29B876E509A}"/>
                  </a:ext>
                </a:extLst>
              </p:cNvPr>
              <p:cNvSpPr txBox="1">
                <a:spLocks noRot="1" noChangeAspect="1" noMove="1" noResize="1" noEditPoints="1" noAdjustHandles="1" noChangeArrowheads="1" noChangeShapeType="1" noTextEdit="1"/>
              </p:cNvSpPr>
              <p:nvPr/>
            </p:nvSpPr>
            <p:spPr>
              <a:xfrm>
                <a:off x="6060470" y="632363"/>
                <a:ext cx="5521964" cy="1085875"/>
              </a:xfrm>
              <a:prstGeom prst="rect">
                <a:avLst/>
              </a:prstGeom>
              <a:blipFill>
                <a:blip r:embed="rId5"/>
                <a:stretch>
                  <a:fillRect l="-3311" t="-9551" b="-15730"/>
                </a:stretch>
              </a:blipFill>
            </p:spPr>
            <p:txBody>
              <a:bodyPr/>
              <a:lstStyle/>
              <a:p>
                <a:r>
                  <a:rPr lang="en-CH">
                    <a:noFill/>
                  </a:rPr>
                  <a:t> </a:t>
                </a:r>
              </a:p>
            </p:txBody>
          </p:sp>
        </mc:Fallback>
      </mc:AlternateContent>
      <p:pic>
        <p:nvPicPr>
          <p:cNvPr id="9" name="Graphic 8" descr="Line arrow: Clockwise curve with solid fill">
            <a:extLst>
              <a:ext uri="{FF2B5EF4-FFF2-40B4-BE49-F238E27FC236}">
                <a16:creationId xmlns:a16="http://schemas.microsoft.com/office/drawing/2014/main" id="{9103D44A-415D-0201-0557-87E6370091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9322742">
            <a:off x="8547032" y="3123432"/>
            <a:ext cx="914400" cy="914400"/>
          </a:xfrm>
          <a:prstGeom prst="rect">
            <a:avLst/>
          </a:prstGeom>
        </p:spPr>
      </p:pic>
    </p:spTree>
    <p:extLst>
      <p:ext uri="{BB962C8B-B14F-4D97-AF65-F5344CB8AC3E}">
        <p14:creationId xmlns:p14="http://schemas.microsoft.com/office/powerpoint/2010/main" val="405589159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19E2A-F964-D7B2-8070-B61FBDD8B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DE2DB-0ABF-0FF3-A9C8-382F4D420B66}"/>
              </a:ext>
            </a:extLst>
          </p:cNvPr>
          <p:cNvSpPr>
            <a:spLocks noGrp="1"/>
          </p:cNvSpPr>
          <p:nvPr>
            <p:ph type="title"/>
          </p:nvPr>
        </p:nvSpPr>
        <p:spPr>
          <a:xfrm>
            <a:off x="273600" y="244800"/>
            <a:ext cx="11650662" cy="625944"/>
          </a:xfrm>
        </p:spPr>
        <p:txBody>
          <a:bodyPr vert="horz" lIns="0" tIns="0" rIns="0" bIns="0" rtlCol="0" anchor="t">
            <a:normAutofit/>
          </a:bodyPr>
          <a:lstStyle/>
          <a:p>
            <a:r>
              <a:rPr lang="en-GB" dirty="0"/>
              <a:t>My Project – Problem</a:t>
            </a:r>
            <a:endParaRPr lang="en-GB" b="1" kern="1200" spc="0" baseline="0" dirty="0">
              <a:latin typeface="+mj-lt"/>
              <a:ea typeface="+mj-ea"/>
              <a:cs typeface="+mj-cs"/>
            </a:endParaRPr>
          </a:p>
        </p:txBody>
      </p:sp>
      <p:sp>
        <p:nvSpPr>
          <p:cNvPr id="5" name="Date Placeholder 3">
            <a:extLst>
              <a:ext uri="{FF2B5EF4-FFF2-40B4-BE49-F238E27FC236}">
                <a16:creationId xmlns:a16="http://schemas.microsoft.com/office/drawing/2014/main" id="{DC78ABB3-8B35-4B7F-7372-780DB13C9D62}"/>
              </a:ext>
            </a:extLst>
          </p:cNvPr>
          <p:cNvSpPr>
            <a:spLocks noGrp="1"/>
          </p:cNvSpPr>
          <p:nvPr>
            <p:ph type="dt" sz="half" idx="10"/>
          </p:nvPr>
        </p:nvSpPr>
        <p:spPr>
          <a:xfrm>
            <a:off x="10416480" y="6424761"/>
            <a:ext cx="1189348" cy="144016"/>
          </a:xfrm>
        </p:spPr>
        <p:txBody>
          <a:bodyPr/>
          <a:lstStyle/>
          <a:p>
            <a:pPr>
              <a:spcAft>
                <a:spcPts val="600"/>
              </a:spcAft>
            </a:pPr>
            <a:fld id="{C5B0C931-9A68-4BBF-B4AA-F911830D4275}" type="datetime1">
              <a:rPr lang="en-GB" noProof="0" smtClean="0"/>
              <a:t>16/09/2026</a:t>
            </a:fld>
            <a:endParaRPr lang="en-GB" noProof="0"/>
          </a:p>
        </p:txBody>
      </p:sp>
      <p:sp>
        <p:nvSpPr>
          <p:cNvPr id="14" name="Slide Number Placeholder 5">
            <a:extLst>
              <a:ext uri="{FF2B5EF4-FFF2-40B4-BE49-F238E27FC236}">
                <a16:creationId xmlns:a16="http://schemas.microsoft.com/office/drawing/2014/main" id="{B8113442-E565-9F73-F7EA-735321B8A0A0}"/>
              </a:ext>
            </a:extLst>
          </p:cNvPr>
          <p:cNvSpPr>
            <a:spLocks noGrp="1"/>
          </p:cNvSpPr>
          <p:nvPr>
            <p:ph type="sldNum" sz="quarter" idx="12"/>
          </p:nvPr>
        </p:nvSpPr>
        <p:spPr>
          <a:xfrm>
            <a:off x="11712624" y="6424761"/>
            <a:ext cx="209500" cy="144016"/>
          </a:xfrm>
        </p:spPr>
        <p:txBody>
          <a:bodyPr/>
          <a:lstStyle/>
          <a:p>
            <a:pPr>
              <a:spcAft>
                <a:spcPts val="600"/>
              </a:spcAft>
            </a:pPr>
            <a:fld id="{442AD375-037F-43D0-B059-5172DA06796A}" type="slidenum">
              <a:rPr lang="en-GB" noProof="0" smtClean="0"/>
              <a:pPr>
                <a:spcAft>
                  <a:spcPts val="600"/>
                </a:spcAft>
              </a:pPr>
              <a:t>110</a:t>
            </a:fld>
            <a:endParaRPr lang="en-GB" noProof="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9BA26AA-AB31-6A0B-576A-20063F1F794E}"/>
                  </a:ext>
                </a:extLst>
              </p:cNvPr>
              <p:cNvSpPr txBox="1"/>
              <p:nvPr/>
            </p:nvSpPr>
            <p:spPr>
              <a:xfrm>
                <a:off x="4655840" y="892498"/>
                <a:ext cx="2880320" cy="361959"/>
              </a:xfrm>
              <a:prstGeom prst="rect">
                <a:avLst/>
              </a:prstGeom>
              <a:noFill/>
            </p:spPr>
            <p:txBody>
              <a:bodyPr wrap="square" lIns="0" tIns="0" rIns="0" bIns="0" rtlCol="0">
                <a:spAutoFit/>
              </a:bodyPr>
              <a:lstStyle/>
              <a:p>
                <a:r>
                  <a:rPr lang="en-US" sz="2400" b="1" dirty="0"/>
                  <a:t>How to estimate </a:t>
                </a:r>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𝑵</m:t>
                        </m:r>
                      </m:e>
                      <m:sub>
                        <m:r>
                          <a:rPr lang="en-US" sz="2400" b="1" i="1" smtClean="0">
                            <a:latin typeface="Cambria Math" panose="02040503050406030204" pitchFamily="18" charset="0"/>
                          </a:rPr>
                          <m:t>𝒆</m:t>
                        </m:r>
                      </m:sub>
                    </m:sSub>
                  </m:oMath>
                </a14:m>
                <a:r>
                  <a:rPr lang="en-US" sz="2400" b="1" dirty="0"/>
                  <a:t>?</a:t>
                </a:r>
              </a:p>
            </p:txBody>
          </p:sp>
        </mc:Choice>
        <mc:Fallback xmlns="">
          <p:sp>
            <p:nvSpPr>
              <p:cNvPr id="9" name="TextBox 8">
                <a:extLst>
                  <a:ext uri="{FF2B5EF4-FFF2-40B4-BE49-F238E27FC236}">
                    <a16:creationId xmlns:a16="http://schemas.microsoft.com/office/drawing/2014/main" id="{49408BBD-0DFE-9CF7-DB28-A403DFD86B79}"/>
                  </a:ext>
                </a:extLst>
              </p:cNvPr>
              <p:cNvSpPr txBox="1">
                <a:spLocks noRot="1" noChangeAspect="1" noMove="1" noResize="1" noEditPoints="1" noAdjustHandles="1" noChangeArrowheads="1" noChangeShapeType="1" noTextEdit="1"/>
              </p:cNvSpPr>
              <p:nvPr/>
            </p:nvSpPr>
            <p:spPr>
              <a:xfrm>
                <a:off x="4655840" y="892498"/>
                <a:ext cx="2880320" cy="361959"/>
              </a:xfrm>
              <a:prstGeom prst="rect">
                <a:avLst/>
              </a:prstGeom>
              <a:blipFill>
                <a:blip r:embed="rId3"/>
                <a:stretch>
                  <a:fillRect l="-6568" t="-26667" r="-2119" b="-50000"/>
                </a:stretch>
              </a:blipFill>
            </p:spPr>
            <p:txBody>
              <a:bodyPr/>
              <a:lstStyle/>
              <a:p>
                <a:r>
                  <a:rPr lang="en-CH">
                    <a:noFill/>
                  </a:rPr>
                  <a:t> </a:t>
                </a:r>
              </a:p>
            </p:txBody>
          </p:sp>
        </mc:Fallback>
      </mc:AlternateContent>
      <p:cxnSp>
        <p:nvCxnSpPr>
          <p:cNvPr id="12" name="Straight Connector 11">
            <a:extLst>
              <a:ext uri="{FF2B5EF4-FFF2-40B4-BE49-F238E27FC236}">
                <a16:creationId xmlns:a16="http://schemas.microsoft.com/office/drawing/2014/main" id="{AF3C43A6-37E9-C3D5-84A7-312F61796A0E}"/>
              </a:ext>
            </a:extLst>
          </p:cNvPr>
          <p:cNvCxnSpPr/>
          <p:nvPr/>
        </p:nvCxnSpPr>
        <p:spPr>
          <a:xfrm>
            <a:off x="6096000" y="1412776"/>
            <a:ext cx="0" cy="4824536"/>
          </a:xfrm>
          <a:prstGeom prst="line">
            <a:avLst/>
          </a:prstGeom>
          <a:ln w="762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2D78492-9EE0-2B27-EA02-BDB2534B8196}"/>
              </a:ext>
            </a:extLst>
          </p:cNvPr>
          <p:cNvSpPr txBox="1"/>
          <p:nvPr/>
        </p:nvSpPr>
        <p:spPr>
          <a:xfrm>
            <a:off x="1415480" y="1412776"/>
            <a:ext cx="2160239" cy="301621"/>
          </a:xfrm>
          <a:prstGeom prst="rect">
            <a:avLst/>
          </a:prstGeom>
          <a:noFill/>
        </p:spPr>
        <p:txBody>
          <a:bodyPr wrap="square" lIns="0" tIns="0" rIns="0" bIns="0" rtlCol="0">
            <a:spAutoFit/>
          </a:bodyPr>
          <a:lstStyle/>
          <a:p>
            <a:r>
              <a:rPr lang="en-US" sz="2000" b="1" dirty="0"/>
              <a:t>With genetic data:</a:t>
            </a:r>
            <a:endParaRPr lang="en-CH" sz="2000" b="1" dirty="0"/>
          </a:p>
        </p:txBody>
      </p:sp>
      <p:sp>
        <p:nvSpPr>
          <p:cNvPr id="18" name="TextBox 17">
            <a:extLst>
              <a:ext uri="{FF2B5EF4-FFF2-40B4-BE49-F238E27FC236}">
                <a16:creationId xmlns:a16="http://schemas.microsoft.com/office/drawing/2014/main" id="{3764AB35-1187-650C-D88E-9FB0DE431182}"/>
              </a:ext>
            </a:extLst>
          </p:cNvPr>
          <p:cNvSpPr txBox="1"/>
          <p:nvPr/>
        </p:nvSpPr>
        <p:spPr>
          <a:xfrm>
            <a:off x="7824192" y="1412775"/>
            <a:ext cx="2448271" cy="301621"/>
          </a:xfrm>
          <a:prstGeom prst="rect">
            <a:avLst/>
          </a:prstGeom>
          <a:noFill/>
        </p:spPr>
        <p:txBody>
          <a:bodyPr wrap="square" lIns="0" tIns="0" rIns="0" bIns="0" rtlCol="0">
            <a:spAutoFit/>
          </a:bodyPr>
          <a:lstStyle/>
          <a:p>
            <a:r>
              <a:rPr lang="en-US" sz="2000" b="1" dirty="0"/>
              <a:t>Without genetic data:</a:t>
            </a:r>
            <a:endParaRPr lang="en-CH" sz="2000" b="1" dirty="0"/>
          </a:p>
        </p:txBody>
      </p:sp>
      <p:grpSp>
        <p:nvGrpSpPr>
          <p:cNvPr id="723" name="Group 722">
            <a:extLst>
              <a:ext uri="{FF2B5EF4-FFF2-40B4-BE49-F238E27FC236}">
                <a16:creationId xmlns:a16="http://schemas.microsoft.com/office/drawing/2014/main" id="{28C31168-2677-D316-A587-96964425B281}"/>
              </a:ext>
            </a:extLst>
          </p:cNvPr>
          <p:cNvGrpSpPr/>
          <p:nvPr/>
        </p:nvGrpSpPr>
        <p:grpSpPr>
          <a:xfrm>
            <a:off x="468596" y="2350294"/>
            <a:ext cx="5095751" cy="2194339"/>
            <a:chOff x="152967" y="1247498"/>
            <a:chExt cx="11853865" cy="4454222"/>
          </a:xfrm>
        </p:grpSpPr>
        <p:sp>
          <p:nvSpPr>
            <p:cNvPr id="19" name="Rectangle: Rounded Corners 18">
              <a:extLst>
                <a:ext uri="{FF2B5EF4-FFF2-40B4-BE49-F238E27FC236}">
                  <a16:creationId xmlns:a16="http://schemas.microsoft.com/office/drawing/2014/main" id="{13E36777-AB50-1F38-B1CF-6A0D3D955B09}"/>
                </a:ext>
              </a:extLst>
            </p:cNvPr>
            <p:cNvSpPr/>
            <p:nvPr/>
          </p:nvSpPr>
          <p:spPr>
            <a:xfrm>
              <a:off x="7830368" y="1255830"/>
              <a:ext cx="4176464"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TextBox 20">
              <a:extLst>
                <a:ext uri="{FF2B5EF4-FFF2-40B4-BE49-F238E27FC236}">
                  <a16:creationId xmlns:a16="http://schemas.microsoft.com/office/drawing/2014/main" id="{C11E3CCA-FBB0-9867-5B68-69093937C608}"/>
                </a:ext>
              </a:extLst>
            </p:cNvPr>
            <p:cNvSpPr txBox="1"/>
            <p:nvPr/>
          </p:nvSpPr>
          <p:spPr>
            <a:xfrm>
              <a:off x="479376" y="4722170"/>
              <a:ext cx="3672407" cy="979550"/>
            </a:xfrm>
            <a:prstGeom prst="rect">
              <a:avLst/>
            </a:prstGeom>
            <a:noFill/>
          </p:spPr>
          <p:txBody>
            <a:bodyPr wrap="square" lIns="0" tIns="0" rIns="0" bIns="0" rtlCol="0">
              <a:spAutoFit/>
            </a:bodyPr>
            <a:lstStyle/>
            <a:p>
              <a:pPr algn="ctr"/>
              <a:r>
                <a:rPr lang="en-US" b="1" noProof="0" dirty="0">
                  <a:latin typeface="Aptos" panose="020B0004020202020204" pitchFamily="34" charset="0"/>
                </a:rPr>
                <a:t>Sample individuals </a:t>
              </a:r>
            </a:p>
          </p:txBody>
        </p:sp>
        <p:grpSp>
          <p:nvGrpSpPr>
            <p:cNvPr id="22" name="Group 21">
              <a:extLst>
                <a:ext uri="{FF2B5EF4-FFF2-40B4-BE49-F238E27FC236}">
                  <a16:creationId xmlns:a16="http://schemas.microsoft.com/office/drawing/2014/main" id="{9C507443-9DFE-AFDE-D871-F2F03EE58EA8}"/>
                </a:ext>
              </a:extLst>
            </p:cNvPr>
            <p:cNvGrpSpPr/>
            <p:nvPr/>
          </p:nvGrpSpPr>
          <p:grpSpPr>
            <a:xfrm>
              <a:off x="152967" y="1255830"/>
              <a:ext cx="4176464" cy="3312368"/>
              <a:chOff x="191344" y="1268760"/>
              <a:chExt cx="4176464" cy="3312368"/>
            </a:xfrm>
            <a:effectLst>
              <a:outerShdw blurRad="50800" dist="38100" dir="2700000" algn="tl" rotWithShape="0">
                <a:prstClr val="black">
                  <a:alpha val="40000"/>
                </a:prstClr>
              </a:outerShdw>
            </a:effectLst>
          </p:grpSpPr>
          <p:sp>
            <p:nvSpPr>
              <p:cNvPr id="23" name="Rectangle: Rounded Corners 22">
                <a:extLst>
                  <a:ext uri="{FF2B5EF4-FFF2-40B4-BE49-F238E27FC236}">
                    <a16:creationId xmlns:a16="http://schemas.microsoft.com/office/drawing/2014/main" id="{35527601-1534-6038-43CE-D0ACFC4BB84A}"/>
                  </a:ext>
                </a:extLst>
              </p:cNvPr>
              <p:cNvSpPr/>
              <p:nvPr/>
            </p:nvSpPr>
            <p:spPr>
              <a:xfrm>
                <a:off x="191344" y="1268760"/>
                <a:ext cx="4176464" cy="3312368"/>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DAC1B183-DD3D-A5DE-8690-3D635DF046DE}"/>
                  </a:ext>
                </a:extLst>
              </p:cNvPr>
              <p:cNvGrpSpPr/>
              <p:nvPr/>
            </p:nvGrpSpPr>
            <p:grpSpPr>
              <a:xfrm>
                <a:off x="335360" y="1484784"/>
                <a:ext cx="3888432" cy="2880320"/>
                <a:chOff x="335360" y="1484784"/>
                <a:chExt cx="3888432" cy="2880320"/>
              </a:xfrm>
            </p:grpSpPr>
            <p:pic>
              <p:nvPicPr>
                <p:cNvPr id="26" name="Graphic 25" descr="Deciduous tree with solid fill">
                  <a:extLst>
                    <a:ext uri="{FF2B5EF4-FFF2-40B4-BE49-F238E27FC236}">
                      <a16:creationId xmlns:a16="http://schemas.microsoft.com/office/drawing/2014/main" id="{64A89341-6063-0F4A-88FE-E6C24CB84D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0986" y="2454941"/>
                  <a:ext cx="209457" cy="196410"/>
                </a:xfrm>
                <a:prstGeom prst="rect">
                  <a:avLst/>
                </a:prstGeom>
              </p:spPr>
            </p:pic>
            <p:pic>
              <p:nvPicPr>
                <p:cNvPr id="28" name="Graphic 27" descr="Deciduous tree with solid fill">
                  <a:extLst>
                    <a:ext uri="{FF2B5EF4-FFF2-40B4-BE49-F238E27FC236}">
                      <a16:creationId xmlns:a16="http://schemas.microsoft.com/office/drawing/2014/main" id="{B9F49E3C-3127-8BDB-B086-33C2796E86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5360" y="2550800"/>
                  <a:ext cx="209457" cy="196410"/>
                </a:xfrm>
                <a:prstGeom prst="rect">
                  <a:avLst/>
                </a:prstGeom>
              </p:spPr>
            </p:pic>
            <p:pic>
              <p:nvPicPr>
                <p:cNvPr id="30" name="Graphic 29" descr="Deciduous tree with solid fill">
                  <a:extLst>
                    <a:ext uri="{FF2B5EF4-FFF2-40B4-BE49-F238E27FC236}">
                      <a16:creationId xmlns:a16="http://schemas.microsoft.com/office/drawing/2014/main" id="{58F22EBC-6A10-E168-2604-EA9BE145F2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1563" y="2366903"/>
                  <a:ext cx="209457" cy="196410"/>
                </a:xfrm>
                <a:prstGeom prst="rect">
                  <a:avLst/>
                </a:prstGeom>
              </p:spPr>
            </p:pic>
            <p:pic>
              <p:nvPicPr>
                <p:cNvPr id="32" name="Graphic 31" descr="Deciduous tree with solid fill">
                  <a:extLst>
                    <a:ext uri="{FF2B5EF4-FFF2-40B4-BE49-F238E27FC236}">
                      <a16:creationId xmlns:a16="http://schemas.microsoft.com/office/drawing/2014/main" id="{6B3610AF-3747-8514-6485-53C5EC65CF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7054" y="2674291"/>
                  <a:ext cx="209457" cy="196410"/>
                </a:xfrm>
                <a:prstGeom prst="rect">
                  <a:avLst/>
                </a:prstGeom>
              </p:spPr>
            </p:pic>
            <p:pic>
              <p:nvPicPr>
                <p:cNvPr id="34" name="Graphic 33" descr="Deciduous tree with solid fill">
                  <a:extLst>
                    <a:ext uri="{FF2B5EF4-FFF2-40B4-BE49-F238E27FC236}">
                      <a16:creationId xmlns:a16="http://schemas.microsoft.com/office/drawing/2014/main" id="{77BB1C8B-C7C7-8F1F-C53D-3D067344E9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49" y="2797782"/>
                  <a:ext cx="209457" cy="196410"/>
                </a:xfrm>
                <a:prstGeom prst="rect">
                  <a:avLst/>
                </a:prstGeom>
              </p:spPr>
            </p:pic>
            <p:pic>
              <p:nvPicPr>
                <p:cNvPr id="36" name="Graphic 35" descr="Deciduous tree with solid fill">
                  <a:extLst>
                    <a:ext uri="{FF2B5EF4-FFF2-40B4-BE49-F238E27FC236}">
                      <a16:creationId xmlns:a16="http://schemas.microsoft.com/office/drawing/2014/main" id="{26DC8E0F-524B-EE65-DA36-DC78B0D2EE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4" y="2921273"/>
                  <a:ext cx="209457" cy="196410"/>
                </a:xfrm>
                <a:prstGeom prst="rect">
                  <a:avLst/>
                </a:prstGeom>
              </p:spPr>
            </p:pic>
            <p:pic>
              <p:nvPicPr>
                <p:cNvPr id="38" name="Graphic 37" descr="Deciduous tree with solid fill">
                  <a:extLst>
                    <a:ext uri="{FF2B5EF4-FFF2-40B4-BE49-F238E27FC236}">
                      <a16:creationId xmlns:a16="http://schemas.microsoft.com/office/drawing/2014/main" id="{2A0E847B-58D0-36D3-0B46-9A6A42612A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38" y="3044764"/>
                  <a:ext cx="209457" cy="196410"/>
                </a:xfrm>
                <a:prstGeom prst="rect">
                  <a:avLst/>
                </a:prstGeom>
              </p:spPr>
            </p:pic>
            <p:pic>
              <p:nvPicPr>
                <p:cNvPr id="40" name="Graphic 39" descr="Deciduous tree with solid fill">
                  <a:extLst>
                    <a:ext uri="{FF2B5EF4-FFF2-40B4-BE49-F238E27FC236}">
                      <a16:creationId xmlns:a16="http://schemas.microsoft.com/office/drawing/2014/main" id="{FFDF787B-36A7-AE6B-3E43-F219ADB6B0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3" y="3168255"/>
                  <a:ext cx="209457" cy="196410"/>
                </a:xfrm>
                <a:prstGeom prst="rect">
                  <a:avLst/>
                </a:prstGeom>
              </p:spPr>
            </p:pic>
            <p:pic>
              <p:nvPicPr>
                <p:cNvPr id="42" name="Graphic 41" descr="Deciduous tree with solid fill">
                  <a:extLst>
                    <a:ext uri="{FF2B5EF4-FFF2-40B4-BE49-F238E27FC236}">
                      <a16:creationId xmlns:a16="http://schemas.microsoft.com/office/drawing/2014/main" id="{C52B016A-8681-91CD-3AA2-95C44581CC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27" y="3291746"/>
                  <a:ext cx="209457" cy="196410"/>
                </a:xfrm>
                <a:prstGeom prst="rect">
                  <a:avLst/>
                </a:prstGeom>
              </p:spPr>
            </p:pic>
            <p:pic>
              <p:nvPicPr>
                <p:cNvPr id="44" name="Graphic 43" descr="Deciduous tree with solid fill">
                  <a:extLst>
                    <a:ext uri="{FF2B5EF4-FFF2-40B4-BE49-F238E27FC236}">
                      <a16:creationId xmlns:a16="http://schemas.microsoft.com/office/drawing/2014/main" id="{F3FE29CA-AAE3-FA78-DEB8-356187C21A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1" y="3415237"/>
                  <a:ext cx="209457" cy="196410"/>
                </a:xfrm>
                <a:prstGeom prst="rect">
                  <a:avLst/>
                </a:prstGeom>
              </p:spPr>
            </p:pic>
            <p:pic>
              <p:nvPicPr>
                <p:cNvPr id="48" name="Graphic 47" descr="Deciduous tree with solid fill">
                  <a:extLst>
                    <a:ext uri="{FF2B5EF4-FFF2-40B4-BE49-F238E27FC236}">
                      <a16:creationId xmlns:a16="http://schemas.microsoft.com/office/drawing/2014/main" id="{D37AC38A-D00E-9E53-03AD-F3CC6F984C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16" y="3538728"/>
                  <a:ext cx="209457" cy="196410"/>
                </a:xfrm>
                <a:prstGeom prst="rect">
                  <a:avLst/>
                </a:prstGeom>
              </p:spPr>
            </p:pic>
            <p:pic>
              <p:nvPicPr>
                <p:cNvPr id="60" name="Graphic 59" descr="Deciduous tree with solid fill">
                  <a:extLst>
                    <a:ext uri="{FF2B5EF4-FFF2-40B4-BE49-F238E27FC236}">
                      <a16:creationId xmlns:a16="http://schemas.microsoft.com/office/drawing/2014/main" id="{59E89AA3-3052-178F-BAB5-C29EFF2B2C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1" y="3662218"/>
                  <a:ext cx="209457" cy="196410"/>
                </a:xfrm>
                <a:prstGeom prst="rect">
                  <a:avLst/>
                </a:prstGeom>
              </p:spPr>
            </p:pic>
            <p:pic>
              <p:nvPicPr>
                <p:cNvPr id="61" name="Graphic 60" descr="Deciduous tree with solid fill">
                  <a:extLst>
                    <a:ext uri="{FF2B5EF4-FFF2-40B4-BE49-F238E27FC236}">
                      <a16:creationId xmlns:a16="http://schemas.microsoft.com/office/drawing/2014/main" id="{C4360337-D988-9F49-B9A5-DE3D27DA17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5" y="3785709"/>
                  <a:ext cx="209457" cy="196410"/>
                </a:xfrm>
                <a:prstGeom prst="rect">
                  <a:avLst/>
                </a:prstGeom>
              </p:spPr>
            </p:pic>
            <p:pic>
              <p:nvPicPr>
                <p:cNvPr id="62" name="Graphic 61" descr="Deciduous tree with solid fill">
                  <a:extLst>
                    <a:ext uri="{FF2B5EF4-FFF2-40B4-BE49-F238E27FC236}">
                      <a16:creationId xmlns:a16="http://schemas.microsoft.com/office/drawing/2014/main" id="{D4D7015F-9E48-02AE-883B-8473110C5A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0" y="3909200"/>
                  <a:ext cx="209457" cy="196410"/>
                </a:xfrm>
                <a:prstGeom prst="rect">
                  <a:avLst/>
                </a:prstGeom>
              </p:spPr>
            </p:pic>
            <p:pic>
              <p:nvPicPr>
                <p:cNvPr id="63" name="Graphic 62" descr="Deciduous tree with solid fill">
                  <a:extLst>
                    <a:ext uri="{FF2B5EF4-FFF2-40B4-BE49-F238E27FC236}">
                      <a16:creationId xmlns:a16="http://schemas.microsoft.com/office/drawing/2014/main" id="{412E76D7-5381-6428-E7A6-61018AA82B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4" y="4032692"/>
                  <a:ext cx="209457" cy="196410"/>
                </a:xfrm>
                <a:prstGeom prst="rect">
                  <a:avLst/>
                </a:prstGeom>
              </p:spPr>
            </p:pic>
            <p:pic>
              <p:nvPicPr>
                <p:cNvPr id="64" name="Graphic 63" descr="Deciduous tree with solid fill">
                  <a:extLst>
                    <a:ext uri="{FF2B5EF4-FFF2-40B4-BE49-F238E27FC236}">
                      <a16:creationId xmlns:a16="http://schemas.microsoft.com/office/drawing/2014/main" id="{8D840725-E8B7-7A9F-0955-D3F202D4E8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680" y="2578432"/>
                  <a:ext cx="209457" cy="196410"/>
                </a:xfrm>
                <a:prstGeom prst="rect">
                  <a:avLst/>
                </a:prstGeom>
              </p:spPr>
            </p:pic>
            <p:pic>
              <p:nvPicPr>
                <p:cNvPr id="65" name="Graphic 64" descr="Deciduous tree with solid fill">
                  <a:extLst>
                    <a:ext uri="{FF2B5EF4-FFF2-40B4-BE49-F238E27FC236}">
                      <a16:creationId xmlns:a16="http://schemas.microsoft.com/office/drawing/2014/main" id="{D2A8D205-3AD8-B0F3-0FF2-C995F9DAC4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5" y="2701923"/>
                  <a:ext cx="209457" cy="196410"/>
                </a:xfrm>
                <a:prstGeom prst="rect">
                  <a:avLst/>
                </a:prstGeom>
              </p:spPr>
            </p:pic>
            <p:pic>
              <p:nvPicPr>
                <p:cNvPr id="66" name="Graphic 65" descr="Deciduous tree with solid fill">
                  <a:extLst>
                    <a:ext uri="{FF2B5EF4-FFF2-40B4-BE49-F238E27FC236}">
                      <a16:creationId xmlns:a16="http://schemas.microsoft.com/office/drawing/2014/main" id="{3B997A17-4BD6-0B7D-6CC6-959A3447D2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0" y="2825413"/>
                  <a:ext cx="209457" cy="196410"/>
                </a:xfrm>
                <a:prstGeom prst="rect">
                  <a:avLst/>
                </a:prstGeom>
              </p:spPr>
            </p:pic>
            <p:pic>
              <p:nvPicPr>
                <p:cNvPr id="67" name="Graphic 66" descr="Deciduous tree with solid fill">
                  <a:extLst>
                    <a:ext uri="{FF2B5EF4-FFF2-40B4-BE49-F238E27FC236}">
                      <a16:creationId xmlns:a16="http://schemas.microsoft.com/office/drawing/2014/main" id="{4A3E2F79-454E-3D6F-13AB-61226F6B34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4" y="2948904"/>
                  <a:ext cx="209457" cy="196410"/>
                </a:xfrm>
                <a:prstGeom prst="rect">
                  <a:avLst/>
                </a:prstGeom>
              </p:spPr>
            </p:pic>
            <p:pic>
              <p:nvPicPr>
                <p:cNvPr id="68" name="Graphic 67" descr="Deciduous tree with solid fill">
                  <a:extLst>
                    <a:ext uri="{FF2B5EF4-FFF2-40B4-BE49-F238E27FC236}">
                      <a16:creationId xmlns:a16="http://schemas.microsoft.com/office/drawing/2014/main" id="{FD97E64F-5B62-28A9-5ADF-2850631461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59" y="3072395"/>
                  <a:ext cx="209457" cy="196410"/>
                </a:xfrm>
                <a:prstGeom prst="rect">
                  <a:avLst/>
                </a:prstGeom>
              </p:spPr>
            </p:pic>
            <p:pic>
              <p:nvPicPr>
                <p:cNvPr id="69" name="Graphic 68" descr="Deciduous tree with solid fill">
                  <a:extLst>
                    <a:ext uri="{FF2B5EF4-FFF2-40B4-BE49-F238E27FC236}">
                      <a16:creationId xmlns:a16="http://schemas.microsoft.com/office/drawing/2014/main" id="{782BEC98-65F8-DF2F-5ED1-D7B6E47BA3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3" y="3195886"/>
                  <a:ext cx="209457" cy="196410"/>
                </a:xfrm>
                <a:prstGeom prst="rect">
                  <a:avLst/>
                </a:prstGeom>
              </p:spPr>
            </p:pic>
            <p:pic>
              <p:nvPicPr>
                <p:cNvPr id="70" name="Graphic 69" descr="Deciduous tree with solid fill">
                  <a:extLst>
                    <a:ext uri="{FF2B5EF4-FFF2-40B4-BE49-F238E27FC236}">
                      <a16:creationId xmlns:a16="http://schemas.microsoft.com/office/drawing/2014/main" id="{D4E6D518-2238-EDAD-BCEB-27A0FDEEA1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48" y="3319377"/>
                  <a:ext cx="209457" cy="196410"/>
                </a:xfrm>
                <a:prstGeom prst="rect">
                  <a:avLst/>
                </a:prstGeom>
              </p:spPr>
            </p:pic>
            <p:pic>
              <p:nvPicPr>
                <p:cNvPr id="71" name="Graphic 70" descr="Deciduous tree with solid fill">
                  <a:extLst>
                    <a:ext uri="{FF2B5EF4-FFF2-40B4-BE49-F238E27FC236}">
                      <a16:creationId xmlns:a16="http://schemas.microsoft.com/office/drawing/2014/main" id="{B7B5E21E-A5C0-D984-FBA3-B40C3B8D00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3" y="3442868"/>
                  <a:ext cx="209457" cy="196410"/>
                </a:xfrm>
                <a:prstGeom prst="rect">
                  <a:avLst/>
                </a:prstGeom>
              </p:spPr>
            </p:pic>
            <p:pic>
              <p:nvPicPr>
                <p:cNvPr id="72" name="Graphic 71" descr="Deciduous tree with solid fill">
                  <a:extLst>
                    <a:ext uri="{FF2B5EF4-FFF2-40B4-BE49-F238E27FC236}">
                      <a16:creationId xmlns:a16="http://schemas.microsoft.com/office/drawing/2014/main" id="{47DE3CAB-83CF-AA23-2135-14CA49EF96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37" y="3566359"/>
                  <a:ext cx="209457" cy="196410"/>
                </a:xfrm>
                <a:prstGeom prst="rect">
                  <a:avLst/>
                </a:prstGeom>
              </p:spPr>
            </p:pic>
            <p:pic>
              <p:nvPicPr>
                <p:cNvPr id="73" name="Graphic 72" descr="Deciduous tree with solid fill">
                  <a:extLst>
                    <a:ext uri="{FF2B5EF4-FFF2-40B4-BE49-F238E27FC236}">
                      <a16:creationId xmlns:a16="http://schemas.microsoft.com/office/drawing/2014/main" id="{4CF18CDA-874B-5F5F-4A93-BA6C27AAB5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1" y="3689850"/>
                  <a:ext cx="209457" cy="196410"/>
                </a:xfrm>
                <a:prstGeom prst="rect">
                  <a:avLst/>
                </a:prstGeom>
              </p:spPr>
            </p:pic>
            <p:pic>
              <p:nvPicPr>
                <p:cNvPr id="74" name="Graphic 73" descr="Deciduous tree with solid fill">
                  <a:extLst>
                    <a:ext uri="{FF2B5EF4-FFF2-40B4-BE49-F238E27FC236}">
                      <a16:creationId xmlns:a16="http://schemas.microsoft.com/office/drawing/2014/main" id="{D0F078D7-3A0A-A3E9-8D47-264BD91AAF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26" y="3813341"/>
                  <a:ext cx="209457" cy="196410"/>
                </a:xfrm>
                <a:prstGeom prst="rect">
                  <a:avLst/>
                </a:prstGeom>
              </p:spPr>
            </p:pic>
            <p:pic>
              <p:nvPicPr>
                <p:cNvPr id="75" name="Graphic 74" descr="Deciduous tree with solid fill">
                  <a:extLst>
                    <a:ext uri="{FF2B5EF4-FFF2-40B4-BE49-F238E27FC236}">
                      <a16:creationId xmlns:a16="http://schemas.microsoft.com/office/drawing/2014/main" id="{A505A332-4C0F-7398-5546-277CBAE7C3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0" y="3936832"/>
                  <a:ext cx="209457" cy="196410"/>
                </a:xfrm>
                <a:prstGeom prst="rect">
                  <a:avLst/>
                </a:prstGeom>
              </p:spPr>
            </p:pic>
            <p:pic>
              <p:nvPicPr>
                <p:cNvPr id="77" name="Graphic 76" descr="Deciduous tree with solid fill">
                  <a:extLst>
                    <a:ext uri="{FF2B5EF4-FFF2-40B4-BE49-F238E27FC236}">
                      <a16:creationId xmlns:a16="http://schemas.microsoft.com/office/drawing/2014/main" id="{261E1C81-7E61-D486-4DCF-18A75EC9B1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57" y="2490393"/>
                  <a:ext cx="209457" cy="196410"/>
                </a:xfrm>
                <a:prstGeom prst="rect">
                  <a:avLst/>
                </a:prstGeom>
              </p:spPr>
            </p:pic>
            <p:pic>
              <p:nvPicPr>
                <p:cNvPr id="79" name="Graphic 78" descr="Deciduous tree with solid fill">
                  <a:extLst>
                    <a:ext uri="{FF2B5EF4-FFF2-40B4-BE49-F238E27FC236}">
                      <a16:creationId xmlns:a16="http://schemas.microsoft.com/office/drawing/2014/main" id="{ED533479-A86B-25D7-7D62-81340013B4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1" y="2613884"/>
                  <a:ext cx="209457" cy="196410"/>
                </a:xfrm>
                <a:prstGeom prst="rect">
                  <a:avLst/>
                </a:prstGeom>
              </p:spPr>
            </p:pic>
            <p:pic>
              <p:nvPicPr>
                <p:cNvPr id="82" name="Graphic 81" descr="Deciduous tree with solid fill">
                  <a:extLst>
                    <a:ext uri="{FF2B5EF4-FFF2-40B4-BE49-F238E27FC236}">
                      <a16:creationId xmlns:a16="http://schemas.microsoft.com/office/drawing/2014/main" id="{0A15F7C5-874D-B414-2FF8-0DCC13D117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6" y="2737375"/>
                  <a:ext cx="209457" cy="196410"/>
                </a:xfrm>
                <a:prstGeom prst="rect">
                  <a:avLst/>
                </a:prstGeom>
              </p:spPr>
            </p:pic>
            <p:pic>
              <p:nvPicPr>
                <p:cNvPr id="83" name="Graphic 82" descr="Deciduous tree with solid fill">
                  <a:extLst>
                    <a:ext uri="{FF2B5EF4-FFF2-40B4-BE49-F238E27FC236}">
                      <a16:creationId xmlns:a16="http://schemas.microsoft.com/office/drawing/2014/main" id="{ACD179E8-AE8C-1F0C-6940-AD9FE0F0C7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1" y="2860866"/>
                  <a:ext cx="209457" cy="196410"/>
                </a:xfrm>
                <a:prstGeom prst="rect">
                  <a:avLst/>
                </a:prstGeom>
              </p:spPr>
            </p:pic>
            <p:pic>
              <p:nvPicPr>
                <p:cNvPr id="84" name="Graphic 83" descr="Deciduous tree with solid fill">
                  <a:extLst>
                    <a:ext uri="{FF2B5EF4-FFF2-40B4-BE49-F238E27FC236}">
                      <a16:creationId xmlns:a16="http://schemas.microsoft.com/office/drawing/2014/main" id="{80FBC2C2-7051-05A3-D706-EC47FC60D4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5" y="2984357"/>
                  <a:ext cx="209457" cy="196410"/>
                </a:xfrm>
                <a:prstGeom prst="rect">
                  <a:avLst/>
                </a:prstGeom>
              </p:spPr>
            </p:pic>
            <p:pic>
              <p:nvPicPr>
                <p:cNvPr id="85" name="Graphic 84" descr="Deciduous tree with solid fill">
                  <a:extLst>
                    <a:ext uri="{FF2B5EF4-FFF2-40B4-BE49-F238E27FC236}">
                      <a16:creationId xmlns:a16="http://schemas.microsoft.com/office/drawing/2014/main" id="{937BFF6D-195C-7FC9-821F-6AA0B4911A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0" y="3107848"/>
                  <a:ext cx="209457" cy="196410"/>
                </a:xfrm>
                <a:prstGeom prst="rect">
                  <a:avLst/>
                </a:prstGeom>
              </p:spPr>
            </p:pic>
            <p:pic>
              <p:nvPicPr>
                <p:cNvPr id="86" name="Graphic 85" descr="Deciduous tree with solid fill">
                  <a:extLst>
                    <a:ext uri="{FF2B5EF4-FFF2-40B4-BE49-F238E27FC236}">
                      <a16:creationId xmlns:a16="http://schemas.microsoft.com/office/drawing/2014/main" id="{99A8DCE7-D329-F1D9-4762-AA317710F8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4" y="3231339"/>
                  <a:ext cx="209457" cy="196410"/>
                </a:xfrm>
                <a:prstGeom prst="rect">
                  <a:avLst/>
                </a:prstGeom>
              </p:spPr>
            </p:pic>
            <p:pic>
              <p:nvPicPr>
                <p:cNvPr id="87" name="Graphic 86" descr="Deciduous tree with solid fill">
                  <a:extLst>
                    <a:ext uri="{FF2B5EF4-FFF2-40B4-BE49-F238E27FC236}">
                      <a16:creationId xmlns:a16="http://schemas.microsoft.com/office/drawing/2014/main" id="{71419B8C-090B-4D87-FCDF-2B2CAB4419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18" y="3354830"/>
                  <a:ext cx="209457" cy="196410"/>
                </a:xfrm>
                <a:prstGeom prst="rect">
                  <a:avLst/>
                </a:prstGeom>
              </p:spPr>
            </p:pic>
            <p:pic>
              <p:nvPicPr>
                <p:cNvPr id="88" name="Graphic 87" descr="Deciduous tree with solid fill">
                  <a:extLst>
                    <a:ext uri="{FF2B5EF4-FFF2-40B4-BE49-F238E27FC236}">
                      <a16:creationId xmlns:a16="http://schemas.microsoft.com/office/drawing/2014/main" id="{25166AFA-EA68-8B90-1D86-F4219FA508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3" y="3478321"/>
                  <a:ext cx="209457" cy="196410"/>
                </a:xfrm>
                <a:prstGeom prst="rect">
                  <a:avLst/>
                </a:prstGeom>
              </p:spPr>
            </p:pic>
            <p:pic>
              <p:nvPicPr>
                <p:cNvPr id="89" name="Graphic 88" descr="Deciduous tree with solid fill">
                  <a:extLst>
                    <a:ext uri="{FF2B5EF4-FFF2-40B4-BE49-F238E27FC236}">
                      <a16:creationId xmlns:a16="http://schemas.microsoft.com/office/drawing/2014/main" id="{1DA4B43D-73FD-11CC-7D7A-943B1DBE25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08" y="3601812"/>
                  <a:ext cx="209457" cy="196410"/>
                </a:xfrm>
                <a:prstGeom prst="rect">
                  <a:avLst/>
                </a:prstGeom>
              </p:spPr>
            </p:pic>
            <p:pic>
              <p:nvPicPr>
                <p:cNvPr id="90" name="Graphic 89" descr="Deciduous tree with solid fill">
                  <a:extLst>
                    <a:ext uri="{FF2B5EF4-FFF2-40B4-BE49-F238E27FC236}">
                      <a16:creationId xmlns:a16="http://schemas.microsoft.com/office/drawing/2014/main" id="{D393873B-2616-EC86-19C9-5DACE1C5A2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2" y="3725303"/>
                  <a:ext cx="209457" cy="196410"/>
                </a:xfrm>
                <a:prstGeom prst="rect">
                  <a:avLst/>
                </a:prstGeom>
              </p:spPr>
            </p:pic>
            <p:pic>
              <p:nvPicPr>
                <p:cNvPr id="91" name="Graphic 90" descr="Deciduous tree with solid fill">
                  <a:extLst>
                    <a:ext uri="{FF2B5EF4-FFF2-40B4-BE49-F238E27FC236}">
                      <a16:creationId xmlns:a16="http://schemas.microsoft.com/office/drawing/2014/main" id="{07F4ECD2-DE9F-1D42-E064-B118B03CBF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897" y="3848794"/>
                  <a:ext cx="209457" cy="196410"/>
                </a:xfrm>
                <a:prstGeom prst="rect">
                  <a:avLst/>
                </a:prstGeom>
              </p:spPr>
            </p:pic>
            <p:pic>
              <p:nvPicPr>
                <p:cNvPr id="92" name="Graphic 91" descr="Deciduous tree with solid fill">
                  <a:extLst>
                    <a:ext uri="{FF2B5EF4-FFF2-40B4-BE49-F238E27FC236}">
                      <a16:creationId xmlns:a16="http://schemas.microsoft.com/office/drawing/2014/main" id="{F6CF1B26-4604-177C-63AA-18BE4896A8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680" y="2578432"/>
                  <a:ext cx="209457" cy="196410"/>
                </a:xfrm>
                <a:prstGeom prst="rect">
                  <a:avLst/>
                </a:prstGeom>
              </p:spPr>
            </p:pic>
            <p:pic>
              <p:nvPicPr>
                <p:cNvPr id="93" name="Graphic 92" descr="Deciduous tree with solid fill">
                  <a:extLst>
                    <a:ext uri="{FF2B5EF4-FFF2-40B4-BE49-F238E27FC236}">
                      <a16:creationId xmlns:a16="http://schemas.microsoft.com/office/drawing/2014/main" id="{A22A481A-F640-14D3-FC04-7608F545E2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7054" y="2674291"/>
                  <a:ext cx="209457" cy="196410"/>
                </a:xfrm>
                <a:prstGeom prst="rect">
                  <a:avLst/>
                </a:prstGeom>
              </p:spPr>
            </p:pic>
            <p:pic>
              <p:nvPicPr>
                <p:cNvPr id="94" name="Graphic 93" descr="Deciduous tree with solid fill">
                  <a:extLst>
                    <a:ext uri="{FF2B5EF4-FFF2-40B4-BE49-F238E27FC236}">
                      <a16:creationId xmlns:a16="http://schemas.microsoft.com/office/drawing/2014/main" id="{6579960B-9ADC-0EF3-8B14-1E86321FDD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57" y="2490393"/>
                  <a:ext cx="209457" cy="196410"/>
                </a:xfrm>
                <a:prstGeom prst="rect">
                  <a:avLst/>
                </a:prstGeom>
              </p:spPr>
            </p:pic>
            <p:pic>
              <p:nvPicPr>
                <p:cNvPr id="95" name="Graphic 94" descr="Deciduous tree with solid fill">
                  <a:extLst>
                    <a:ext uri="{FF2B5EF4-FFF2-40B4-BE49-F238E27FC236}">
                      <a16:creationId xmlns:a16="http://schemas.microsoft.com/office/drawing/2014/main" id="{68809B28-F52D-65BF-C9C1-5007156BA6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49" y="2797782"/>
                  <a:ext cx="209457" cy="196410"/>
                </a:xfrm>
                <a:prstGeom prst="rect">
                  <a:avLst/>
                </a:prstGeom>
              </p:spPr>
            </p:pic>
            <p:pic>
              <p:nvPicPr>
                <p:cNvPr id="96" name="Graphic 95" descr="Deciduous tree with solid fill">
                  <a:extLst>
                    <a:ext uri="{FF2B5EF4-FFF2-40B4-BE49-F238E27FC236}">
                      <a16:creationId xmlns:a16="http://schemas.microsoft.com/office/drawing/2014/main" id="{147E1CEB-1EA3-31DC-0884-782DC48622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4" y="2921273"/>
                  <a:ext cx="209457" cy="196410"/>
                </a:xfrm>
                <a:prstGeom prst="rect">
                  <a:avLst/>
                </a:prstGeom>
              </p:spPr>
            </p:pic>
            <p:pic>
              <p:nvPicPr>
                <p:cNvPr id="97" name="Graphic 96" descr="Deciduous tree with solid fill">
                  <a:extLst>
                    <a:ext uri="{FF2B5EF4-FFF2-40B4-BE49-F238E27FC236}">
                      <a16:creationId xmlns:a16="http://schemas.microsoft.com/office/drawing/2014/main" id="{0274428D-E2A7-3159-538E-04C1C225C1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38" y="3044764"/>
                  <a:ext cx="209457" cy="196410"/>
                </a:xfrm>
                <a:prstGeom prst="rect">
                  <a:avLst/>
                </a:prstGeom>
              </p:spPr>
            </p:pic>
            <p:pic>
              <p:nvPicPr>
                <p:cNvPr id="98" name="Graphic 97" descr="Deciduous tree with solid fill">
                  <a:extLst>
                    <a:ext uri="{FF2B5EF4-FFF2-40B4-BE49-F238E27FC236}">
                      <a16:creationId xmlns:a16="http://schemas.microsoft.com/office/drawing/2014/main" id="{01EC25D8-EF0D-0EF9-BC60-58CD7339EC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3" y="3168255"/>
                  <a:ext cx="209457" cy="196410"/>
                </a:xfrm>
                <a:prstGeom prst="rect">
                  <a:avLst/>
                </a:prstGeom>
              </p:spPr>
            </p:pic>
            <p:pic>
              <p:nvPicPr>
                <p:cNvPr id="99" name="Graphic 98" descr="Deciduous tree with solid fill">
                  <a:extLst>
                    <a:ext uri="{FF2B5EF4-FFF2-40B4-BE49-F238E27FC236}">
                      <a16:creationId xmlns:a16="http://schemas.microsoft.com/office/drawing/2014/main" id="{4688818E-6BEA-9BBB-D908-CD6D2306A5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27" y="3291746"/>
                  <a:ext cx="209457" cy="196410"/>
                </a:xfrm>
                <a:prstGeom prst="rect">
                  <a:avLst/>
                </a:prstGeom>
              </p:spPr>
            </p:pic>
            <p:pic>
              <p:nvPicPr>
                <p:cNvPr id="100" name="Graphic 99" descr="Deciduous tree with solid fill">
                  <a:extLst>
                    <a:ext uri="{FF2B5EF4-FFF2-40B4-BE49-F238E27FC236}">
                      <a16:creationId xmlns:a16="http://schemas.microsoft.com/office/drawing/2014/main" id="{687FC67C-35BA-2A4C-BE93-BBB65F09D6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1" y="3415237"/>
                  <a:ext cx="209457" cy="196410"/>
                </a:xfrm>
                <a:prstGeom prst="rect">
                  <a:avLst/>
                </a:prstGeom>
              </p:spPr>
            </p:pic>
            <p:pic>
              <p:nvPicPr>
                <p:cNvPr id="101" name="Graphic 100" descr="Deciduous tree with solid fill">
                  <a:extLst>
                    <a:ext uri="{FF2B5EF4-FFF2-40B4-BE49-F238E27FC236}">
                      <a16:creationId xmlns:a16="http://schemas.microsoft.com/office/drawing/2014/main" id="{4F3515D1-EF66-AE98-6209-9925F690B0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16" y="3538728"/>
                  <a:ext cx="209457" cy="196410"/>
                </a:xfrm>
                <a:prstGeom prst="rect">
                  <a:avLst/>
                </a:prstGeom>
              </p:spPr>
            </p:pic>
            <p:pic>
              <p:nvPicPr>
                <p:cNvPr id="102" name="Graphic 101" descr="Deciduous tree with solid fill">
                  <a:extLst>
                    <a:ext uri="{FF2B5EF4-FFF2-40B4-BE49-F238E27FC236}">
                      <a16:creationId xmlns:a16="http://schemas.microsoft.com/office/drawing/2014/main" id="{2C8CC2A0-4FF5-609C-34CD-B537CCE783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1" y="3662218"/>
                  <a:ext cx="209457" cy="196410"/>
                </a:xfrm>
                <a:prstGeom prst="rect">
                  <a:avLst/>
                </a:prstGeom>
              </p:spPr>
            </p:pic>
            <p:pic>
              <p:nvPicPr>
                <p:cNvPr id="103" name="Graphic 102" descr="Deciduous tree with solid fill">
                  <a:extLst>
                    <a:ext uri="{FF2B5EF4-FFF2-40B4-BE49-F238E27FC236}">
                      <a16:creationId xmlns:a16="http://schemas.microsoft.com/office/drawing/2014/main" id="{4A615222-5548-4192-1511-12AFE86C0B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5" y="3785709"/>
                  <a:ext cx="209457" cy="196410"/>
                </a:xfrm>
                <a:prstGeom prst="rect">
                  <a:avLst/>
                </a:prstGeom>
              </p:spPr>
            </p:pic>
            <p:pic>
              <p:nvPicPr>
                <p:cNvPr id="104" name="Graphic 103" descr="Deciduous tree with solid fill">
                  <a:extLst>
                    <a:ext uri="{FF2B5EF4-FFF2-40B4-BE49-F238E27FC236}">
                      <a16:creationId xmlns:a16="http://schemas.microsoft.com/office/drawing/2014/main" id="{1021F037-A2A6-6C26-52F0-E780D000D6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0" y="3909200"/>
                  <a:ext cx="209457" cy="196410"/>
                </a:xfrm>
                <a:prstGeom prst="rect">
                  <a:avLst/>
                </a:prstGeom>
              </p:spPr>
            </p:pic>
            <p:pic>
              <p:nvPicPr>
                <p:cNvPr id="105" name="Graphic 104" descr="Deciduous tree with solid fill">
                  <a:extLst>
                    <a:ext uri="{FF2B5EF4-FFF2-40B4-BE49-F238E27FC236}">
                      <a16:creationId xmlns:a16="http://schemas.microsoft.com/office/drawing/2014/main" id="{05B6F6A5-1207-F6B4-D82D-DCDDDB32AC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4" y="4032692"/>
                  <a:ext cx="209457" cy="196410"/>
                </a:xfrm>
                <a:prstGeom prst="rect">
                  <a:avLst/>
                </a:prstGeom>
              </p:spPr>
            </p:pic>
            <p:pic>
              <p:nvPicPr>
                <p:cNvPr id="106" name="Graphic 105" descr="Deciduous tree with solid fill">
                  <a:extLst>
                    <a:ext uri="{FF2B5EF4-FFF2-40B4-BE49-F238E27FC236}">
                      <a16:creationId xmlns:a16="http://schemas.microsoft.com/office/drawing/2014/main" id="{EB4E6D07-BA3A-9E36-4C64-DF6388D72B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5" y="2701923"/>
                  <a:ext cx="209457" cy="196410"/>
                </a:xfrm>
                <a:prstGeom prst="rect">
                  <a:avLst/>
                </a:prstGeom>
              </p:spPr>
            </p:pic>
            <p:pic>
              <p:nvPicPr>
                <p:cNvPr id="107" name="Graphic 106" descr="Deciduous tree with solid fill">
                  <a:extLst>
                    <a:ext uri="{FF2B5EF4-FFF2-40B4-BE49-F238E27FC236}">
                      <a16:creationId xmlns:a16="http://schemas.microsoft.com/office/drawing/2014/main" id="{2298F070-F7A3-725C-C04D-1018009723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0" y="2825413"/>
                  <a:ext cx="209457" cy="196410"/>
                </a:xfrm>
                <a:prstGeom prst="rect">
                  <a:avLst/>
                </a:prstGeom>
              </p:spPr>
            </p:pic>
            <p:pic>
              <p:nvPicPr>
                <p:cNvPr id="108" name="Graphic 107" descr="Deciduous tree with solid fill">
                  <a:extLst>
                    <a:ext uri="{FF2B5EF4-FFF2-40B4-BE49-F238E27FC236}">
                      <a16:creationId xmlns:a16="http://schemas.microsoft.com/office/drawing/2014/main" id="{680CCF1E-DB5B-9C41-C969-3569C229AE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4" y="2948904"/>
                  <a:ext cx="209457" cy="196410"/>
                </a:xfrm>
                <a:prstGeom prst="rect">
                  <a:avLst/>
                </a:prstGeom>
              </p:spPr>
            </p:pic>
            <p:pic>
              <p:nvPicPr>
                <p:cNvPr id="109" name="Graphic 108" descr="Deciduous tree with solid fill">
                  <a:extLst>
                    <a:ext uri="{FF2B5EF4-FFF2-40B4-BE49-F238E27FC236}">
                      <a16:creationId xmlns:a16="http://schemas.microsoft.com/office/drawing/2014/main" id="{15C71BDA-32AC-D120-A1CB-3D342C3E0A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59" y="3072395"/>
                  <a:ext cx="209457" cy="196410"/>
                </a:xfrm>
                <a:prstGeom prst="rect">
                  <a:avLst/>
                </a:prstGeom>
              </p:spPr>
            </p:pic>
            <p:pic>
              <p:nvPicPr>
                <p:cNvPr id="110" name="Graphic 109" descr="Deciduous tree with solid fill">
                  <a:extLst>
                    <a:ext uri="{FF2B5EF4-FFF2-40B4-BE49-F238E27FC236}">
                      <a16:creationId xmlns:a16="http://schemas.microsoft.com/office/drawing/2014/main" id="{E5DB73CF-7A58-C1BC-C3B1-844A1B5DA6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3" y="3195886"/>
                  <a:ext cx="209457" cy="196410"/>
                </a:xfrm>
                <a:prstGeom prst="rect">
                  <a:avLst/>
                </a:prstGeom>
              </p:spPr>
            </p:pic>
            <p:pic>
              <p:nvPicPr>
                <p:cNvPr id="111" name="Graphic 110" descr="Deciduous tree with solid fill">
                  <a:extLst>
                    <a:ext uri="{FF2B5EF4-FFF2-40B4-BE49-F238E27FC236}">
                      <a16:creationId xmlns:a16="http://schemas.microsoft.com/office/drawing/2014/main" id="{3A349B27-39D9-CA86-BA04-25FB88BBC5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48" y="3319377"/>
                  <a:ext cx="209457" cy="196410"/>
                </a:xfrm>
                <a:prstGeom prst="rect">
                  <a:avLst/>
                </a:prstGeom>
              </p:spPr>
            </p:pic>
            <p:pic>
              <p:nvPicPr>
                <p:cNvPr id="112" name="Graphic 111" descr="Deciduous tree with solid fill">
                  <a:extLst>
                    <a:ext uri="{FF2B5EF4-FFF2-40B4-BE49-F238E27FC236}">
                      <a16:creationId xmlns:a16="http://schemas.microsoft.com/office/drawing/2014/main" id="{E4B4871E-D7DB-81FC-4B2A-C229440007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3" y="3442868"/>
                  <a:ext cx="209457" cy="196410"/>
                </a:xfrm>
                <a:prstGeom prst="rect">
                  <a:avLst/>
                </a:prstGeom>
              </p:spPr>
            </p:pic>
            <p:pic>
              <p:nvPicPr>
                <p:cNvPr id="113" name="Graphic 112" descr="Deciduous tree with solid fill">
                  <a:extLst>
                    <a:ext uri="{FF2B5EF4-FFF2-40B4-BE49-F238E27FC236}">
                      <a16:creationId xmlns:a16="http://schemas.microsoft.com/office/drawing/2014/main" id="{C27F5499-616D-9693-5462-96A38427EF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37" y="3566359"/>
                  <a:ext cx="209457" cy="196410"/>
                </a:xfrm>
                <a:prstGeom prst="rect">
                  <a:avLst/>
                </a:prstGeom>
              </p:spPr>
            </p:pic>
            <p:pic>
              <p:nvPicPr>
                <p:cNvPr id="114" name="Graphic 113" descr="Deciduous tree with solid fill">
                  <a:extLst>
                    <a:ext uri="{FF2B5EF4-FFF2-40B4-BE49-F238E27FC236}">
                      <a16:creationId xmlns:a16="http://schemas.microsoft.com/office/drawing/2014/main" id="{69B7A260-0328-9B3F-2BF3-D7B36CF2CE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1" y="3689850"/>
                  <a:ext cx="209457" cy="196410"/>
                </a:xfrm>
                <a:prstGeom prst="rect">
                  <a:avLst/>
                </a:prstGeom>
              </p:spPr>
            </p:pic>
            <p:pic>
              <p:nvPicPr>
                <p:cNvPr id="115" name="Graphic 114" descr="Deciduous tree with solid fill">
                  <a:extLst>
                    <a:ext uri="{FF2B5EF4-FFF2-40B4-BE49-F238E27FC236}">
                      <a16:creationId xmlns:a16="http://schemas.microsoft.com/office/drawing/2014/main" id="{4B0F3CE9-09C0-E61C-6488-393E7437EE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26" y="3813341"/>
                  <a:ext cx="209457" cy="196410"/>
                </a:xfrm>
                <a:prstGeom prst="rect">
                  <a:avLst/>
                </a:prstGeom>
              </p:spPr>
            </p:pic>
            <p:pic>
              <p:nvPicPr>
                <p:cNvPr id="116" name="Graphic 115" descr="Deciduous tree with solid fill">
                  <a:extLst>
                    <a:ext uri="{FF2B5EF4-FFF2-40B4-BE49-F238E27FC236}">
                      <a16:creationId xmlns:a16="http://schemas.microsoft.com/office/drawing/2014/main" id="{66965104-5FAA-804C-7EFE-6B718BD68F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0" y="3936832"/>
                  <a:ext cx="209457" cy="196410"/>
                </a:xfrm>
                <a:prstGeom prst="rect">
                  <a:avLst/>
                </a:prstGeom>
              </p:spPr>
            </p:pic>
            <p:pic>
              <p:nvPicPr>
                <p:cNvPr id="117" name="Graphic 116" descr="Deciduous tree with solid fill">
                  <a:extLst>
                    <a:ext uri="{FF2B5EF4-FFF2-40B4-BE49-F238E27FC236}">
                      <a16:creationId xmlns:a16="http://schemas.microsoft.com/office/drawing/2014/main" id="{CD46684C-9966-B33E-BA1A-822615922A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1" y="2613884"/>
                  <a:ext cx="209457" cy="196410"/>
                </a:xfrm>
                <a:prstGeom prst="rect">
                  <a:avLst/>
                </a:prstGeom>
              </p:spPr>
            </p:pic>
            <p:pic>
              <p:nvPicPr>
                <p:cNvPr id="118" name="Graphic 117" descr="Deciduous tree with solid fill">
                  <a:extLst>
                    <a:ext uri="{FF2B5EF4-FFF2-40B4-BE49-F238E27FC236}">
                      <a16:creationId xmlns:a16="http://schemas.microsoft.com/office/drawing/2014/main" id="{8F908B5D-5FA3-6F0B-C2F0-77319EC106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6" y="2737375"/>
                  <a:ext cx="209457" cy="196410"/>
                </a:xfrm>
                <a:prstGeom prst="rect">
                  <a:avLst/>
                </a:prstGeom>
              </p:spPr>
            </p:pic>
            <p:pic>
              <p:nvPicPr>
                <p:cNvPr id="119" name="Graphic 118" descr="Deciduous tree with solid fill">
                  <a:extLst>
                    <a:ext uri="{FF2B5EF4-FFF2-40B4-BE49-F238E27FC236}">
                      <a16:creationId xmlns:a16="http://schemas.microsoft.com/office/drawing/2014/main" id="{D2DF6523-6A10-769B-993A-8CE3E2942B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1" y="2860866"/>
                  <a:ext cx="209457" cy="196410"/>
                </a:xfrm>
                <a:prstGeom prst="rect">
                  <a:avLst/>
                </a:prstGeom>
              </p:spPr>
            </p:pic>
            <p:pic>
              <p:nvPicPr>
                <p:cNvPr id="120" name="Graphic 119" descr="Deciduous tree with solid fill">
                  <a:extLst>
                    <a:ext uri="{FF2B5EF4-FFF2-40B4-BE49-F238E27FC236}">
                      <a16:creationId xmlns:a16="http://schemas.microsoft.com/office/drawing/2014/main" id="{43A1C120-EAD1-B4C4-6A77-16B2A59FC3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5" y="2984357"/>
                  <a:ext cx="209457" cy="196410"/>
                </a:xfrm>
                <a:prstGeom prst="rect">
                  <a:avLst/>
                </a:prstGeom>
              </p:spPr>
            </p:pic>
            <p:pic>
              <p:nvPicPr>
                <p:cNvPr id="121" name="Graphic 120" descr="Deciduous tree with solid fill">
                  <a:extLst>
                    <a:ext uri="{FF2B5EF4-FFF2-40B4-BE49-F238E27FC236}">
                      <a16:creationId xmlns:a16="http://schemas.microsoft.com/office/drawing/2014/main" id="{E8FEE37A-A6B1-DA52-EC42-F9DCA6426F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0" y="3107848"/>
                  <a:ext cx="209457" cy="196410"/>
                </a:xfrm>
                <a:prstGeom prst="rect">
                  <a:avLst/>
                </a:prstGeom>
              </p:spPr>
            </p:pic>
            <p:pic>
              <p:nvPicPr>
                <p:cNvPr id="122" name="Graphic 121" descr="Deciduous tree with solid fill">
                  <a:extLst>
                    <a:ext uri="{FF2B5EF4-FFF2-40B4-BE49-F238E27FC236}">
                      <a16:creationId xmlns:a16="http://schemas.microsoft.com/office/drawing/2014/main" id="{6BB47363-BCEA-F5A1-F94E-82FC1F915D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4" y="3231339"/>
                  <a:ext cx="209457" cy="196410"/>
                </a:xfrm>
                <a:prstGeom prst="rect">
                  <a:avLst/>
                </a:prstGeom>
              </p:spPr>
            </p:pic>
            <p:pic>
              <p:nvPicPr>
                <p:cNvPr id="123" name="Graphic 122" descr="Deciduous tree with solid fill">
                  <a:extLst>
                    <a:ext uri="{FF2B5EF4-FFF2-40B4-BE49-F238E27FC236}">
                      <a16:creationId xmlns:a16="http://schemas.microsoft.com/office/drawing/2014/main" id="{66C5437A-6A37-2BFD-EB14-1D5FEEB40B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18" y="3354830"/>
                  <a:ext cx="209457" cy="196410"/>
                </a:xfrm>
                <a:prstGeom prst="rect">
                  <a:avLst/>
                </a:prstGeom>
              </p:spPr>
            </p:pic>
            <p:pic>
              <p:nvPicPr>
                <p:cNvPr id="124" name="Graphic 123" descr="Deciduous tree with solid fill">
                  <a:extLst>
                    <a:ext uri="{FF2B5EF4-FFF2-40B4-BE49-F238E27FC236}">
                      <a16:creationId xmlns:a16="http://schemas.microsoft.com/office/drawing/2014/main" id="{6E09A1CC-E5B5-2E4B-1036-F1954EA89E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3" y="3478321"/>
                  <a:ext cx="209457" cy="196410"/>
                </a:xfrm>
                <a:prstGeom prst="rect">
                  <a:avLst/>
                </a:prstGeom>
              </p:spPr>
            </p:pic>
            <p:pic>
              <p:nvPicPr>
                <p:cNvPr id="125" name="Graphic 124" descr="Deciduous tree with solid fill">
                  <a:extLst>
                    <a:ext uri="{FF2B5EF4-FFF2-40B4-BE49-F238E27FC236}">
                      <a16:creationId xmlns:a16="http://schemas.microsoft.com/office/drawing/2014/main" id="{7DCD8CD0-1E92-9D16-EA23-1561DDE123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08" y="3601812"/>
                  <a:ext cx="209457" cy="196410"/>
                </a:xfrm>
                <a:prstGeom prst="rect">
                  <a:avLst/>
                </a:prstGeom>
              </p:spPr>
            </p:pic>
            <p:pic>
              <p:nvPicPr>
                <p:cNvPr id="126" name="Graphic 125" descr="Deciduous tree with solid fill">
                  <a:extLst>
                    <a:ext uri="{FF2B5EF4-FFF2-40B4-BE49-F238E27FC236}">
                      <a16:creationId xmlns:a16="http://schemas.microsoft.com/office/drawing/2014/main" id="{4C5E1BE9-B38D-C0FB-7D3E-90CB0DA9DA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2" y="3725303"/>
                  <a:ext cx="209457" cy="196410"/>
                </a:xfrm>
                <a:prstGeom prst="rect">
                  <a:avLst/>
                </a:prstGeom>
              </p:spPr>
            </p:pic>
            <p:pic>
              <p:nvPicPr>
                <p:cNvPr id="127" name="Graphic 126" descr="Deciduous tree with solid fill">
                  <a:extLst>
                    <a:ext uri="{FF2B5EF4-FFF2-40B4-BE49-F238E27FC236}">
                      <a16:creationId xmlns:a16="http://schemas.microsoft.com/office/drawing/2014/main" id="{00C3D501-BD33-B30D-A749-D06DD753B7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897" y="3848794"/>
                  <a:ext cx="209457" cy="196410"/>
                </a:xfrm>
                <a:prstGeom prst="rect">
                  <a:avLst/>
                </a:prstGeom>
              </p:spPr>
            </p:pic>
            <p:pic>
              <p:nvPicPr>
                <p:cNvPr id="128" name="Graphic 127" descr="Deciduous tree with solid fill">
                  <a:extLst>
                    <a:ext uri="{FF2B5EF4-FFF2-40B4-BE49-F238E27FC236}">
                      <a16:creationId xmlns:a16="http://schemas.microsoft.com/office/drawing/2014/main" id="{22AA8C88-32F0-A92E-2628-B4195F7456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375" y="2701923"/>
                  <a:ext cx="209457" cy="196410"/>
                </a:xfrm>
                <a:prstGeom prst="rect">
                  <a:avLst/>
                </a:prstGeom>
              </p:spPr>
            </p:pic>
            <p:pic>
              <p:nvPicPr>
                <p:cNvPr id="129" name="Graphic 128" descr="Deciduous tree with solid fill">
                  <a:extLst>
                    <a:ext uri="{FF2B5EF4-FFF2-40B4-BE49-F238E27FC236}">
                      <a16:creationId xmlns:a16="http://schemas.microsoft.com/office/drawing/2014/main" id="{CA51D634-EE93-6998-1E88-DEFE7F90AE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749" y="2797782"/>
                  <a:ext cx="209457" cy="196410"/>
                </a:xfrm>
                <a:prstGeom prst="rect">
                  <a:avLst/>
                </a:prstGeom>
              </p:spPr>
            </p:pic>
            <p:pic>
              <p:nvPicPr>
                <p:cNvPr id="130" name="Graphic 129" descr="Deciduous tree with solid fill">
                  <a:extLst>
                    <a:ext uri="{FF2B5EF4-FFF2-40B4-BE49-F238E27FC236}">
                      <a16:creationId xmlns:a16="http://schemas.microsoft.com/office/drawing/2014/main" id="{F283AFA8-FD79-B13E-9278-CF297223C8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951" y="2613884"/>
                  <a:ext cx="209457" cy="196410"/>
                </a:xfrm>
                <a:prstGeom prst="rect">
                  <a:avLst/>
                </a:prstGeom>
              </p:spPr>
            </p:pic>
            <p:pic>
              <p:nvPicPr>
                <p:cNvPr id="131" name="Graphic 130" descr="Deciduous tree with solid fill">
                  <a:extLst>
                    <a:ext uri="{FF2B5EF4-FFF2-40B4-BE49-F238E27FC236}">
                      <a16:creationId xmlns:a16="http://schemas.microsoft.com/office/drawing/2014/main" id="{AE6913E0-4A4C-F9F4-A7E8-A63D8320B4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4" y="2921273"/>
                  <a:ext cx="209457" cy="196410"/>
                </a:xfrm>
                <a:prstGeom prst="rect">
                  <a:avLst/>
                </a:prstGeom>
              </p:spPr>
            </p:pic>
            <p:pic>
              <p:nvPicPr>
                <p:cNvPr id="132" name="Graphic 131" descr="Deciduous tree with solid fill">
                  <a:extLst>
                    <a:ext uri="{FF2B5EF4-FFF2-40B4-BE49-F238E27FC236}">
                      <a16:creationId xmlns:a16="http://schemas.microsoft.com/office/drawing/2014/main" id="{3D549D31-E880-C3FA-D758-2EEB5C43CC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38" y="3044764"/>
                  <a:ext cx="209457" cy="196410"/>
                </a:xfrm>
                <a:prstGeom prst="rect">
                  <a:avLst/>
                </a:prstGeom>
              </p:spPr>
            </p:pic>
            <p:pic>
              <p:nvPicPr>
                <p:cNvPr id="133" name="Graphic 132" descr="Deciduous tree with solid fill">
                  <a:extLst>
                    <a:ext uri="{FF2B5EF4-FFF2-40B4-BE49-F238E27FC236}">
                      <a16:creationId xmlns:a16="http://schemas.microsoft.com/office/drawing/2014/main" id="{95C8D38B-4F58-FE1C-BF2B-CC2D2E230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3" y="3168255"/>
                  <a:ext cx="209457" cy="196410"/>
                </a:xfrm>
                <a:prstGeom prst="rect">
                  <a:avLst/>
                </a:prstGeom>
              </p:spPr>
            </p:pic>
            <p:pic>
              <p:nvPicPr>
                <p:cNvPr id="134" name="Graphic 133" descr="Deciduous tree with solid fill">
                  <a:extLst>
                    <a:ext uri="{FF2B5EF4-FFF2-40B4-BE49-F238E27FC236}">
                      <a16:creationId xmlns:a16="http://schemas.microsoft.com/office/drawing/2014/main" id="{38F89707-4B70-900F-3CDF-F4C1F32BC5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27" y="3291746"/>
                  <a:ext cx="209457" cy="196410"/>
                </a:xfrm>
                <a:prstGeom prst="rect">
                  <a:avLst/>
                </a:prstGeom>
              </p:spPr>
            </p:pic>
            <p:pic>
              <p:nvPicPr>
                <p:cNvPr id="135" name="Graphic 134" descr="Deciduous tree with solid fill">
                  <a:extLst>
                    <a:ext uri="{FF2B5EF4-FFF2-40B4-BE49-F238E27FC236}">
                      <a16:creationId xmlns:a16="http://schemas.microsoft.com/office/drawing/2014/main" id="{63C35E9E-843C-83A3-F262-BB3CD43EB3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1" y="3415237"/>
                  <a:ext cx="209457" cy="196410"/>
                </a:xfrm>
                <a:prstGeom prst="rect">
                  <a:avLst/>
                </a:prstGeom>
              </p:spPr>
            </p:pic>
            <p:pic>
              <p:nvPicPr>
                <p:cNvPr id="136" name="Graphic 135" descr="Deciduous tree with solid fill">
                  <a:extLst>
                    <a:ext uri="{FF2B5EF4-FFF2-40B4-BE49-F238E27FC236}">
                      <a16:creationId xmlns:a16="http://schemas.microsoft.com/office/drawing/2014/main" id="{54094356-E90B-756F-2990-8150DEB5F4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16" y="3538728"/>
                  <a:ext cx="209457" cy="196410"/>
                </a:xfrm>
                <a:prstGeom prst="rect">
                  <a:avLst/>
                </a:prstGeom>
              </p:spPr>
            </p:pic>
            <p:pic>
              <p:nvPicPr>
                <p:cNvPr id="137" name="Graphic 136" descr="Deciduous tree with solid fill">
                  <a:extLst>
                    <a:ext uri="{FF2B5EF4-FFF2-40B4-BE49-F238E27FC236}">
                      <a16:creationId xmlns:a16="http://schemas.microsoft.com/office/drawing/2014/main" id="{E74B715B-6BD0-DAE6-64D4-0515D5815A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1" y="3662218"/>
                  <a:ext cx="209457" cy="196410"/>
                </a:xfrm>
                <a:prstGeom prst="rect">
                  <a:avLst/>
                </a:prstGeom>
              </p:spPr>
            </p:pic>
            <p:pic>
              <p:nvPicPr>
                <p:cNvPr id="138" name="Graphic 137" descr="Deciduous tree with solid fill">
                  <a:extLst>
                    <a:ext uri="{FF2B5EF4-FFF2-40B4-BE49-F238E27FC236}">
                      <a16:creationId xmlns:a16="http://schemas.microsoft.com/office/drawing/2014/main" id="{1829A40E-862B-F221-BC07-8A7EF7933B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5" y="3785709"/>
                  <a:ext cx="209457" cy="196410"/>
                </a:xfrm>
                <a:prstGeom prst="rect">
                  <a:avLst/>
                </a:prstGeom>
              </p:spPr>
            </p:pic>
            <p:pic>
              <p:nvPicPr>
                <p:cNvPr id="139" name="Graphic 138" descr="Deciduous tree with solid fill">
                  <a:extLst>
                    <a:ext uri="{FF2B5EF4-FFF2-40B4-BE49-F238E27FC236}">
                      <a16:creationId xmlns:a16="http://schemas.microsoft.com/office/drawing/2014/main" id="{813FE033-FFCB-D0D7-2E58-18099F4E20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0" y="3909200"/>
                  <a:ext cx="209457" cy="196410"/>
                </a:xfrm>
                <a:prstGeom prst="rect">
                  <a:avLst/>
                </a:prstGeom>
              </p:spPr>
            </p:pic>
            <p:pic>
              <p:nvPicPr>
                <p:cNvPr id="140" name="Graphic 139" descr="Deciduous tree with solid fill">
                  <a:extLst>
                    <a:ext uri="{FF2B5EF4-FFF2-40B4-BE49-F238E27FC236}">
                      <a16:creationId xmlns:a16="http://schemas.microsoft.com/office/drawing/2014/main" id="{CBF7B322-8968-9679-337A-A00E974C9C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4" y="4032692"/>
                  <a:ext cx="209457" cy="196410"/>
                </a:xfrm>
                <a:prstGeom prst="rect">
                  <a:avLst/>
                </a:prstGeom>
              </p:spPr>
            </p:pic>
            <p:pic>
              <p:nvPicPr>
                <p:cNvPr id="141" name="Graphic 140" descr="Deciduous tree with solid fill">
                  <a:extLst>
                    <a:ext uri="{FF2B5EF4-FFF2-40B4-BE49-F238E27FC236}">
                      <a16:creationId xmlns:a16="http://schemas.microsoft.com/office/drawing/2014/main" id="{DB98C12B-CC86-B3DF-E198-02F5E799A6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0" y="2825413"/>
                  <a:ext cx="209457" cy="196410"/>
                </a:xfrm>
                <a:prstGeom prst="rect">
                  <a:avLst/>
                </a:prstGeom>
              </p:spPr>
            </p:pic>
            <p:pic>
              <p:nvPicPr>
                <p:cNvPr id="142" name="Graphic 141" descr="Deciduous tree with solid fill">
                  <a:extLst>
                    <a:ext uri="{FF2B5EF4-FFF2-40B4-BE49-F238E27FC236}">
                      <a16:creationId xmlns:a16="http://schemas.microsoft.com/office/drawing/2014/main" id="{FC892541-D78A-FC35-4E8B-4E410C2256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4" y="2948904"/>
                  <a:ext cx="209457" cy="196410"/>
                </a:xfrm>
                <a:prstGeom prst="rect">
                  <a:avLst/>
                </a:prstGeom>
              </p:spPr>
            </p:pic>
            <p:pic>
              <p:nvPicPr>
                <p:cNvPr id="143" name="Graphic 142" descr="Deciduous tree with solid fill">
                  <a:extLst>
                    <a:ext uri="{FF2B5EF4-FFF2-40B4-BE49-F238E27FC236}">
                      <a16:creationId xmlns:a16="http://schemas.microsoft.com/office/drawing/2014/main" id="{C710E0E3-E7F2-F55C-F907-628CF615CA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59" y="3072395"/>
                  <a:ext cx="209457" cy="196410"/>
                </a:xfrm>
                <a:prstGeom prst="rect">
                  <a:avLst/>
                </a:prstGeom>
              </p:spPr>
            </p:pic>
            <p:pic>
              <p:nvPicPr>
                <p:cNvPr id="144" name="Graphic 143" descr="Deciduous tree with solid fill">
                  <a:extLst>
                    <a:ext uri="{FF2B5EF4-FFF2-40B4-BE49-F238E27FC236}">
                      <a16:creationId xmlns:a16="http://schemas.microsoft.com/office/drawing/2014/main" id="{568F8095-CAE9-6273-532A-97445C6AF5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3" y="3195886"/>
                  <a:ext cx="209457" cy="196410"/>
                </a:xfrm>
                <a:prstGeom prst="rect">
                  <a:avLst/>
                </a:prstGeom>
              </p:spPr>
            </p:pic>
            <p:pic>
              <p:nvPicPr>
                <p:cNvPr id="145" name="Graphic 144" descr="Deciduous tree with solid fill">
                  <a:extLst>
                    <a:ext uri="{FF2B5EF4-FFF2-40B4-BE49-F238E27FC236}">
                      <a16:creationId xmlns:a16="http://schemas.microsoft.com/office/drawing/2014/main" id="{41EED3A5-4A21-73FD-6BAE-1972036CD6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48" y="3319377"/>
                  <a:ext cx="209457" cy="196410"/>
                </a:xfrm>
                <a:prstGeom prst="rect">
                  <a:avLst/>
                </a:prstGeom>
              </p:spPr>
            </p:pic>
            <p:pic>
              <p:nvPicPr>
                <p:cNvPr id="146" name="Graphic 145" descr="Deciduous tree with solid fill">
                  <a:extLst>
                    <a:ext uri="{FF2B5EF4-FFF2-40B4-BE49-F238E27FC236}">
                      <a16:creationId xmlns:a16="http://schemas.microsoft.com/office/drawing/2014/main" id="{058CD379-A7E9-C91E-D625-ECA2A6B26A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3" y="3442868"/>
                  <a:ext cx="209457" cy="196410"/>
                </a:xfrm>
                <a:prstGeom prst="rect">
                  <a:avLst/>
                </a:prstGeom>
              </p:spPr>
            </p:pic>
            <p:pic>
              <p:nvPicPr>
                <p:cNvPr id="147" name="Graphic 146" descr="Deciduous tree with solid fill">
                  <a:extLst>
                    <a:ext uri="{FF2B5EF4-FFF2-40B4-BE49-F238E27FC236}">
                      <a16:creationId xmlns:a16="http://schemas.microsoft.com/office/drawing/2014/main" id="{95660784-F181-BE69-CB0D-535F37C8F0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37" y="3566359"/>
                  <a:ext cx="209457" cy="196410"/>
                </a:xfrm>
                <a:prstGeom prst="rect">
                  <a:avLst/>
                </a:prstGeom>
              </p:spPr>
            </p:pic>
            <p:pic>
              <p:nvPicPr>
                <p:cNvPr id="148" name="Graphic 147" descr="Deciduous tree with solid fill">
                  <a:extLst>
                    <a:ext uri="{FF2B5EF4-FFF2-40B4-BE49-F238E27FC236}">
                      <a16:creationId xmlns:a16="http://schemas.microsoft.com/office/drawing/2014/main" id="{5994F5ED-D31C-9F65-5AB8-014EADD2EB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1" y="3689850"/>
                  <a:ext cx="209457" cy="196410"/>
                </a:xfrm>
                <a:prstGeom prst="rect">
                  <a:avLst/>
                </a:prstGeom>
              </p:spPr>
            </p:pic>
            <p:pic>
              <p:nvPicPr>
                <p:cNvPr id="149" name="Graphic 148" descr="Deciduous tree with solid fill">
                  <a:extLst>
                    <a:ext uri="{FF2B5EF4-FFF2-40B4-BE49-F238E27FC236}">
                      <a16:creationId xmlns:a16="http://schemas.microsoft.com/office/drawing/2014/main" id="{308FF829-0C85-7581-F856-2C997A06F2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26" y="3813341"/>
                  <a:ext cx="209457" cy="196410"/>
                </a:xfrm>
                <a:prstGeom prst="rect">
                  <a:avLst/>
                </a:prstGeom>
              </p:spPr>
            </p:pic>
            <p:pic>
              <p:nvPicPr>
                <p:cNvPr id="150" name="Graphic 149" descr="Deciduous tree with solid fill">
                  <a:extLst>
                    <a:ext uri="{FF2B5EF4-FFF2-40B4-BE49-F238E27FC236}">
                      <a16:creationId xmlns:a16="http://schemas.microsoft.com/office/drawing/2014/main" id="{371B6F02-BD8C-8797-0FE0-31E36808DB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0" y="3936832"/>
                  <a:ext cx="209457" cy="196410"/>
                </a:xfrm>
                <a:prstGeom prst="rect">
                  <a:avLst/>
                </a:prstGeom>
              </p:spPr>
            </p:pic>
            <p:pic>
              <p:nvPicPr>
                <p:cNvPr id="151" name="Graphic 150" descr="Deciduous tree with solid fill">
                  <a:extLst>
                    <a:ext uri="{FF2B5EF4-FFF2-40B4-BE49-F238E27FC236}">
                      <a16:creationId xmlns:a16="http://schemas.microsoft.com/office/drawing/2014/main" id="{5FAD2DDD-3103-F67D-3D02-DA2075C811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6" y="2737375"/>
                  <a:ext cx="209457" cy="196410"/>
                </a:xfrm>
                <a:prstGeom prst="rect">
                  <a:avLst/>
                </a:prstGeom>
              </p:spPr>
            </p:pic>
            <p:pic>
              <p:nvPicPr>
                <p:cNvPr id="152" name="Graphic 151" descr="Deciduous tree with solid fill">
                  <a:extLst>
                    <a:ext uri="{FF2B5EF4-FFF2-40B4-BE49-F238E27FC236}">
                      <a16:creationId xmlns:a16="http://schemas.microsoft.com/office/drawing/2014/main" id="{329D1FF7-E6BB-04E0-7629-F54CD4321E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1" y="2860866"/>
                  <a:ext cx="209457" cy="196410"/>
                </a:xfrm>
                <a:prstGeom prst="rect">
                  <a:avLst/>
                </a:prstGeom>
              </p:spPr>
            </p:pic>
            <p:pic>
              <p:nvPicPr>
                <p:cNvPr id="153" name="Graphic 152" descr="Deciduous tree with solid fill">
                  <a:extLst>
                    <a:ext uri="{FF2B5EF4-FFF2-40B4-BE49-F238E27FC236}">
                      <a16:creationId xmlns:a16="http://schemas.microsoft.com/office/drawing/2014/main" id="{076ACF94-D5E7-36EE-801F-CFDA6A645A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5" y="2984357"/>
                  <a:ext cx="209457" cy="196410"/>
                </a:xfrm>
                <a:prstGeom prst="rect">
                  <a:avLst/>
                </a:prstGeom>
              </p:spPr>
            </p:pic>
            <p:pic>
              <p:nvPicPr>
                <p:cNvPr id="154" name="Graphic 153" descr="Deciduous tree with solid fill">
                  <a:extLst>
                    <a:ext uri="{FF2B5EF4-FFF2-40B4-BE49-F238E27FC236}">
                      <a16:creationId xmlns:a16="http://schemas.microsoft.com/office/drawing/2014/main" id="{BDF668E2-5894-09D3-A07D-1736AB324C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0" y="3107848"/>
                  <a:ext cx="209457" cy="196410"/>
                </a:xfrm>
                <a:prstGeom prst="rect">
                  <a:avLst/>
                </a:prstGeom>
              </p:spPr>
            </p:pic>
            <p:pic>
              <p:nvPicPr>
                <p:cNvPr id="155" name="Graphic 154" descr="Deciduous tree with solid fill">
                  <a:extLst>
                    <a:ext uri="{FF2B5EF4-FFF2-40B4-BE49-F238E27FC236}">
                      <a16:creationId xmlns:a16="http://schemas.microsoft.com/office/drawing/2014/main" id="{F2BF1F3F-BB39-4934-BCA6-3F75475297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4" y="3231339"/>
                  <a:ext cx="209457" cy="196410"/>
                </a:xfrm>
                <a:prstGeom prst="rect">
                  <a:avLst/>
                </a:prstGeom>
              </p:spPr>
            </p:pic>
            <p:pic>
              <p:nvPicPr>
                <p:cNvPr id="156" name="Graphic 155" descr="Deciduous tree with solid fill">
                  <a:extLst>
                    <a:ext uri="{FF2B5EF4-FFF2-40B4-BE49-F238E27FC236}">
                      <a16:creationId xmlns:a16="http://schemas.microsoft.com/office/drawing/2014/main" id="{9894C2CA-AB64-B121-ED27-97E4A93047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18" y="3354830"/>
                  <a:ext cx="209457" cy="196410"/>
                </a:xfrm>
                <a:prstGeom prst="rect">
                  <a:avLst/>
                </a:prstGeom>
              </p:spPr>
            </p:pic>
            <p:pic>
              <p:nvPicPr>
                <p:cNvPr id="157" name="Graphic 156" descr="Deciduous tree with solid fill">
                  <a:extLst>
                    <a:ext uri="{FF2B5EF4-FFF2-40B4-BE49-F238E27FC236}">
                      <a16:creationId xmlns:a16="http://schemas.microsoft.com/office/drawing/2014/main" id="{F1714F12-0381-AECC-8AFD-D6F2489EAA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3" y="3478321"/>
                  <a:ext cx="209457" cy="196410"/>
                </a:xfrm>
                <a:prstGeom prst="rect">
                  <a:avLst/>
                </a:prstGeom>
              </p:spPr>
            </p:pic>
            <p:pic>
              <p:nvPicPr>
                <p:cNvPr id="158" name="Graphic 157" descr="Deciduous tree with solid fill">
                  <a:extLst>
                    <a:ext uri="{FF2B5EF4-FFF2-40B4-BE49-F238E27FC236}">
                      <a16:creationId xmlns:a16="http://schemas.microsoft.com/office/drawing/2014/main" id="{ABA5E9BE-59B5-F88B-EA85-D6318B4675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08" y="3601812"/>
                  <a:ext cx="209457" cy="196410"/>
                </a:xfrm>
                <a:prstGeom prst="rect">
                  <a:avLst/>
                </a:prstGeom>
              </p:spPr>
            </p:pic>
            <p:pic>
              <p:nvPicPr>
                <p:cNvPr id="159" name="Graphic 158" descr="Deciduous tree with solid fill">
                  <a:extLst>
                    <a:ext uri="{FF2B5EF4-FFF2-40B4-BE49-F238E27FC236}">
                      <a16:creationId xmlns:a16="http://schemas.microsoft.com/office/drawing/2014/main" id="{1F16EF31-DE1D-B111-37E9-754ED06D17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2" y="3725303"/>
                  <a:ext cx="209457" cy="196410"/>
                </a:xfrm>
                <a:prstGeom prst="rect">
                  <a:avLst/>
                </a:prstGeom>
              </p:spPr>
            </p:pic>
            <p:pic>
              <p:nvPicPr>
                <p:cNvPr id="160" name="Graphic 159" descr="Deciduous tree with solid fill">
                  <a:extLst>
                    <a:ext uri="{FF2B5EF4-FFF2-40B4-BE49-F238E27FC236}">
                      <a16:creationId xmlns:a16="http://schemas.microsoft.com/office/drawing/2014/main" id="{2FD3C20B-3E4E-68EC-DCDD-1CB0769CF6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897" y="3848794"/>
                  <a:ext cx="209457" cy="196410"/>
                </a:xfrm>
                <a:prstGeom prst="rect">
                  <a:avLst/>
                </a:prstGeom>
              </p:spPr>
            </p:pic>
            <p:pic>
              <p:nvPicPr>
                <p:cNvPr id="161" name="Graphic 160" descr="Deciduous tree with solid fill">
                  <a:extLst>
                    <a:ext uri="{FF2B5EF4-FFF2-40B4-BE49-F238E27FC236}">
                      <a16:creationId xmlns:a16="http://schemas.microsoft.com/office/drawing/2014/main" id="{479646EC-0935-8137-6471-692641BC5A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070" y="2825413"/>
                  <a:ext cx="209457" cy="196410"/>
                </a:xfrm>
                <a:prstGeom prst="rect">
                  <a:avLst/>
                </a:prstGeom>
              </p:spPr>
            </p:pic>
            <p:pic>
              <p:nvPicPr>
                <p:cNvPr id="162" name="Graphic 161" descr="Deciduous tree with solid fill">
                  <a:extLst>
                    <a:ext uri="{FF2B5EF4-FFF2-40B4-BE49-F238E27FC236}">
                      <a16:creationId xmlns:a16="http://schemas.microsoft.com/office/drawing/2014/main" id="{F6B2F461-034B-0F08-3823-29F839984B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444" y="2921273"/>
                  <a:ext cx="209457" cy="196410"/>
                </a:xfrm>
                <a:prstGeom prst="rect">
                  <a:avLst/>
                </a:prstGeom>
              </p:spPr>
            </p:pic>
            <p:pic>
              <p:nvPicPr>
                <p:cNvPr id="163" name="Graphic 162" descr="Deciduous tree with solid fill">
                  <a:extLst>
                    <a:ext uri="{FF2B5EF4-FFF2-40B4-BE49-F238E27FC236}">
                      <a16:creationId xmlns:a16="http://schemas.microsoft.com/office/drawing/2014/main" id="{6D043823-4EAA-562E-7578-867D0D9B10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646" y="2737375"/>
                  <a:ext cx="209457" cy="196410"/>
                </a:xfrm>
                <a:prstGeom prst="rect">
                  <a:avLst/>
                </a:prstGeom>
              </p:spPr>
            </p:pic>
            <p:pic>
              <p:nvPicPr>
                <p:cNvPr id="164" name="Graphic 163" descr="Deciduous tree with solid fill">
                  <a:extLst>
                    <a:ext uri="{FF2B5EF4-FFF2-40B4-BE49-F238E27FC236}">
                      <a16:creationId xmlns:a16="http://schemas.microsoft.com/office/drawing/2014/main" id="{4BB1F743-A546-6815-094F-9245D5B8BF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38" y="3044764"/>
                  <a:ext cx="209457" cy="196410"/>
                </a:xfrm>
                <a:prstGeom prst="rect">
                  <a:avLst/>
                </a:prstGeom>
              </p:spPr>
            </p:pic>
            <p:pic>
              <p:nvPicPr>
                <p:cNvPr id="165" name="Graphic 164" descr="Deciduous tree with solid fill">
                  <a:extLst>
                    <a:ext uri="{FF2B5EF4-FFF2-40B4-BE49-F238E27FC236}">
                      <a16:creationId xmlns:a16="http://schemas.microsoft.com/office/drawing/2014/main" id="{7A766B97-B33A-DDD9-3F6A-1B6B825657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3" y="3168255"/>
                  <a:ext cx="209457" cy="196410"/>
                </a:xfrm>
                <a:prstGeom prst="rect">
                  <a:avLst/>
                </a:prstGeom>
              </p:spPr>
            </p:pic>
            <p:pic>
              <p:nvPicPr>
                <p:cNvPr id="166" name="Graphic 165" descr="Deciduous tree with solid fill">
                  <a:extLst>
                    <a:ext uri="{FF2B5EF4-FFF2-40B4-BE49-F238E27FC236}">
                      <a16:creationId xmlns:a16="http://schemas.microsoft.com/office/drawing/2014/main" id="{6968F164-179E-0FE4-F8B0-A619C7B297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27" y="3291746"/>
                  <a:ext cx="209457" cy="196410"/>
                </a:xfrm>
                <a:prstGeom prst="rect">
                  <a:avLst/>
                </a:prstGeom>
              </p:spPr>
            </p:pic>
            <p:pic>
              <p:nvPicPr>
                <p:cNvPr id="167" name="Graphic 166" descr="Deciduous tree with solid fill">
                  <a:extLst>
                    <a:ext uri="{FF2B5EF4-FFF2-40B4-BE49-F238E27FC236}">
                      <a16:creationId xmlns:a16="http://schemas.microsoft.com/office/drawing/2014/main" id="{7E1F42CF-29A3-FAC9-9FE0-D5503A641E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1" y="3415237"/>
                  <a:ext cx="209457" cy="196410"/>
                </a:xfrm>
                <a:prstGeom prst="rect">
                  <a:avLst/>
                </a:prstGeom>
              </p:spPr>
            </p:pic>
            <p:pic>
              <p:nvPicPr>
                <p:cNvPr id="168" name="Graphic 167" descr="Deciduous tree with solid fill">
                  <a:extLst>
                    <a:ext uri="{FF2B5EF4-FFF2-40B4-BE49-F238E27FC236}">
                      <a16:creationId xmlns:a16="http://schemas.microsoft.com/office/drawing/2014/main" id="{974E2CC8-CB86-40DB-BE18-E38AD2C43C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16" y="3538728"/>
                  <a:ext cx="209457" cy="196410"/>
                </a:xfrm>
                <a:prstGeom prst="rect">
                  <a:avLst/>
                </a:prstGeom>
              </p:spPr>
            </p:pic>
            <p:pic>
              <p:nvPicPr>
                <p:cNvPr id="169" name="Graphic 168" descr="Deciduous tree with solid fill">
                  <a:extLst>
                    <a:ext uri="{FF2B5EF4-FFF2-40B4-BE49-F238E27FC236}">
                      <a16:creationId xmlns:a16="http://schemas.microsoft.com/office/drawing/2014/main" id="{D3C3E52C-9A4E-08A2-1CA3-B6CF8D77E6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1" y="3662218"/>
                  <a:ext cx="209457" cy="196410"/>
                </a:xfrm>
                <a:prstGeom prst="rect">
                  <a:avLst/>
                </a:prstGeom>
              </p:spPr>
            </p:pic>
            <p:pic>
              <p:nvPicPr>
                <p:cNvPr id="170" name="Graphic 169" descr="Deciduous tree with solid fill">
                  <a:extLst>
                    <a:ext uri="{FF2B5EF4-FFF2-40B4-BE49-F238E27FC236}">
                      <a16:creationId xmlns:a16="http://schemas.microsoft.com/office/drawing/2014/main" id="{14D01DFC-D9C9-3B81-5B6F-587C9534A2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5" y="3785709"/>
                  <a:ext cx="209457" cy="196410"/>
                </a:xfrm>
                <a:prstGeom prst="rect">
                  <a:avLst/>
                </a:prstGeom>
              </p:spPr>
            </p:pic>
            <p:pic>
              <p:nvPicPr>
                <p:cNvPr id="171" name="Graphic 170" descr="Deciduous tree with solid fill">
                  <a:extLst>
                    <a:ext uri="{FF2B5EF4-FFF2-40B4-BE49-F238E27FC236}">
                      <a16:creationId xmlns:a16="http://schemas.microsoft.com/office/drawing/2014/main" id="{E7897FF8-8A04-CBBD-9EE0-F219D0000F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0" y="3909200"/>
                  <a:ext cx="209457" cy="196410"/>
                </a:xfrm>
                <a:prstGeom prst="rect">
                  <a:avLst/>
                </a:prstGeom>
              </p:spPr>
            </p:pic>
            <p:pic>
              <p:nvPicPr>
                <p:cNvPr id="172" name="Graphic 171" descr="Deciduous tree with solid fill">
                  <a:extLst>
                    <a:ext uri="{FF2B5EF4-FFF2-40B4-BE49-F238E27FC236}">
                      <a16:creationId xmlns:a16="http://schemas.microsoft.com/office/drawing/2014/main" id="{A9F7EC81-9D1C-1CCA-5278-7145D9F36F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4" y="4032692"/>
                  <a:ext cx="209457" cy="196410"/>
                </a:xfrm>
                <a:prstGeom prst="rect">
                  <a:avLst/>
                </a:prstGeom>
              </p:spPr>
            </p:pic>
            <p:pic>
              <p:nvPicPr>
                <p:cNvPr id="173" name="Graphic 172" descr="Deciduous tree with solid fill">
                  <a:extLst>
                    <a:ext uri="{FF2B5EF4-FFF2-40B4-BE49-F238E27FC236}">
                      <a16:creationId xmlns:a16="http://schemas.microsoft.com/office/drawing/2014/main" id="{25F3C44A-9B85-DE5A-7157-A11344BAAE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4" y="2948904"/>
                  <a:ext cx="209457" cy="196410"/>
                </a:xfrm>
                <a:prstGeom prst="rect">
                  <a:avLst/>
                </a:prstGeom>
              </p:spPr>
            </p:pic>
            <p:pic>
              <p:nvPicPr>
                <p:cNvPr id="174" name="Graphic 173" descr="Deciduous tree with solid fill">
                  <a:extLst>
                    <a:ext uri="{FF2B5EF4-FFF2-40B4-BE49-F238E27FC236}">
                      <a16:creationId xmlns:a16="http://schemas.microsoft.com/office/drawing/2014/main" id="{1DE86A13-065C-C98B-5A02-D894088CF5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59" y="3072395"/>
                  <a:ext cx="209457" cy="196410"/>
                </a:xfrm>
                <a:prstGeom prst="rect">
                  <a:avLst/>
                </a:prstGeom>
              </p:spPr>
            </p:pic>
            <p:pic>
              <p:nvPicPr>
                <p:cNvPr id="175" name="Graphic 174" descr="Deciduous tree with solid fill">
                  <a:extLst>
                    <a:ext uri="{FF2B5EF4-FFF2-40B4-BE49-F238E27FC236}">
                      <a16:creationId xmlns:a16="http://schemas.microsoft.com/office/drawing/2014/main" id="{95540979-CAFD-2C38-FC1D-42CB1EFFFF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3" y="3195886"/>
                  <a:ext cx="209457" cy="196410"/>
                </a:xfrm>
                <a:prstGeom prst="rect">
                  <a:avLst/>
                </a:prstGeom>
              </p:spPr>
            </p:pic>
            <p:pic>
              <p:nvPicPr>
                <p:cNvPr id="176" name="Graphic 175" descr="Deciduous tree with solid fill">
                  <a:extLst>
                    <a:ext uri="{FF2B5EF4-FFF2-40B4-BE49-F238E27FC236}">
                      <a16:creationId xmlns:a16="http://schemas.microsoft.com/office/drawing/2014/main" id="{4498D208-4AAE-FB65-4958-56415460EB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48" y="3319377"/>
                  <a:ext cx="209457" cy="196410"/>
                </a:xfrm>
                <a:prstGeom prst="rect">
                  <a:avLst/>
                </a:prstGeom>
              </p:spPr>
            </p:pic>
            <p:pic>
              <p:nvPicPr>
                <p:cNvPr id="177" name="Graphic 176" descr="Deciduous tree with solid fill">
                  <a:extLst>
                    <a:ext uri="{FF2B5EF4-FFF2-40B4-BE49-F238E27FC236}">
                      <a16:creationId xmlns:a16="http://schemas.microsoft.com/office/drawing/2014/main" id="{F7FB27C5-D7E0-1DBA-AAEF-448E75537A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3" y="3442868"/>
                  <a:ext cx="209457" cy="196410"/>
                </a:xfrm>
                <a:prstGeom prst="rect">
                  <a:avLst/>
                </a:prstGeom>
              </p:spPr>
            </p:pic>
            <p:pic>
              <p:nvPicPr>
                <p:cNvPr id="178" name="Graphic 177" descr="Deciduous tree with solid fill">
                  <a:extLst>
                    <a:ext uri="{FF2B5EF4-FFF2-40B4-BE49-F238E27FC236}">
                      <a16:creationId xmlns:a16="http://schemas.microsoft.com/office/drawing/2014/main" id="{542956AB-8A2F-B21B-633F-EC07795E2E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37" y="3566359"/>
                  <a:ext cx="209457" cy="196410"/>
                </a:xfrm>
                <a:prstGeom prst="rect">
                  <a:avLst/>
                </a:prstGeom>
              </p:spPr>
            </p:pic>
            <p:pic>
              <p:nvPicPr>
                <p:cNvPr id="179" name="Graphic 178" descr="Deciduous tree with solid fill">
                  <a:extLst>
                    <a:ext uri="{FF2B5EF4-FFF2-40B4-BE49-F238E27FC236}">
                      <a16:creationId xmlns:a16="http://schemas.microsoft.com/office/drawing/2014/main" id="{861C2C21-A771-71F8-038B-36348AF250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1" y="3689850"/>
                  <a:ext cx="209457" cy="196410"/>
                </a:xfrm>
                <a:prstGeom prst="rect">
                  <a:avLst/>
                </a:prstGeom>
              </p:spPr>
            </p:pic>
            <p:pic>
              <p:nvPicPr>
                <p:cNvPr id="180" name="Graphic 179" descr="Deciduous tree with solid fill">
                  <a:extLst>
                    <a:ext uri="{FF2B5EF4-FFF2-40B4-BE49-F238E27FC236}">
                      <a16:creationId xmlns:a16="http://schemas.microsoft.com/office/drawing/2014/main" id="{E0796855-B66C-FCF8-76D7-F603F33E4F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26" y="3813341"/>
                  <a:ext cx="209457" cy="196410"/>
                </a:xfrm>
                <a:prstGeom prst="rect">
                  <a:avLst/>
                </a:prstGeom>
              </p:spPr>
            </p:pic>
            <p:pic>
              <p:nvPicPr>
                <p:cNvPr id="181" name="Graphic 180" descr="Deciduous tree with solid fill">
                  <a:extLst>
                    <a:ext uri="{FF2B5EF4-FFF2-40B4-BE49-F238E27FC236}">
                      <a16:creationId xmlns:a16="http://schemas.microsoft.com/office/drawing/2014/main" id="{B6DA40EB-D4ED-0B37-FC31-52F8B549BD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0" y="3936832"/>
                  <a:ext cx="209457" cy="196410"/>
                </a:xfrm>
                <a:prstGeom prst="rect">
                  <a:avLst/>
                </a:prstGeom>
              </p:spPr>
            </p:pic>
            <p:pic>
              <p:nvPicPr>
                <p:cNvPr id="182" name="Graphic 181" descr="Deciduous tree with solid fill">
                  <a:extLst>
                    <a:ext uri="{FF2B5EF4-FFF2-40B4-BE49-F238E27FC236}">
                      <a16:creationId xmlns:a16="http://schemas.microsoft.com/office/drawing/2014/main" id="{89DF2B91-E5D5-EDF7-2DDF-6EE6B40CB3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1" y="2860866"/>
                  <a:ext cx="209457" cy="196410"/>
                </a:xfrm>
                <a:prstGeom prst="rect">
                  <a:avLst/>
                </a:prstGeom>
              </p:spPr>
            </p:pic>
            <p:pic>
              <p:nvPicPr>
                <p:cNvPr id="183" name="Graphic 182" descr="Deciduous tree with solid fill">
                  <a:extLst>
                    <a:ext uri="{FF2B5EF4-FFF2-40B4-BE49-F238E27FC236}">
                      <a16:creationId xmlns:a16="http://schemas.microsoft.com/office/drawing/2014/main" id="{A52B42C8-E98C-938E-C02F-FC447794BF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5" y="2984357"/>
                  <a:ext cx="209457" cy="196410"/>
                </a:xfrm>
                <a:prstGeom prst="rect">
                  <a:avLst/>
                </a:prstGeom>
              </p:spPr>
            </p:pic>
            <p:pic>
              <p:nvPicPr>
                <p:cNvPr id="184" name="Graphic 183" descr="Deciduous tree with solid fill">
                  <a:extLst>
                    <a:ext uri="{FF2B5EF4-FFF2-40B4-BE49-F238E27FC236}">
                      <a16:creationId xmlns:a16="http://schemas.microsoft.com/office/drawing/2014/main" id="{74DE4D16-F391-EBB9-6911-953A01809F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0" y="3107848"/>
                  <a:ext cx="209457" cy="196410"/>
                </a:xfrm>
                <a:prstGeom prst="rect">
                  <a:avLst/>
                </a:prstGeom>
              </p:spPr>
            </p:pic>
            <p:pic>
              <p:nvPicPr>
                <p:cNvPr id="185" name="Graphic 184" descr="Deciduous tree with solid fill">
                  <a:extLst>
                    <a:ext uri="{FF2B5EF4-FFF2-40B4-BE49-F238E27FC236}">
                      <a16:creationId xmlns:a16="http://schemas.microsoft.com/office/drawing/2014/main" id="{F9748FB8-7321-84F3-EC42-2DF47BD940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4" y="3231339"/>
                  <a:ext cx="209457" cy="196410"/>
                </a:xfrm>
                <a:prstGeom prst="rect">
                  <a:avLst/>
                </a:prstGeom>
              </p:spPr>
            </p:pic>
            <p:pic>
              <p:nvPicPr>
                <p:cNvPr id="186" name="Graphic 185" descr="Deciduous tree with solid fill">
                  <a:extLst>
                    <a:ext uri="{FF2B5EF4-FFF2-40B4-BE49-F238E27FC236}">
                      <a16:creationId xmlns:a16="http://schemas.microsoft.com/office/drawing/2014/main" id="{089067B2-AC0D-8620-602D-AFFB4933E1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18" y="3354830"/>
                  <a:ext cx="209457" cy="196410"/>
                </a:xfrm>
                <a:prstGeom prst="rect">
                  <a:avLst/>
                </a:prstGeom>
              </p:spPr>
            </p:pic>
            <p:pic>
              <p:nvPicPr>
                <p:cNvPr id="187" name="Graphic 186" descr="Deciduous tree with solid fill">
                  <a:extLst>
                    <a:ext uri="{FF2B5EF4-FFF2-40B4-BE49-F238E27FC236}">
                      <a16:creationId xmlns:a16="http://schemas.microsoft.com/office/drawing/2014/main" id="{07426366-8ACE-4BB2-B7F7-4FE44A293D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3" y="3478321"/>
                  <a:ext cx="209457" cy="196410"/>
                </a:xfrm>
                <a:prstGeom prst="rect">
                  <a:avLst/>
                </a:prstGeom>
              </p:spPr>
            </p:pic>
            <p:pic>
              <p:nvPicPr>
                <p:cNvPr id="188" name="Graphic 187" descr="Deciduous tree with solid fill">
                  <a:extLst>
                    <a:ext uri="{FF2B5EF4-FFF2-40B4-BE49-F238E27FC236}">
                      <a16:creationId xmlns:a16="http://schemas.microsoft.com/office/drawing/2014/main" id="{7CA16EB6-5E82-CC8B-3C43-9972100342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08" y="3601812"/>
                  <a:ext cx="209457" cy="196410"/>
                </a:xfrm>
                <a:prstGeom prst="rect">
                  <a:avLst/>
                </a:prstGeom>
              </p:spPr>
            </p:pic>
            <p:pic>
              <p:nvPicPr>
                <p:cNvPr id="189" name="Graphic 188" descr="Deciduous tree with solid fill">
                  <a:extLst>
                    <a:ext uri="{FF2B5EF4-FFF2-40B4-BE49-F238E27FC236}">
                      <a16:creationId xmlns:a16="http://schemas.microsoft.com/office/drawing/2014/main" id="{4053E647-9200-5667-CBB6-314F428AF6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2" y="3725303"/>
                  <a:ext cx="209457" cy="196410"/>
                </a:xfrm>
                <a:prstGeom prst="rect">
                  <a:avLst/>
                </a:prstGeom>
              </p:spPr>
            </p:pic>
            <p:pic>
              <p:nvPicPr>
                <p:cNvPr id="190" name="Graphic 189" descr="Deciduous tree with solid fill">
                  <a:extLst>
                    <a:ext uri="{FF2B5EF4-FFF2-40B4-BE49-F238E27FC236}">
                      <a16:creationId xmlns:a16="http://schemas.microsoft.com/office/drawing/2014/main" id="{F17C8AEC-F297-D012-64DE-39B32D327F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897" y="3848794"/>
                  <a:ext cx="209457" cy="196410"/>
                </a:xfrm>
                <a:prstGeom prst="rect">
                  <a:avLst/>
                </a:prstGeom>
              </p:spPr>
            </p:pic>
            <p:pic>
              <p:nvPicPr>
                <p:cNvPr id="191" name="Graphic 190" descr="Deciduous tree with solid fill">
                  <a:extLst>
                    <a:ext uri="{FF2B5EF4-FFF2-40B4-BE49-F238E27FC236}">
                      <a16:creationId xmlns:a16="http://schemas.microsoft.com/office/drawing/2014/main" id="{52F0695F-9724-7F30-D771-49D15F5B7A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64" y="2948904"/>
                  <a:ext cx="209457" cy="196410"/>
                </a:xfrm>
                <a:prstGeom prst="rect">
                  <a:avLst/>
                </a:prstGeom>
              </p:spPr>
            </p:pic>
            <p:pic>
              <p:nvPicPr>
                <p:cNvPr id="192" name="Graphic 191" descr="Deciduous tree with solid fill">
                  <a:extLst>
                    <a:ext uri="{FF2B5EF4-FFF2-40B4-BE49-F238E27FC236}">
                      <a16:creationId xmlns:a16="http://schemas.microsoft.com/office/drawing/2014/main" id="{2DCA0D44-EFA7-0E26-0C54-353D18B2C5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138" y="3044764"/>
                  <a:ext cx="209457" cy="196410"/>
                </a:xfrm>
                <a:prstGeom prst="rect">
                  <a:avLst/>
                </a:prstGeom>
              </p:spPr>
            </p:pic>
            <p:pic>
              <p:nvPicPr>
                <p:cNvPr id="193" name="Graphic 192" descr="Deciduous tree with solid fill">
                  <a:extLst>
                    <a:ext uri="{FF2B5EF4-FFF2-40B4-BE49-F238E27FC236}">
                      <a16:creationId xmlns:a16="http://schemas.microsoft.com/office/drawing/2014/main" id="{99274165-FACB-EED3-6EAC-252F6BDC21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8341" y="2860866"/>
                  <a:ext cx="209457" cy="196410"/>
                </a:xfrm>
                <a:prstGeom prst="rect">
                  <a:avLst/>
                </a:prstGeom>
              </p:spPr>
            </p:pic>
            <p:pic>
              <p:nvPicPr>
                <p:cNvPr id="194" name="Graphic 193" descr="Deciduous tree with solid fill">
                  <a:extLst>
                    <a:ext uri="{FF2B5EF4-FFF2-40B4-BE49-F238E27FC236}">
                      <a16:creationId xmlns:a16="http://schemas.microsoft.com/office/drawing/2014/main" id="{54DC61C1-A4FE-33CA-C59F-A86467D2B8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3" y="3168255"/>
                  <a:ext cx="209457" cy="196410"/>
                </a:xfrm>
                <a:prstGeom prst="rect">
                  <a:avLst/>
                </a:prstGeom>
              </p:spPr>
            </p:pic>
            <p:pic>
              <p:nvPicPr>
                <p:cNvPr id="195" name="Graphic 194" descr="Deciduous tree with solid fill">
                  <a:extLst>
                    <a:ext uri="{FF2B5EF4-FFF2-40B4-BE49-F238E27FC236}">
                      <a16:creationId xmlns:a16="http://schemas.microsoft.com/office/drawing/2014/main" id="{1B1AC414-317A-A921-82B0-D2D8D3DC2E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27" y="3291746"/>
                  <a:ext cx="209457" cy="196410"/>
                </a:xfrm>
                <a:prstGeom prst="rect">
                  <a:avLst/>
                </a:prstGeom>
              </p:spPr>
            </p:pic>
            <p:pic>
              <p:nvPicPr>
                <p:cNvPr id="196" name="Graphic 195" descr="Deciduous tree with solid fill">
                  <a:extLst>
                    <a:ext uri="{FF2B5EF4-FFF2-40B4-BE49-F238E27FC236}">
                      <a16:creationId xmlns:a16="http://schemas.microsoft.com/office/drawing/2014/main" id="{86515679-7611-CAB5-1690-3C02FD618E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1" y="3415237"/>
                  <a:ext cx="209457" cy="196410"/>
                </a:xfrm>
                <a:prstGeom prst="rect">
                  <a:avLst/>
                </a:prstGeom>
              </p:spPr>
            </p:pic>
            <p:pic>
              <p:nvPicPr>
                <p:cNvPr id="197" name="Graphic 196" descr="Deciduous tree with solid fill">
                  <a:extLst>
                    <a:ext uri="{FF2B5EF4-FFF2-40B4-BE49-F238E27FC236}">
                      <a16:creationId xmlns:a16="http://schemas.microsoft.com/office/drawing/2014/main" id="{A6B33AC0-12D0-E73E-354F-B607E69D4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16" y="3538728"/>
                  <a:ext cx="209457" cy="196410"/>
                </a:xfrm>
                <a:prstGeom prst="rect">
                  <a:avLst/>
                </a:prstGeom>
              </p:spPr>
            </p:pic>
            <p:pic>
              <p:nvPicPr>
                <p:cNvPr id="198" name="Graphic 197" descr="Deciduous tree with solid fill">
                  <a:extLst>
                    <a:ext uri="{FF2B5EF4-FFF2-40B4-BE49-F238E27FC236}">
                      <a16:creationId xmlns:a16="http://schemas.microsoft.com/office/drawing/2014/main" id="{79EEC41C-549A-0519-F585-83BA49925F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1" y="3662218"/>
                  <a:ext cx="209457" cy="196410"/>
                </a:xfrm>
                <a:prstGeom prst="rect">
                  <a:avLst/>
                </a:prstGeom>
              </p:spPr>
            </p:pic>
            <p:pic>
              <p:nvPicPr>
                <p:cNvPr id="199" name="Graphic 198" descr="Deciduous tree with solid fill">
                  <a:extLst>
                    <a:ext uri="{FF2B5EF4-FFF2-40B4-BE49-F238E27FC236}">
                      <a16:creationId xmlns:a16="http://schemas.microsoft.com/office/drawing/2014/main" id="{DB9F06D6-5E1B-02FE-A771-2B1A625618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5" y="3785709"/>
                  <a:ext cx="209457" cy="196410"/>
                </a:xfrm>
                <a:prstGeom prst="rect">
                  <a:avLst/>
                </a:prstGeom>
              </p:spPr>
            </p:pic>
            <p:pic>
              <p:nvPicPr>
                <p:cNvPr id="200" name="Graphic 199" descr="Deciduous tree with solid fill">
                  <a:extLst>
                    <a:ext uri="{FF2B5EF4-FFF2-40B4-BE49-F238E27FC236}">
                      <a16:creationId xmlns:a16="http://schemas.microsoft.com/office/drawing/2014/main" id="{44A12F5D-4DA0-E06C-5656-F493CDCE16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0" y="3909200"/>
                  <a:ext cx="209457" cy="196410"/>
                </a:xfrm>
                <a:prstGeom prst="rect">
                  <a:avLst/>
                </a:prstGeom>
              </p:spPr>
            </p:pic>
            <p:pic>
              <p:nvPicPr>
                <p:cNvPr id="201" name="Graphic 200" descr="Deciduous tree with solid fill">
                  <a:extLst>
                    <a:ext uri="{FF2B5EF4-FFF2-40B4-BE49-F238E27FC236}">
                      <a16:creationId xmlns:a16="http://schemas.microsoft.com/office/drawing/2014/main" id="{28E1096D-8D76-411A-5F19-4D8B672FBC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4" y="4032692"/>
                  <a:ext cx="209457" cy="196410"/>
                </a:xfrm>
                <a:prstGeom prst="rect">
                  <a:avLst/>
                </a:prstGeom>
              </p:spPr>
            </p:pic>
            <p:pic>
              <p:nvPicPr>
                <p:cNvPr id="202" name="Graphic 201" descr="Deciduous tree with solid fill">
                  <a:extLst>
                    <a:ext uri="{FF2B5EF4-FFF2-40B4-BE49-F238E27FC236}">
                      <a16:creationId xmlns:a16="http://schemas.microsoft.com/office/drawing/2014/main" id="{C0FA68B1-7D69-6ACB-079A-E0B98C57D7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59" y="3072395"/>
                  <a:ext cx="209457" cy="196410"/>
                </a:xfrm>
                <a:prstGeom prst="rect">
                  <a:avLst/>
                </a:prstGeom>
              </p:spPr>
            </p:pic>
            <p:pic>
              <p:nvPicPr>
                <p:cNvPr id="203" name="Graphic 202" descr="Deciduous tree with solid fill">
                  <a:extLst>
                    <a:ext uri="{FF2B5EF4-FFF2-40B4-BE49-F238E27FC236}">
                      <a16:creationId xmlns:a16="http://schemas.microsoft.com/office/drawing/2014/main" id="{B30BBF72-3FB7-9713-E6DF-E369C08048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3" y="3195886"/>
                  <a:ext cx="209457" cy="196410"/>
                </a:xfrm>
                <a:prstGeom prst="rect">
                  <a:avLst/>
                </a:prstGeom>
              </p:spPr>
            </p:pic>
            <p:pic>
              <p:nvPicPr>
                <p:cNvPr id="204" name="Graphic 203" descr="Deciduous tree with solid fill">
                  <a:extLst>
                    <a:ext uri="{FF2B5EF4-FFF2-40B4-BE49-F238E27FC236}">
                      <a16:creationId xmlns:a16="http://schemas.microsoft.com/office/drawing/2014/main" id="{CA39300F-2810-AFD8-C4F3-349A78D202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48" y="3319377"/>
                  <a:ext cx="209457" cy="196410"/>
                </a:xfrm>
                <a:prstGeom prst="rect">
                  <a:avLst/>
                </a:prstGeom>
              </p:spPr>
            </p:pic>
            <p:pic>
              <p:nvPicPr>
                <p:cNvPr id="205" name="Graphic 204" descr="Deciduous tree with solid fill">
                  <a:extLst>
                    <a:ext uri="{FF2B5EF4-FFF2-40B4-BE49-F238E27FC236}">
                      <a16:creationId xmlns:a16="http://schemas.microsoft.com/office/drawing/2014/main" id="{052D8031-17EC-778B-1EA8-2DA3C086DE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3" y="3442868"/>
                  <a:ext cx="209457" cy="196410"/>
                </a:xfrm>
                <a:prstGeom prst="rect">
                  <a:avLst/>
                </a:prstGeom>
              </p:spPr>
            </p:pic>
            <p:pic>
              <p:nvPicPr>
                <p:cNvPr id="206" name="Graphic 205" descr="Deciduous tree with solid fill">
                  <a:extLst>
                    <a:ext uri="{FF2B5EF4-FFF2-40B4-BE49-F238E27FC236}">
                      <a16:creationId xmlns:a16="http://schemas.microsoft.com/office/drawing/2014/main" id="{E3D1529F-D812-E448-DD14-38D4457FBE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37" y="3566359"/>
                  <a:ext cx="209457" cy="196410"/>
                </a:xfrm>
                <a:prstGeom prst="rect">
                  <a:avLst/>
                </a:prstGeom>
              </p:spPr>
            </p:pic>
            <p:pic>
              <p:nvPicPr>
                <p:cNvPr id="207" name="Graphic 206" descr="Deciduous tree with solid fill">
                  <a:extLst>
                    <a:ext uri="{FF2B5EF4-FFF2-40B4-BE49-F238E27FC236}">
                      <a16:creationId xmlns:a16="http://schemas.microsoft.com/office/drawing/2014/main" id="{C839D3B4-9B5C-3CD0-401D-C1EC1B47D3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1" y="3689850"/>
                  <a:ext cx="209457" cy="196410"/>
                </a:xfrm>
                <a:prstGeom prst="rect">
                  <a:avLst/>
                </a:prstGeom>
              </p:spPr>
            </p:pic>
            <p:pic>
              <p:nvPicPr>
                <p:cNvPr id="208" name="Graphic 207" descr="Deciduous tree with solid fill">
                  <a:extLst>
                    <a:ext uri="{FF2B5EF4-FFF2-40B4-BE49-F238E27FC236}">
                      <a16:creationId xmlns:a16="http://schemas.microsoft.com/office/drawing/2014/main" id="{2695F0C1-8F5F-E9A0-AA41-5CEB03608B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26" y="3813341"/>
                  <a:ext cx="209457" cy="196410"/>
                </a:xfrm>
                <a:prstGeom prst="rect">
                  <a:avLst/>
                </a:prstGeom>
              </p:spPr>
            </p:pic>
            <p:pic>
              <p:nvPicPr>
                <p:cNvPr id="209" name="Graphic 208" descr="Deciduous tree with solid fill">
                  <a:extLst>
                    <a:ext uri="{FF2B5EF4-FFF2-40B4-BE49-F238E27FC236}">
                      <a16:creationId xmlns:a16="http://schemas.microsoft.com/office/drawing/2014/main" id="{1730F3FA-EDA4-7306-24DA-DE6427CC8C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0" y="3936832"/>
                  <a:ext cx="209457" cy="196410"/>
                </a:xfrm>
                <a:prstGeom prst="rect">
                  <a:avLst/>
                </a:prstGeom>
              </p:spPr>
            </p:pic>
            <p:pic>
              <p:nvPicPr>
                <p:cNvPr id="210" name="Graphic 209" descr="Deciduous tree with solid fill">
                  <a:extLst>
                    <a:ext uri="{FF2B5EF4-FFF2-40B4-BE49-F238E27FC236}">
                      <a16:creationId xmlns:a16="http://schemas.microsoft.com/office/drawing/2014/main" id="{0363E947-ADCC-AD29-E692-C9E42E271E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5" y="2984357"/>
                  <a:ext cx="209457" cy="196410"/>
                </a:xfrm>
                <a:prstGeom prst="rect">
                  <a:avLst/>
                </a:prstGeom>
              </p:spPr>
            </p:pic>
            <p:pic>
              <p:nvPicPr>
                <p:cNvPr id="211" name="Graphic 210" descr="Deciduous tree with solid fill">
                  <a:extLst>
                    <a:ext uri="{FF2B5EF4-FFF2-40B4-BE49-F238E27FC236}">
                      <a16:creationId xmlns:a16="http://schemas.microsoft.com/office/drawing/2014/main" id="{79197274-C5C7-46EA-2F1A-C17C294761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0" y="3107848"/>
                  <a:ext cx="209457" cy="196410"/>
                </a:xfrm>
                <a:prstGeom prst="rect">
                  <a:avLst/>
                </a:prstGeom>
              </p:spPr>
            </p:pic>
            <p:pic>
              <p:nvPicPr>
                <p:cNvPr id="212" name="Graphic 211" descr="Deciduous tree with solid fill">
                  <a:extLst>
                    <a:ext uri="{FF2B5EF4-FFF2-40B4-BE49-F238E27FC236}">
                      <a16:creationId xmlns:a16="http://schemas.microsoft.com/office/drawing/2014/main" id="{B14B84E7-62DA-FE07-1078-78A480C416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4" y="3231339"/>
                  <a:ext cx="209457" cy="196410"/>
                </a:xfrm>
                <a:prstGeom prst="rect">
                  <a:avLst/>
                </a:prstGeom>
              </p:spPr>
            </p:pic>
            <p:pic>
              <p:nvPicPr>
                <p:cNvPr id="213" name="Graphic 212" descr="Deciduous tree with solid fill">
                  <a:extLst>
                    <a:ext uri="{FF2B5EF4-FFF2-40B4-BE49-F238E27FC236}">
                      <a16:creationId xmlns:a16="http://schemas.microsoft.com/office/drawing/2014/main" id="{EC2256B3-B722-40FA-B8A1-A8509AEF2D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18" y="3354830"/>
                  <a:ext cx="209457" cy="196410"/>
                </a:xfrm>
                <a:prstGeom prst="rect">
                  <a:avLst/>
                </a:prstGeom>
              </p:spPr>
            </p:pic>
            <p:pic>
              <p:nvPicPr>
                <p:cNvPr id="214" name="Graphic 213" descr="Deciduous tree with solid fill">
                  <a:extLst>
                    <a:ext uri="{FF2B5EF4-FFF2-40B4-BE49-F238E27FC236}">
                      <a16:creationId xmlns:a16="http://schemas.microsoft.com/office/drawing/2014/main" id="{A1B0DBE8-8C70-6A87-3C1D-067F73CB3A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3" y="3478321"/>
                  <a:ext cx="209457" cy="196410"/>
                </a:xfrm>
                <a:prstGeom prst="rect">
                  <a:avLst/>
                </a:prstGeom>
              </p:spPr>
            </p:pic>
            <p:pic>
              <p:nvPicPr>
                <p:cNvPr id="215" name="Graphic 214" descr="Deciduous tree with solid fill">
                  <a:extLst>
                    <a:ext uri="{FF2B5EF4-FFF2-40B4-BE49-F238E27FC236}">
                      <a16:creationId xmlns:a16="http://schemas.microsoft.com/office/drawing/2014/main" id="{F63C2F9B-9E16-3C82-59BF-BDB24EA543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08" y="3601812"/>
                  <a:ext cx="209457" cy="196410"/>
                </a:xfrm>
                <a:prstGeom prst="rect">
                  <a:avLst/>
                </a:prstGeom>
              </p:spPr>
            </p:pic>
            <p:pic>
              <p:nvPicPr>
                <p:cNvPr id="216" name="Graphic 215" descr="Deciduous tree with solid fill">
                  <a:extLst>
                    <a:ext uri="{FF2B5EF4-FFF2-40B4-BE49-F238E27FC236}">
                      <a16:creationId xmlns:a16="http://schemas.microsoft.com/office/drawing/2014/main" id="{A4DB1ABE-20A2-384A-181F-DE18BF0009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2" y="3725303"/>
                  <a:ext cx="209457" cy="196410"/>
                </a:xfrm>
                <a:prstGeom prst="rect">
                  <a:avLst/>
                </a:prstGeom>
              </p:spPr>
            </p:pic>
            <p:pic>
              <p:nvPicPr>
                <p:cNvPr id="217" name="Graphic 216" descr="Deciduous tree with solid fill">
                  <a:extLst>
                    <a:ext uri="{FF2B5EF4-FFF2-40B4-BE49-F238E27FC236}">
                      <a16:creationId xmlns:a16="http://schemas.microsoft.com/office/drawing/2014/main" id="{C27A5E0F-D8F1-E096-1306-09A9E1F2B8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897" y="3848794"/>
                  <a:ext cx="209457" cy="196410"/>
                </a:xfrm>
                <a:prstGeom prst="rect">
                  <a:avLst/>
                </a:prstGeom>
              </p:spPr>
            </p:pic>
            <p:pic>
              <p:nvPicPr>
                <p:cNvPr id="218" name="Graphic 217" descr="Deciduous tree with solid fill">
                  <a:extLst>
                    <a:ext uri="{FF2B5EF4-FFF2-40B4-BE49-F238E27FC236}">
                      <a16:creationId xmlns:a16="http://schemas.microsoft.com/office/drawing/2014/main" id="{069D4ACF-502E-D443-94E6-D1C5397219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459" y="3072395"/>
                  <a:ext cx="209457" cy="196410"/>
                </a:xfrm>
                <a:prstGeom prst="rect">
                  <a:avLst/>
                </a:prstGeom>
              </p:spPr>
            </p:pic>
            <p:pic>
              <p:nvPicPr>
                <p:cNvPr id="219" name="Graphic 218" descr="Deciduous tree with solid fill">
                  <a:extLst>
                    <a:ext uri="{FF2B5EF4-FFF2-40B4-BE49-F238E27FC236}">
                      <a16:creationId xmlns:a16="http://schemas.microsoft.com/office/drawing/2014/main" id="{AE567B9D-E210-9FC3-39EC-0ACD39AF37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833" y="3168255"/>
                  <a:ext cx="209457" cy="196410"/>
                </a:xfrm>
                <a:prstGeom prst="rect">
                  <a:avLst/>
                </a:prstGeom>
              </p:spPr>
            </p:pic>
            <p:pic>
              <p:nvPicPr>
                <p:cNvPr id="220" name="Graphic 219" descr="Deciduous tree with solid fill">
                  <a:extLst>
                    <a:ext uri="{FF2B5EF4-FFF2-40B4-BE49-F238E27FC236}">
                      <a16:creationId xmlns:a16="http://schemas.microsoft.com/office/drawing/2014/main" id="{52DA9D68-9B28-56EE-102A-966B46D1BB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35" y="2984357"/>
                  <a:ext cx="209457" cy="196410"/>
                </a:xfrm>
                <a:prstGeom prst="rect">
                  <a:avLst/>
                </a:prstGeom>
              </p:spPr>
            </p:pic>
            <p:pic>
              <p:nvPicPr>
                <p:cNvPr id="221" name="Graphic 220" descr="Deciduous tree with solid fill">
                  <a:extLst>
                    <a:ext uri="{FF2B5EF4-FFF2-40B4-BE49-F238E27FC236}">
                      <a16:creationId xmlns:a16="http://schemas.microsoft.com/office/drawing/2014/main" id="{765E948C-F228-D4F8-1656-E9791158A6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27" y="3291746"/>
                  <a:ext cx="209457" cy="196410"/>
                </a:xfrm>
                <a:prstGeom prst="rect">
                  <a:avLst/>
                </a:prstGeom>
              </p:spPr>
            </p:pic>
            <p:pic>
              <p:nvPicPr>
                <p:cNvPr id="222" name="Graphic 221" descr="Deciduous tree with solid fill">
                  <a:extLst>
                    <a:ext uri="{FF2B5EF4-FFF2-40B4-BE49-F238E27FC236}">
                      <a16:creationId xmlns:a16="http://schemas.microsoft.com/office/drawing/2014/main" id="{616F4A6F-567D-8CDE-F9E8-47B482D345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1" y="3415237"/>
                  <a:ext cx="209457" cy="196410"/>
                </a:xfrm>
                <a:prstGeom prst="rect">
                  <a:avLst/>
                </a:prstGeom>
              </p:spPr>
            </p:pic>
            <p:pic>
              <p:nvPicPr>
                <p:cNvPr id="223" name="Graphic 222" descr="Deciduous tree with solid fill">
                  <a:extLst>
                    <a:ext uri="{FF2B5EF4-FFF2-40B4-BE49-F238E27FC236}">
                      <a16:creationId xmlns:a16="http://schemas.microsoft.com/office/drawing/2014/main" id="{E5D6DA94-5429-FD22-FE29-ACD2AE8546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16" y="3538728"/>
                  <a:ext cx="209457" cy="196410"/>
                </a:xfrm>
                <a:prstGeom prst="rect">
                  <a:avLst/>
                </a:prstGeom>
              </p:spPr>
            </p:pic>
            <p:pic>
              <p:nvPicPr>
                <p:cNvPr id="224" name="Graphic 223" descr="Deciduous tree with solid fill">
                  <a:extLst>
                    <a:ext uri="{FF2B5EF4-FFF2-40B4-BE49-F238E27FC236}">
                      <a16:creationId xmlns:a16="http://schemas.microsoft.com/office/drawing/2014/main" id="{5730A05E-F9AA-B199-44AD-F835093DAD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1" y="3662218"/>
                  <a:ext cx="209457" cy="196410"/>
                </a:xfrm>
                <a:prstGeom prst="rect">
                  <a:avLst/>
                </a:prstGeom>
              </p:spPr>
            </p:pic>
            <p:pic>
              <p:nvPicPr>
                <p:cNvPr id="225" name="Graphic 224" descr="Deciduous tree with solid fill">
                  <a:extLst>
                    <a:ext uri="{FF2B5EF4-FFF2-40B4-BE49-F238E27FC236}">
                      <a16:creationId xmlns:a16="http://schemas.microsoft.com/office/drawing/2014/main" id="{BCF5B44B-5C3E-2ECE-6D33-4F74E421E9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5" y="3785709"/>
                  <a:ext cx="209457" cy="196410"/>
                </a:xfrm>
                <a:prstGeom prst="rect">
                  <a:avLst/>
                </a:prstGeom>
              </p:spPr>
            </p:pic>
            <p:pic>
              <p:nvPicPr>
                <p:cNvPr id="226" name="Graphic 225" descr="Deciduous tree with solid fill">
                  <a:extLst>
                    <a:ext uri="{FF2B5EF4-FFF2-40B4-BE49-F238E27FC236}">
                      <a16:creationId xmlns:a16="http://schemas.microsoft.com/office/drawing/2014/main" id="{9EBC4676-AE1E-F8F8-D91B-8031EF2D67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0" y="3909200"/>
                  <a:ext cx="209457" cy="196410"/>
                </a:xfrm>
                <a:prstGeom prst="rect">
                  <a:avLst/>
                </a:prstGeom>
              </p:spPr>
            </p:pic>
            <p:pic>
              <p:nvPicPr>
                <p:cNvPr id="227" name="Graphic 226" descr="Deciduous tree with solid fill">
                  <a:extLst>
                    <a:ext uri="{FF2B5EF4-FFF2-40B4-BE49-F238E27FC236}">
                      <a16:creationId xmlns:a16="http://schemas.microsoft.com/office/drawing/2014/main" id="{02AF21C4-55E5-8B2E-7BD5-91909DD019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4" y="4032692"/>
                  <a:ext cx="209457" cy="196410"/>
                </a:xfrm>
                <a:prstGeom prst="rect">
                  <a:avLst/>
                </a:prstGeom>
              </p:spPr>
            </p:pic>
            <p:pic>
              <p:nvPicPr>
                <p:cNvPr id="228" name="Graphic 227" descr="Deciduous tree with solid fill">
                  <a:extLst>
                    <a:ext uri="{FF2B5EF4-FFF2-40B4-BE49-F238E27FC236}">
                      <a16:creationId xmlns:a16="http://schemas.microsoft.com/office/drawing/2014/main" id="{C75F76B1-CFD0-39F2-A689-92CA849519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3" y="3195886"/>
                  <a:ext cx="209457" cy="196410"/>
                </a:xfrm>
                <a:prstGeom prst="rect">
                  <a:avLst/>
                </a:prstGeom>
              </p:spPr>
            </p:pic>
            <p:pic>
              <p:nvPicPr>
                <p:cNvPr id="229" name="Graphic 228" descr="Deciduous tree with solid fill">
                  <a:extLst>
                    <a:ext uri="{FF2B5EF4-FFF2-40B4-BE49-F238E27FC236}">
                      <a16:creationId xmlns:a16="http://schemas.microsoft.com/office/drawing/2014/main" id="{1FEB0C4F-6D0B-90D8-5BD6-96D13D5332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48" y="3319377"/>
                  <a:ext cx="209457" cy="196410"/>
                </a:xfrm>
                <a:prstGeom prst="rect">
                  <a:avLst/>
                </a:prstGeom>
              </p:spPr>
            </p:pic>
            <p:pic>
              <p:nvPicPr>
                <p:cNvPr id="230" name="Graphic 229" descr="Deciduous tree with solid fill">
                  <a:extLst>
                    <a:ext uri="{FF2B5EF4-FFF2-40B4-BE49-F238E27FC236}">
                      <a16:creationId xmlns:a16="http://schemas.microsoft.com/office/drawing/2014/main" id="{7855DB75-ECD4-204D-13F7-E30BAE068B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3" y="3442868"/>
                  <a:ext cx="209457" cy="196410"/>
                </a:xfrm>
                <a:prstGeom prst="rect">
                  <a:avLst/>
                </a:prstGeom>
              </p:spPr>
            </p:pic>
            <p:pic>
              <p:nvPicPr>
                <p:cNvPr id="231" name="Graphic 230" descr="Deciduous tree with solid fill">
                  <a:extLst>
                    <a:ext uri="{FF2B5EF4-FFF2-40B4-BE49-F238E27FC236}">
                      <a16:creationId xmlns:a16="http://schemas.microsoft.com/office/drawing/2014/main" id="{A291A4F5-5BCC-8A64-702D-3039FFD876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37" y="3566359"/>
                  <a:ext cx="209457" cy="196410"/>
                </a:xfrm>
                <a:prstGeom prst="rect">
                  <a:avLst/>
                </a:prstGeom>
              </p:spPr>
            </p:pic>
            <p:pic>
              <p:nvPicPr>
                <p:cNvPr id="232" name="Graphic 231" descr="Deciduous tree with solid fill">
                  <a:extLst>
                    <a:ext uri="{FF2B5EF4-FFF2-40B4-BE49-F238E27FC236}">
                      <a16:creationId xmlns:a16="http://schemas.microsoft.com/office/drawing/2014/main" id="{0890CAD1-CF46-4637-F7D5-466C3EE812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1" y="3689850"/>
                  <a:ext cx="209457" cy="196410"/>
                </a:xfrm>
                <a:prstGeom prst="rect">
                  <a:avLst/>
                </a:prstGeom>
              </p:spPr>
            </p:pic>
            <p:pic>
              <p:nvPicPr>
                <p:cNvPr id="233" name="Graphic 232" descr="Deciduous tree with solid fill">
                  <a:extLst>
                    <a:ext uri="{FF2B5EF4-FFF2-40B4-BE49-F238E27FC236}">
                      <a16:creationId xmlns:a16="http://schemas.microsoft.com/office/drawing/2014/main" id="{5EC8BA76-95BE-0A05-1611-730FD3A465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26" y="3813341"/>
                  <a:ext cx="209457" cy="196410"/>
                </a:xfrm>
                <a:prstGeom prst="rect">
                  <a:avLst/>
                </a:prstGeom>
              </p:spPr>
            </p:pic>
            <p:pic>
              <p:nvPicPr>
                <p:cNvPr id="234" name="Graphic 233" descr="Deciduous tree with solid fill">
                  <a:extLst>
                    <a:ext uri="{FF2B5EF4-FFF2-40B4-BE49-F238E27FC236}">
                      <a16:creationId xmlns:a16="http://schemas.microsoft.com/office/drawing/2014/main" id="{DA910DB4-4A1A-6156-D561-BE56BC18FB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0" y="3936832"/>
                  <a:ext cx="209457" cy="196410"/>
                </a:xfrm>
                <a:prstGeom prst="rect">
                  <a:avLst/>
                </a:prstGeom>
              </p:spPr>
            </p:pic>
            <p:pic>
              <p:nvPicPr>
                <p:cNvPr id="235" name="Graphic 234" descr="Deciduous tree with solid fill">
                  <a:extLst>
                    <a:ext uri="{FF2B5EF4-FFF2-40B4-BE49-F238E27FC236}">
                      <a16:creationId xmlns:a16="http://schemas.microsoft.com/office/drawing/2014/main" id="{31209F46-9594-0F57-A8D1-3CFA14781C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0" y="3107848"/>
                  <a:ext cx="209457" cy="196410"/>
                </a:xfrm>
                <a:prstGeom prst="rect">
                  <a:avLst/>
                </a:prstGeom>
              </p:spPr>
            </p:pic>
            <p:pic>
              <p:nvPicPr>
                <p:cNvPr id="236" name="Graphic 235" descr="Deciduous tree with solid fill">
                  <a:extLst>
                    <a:ext uri="{FF2B5EF4-FFF2-40B4-BE49-F238E27FC236}">
                      <a16:creationId xmlns:a16="http://schemas.microsoft.com/office/drawing/2014/main" id="{97D662BC-4139-C6D6-396B-7F9B7BB967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4" y="3231339"/>
                  <a:ext cx="209457" cy="196410"/>
                </a:xfrm>
                <a:prstGeom prst="rect">
                  <a:avLst/>
                </a:prstGeom>
              </p:spPr>
            </p:pic>
            <p:pic>
              <p:nvPicPr>
                <p:cNvPr id="237" name="Graphic 236" descr="Deciduous tree with solid fill">
                  <a:extLst>
                    <a:ext uri="{FF2B5EF4-FFF2-40B4-BE49-F238E27FC236}">
                      <a16:creationId xmlns:a16="http://schemas.microsoft.com/office/drawing/2014/main" id="{8D110D12-185E-652D-DBA3-492BEFCE8E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18" y="3354830"/>
                  <a:ext cx="209457" cy="196410"/>
                </a:xfrm>
                <a:prstGeom prst="rect">
                  <a:avLst/>
                </a:prstGeom>
              </p:spPr>
            </p:pic>
            <p:pic>
              <p:nvPicPr>
                <p:cNvPr id="238" name="Graphic 237" descr="Deciduous tree with solid fill">
                  <a:extLst>
                    <a:ext uri="{FF2B5EF4-FFF2-40B4-BE49-F238E27FC236}">
                      <a16:creationId xmlns:a16="http://schemas.microsoft.com/office/drawing/2014/main" id="{88CCDB47-4CFA-1D50-FB12-621BC798E6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3" y="3478321"/>
                  <a:ext cx="209457" cy="196410"/>
                </a:xfrm>
                <a:prstGeom prst="rect">
                  <a:avLst/>
                </a:prstGeom>
              </p:spPr>
            </p:pic>
            <p:pic>
              <p:nvPicPr>
                <p:cNvPr id="239" name="Graphic 238" descr="Deciduous tree with solid fill">
                  <a:extLst>
                    <a:ext uri="{FF2B5EF4-FFF2-40B4-BE49-F238E27FC236}">
                      <a16:creationId xmlns:a16="http://schemas.microsoft.com/office/drawing/2014/main" id="{EBC33A3E-4FD4-E913-194C-471E2B3774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08" y="3601812"/>
                  <a:ext cx="209457" cy="196410"/>
                </a:xfrm>
                <a:prstGeom prst="rect">
                  <a:avLst/>
                </a:prstGeom>
              </p:spPr>
            </p:pic>
            <p:pic>
              <p:nvPicPr>
                <p:cNvPr id="240" name="Graphic 239" descr="Deciduous tree with solid fill">
                  <a:extLst>
                    <a:ext uri="{FF2B5EF4-FFF2-40B4-BE49-F238E27FC236}">
                      <a16:creationId xmlns:a16="http://schemas.microsoft.com/office/drawing/2014/main" id="{28327659-47A3-D2CB-4960-FC05BB7E0A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2" y="3725303"/>
                  <a:ext cx="209457" cy="196410"/>
                </a:xfrm>
                <a:prstGeom prst="rect">
                  <a:avLst/>
                </a:prstGeom>
              </p:spPr>
            </p:pic>
            <p:pic>
              <p:nvPicPr>
                <p:cNvPr id="241" name="Graphic 240" descr="Deciduous tree with solid fill">
                  <a:extLst>
                    <a:ext uri="{FF2B5EF4-FFF2-40B4-BE49-F238E27FC236}">
                      <a16:creationId xmlns:a16="http://schemas.microsoft.com/office/drawing/2014/main" id="{0FAC16AF-AA31-4434-BED3-9ADED0638E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897" y="3848794"/>
                  <a:ext cx="209457" cy="196410"/>
                </a:xfrm>
                <a:prstGeom prst="rect">
                  <a:avLst/>
                </a:prstGeom>
              </p:spPr>
            </p:pic>
            <p:pic>
              <p:nvPicPr>
                <p:cNvPr id="242" name="Graphic 241" descr="Deciduous tree with solid fill">
                  <a:extLst>
                    <a:ext uri="{FF2B5EF4-FFF2-40B4-BE49-F238E27FC236}">
                      <a16:creationId xmlns:a16="http://schemas.microsoft.com/office/drawing/2014/main" id="{05A8FC9E-72BD-1539-0014-C43768D11C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153" y="3195886"/>
                  <a:ext cx="209457" cy="196410"/>
                </a:xfrm>
                <a:prstGeom prst="rect">
                  <a:avLst/>
                </a:prstGeom>
              </p:spPr>
            </p:pic>
            <p:pic>
              <p:nvPicPr>
                <p:cNvPr id="243" name="Graphic 242" descr="Deciduous tree with solid fill">
                  <a:extLst>
                    <a:ext uri="{FF2B5EF4-FFF2-40B4-BE49-F238E27FC236}">
                      <a16:creationId xmlns:a16="http://schemas.microsoft.com/office/drawing/2014/main" id="{2FC0F23F-1B09-F380-A6EE-8585ECD6E0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527" y="3291746"/>
                  <a:ext cx="209457" cy="196410"/>
                </a:xfrm>
                <a:prstGeom prst="rect">
                  <a:avLst/>
                </a:prstGeom>
              </p:spPr>
            </p:pic>
            <p:pic>
              <p:nvPicPr>
                <p:cNvPr id="244" name="Graphic 243" descr="Deciduous tree with solid fill">
                  <a:extLst>
                    <a:ext uri="{FF2B5EF4-FFF2-40B4-BE49-F238E27FC236}">
                      <a16:creationId xmlns:a16="http://schemas.microsoft.com/office/drawing/2014/main" id="{B3789696-4228-C042-2B9A-C32A9CDFC8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1730" y="3107848"/>
                  <a:ext cx="209457" cy="196410"/>
                </a:xfrm>
                <a:prstGeom prst="rect">
                  <a:avLst/>
                </a:prstGeom>
              </p:spPr>
            </p:pic>
            <p:pic>
              <p:nvPicPr>
                <p:cNvPr id="245" name="Graphic 244" descr="Deciduous tree with solid fill">
                  <a:extLst>
                    <a:ext uri="{FF2B5EF4-FFF2-40B4-BE49-F238E27FC236}">
                      <a16:creationId xmlns:a16="http://schemas.microsoft.com/office/drawing/2014/main" id="{8B20FE34-AF23-0DB9-2B86-B1EF3BB2F7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1" y="3415237"/>
                  <a:ext cx="209457" cy="196410"/>
                </a:xfrm>
                <a:prstGeom prst="rect">
                  <a:avLst/>
                </a:prstGeom>
              </p:spPr>
            </p:pic>
            <p:pic>
              <p:nvPicPr>
                <p:cNvPr id="246" name="Graphic 245" descr="Deciduous tree with solid fill">
                  <a:extLst>
                    <a:ext uri="{FF2B5EF4-FFF2-40B4-BE49-F238E27FC236}">
                      <a16:creationId xmlns:a16="http://schemas.microsoft.com/office/drawing/2014/main" id="{33C069AA-EAA2-0036-C488-BBAE71EBCB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16" y="3538728"/>
                  <a:ext cx="209457" cy="196410"/>
                </a:xfrm>
                <a:prstGeom prst="rect">
                  <a:avLst/>
                </a:prstGeom>
              </p:spPr>
            </p:pic>
            <p:pic>
              <p:nvPicPr>
                <p:cNvPr id="247" name="Graphic 246" descr="Deciduous tree with solid fill">
                  <a:extLst>
                    <a:ext uri="{FF2B5EF4-FFF2-40B4-BE49-F238E27FC236}">
                      <a16:creationId xmlns:a16="http://schemas.microsoft.com/office/drawing/2014/main" id="{AD31E3E8-DD13-05CA-1027-921D65F07C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1" y="3662218"/>
                  <a:ext cx="209457" cy="196410"/>
                </a:xfrm>
                <a:prstGeom prst="rect">
                  <a:avLst/>
                </a:prstGeom>
              </p:spPr>
            </p:pic>
            <p:pic>
              <p:nvPicPr>
                <p:cNvPr id="248" name="Graphic 247" descr="Deciduous tree with solid fill">
                  <a:extLst>
                    <a:ext uri="{FF2B5EF4-FFF2-40B4-BE49-F238E27FC236}">
                      <a16:creationId xmlns:a16="http://schemas.microsoft.com/office/drawing/2014/main" id="{46A1EBB2-6A74-A6C5-9FC7-AFBE6F2E15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5" y="3785709"/>
                  <a:ext cx="209457" cy="196410"/>
                </a:xfrm>
                <a:prstGeom prst="rect">
                  <a:avLst/>
                </a:prstGeom>
              </p:spPr>
            </p:pic>
            <p:pic>
              <p:nvPicPr>
                <p:cNvPr id="249" name="Graphic 248" descr="Deciduous tree with solid fill">
                  <a:extLst>
                    <a:ext uri="{FF2B5EF4-FFF2-40B4-BE49-F238E27FC236}">
                      <a16:creationId xmlns:a16="http://schemas.microsoft.com/office/drawing/2014/main" id="{E1CFF949-1794-3567-069E-2EB403F1CF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0" y="3909200"/>
                  <a:ext cx="209457" cy="196410"/>
                </a:xfrm>
                <a:prstGeom prst="rect">
                  <a:avLst/>
                </a:prstGeom>
              </p:spPr>
            </p:pic>
            <p:pic>
              <p:nvPicPr>
                <p:cNvPr id="250" name="Graphic 249" descr="Deciduous tree with solid fill">
                  <a:extLst>
                    <a:ext uri="{FF2B5EF4-FFF2-40B4-BE49-F238E27FC236}">
                      <a16:creationId xmlns:a16="http://schemas.microsoft.com/office/drawing/2014/main" id="{571A171B-B473-5D24-D5E0-7831667721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4" y="4032692"/>
                  <a:ext cx="209457" cy="196410"/>
                </a:xfrm>
                <a:prstGeom prst="rect">
                  <a:avLst/>
                </a:prstGeom>
              </p:spPr>
            </p:pic>
            <p:pic>
              <p:nvPicPr>
                <p:cNvPr id="251" name="Graphic 250" descr="Deciduous tree with solid fill">
                  <a:extLst>
                    <a:ext uri="{FF2B5EF4-FFF2-40B4-BE49-F238E27FC236}">
                      <a16:creationId xmlns:a16="http://schemas.microsoft.com/office/drawing/2014/main" id="{14050C9C-FCEA-E5C3-76C0-6B4E6B5550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48" y="3319377"/>
                  <a:ext cx="209457" cy="196410"/>
                </a:xfrm>
                <a:prstGeom prst="rect">
                  <a:avLst/>
                </a:prstGeom>
              </p:spPr>
            </p:pic>
            <p:pic>
              <p:nvPicPr>
                <p:cNvPr id="252" name="Graphic 251" descr="Deciduous tree with solid fill">
                  <a:extLst>
                    <a:ext uri="{FF2B5EF4-FFF2-40B4-BE49-F238E27FC236}">
                      <a16:creationId xmlns:a16="http://schemas.microsoft.com/office/drawing/2014/main" id="{5BE320B9-7065-F549-286F-7C89062F35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3" y="3442868"/>
                  <a:ext cx="209457" cy="196410"/>
                </a:xfrm>
                <a:prstGeom prst="rect">
                  <a:avLst/>
                </a:prstGeom>
              </p:spPr>
            </p:pic>
            <p:pic>
              <p:nvPicPr>
                <p:cNvPr id="253" name="Graphic 252" descr="Deciduous tree with solid fill">
                  <a:extLst>
                    <a:ext uri="{FF2B5EF4-FFF2-40B4-BE49-F238E27FC236}">
                      <a16:creationId xmlns:a16="http://schemas.microsoft.com/office/drawing/2014/main" id="{7A942803-5B83-0112-DB15-590744B6B2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37" y="3566359"/>
                  <a:ext cx="209457" cy="196410"/>
                </a:xfrm>
                <a:prstGeom prst="rect">
                  <a:avLst/>
                </a:prstGeom>
              </p:spPr>
            </p:pic>
            <p:pic>
              <p:nvPicPr>
                <p:cNvPr id="254" name="Graphic 253" descr="Deciduous tree with solid fill">
                  <a:extLst>
                    <a:ext uri="{FF2B5EF4-FFF2-40B4-BE49-F238E27FC236}">
                      <a16:creationId xmlns:a16="http://schemas.microsoft.com/office/drawing/2014/main" id="{8D5F7D68-ADDE-7D0A-8E4D-14CE025D34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1" y="3689850"/>
                  <a:ext cx="209457" cy="196410"/>
                </a:xfrm>
                <a:prstGeom prst="rect">
                  <a:avLst/>
                </a:prstGeom>
              </p:spPr>
            </p:pic>
            <p:pic>
              <p:nvPicPr>
                <p:cNvPr id="255" name="Graphic 254" descr="Deciduous tree with solid fill">
                  <a:extLst>
                    <a:ext uri="{FF2B5EF4-FFF2-40B4-BE49-F238E27FC236}">
                      <a16:creationId xmlns:a16="http://schemas.microsoft.com/office/drawing/2014/main" id="{5266E666-B789-FAF1-1615-12EA8113ED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26" y="3813341"/>
                  <a:ext cx="209457" cy="196410"/>
                </a:xfrm>
                <a:prstGeom prst="rect">
                  <a:avLst/>
                </a:prstGeom>
              </p:spPr>
            </p:pic>
            <p:pic>
              <p:nvPicPr>
                <p:cNvPr id="256" name="Graphic 255" descr="Deciduous tree with solid fill">
                  <a:extLst>
                    <a:ext uri="{FF2B5EF4-FFF2-40B4-BE49-F238E27FC236}">
                      <a16:creationId xmlns:a16="http://schemas.microsoft.com/office/drawing/2014/main" id="{B205DC9D-2F46-3151-2BAC-9F5B37796F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0" y="3936832"/>
                  <a:ext cx="209457" cy="196410"/>
                </a:xfrm>
                <a:prstGeom prst="rect">
                  <a:avLst/>
                </a:prstGeom>
              </p:spPr>
            </p:pic>
            <p:pic>
              <p:nvPicPr>
                <p:cNvPr id="257" name="Graphic 256" descr="Deciduous tree with solid fill">
                  <a:extLst>
                    <a:ext uri="{FF2B5EF4-FFF2-40B4-BE49-F238E27FC236}">
                      <a16:creationId xmlns:a16="http://schemas.microsoft.com/office/drawing/2014/main" id="{A34D63BA-2714-2A6E-5A3C-5CA4E78238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4" y="3231339"/>
                  <a:ext cx="209457" cy="196410"/>
                </a:xfrm>
                <a:prstGeom prst="rect">
                  <a:avLst/>
                </a:prstGeom>
              </p:spPr>
            </p:pic>
            <p:pic>
              <p:nvPicPr>
                <p:cNvPr id="258" name="Graphic 257" descr="Deciduous tree with solid fill">
                  <a:extLst>
                    <a:ext uri="{FF2B5EF4-FFF2-40B4-BE49-F238E27FC236}">
                      <a16:creationId xmlns:a16="http://schemas.microsoft.com/office/drawing/2014/main" id="{F565FA3B-D564-C688-8CAB-AE75B16EED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18" y="3354830"/>
                  <a:ext cx="209457" cy="196410"/>
                </a:xfrm>
                <a:prstGeom prst="rect">
                  <a:avLst/>
                </a:prstGeom>
              </p:spPr>
            </p:pic>
            <p:pic>
              <p:nvPicPr>
                <p:cNvPr id="259" name="Graphic 258" descr="Deciduous tree with solid fill">
                  <a:extLst>
                    <a:ext uri="{FF2B5EF4-FFF2-40B4-BE49-F238E27FC236}">
                      <a16:creationId xmlns:a16="http://schemas.microsoft.com/office/drawing/2014/main" id="{EA3AFCDF-4625-0C00-28D2-92B424A956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3" y="3478321"/>
                  <a:ext cx="209457" cy="196410"/>
                </a:xfrm>
                <a:prstGeom prst="rect">
                  <a:avLst/>
                </a:prstGeom>
              </p:spPr>
            </p:pic>
            <p:pic>
              <p:nvPicPr>
                <p:cNvPr id="260" name="Graphic 259" descr="Deciduous tree with solid fill">
                  <a:extLst>
                    <a:ext uri="{FF2B5EF4-FFF2-40B4-BE49-F238E27FC236}">
                      <a16:creationId xmlns:a16="http://schemas.microsoft.com/office/drawing/2014/main" id="{7832DAD1-A738-569D-AD5A-6B1435E010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08" y="3601812"/>
                  <a:ext cx="209457" cy="196410"/>
                </a:xfrm>
                <a:prstGeom prst="rect">
                  <a:avLst/>
                </a:prstGeom>
              </p:spPr>
            </p:pic>
            <p:pic>
              <p:nvPicPr>
                <p:cNvPr id="261" name="Graphic 260" descr="Deciduous tree with solid fill">
                  <a:extLst>
                    <a:ext uri="{FF2B5EF4-FFF2-40B4-BE49-F238E27FC236}">
                      <a16:creationId xmlns:a16="http://schemas.microsoft.com/office/drawing/2014/main" id="{AD0F411B-EA70-6632-46D8-FDF8301BC2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2" y="3725303"/>
                  <a:ext cx="209457" cy="196410"/>
                </a:xfrm>
                <a:prstGeom prst="rect">
                  <a:avLst/>
                </a:prstGeom>
              </p:spPr>
            </p:pic>
            <p:pic>
              <p:nvPicPr>
                <p:cNvPr id="262" name="Graphic 261" descr="Deciduous tree with solid fill">
                  <a:extLst>
                    <a:ext uri="{FF2B5EF4-FFF2-40B4-BE49-F238E27FC236}">
                      <a16:creationId xmlns:a16="http://schemas.microsoft.com/office/drawing/2014/main" id="{D5A4E478-B1D2-A930-11D7-8716E3D7C2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897" y="3848794"/>
                  <a:ext cx="209457" cy="196410"/>
                </a:xfrm>
                <a:prstGeom prst="rect">
                  <a:avLst/>
                </a:prstGeom>
              </p:spPr>
            </p:pic>
            <p:pic>
              <p:nvPicPr>
                <p:cNvPr id="263" name="Graphic 262" descr="Deciduous tree with solid fill">
                  <a:extLst>
                    <a:ext uri="{FF2B5EF4-FFF2-40B4-BE49-F238E27FC236}">
                      <a16:creationId xmlns:a16="http://schemas.microsoft.com/office/drawing/2014/main" id="{CD4545F6-A389-DF33-20F2-C14EF3E5E0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2848" y="3319377"/>
                  <a:ext cx="209457" cy="196410"/>
                </a:xfrm>
                <a:prstGeom prst="rect">
                  <a:avLst/>
                </a:prstGeom>
              </p:spPr>
            </p:pic>
            <p:pic>
              <p:nvPicPr>
                <p:cNvPr id="264" name="Graphic 263" descr="Deciduous tree with solid fill">
                  <a:extLst>
                    <a:ext uri="{FF2B5EF4-FFF2-40B4-BE49-F238E27FC236}">
                      <a16:creationId xmlns:a16="http://schemas.microsoft.com/office/drawing/2014/main" id="{873B7A73-1D69-B86C-095F-A96FB13CC7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221" y="3415237"/>
                  <a:ext cx="209457" cy="196410"/>
                </a:xfrm>
                <a:prstGeom prst="rect">
                  <a:avLst/>
                </a:prstGeom>
              </p:spPr>
            </p:pic>
            <p:pic>
              <p:nvPicPr>
                <p:cNvPr id="265" name="Graphic 264" descr="Deciduous tree with solid fill">
                  <a:extLst>
                    <a:ext uri="{FF2B5EF4-FFF2-40B4-BE49-F238E27FC236}">
                      <a16:creationId xmlns:a16="http://schemas.microsoft.com/office/drawing/2014/main" id="{112A268F-DACE-FD95-0809-71EBEE4DBB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3424" y="3231339"/>
                  <a:ext cx="209457" cy="196410"/>
                </a:xfrm>
                <a:prstGeom prst="rect">
                  <a:avLst/>
                </a:prstGeom>
              </p:spPr>
            </p:pic>
            <p:pic>
              <p:nvPicPr>
                <p:cNvPr id="266" name="Graphic 265" descr="Deciduous tree with solid fill">
                  <a:extLst>
                    <a:ext uri="{FF2B5EF4-FFF2-40B4-BE49-F238E27FC236}">
                      <a16:creationId xmlns:a16="http://schemas.microsoft.com/office/drawing/2014/main" id="{92C62EEF-7873-876F-A1AC-8619232601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16" y="3538728"/>
                  <a:ext cx="209457" cy="196410"/>
                </a:xfrm>
                <a:prstGeom prst="rect">
                  <a:avLst/>
                </a:prstGeom>
              </p:spPr>
            </p:pic>
            <p:pic>
              <p:nvPicPr>
                <p:cNvPr id="267" name="Graphic 266" descr="Deciduous tree with solid fill">
                  <a:extLst>
                    <a:ext uri="{FF2B5EF4-FFF2-40B4-BE49-F238E27FC236}">
                      <a16:creationId xmlns:a16="http://schemas.microsoft.com/office/drawing/2014/main" id="{948F319A-712C-2E96-090C-E49669B52D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1" y="3662218"/>
                  <a:ext cx="209457" cy="196410"/>
                </a:xfrm>
                <a:prstGeom prst="rect">
                  <a:avLst/>
                </a:prstGeom>
              </p:spPr>
            </p:pic>
            <p:pic>
              <p:nvPicPr>
                <p:cNvPr id="268" name="Graphic 267" descr="Deciduous tree with solid fill">
                  <a:extLst>
                    <a:ext uri="{FF2B5EF4-FFF2-40B4-BE49-F238E27FC236}">
                      <a16:creationId xmlns:a16="http://schemas.microsoft.com/office/drawing/2014/main" id="{4E421CEC-5762-1FE9-E357-57851AD029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5" y="3785709"/>
                  <a:ext cx="209457" cy="196410"/>
                </a:xfrm>
                <a:prstGeom prst="rect">
                  <a:avLst/>
                </a:prstGeom>
              </p:spPr>
            </p:pic>
            <p:pic>
              <p:nvPicPr>
                <p:cNvPr id="269" name="Graphic 268" descr="Deciduous tree with solid fill">
                  <a:extLst>
                    <a:ext uri="{FF2B5EF4-FFF2-40B4-BE49-F238E27FC236}">
                      <a16:creationId xmlns:a16="http://schemas.microsoft.com/office/drawing/2014/main" id="{48F3AF4B-BFC6-E15A-173F-0D5A835FA2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0" y="3909200"/>
                  <a:ext cx="209457" cy="196410"/>
                </a:xfrm>
                <a:prstGeom prst="rect">
                  <a:avLst/>
                </a:prstGeom>
              </p:spPr>
            </p:pic>
            <p:pic>
              <p:nvPicPr>
                <p:cNvPr id="270" name="Graphic 269" descr="Deciduous tree with solid fill">
                  <a:extLst>
                    <a:ext uri="{FF2B5EF4-FFF2-40B4-BE49-F238E27FC236}">
                      <a16:creationId xmlns:a16="http://schemas.microsoft.com/office/drawing/2014/main" id="{DD0A84D6-B18C-42D0-32EC-6F3E760A5F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4" y="4032692"/>
                  <a:ext cx="209457" cy="196410"/>
                </a:xfrm>
                <a:prstGeom prst="rect">
                  <a:avLst/>
                </a:prstGeom>
              </p:spPr>
            </p:pic>
            <p:pic>
              <p:nvPicPr>
                <p:cNvPr id="271" name="Graphic 270" descr="Deciduous tree with solid fill">
                  <a:extLst>
                    <a:ext uri="{FF2B5EF4-FFF2-40B4-BE49-F238E27FC236}">
                      <a16:creationId xmlns:a16="http://schemas.microsoft.com/office/drawing/2014/main" id="{12709265-DF10-8B89-5249-7C25F1E747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3" y="3442868"/>
                  <a:ext cx="209457" cy="196410"/>
                </a:xfrm>
                <a:prstGeom prst="rect">
                  <a:avLst/>
                </a:prstGeom>
              </p:spPr>
            </p:pic>
            <p:pic>
              <p:nvPicPr>
                <p:cNvPr id="272" name="Graphic 271" descr="Deciduous tree with solid fill">
                  <a:extLst>
                    <a:ext uri="{FF2B5EF4-FFF2-40B4-BE49-F238E27FC236}">
                      <a16:creationId xmlns:a16="http://schemas.microsoft.com/office/drawing/2014/main" id="{547304D4-C397-37B1-EDEE-D0DB2F02B6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37" y="3566359"/>
                  <a:ext cx="209457" cy="196410"/>
                </a:xfrm>
                <a:prstGeom prst="rect">
                  <a:avLst/>
                </a:prstGeom>
              </p:spPr>
            </p:pic>
            <p:pic>
              <p:nvPicPr>
                <p:cNvPr id="273" name="Graphic 272" descr="Deciduous tree with solid fill">
                  <a:extLst>
                    <a:ext uri="{FF2B5EF4-FFF2-40B4-BE49-F238E27FC236}">
                      <a16:creationId xmlns:a16="http://schemas.microsoft.com/office/drawing/2014/main" id="{37995F0B-B99E-4981-8BA7-B2837F6594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1" y="3689850"/>
                  <a:ext cx="209457" cy="196410"/>
                </a:xfrm>
                <a:prstGeom prst="rect">
                  <a:avLst/>
                </a:prstGeom>
              </p:spPr>
            </p:pic>
            <p:pic>
              <p:nvPicPr>
                <p:cNvPr id="274" name="Graphic 273" descr="Deciduous tree with solid fill">
                  <a:extLst>
                    <a:ext uri="{FF2B5EF4-FFF2-40B4-BE49-F238E27FC236}">
                      <a16:creationId xmlns:a16="http://schemas.microsoft.com/office/drawing/2014/main" id="{33944E41-B14C-0E0A-0FF8-7F05E4C64C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26" y="3813341"/>
                  <a:ext cx="209457" cy="196410"/>
                </a:xfrm>
                <a:prstGeom prst="rect">
                  <a:avLst/>
                </a:prstGeom>
              </p:spPr>
            </p:pic>
            <p:pic>
              <p:nvPicPr>
                <p:cNvPr id="275" name="Graphic 274" descr="Deciduous tree with solid fill">
                  <a:extLst>
                    <a:ext uri="{FF2B5EF4-FFF2-40B4-BE49-F238E27FC236}">
                      <a16:creationId xmlns:a16="http://schemas.microsoft.com/office/drawing/2014/main" id="{6688DBCA-482E-418B-AA73-8C4A451997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0" y="3936832"/>
                  <a:ext cx="209457" cy="196410"/>
                </a:xfrm>
                <a:prstGeom prst="rect">
                  <a:avLst/>
                </a:prstGeom>
              </p:spPr>
            </p:pic>
            <p:pic>
              <p:nvPicPr>
                <p:cNvPr id="276" name="Graphic 275" descr="Deciduous tree with solid fill">
                  <a:extLst>
                    <a:ext uri="{FF2B5EF4-FFF2-40B4-BE49-F238E27FC236}">
                      <a16:creationId xmlns:a16="http://schemas.microsoft.com/office/drawing/2014/main" id="{2E1B1499-AABA-9885-49C8-D1BF554031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18" y="3354830"/>
                  <a:ext cx="209457" cy="196410"/>
                </a:xfrm>
                <a:prstGeom prst="rect">
                  <a:avLst/>
                </a:prstGeom>
              </p:spPr>
            </p:pic>
            <p:pic>
              <p:nvPicPr>
                <p:cNvPr id="277" name="Graphic 276" descr="Deciduous tree with solid fill">
                  <a:extLst>
                    <a:ext uri="{FF2B5EF4-FFF2-40B4-BE49-F238E27FC236}">
                      <a16:creationId xmlns:a16="http://schemas.microsoft.com/office/drawing/2014/main" id="{FA969BC9-796F-BBAA-3ACA-913BF2588B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3" y="3478321"/>
                  <a:ext cx="209457" cy="196410"/>
                </a:xfrm>
                <a:prstGeom prst="rect">
                  <a:avLst/>
                </a:prstGeom>
              </p:spPr>
            </p:pic>
            <p:pic>
              <p:nvPicPr>
                <p:cNvPr id="278" name="Graphic 277" descr="Deciduous tree with solid fill">
                  <a:extLst>
                    <a:ext uri="{FF2B5EF4-FFF2-40B4-BE49-F238E27FC236}">
                      <a16:creationId xmlns:a16="http://schemas.microsoft.com/office/drawing/2014/main" id="{E1875535-EFD3-248E-B4A1-063118494E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08" y="3601812"/>
                  <a:ext cx="209457" cy="196410"/>
                </a:xfrm>
                <a:prstGeom prst="rect">
                  <a:avLst/>
                </a:prstGeom>
              </p:spPr>
            </p:pic>
            <p:pic>
              <p:nvPicPr>
                <p:cNvPr id="279" name="Graphic 278" descr="Deciduous tree with solid fill">
                  <a:extLst>
                    <a:ext uri="{FF2B5EF4-FFF2-40B4-BE49-F238E27FC236}">
                      <a16:creationId xmlns:a16="http://schemas.microsoft.com/office/drawing/2014/main" id="{9C1D9D47-7A41-CC25-C10D-B8DD78023E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2" y="3725303"/>
                  <a:ext cx="209457" cy="196410"/>
                </a:xfrm>
                <a:prstGeom prst="rect">
                  <a:avLst/>
                </a:prstGeom>
              </p:spPr>
            </p:pic>
            <p:pic>
              <p:nvPicPr>
                <p:cNvPr id="280" name="Graphic 279" descr="Deciduous tree with solid fill">
                  <a:extLst>
                    <a:ext uri="{FF2B5EF4-FFF2-40B4-BE49-F238E27FC236}">
                      <a16:creationId xmlns:a16="http://schemas.microsoft.com/office/drawing/2014/main" id="{8749E5A7-76FA-32F2-20F4-952F427DDE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897" y="3848794"/>
                  <a:ext cx="209457" cy="196410"/>
                </a:xfrm>
                <a:prstGeom prst="rect">
                  <a:avLst/>
                </a:prstGeom>
              </p:spPr>
            </p:pic>
            <p:pic>
              <p:nvPicPr>
                <p:cNvPr id="281" name="Graphic 280" descr="Deciduous tree with solid fill">
                  <a:extLst>
                    <a:ext uri="{FF2B5EF4-FFF2-40B4-BE49-F238E27FC236}">
                      <a16:creationId xmlns:a16="http://schemas.microsoft.com/office/drawing/2014/main" id="{423DA35F-7541-7D32-C4AB-2841DADC48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543" y="3442868"/>
                  <a:ext cx="209457" cy="196410"/>
                </a:xfrm>
                <a:prstGeom prst="rect">
                  <a:avLst/>
                </a:prstGeom>
              </p:spPr>
            </p:pic>
            <p:pic>
              <p:nvPicPr>
                <p:cNvPr id="282" name="Graphic 281" descr="Deciduous tree with solid fill">
                  <a:extLst>
                    <a:ext uri="{FF2B5EF4-FFF2-40B4-BE49-F238E27FC236}">
                      <a16:creationId xmlns:a16="http://schemas.microsoft.com/office/drawing/2014/main" id="{A7A460F6-5657-35B8-E810-B6E665FD8C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916" y="3538728"/>
                  <a:ext cx="209457" cy="196410"/>
                </a:xfrm>
                <a:prstGeom prst="rect">
                  <a:avLst/>
                </a:prstGeom>
              </p:spPr>
            </p:pic>
            <p:pic>
              <p:nvPicPr>
                <p:cNvPr id="283" name="Graphic 282" descr="Deciduous tree with solid fill">
                  <a:extLst>
                    <a:ext uri="{FF2B5EF4-FFF2-40B4-BE49-F238E27FC236}">
                      <a16:creationId xmlns:a16="http://schemas.microsoft.com/office/drawing/2014/main" id="{1755227A-2F51-581B-8DE1-DB0ED8096A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118" y="3354830"/>
                  <a:ext cx="209457" cy="196410"/>
                </a:xfrm>
                <a:prstGeom prst="rect">
                  <a:avLst/>
                </a:prstGeom>
              </p:spPr>
            </p:pic>
            <p:pic>
              <p:nvPicPr>
                <p:cNvPr id="284" name="Graphic 283" descr="Deciduous tree with solid fill">
                  <a:extLst>
                    <a:ext uri="{FF2B5EF4-FFF2-40B4-BE49-F238E27FC236}">
                      <a16:creationId xmlns:a16="http://schemas.microsoft.com/office/drawing/2014/main" id="{EA103C8F-B857-95C8-F66C-93A75C961A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1" y="3662218"/>
                  <a:ext cx="209457" cy="196410"/>
                </a:xfrm>
                <a:prstGeom prst="rect">
                  <a:avLst/>
                </a:prstGeom>
              </p:spPr>
            </p:pic>
            <p:pic>
              <p:nvPicPr>
                <p:cNvPr id="285" name="Graphic 284" descr="Deciduous tree with solid fill">
                  <a:extLst>
                    <a:ext uri="{FF2B5EF4-FFF2-40B4-BE49-F238E27FC236}">
                      <a16:creationId xmlns:a16="http://schemas.microsoft.com/office/drawing/2014/main" id="{4C0D3617-9BDF-172F-6644-CC4425C272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5" y="3785709"/>
                  <a:ext cx="209457" cy="196410"/>
                </a:xfrm>
                <a:prstGeom prst="rect">
                  <a:avLst/>
                </a:prstGeom>
              </p:spPr>
            </p:pic>
            <p:pic>
              <p:nvPicPr>
                <p:cNvPr id="286" name="Graphic 285" descr="Deciduous tree with solid fill">
                  <a:extLst>
                    <a:ext uri="{FF2B5EF4-FFF2-40B4-BE49-F238E27FC236}">
                      <a16:creationId xmlns:a16="http://schemas.microsoft.com/office/drawing/2014/main" id="{8EFDBF71-52CB-ACB1-1B18-B862C0F8CD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0" y="3909200"/>
                  <a:ext cx="209457" cy="196410"/>
                </a:xfrm>
                <a:prstGeom prst="rect">
                  <a:avLst/>
                </a:prstGeom>
              </p:spPr>
            </p:pic>
            <p:pic>
              <p:nvPicPr>
                <p:cNvPr id="287" name="Graphic 286" descr="Deciduous tree with solid fill">
                  <a:extLst>
                    <a:ext uri="{FF2B5EF4-FFF2-40B4-BE49-F238E27FC236}">
                      <a16:creationId xmlns:a16="http://schemas.microsoft.com/office/drawing/2014/main" id="{74D3D9E9-D532-6B9E-C7C7-265D2E5963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4" y="4032692"/>
                  <a:ext cx="209457" cy="196410"/>
                </a:xfrm>
                <a:prstGeom prst="rect">
                  <a:avLst/>
                </a:prstGeom>
              </p:spPr>
            </p:pic>
            <p:pic>
              <p:nvPicPr>
                <p:cNvPr id="288" name="Graphic 287" descr="Deciduous tree with solid fill">
                  <a:extLst>
                    <a:ext uri="{FF2B5EF4-FFF2-40B4-BE49-F238E27FC236}">
                      <a16:creationId xmlns:a16="http://schemas.microsoft.com/office/drawing/2014/main" id="{7E0856B3-1861-3C72-607E-61D7270BBF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37" y="3566359"/>
                  <a:ext cx="209457" cy="196410"/>
                </a:xfrm>
                <a:prstGeom prst="rect">
                  <a:avLst/>
                </a:prstGeom>
              </p:spPr>
            </p:pic>
            <p:pic>
              <p:nvPicPr>
                <p:cNvPr id="289" name="Graphic 288" descr="Deciduous tree with solid fill">
                  <a:extLst>
                    <a:ext uri="{FF2B5EF4-FFF2-40B4-BE49-F238E27FC236}">
                      <a16:creationId xmlns:a16="http://schemas.microsoft.com/office/drawing/2014/main" id="{1D97F79B-76B4-8985-7494-C28E89BA14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1" y="3689850"/>
                  <a:ext cx="209457" cy="196410"/>
                </a:xfrm>
                <a:prstGeom prst="rect">
                  <a:avLst/>
                </a:prstGeom>
              </p:spPr>
            </p:pic>
            <p:pic>
              <p:nvPicPr>
                <p:cNvPr id="290" name="Graphic 289" descr="Deciduous tree with solid fill">
                  <a:extLst>
                    <a:ext uri="{FF2B5EF4-FFF2-40B4-BE49-F238E27FC236}">
                      <a16:creationId xmlns:a16="http://schemas.microsoft.com/office/drawing/2014/main" id="{547C6CA7-C2F9-42BB-D19D-A1577F02A6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26" y="3813341"/>
                  <a:ext cx="209457" cy="196410"/>
                </a:xfrm>
                <a:prstGeom prst="rect">
                  <a:avLst/>
                </a:prstGeom>
              </p:spPr>
            </p:pic>
            <p:pic>
              <p:nvPicPr>
                <p:cNvPr id="291" name="Graphic 290" descr="Deciduous tree with solid fill">
                  <a:extLst>
                    <a:ext uri="{FF2B5EF4-FFF2-40B4-BE49-F238E27FC236}">
                      <a16:creationId xmlns:a16="http://schemas.microsoft.com/office/drawing/2014/main" id="{F8E622CF-3886-12C4-A8E0-DDB47B29AF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0" y="3936832"/>
                  <a:ext cx="209457" cy="196410"/>
                </a:xfrm>
                <a:prstGeom prst="rect">
                  <a:avLst/>
                </a:prstGeom>
              </p:spPr>
            </p:pic>
            <p:pic>
              <p:nvPicPr>
                <p:cNvPr id="292" name="Graphic 291" descr="Deciduous tree with solid fill">
                  <a:extLst>
                    <a:ext uri="{FF2B5EF4-FFF2-40B4-BE49-F238E27FC236}">
                      <a16:creationId xmlns:a16="http://schemas.microsoft.com/office/drawing/2014/main" id="{62E8B279-F467-66C8-0986-4D50E17D75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3" y="3478321"/>
                  <a:ext cx="209457" cy="196410"/>
                </a:xfrm>
                <a:prstGeom prst="rect">
                  <a:avLst/>
                </a:prstGeom>
              </p:spPr>
            </p:pic>
            <p:pic>
              <p:nvPicPr>
                <p:cNvPr id="293" name="Graphic 292" descr="Deciduous tree with solid fill">
                  <a:extLst>
                    <a:ext uri="{FF2B5EF4-FFF2-40B4-BE49-F238E27FC236}">
                      <a16:creationId xmlns:a16="http://schemas.microsoft.com/office/drawing/2014/main" id="{3C1D7EF7-3C0B-F493-050D-1BD99A485D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08" y="3601812"/>
                  <a:ext cx="209457" cy="196410"/>
                </a:xfrm>
                <a:prstGeom prst="rect">
                  <a:avLst/>
                </a:prstGeom>
              </p:spPr>
            </p:pic>
            <p:pic>
              <p:nvPicPr>
                <p:cNvPr id="294" name="Graphic 293" descr="Deciduous tree with solid fill">
                  <a:extLst>
                    <a:ext uri="{FF2B5EF4-FFF2-40B4-BE49-F238E27FC236}">
                      <a16:creationId xmlns:a16="http://schemas.microsoft.com/office/drawing/2014/main" id="{D8CD1AA4-79B4-5493-9149-0815227709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2" y="3725303"/>
                  <a:ext cx="209457" cy="196410"/>
                </a:xfrm>
                <a:prstGeom prst="rect">
                  <a:avLst/>
                </a:prstGeom>
              </p:spPr>
            </p:pic>
            <p:pic>
              <p:nvPicPr>
                <p:cNvPr id="295" name="Graphic 294" descr="Deciduous tree with solid fill">
                  <a:extLst>
                    <a:ext uri="{FF2B5EF4-FFF2-40B4-BE49-F238E27FC236}">
                      <a16:creationId xmlns:a16="http://schemas.microsoft.com/office/drawing/2014/main" id="{205221A5-915C-B524-1E67-CEB8FECEFC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897" y="3848794"/>
                  <a:ext cx="209457" cy="196410"/>
                </a:xfrm>
                <a:prstGeom prst="rect">
                  <a:avLst/>
                </a:prstGeom>
              </p:spPr>
            </p:pic>
            <p:pic>
              <p:nvPicPr>
                <p:cNvPr id="296" name="Graphic 295" descr="Deciduous tree with solid fill">
                  <a:extLst>
                    <a:ext uri="{FF2B5EF4-FFF2-40B4-BE49-F238E27FC236}">
                      <a16:creationId xmlns:a16="http://schemas.microsoft.com/office/drawing/2014/main" id="{D566899D-2D13-A2E0-FD54-B6541C2157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237" y="3566359"/>
                  <a:ext cx="209457" cy="196410"/>
                </a:xfrm>
                <a:prstGeom prst="rect">
                  <a:avLst/>
                </a:prstGeom>
              </p:spPr>
            </p:pic>
            <p:pic>
              <p:nvPicPr>
                <p:cNvPr id="297" name="Graphic 296" descr="Deciduous tree with solid fill">
                  <a:extLst>
                    <a:ext uri="{FF2B5EF4-FFF2-40B4-BE49-F238E27FC236}">
                      <a16:creationId xmlns:a16="http://schemas.microsoft.com/office/drawing/2014/main" id="{750FDF34-6AF6-D641-4DC7-B0DF535726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0611" y="3662218"/>
                  <a:ext cx="209457" cy="196410"/>
                </a:xfrm>
                <a:prstGeom prst="rect">
                  <a:avLst/>
                </a:prstGeom>
              </p:spPr>
            </p:pic>
            <p:pic>
              <p:nvPicPr>
                <p:cNvPr id="298" name="Graphic 297" descr="Deciduous tree with solid fill">
                  <a:extLst>
                    <a:ext uri="{FF2B5EF4-FFF2-40B4-BE49-F238E27FC236}">
                      <a16:creationId xmlns:a16="http://schemas.microsoft.com/office/drawing/2014/main" id="{26F4743D-C1D3-3431-6CAA-5472AC52C1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6813" y="3478321"/>
                  <a:ext cx="209457" cy="196410"/>
                </a:xfrm>
                <a:prstGeom prst="rect">
                  <a:avLst/>
                </a:prstGeom>
              </p:spPr>
            </p:pic>
            <p:pic>
              <p:nvPicPr>
                <p:cNvPr id="299" name="Graphic 298" descr="Deciduous tree with solid fill">
                  <a:extLst>
                    <a:ext uri="{FF2B5EF4-FFF2-40B4-BE49-F238E27FC236}">
                      <a16:creationId xmlns:a16="http://schemas.microsoft.com/office/drawing/2014/main" id="{E93A2903-74FF-286C-1A8E-6D50598EC2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5" y="3785709"/>
                  <a:ext cx="209457" cy="196410"/>
                </a:xfrm>
                <a:prstGeom prst="rect">
                  <a:avLst/>
                </a:prstGeom>
              </p:spPr>
            </p:pic>
            <p:pic>
              <p:nvPicPr>
                <p:cNvPr id="300" name="Graphic 299" descr="Deciduous tree with solid fill">
                  <a:extLst>
                    <a:ext uri="{FF2B5EF4-FFF2-40B4-BE49-F238E27FC236}">
                      <a16:creationId xmlns:a16="http://schemas.microsoft.com/office/drawing/2014/main" id="{A5585D0D-238D-0DB6-C854-CD805A59D0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0" y="3909200"/>
                  <a:ext cx="209457" cy="196410"/>
                </a:xfrm>
                <a:prstGeom prst="rect">
                  <a:avLst/>
                </a:prstGeom>
              </p:spPr>
            </p:pic>
            <p:pic>
              <p:nvPicPr>
                <p:cNvPr id="301" name="Graphic 300" descr="Deciduous tree with solid fill">
                  <a:extLst>
                    <a:ext uri="{FF2B5EF4-FFF2-40B4-BE49-F238E27FC236}">
                      <a16:creationId xmlns:a16="http://schemas.microsoft.com/office/drawing/2014/main" id="{565ED481-1A7C-C1D3-298E-D0FCB431D6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4" y="4032692"/>
                  <a:ext cx="209457" cy="196410"/>
                </a:xfrm>
                <a:prstGeom prst="rect">
                  <a:avLst/>
                </a:prstGeom>
              </p:spPr>
            </p:pic>
            <p:pic>
              <p:nvPicPr>
                <p:cNvPr id="302" name="Graphic 301" descr="Deciduous tree with solid fill">
                  <a:extLst>
                    <a:ext uri="{FF2B5EF4-FFF2-40B4-BE49-F238E27FC236}">
                      <a16:creationId xmlns:a16="http://schemas.microsoft.com/office/drawing/2014/main" id="{F5BC6110-6AA9-D1BF-6CCA-C9CAF670A4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1" y="3689850"/>
                  <a:ext cx="209457" cy="196410"/>
                </a:xfrm>
                <a:prstGeom prst="rect">
                  <a:avLst/>
                </a:prstGeom>
              </p:spPr>
            </p:pic>
            <p:pic>
              <p:nvPicPr>
                <p:cNvPr id="303" name="Graphic 302" descr="Deciduous tree with solid fill">
                  <a:extLst>
                    <a:ext uri="{FF2B5EF4-FFF2-40B4-BE49-F238E27FC236}">
                      <a16:creationId xmlns:a16="http://schemas.microsoft.com/office/drawing/2014/main" id="{36051C3D-DE83-B18B-47A0-1F7AE5A28F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26" y="3813341"/>
                  <a:ext cx="209457" cy="196410"/>
                </a:xfrm>
                <a:prstGeom prst="rect">
                  <a:avLst/>
                </a:prstGeom>
              </p:spPr>
            </p:pic>
            <p:pic>
              <p:nvPicPr>
                <p:cNvPr id="304" name="Graphic 303" descr="Deciduous tree with solid fill">
                  <a:extLst>
                    <a:ext uri="{FF2B5EF4-FFF2-40B4-BE49-F238E27FC236}">
                      <a16:creationId xmlns:a16="http://schemas.microsoft.com/office/drawing/2014/main" id="{249BB507-FDFD-637E-46F2-B0D2E9274D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0" y="3936832"/>
                  <a:ext cx="209457" cy="196410"/>
                </a:xfrm>
                <a:prstGeom prst="rect">
                  <a:avLst/>
                </a:prstGeom>
              </p:spPr>
            </p:pic>
            <p:pic>
              <p:nvPicPr>
                <p:cNvPr id="305" name="Graphic 304" descr="Deciduous tree with solid fill">
                  <a:extLst>
                    <a:ext uri="{FF2B5EF4-FFF2-40B4-BE49-F238E27FC236}">
                      <a16:creationId xmlns:a16="http://schemas.microsoft.com/office/drawing/2014/main" id="{A95342CC-074D-4EE5-767F-DF8AFC2BEF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08" y="3601812"/>
                  <a:ext cx="209457" cy="196410"/>
                </a:xfrm>
                <a:prstGeom prst="rect">
                  <a:avLst/>
                </a:prstGeom>
              </p:spPr>
            </p:pic>
            <p:pic>
              <p:nvPicPr>
                <p:cNvPr id="306" name="Graphic 305" descr="Deciduous tree with solid fill">
                  <a:extLst>
                    <a:ext uri="{FF2B5EF4-FFF2-40B4-BE49-F238E27FC236}">
                      <a16:creationId xmlns:a16="http://schemas.microsoft.com/office/drawing/2014/main" id="{9D3FEB6B-EEE2-52A4-9DAD-DE0BC1D410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2" y="3725303"/>
                  <a:ext cx="209457" cy="196410"/>
                </a:xfrm>
                <a:prstGeom prst="rect">
                  <a:avLst/>
                </a:prstGeom>
              </p:spPr>
            </p:pic>
            <p:pic>
              <p:nvPicPr>
                <p:cNvPr id="307" name="Graphic 306" descr="Deciduous tree with solid fill">
                  <a:extLst>
                    <a:ext uri="{FF2B5EF4-FFF2-40B4-BE49-F238E27FC236}">
                      <a16:creationId xmlns:a16="http://schemas.microsoft.com/office/drawing/2014/main" id="{BFAAAC0A-1605-AF5C-4D55-565509A567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897" y="3848794"/>
                  <a:ext cx="209457" cy="196410"/>
                </a:xfrm>
                <a:prstGeom prst="rect">
                  <a:avLst/>
                </a:prstGeom>
              </p:spPr>
            </p:pic>
            <p:pic>
              <p:nvPicPr>
                <p:cNvPr id="308" name="Graphic 307" descr="Deciduous tree with solid fill">
                  <a:extLst>
                    <a:ext uri="{FF2B5EF4-FFF2-40B4-BE49-F238E27FC236}">
                      <a16:creationId xmlns:a16="http://schemas.microsoft.com/office/drawing/2014/main" id="{5BA90FD3-E962-7922-F6E4-959D7504E0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7931" y="3689850"/>
                  <a:ext cx="209457" cy="196410"/>
                </a:xfrm>
                <a:prstGeom prst="rect">
                  <a:avLst/>
                </a:prstGeom>
              </p:spPr>
            </p:pic>
            <p:pic>
              <p:nvPicPr>
                <p:cNvPr id="309" name="Graphic 308" descr="Deciduous tree with solid fill">
                  <a:extLst>
                    <a:ext uri="{FF2B5EF4-FFF2-40B4-BE49-F238E27FC236}">
                      <a16:creationId xmlns:a16="http://schemas.microsoft.com/office/drawing/2014/main" id="{26E88A08-AEA7-E979-9EFC-7C83EAF88A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2305" y="3785709"/>
                  <a:ext cx="209457" cy="196410"/>
                </a:xfrm>
                <a:prstGeom prst="rect">
                  <a:avLst/>
                </a:prstGeom>
              </p:spPr>
            </p:pic>
            <p:pic>
              <p:nvPicPr>
                <p:cNvPr id="310" name="Graphic 309" descr="Deciduous tree with solid fill">
                  <a:extLst>
                    <a:ext uri="{FF2B5EF4-FFF2-40B4-BE49-F238E27FC236}">
                      <a16:creationId xmlns:a16="http://schemas.microsoft.com/office/drawing/2014/main" id="{E05AE553-555E-009E-7CC4-1061396D32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8508" y="3601812"/>
                  <a:ext cx="209457" cy="196410"/>
                </a:xfrm>
                <a:prstGeom prst="rect">
                  <a:avLst/>
                </a:prstGeom>
              </p:spPr>
            </p:pic>
            <p:pic>
              <p:nvPicPr>
                <p:cNvPr id="311" name="Graphic 310" descr="Deciduous tree with solid fill">
                  <a:extLst>
                    <a:ext uri="{FF2B5EF4-FFF2-40B4-BE49-F238E27FC236}">
                      <a16:creationId xmlns:a16="http://schemas.microsoft.com/office/drawing/2014/main" id="{5E9970DB-0A50-0173-66E6-551732644E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0" y="3909200"/>
                  <a:ext cx="209457" cy="196410"/>
                </a:xfrm>
                <a:prstGeom prst="rect">
                  <a:avLst/>
                </a:prstGeom>
              </p:spPr>
            </p:pic>
            <p:pic>
              <p:nvPicPr>
                <p:cNvPr id="312" name="Graphic 311" descr="Deciduous tree with solid fill">
                  <a:extLst>
                    <a:ext uri="{FF2B5EF4-FFF2-40B4-BE49-F238E27FC236}">
                      <a16:creationId xmlns:a16="http://schemas.microsoft.com/office/drawing/2014/main" id="{7E971A16-C487-6DB6-5D20-5090F718A4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4" y="4032692"/>
                  <a:ext cx="209457" cy="196410"/>
                </a:xfrm>
                <a:prstGeom prst="rect">
                  <a:avLst/>
                </a:prstGeom>
              </p:spPr>
            </p:pic>
            <p:pic>
              <p:nvPicPr>
                <p:cNvPr id="313" name="Graphic 312" descr="Deciduous tree with solid fill">
                  <a:extLst>
                    <a:ext uri="{FF2B5EF4-FFF2-40B4-BE49-F238E27FC236}">
                      <a16:creationId xmlns:a16="http://schemas.microsoft.com/office/drawing/2014/main" id="{2EEEB4F3-1B0F-CC4A-B7BB-189EBDDA5A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26" y="3813341"/>
                  <a:ext cx="209457" cy="196410"/>
                </a:xfrm>
                <a:prstGeom prst="rect">
                  <a:avLst/>
                </a:prstGeom>
              </p:spPr>
            </p:pic>
            <p:pic>
              <p:nvPicPr>
                <p:cNvPr id="314" name="Graphic 313" descr="Deciduous tree with solid fill">
                  <a:extLst>
                    <a:ext uri="{FF2B5EF4-FFF2-40B4-BE49-F238E27FC236}">
                      <a16:creationId xmlns:a16="http://schemas.microsoft.com/office/drawing/2014/main" id="{84D31469-8EB8-222D-4496-9F3708DF58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0" y="3936832"/>
                  <a:ext cx="209457" cy="196410"/>
                </a:xfrm>
                <a:prstGeom prst="rect">
                  <a:avLst/>
                </a:prstGeom>
              </p:spPr>
            </p:pic>
            <p:pic>
              <p:nvPicPr>
                <p:cNvPr id="315" name="Graphic 314" descr="Deciduous tree with solid fill">
                  <a:extLst>
                    <a:ext uri="{FF2B5EF4-FFF2-40B4-BE49-F238E27FC236}">
                      <a16:creationId xmlns:a16="http://schemas.microsoft.com/office/drawing/2014/main" id="{580C2A55-1D6C-DBE8-98F0-11C62A076E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2" y="3725303"/>
                  <a:ext cx="209457" cy="196410"/>
                </a:xfrm>
                <a:prstGeom prst="rect">
                  <a:avLst/>
                </a:prstGeom>
              </p:spPr>
            </p:pic>
            <p:pic>
              <p:nvPicPr>
                <p:cNvPr id="316" name="Graphic 315" descr="Deciduous tree with solid fill">
                  <a:extLst>
                    <a:ext uri="{FF2B5EF4-FFF2-40B4-BE49-F238E27FC236}">
                      <a16:creationId xmlns:a16="http://schemas.microsoft.com/office/drawing/2014/main" id="{40F8D713-4043-A187-33A2-7F27B2FDD0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897" y="3848794"/>
                  <a:ext cx="209457" cy="196410"/>
                </a:xfrm>
                <a:prstGeom prst="rect">
                  <a:avLst/>
                </a:prstGeom>
              </p:spPr>
            </p:pic>
            <p:pic>
              <p:nvPicPr>
                <p:cNvPr id="317" name="Graphic 316" descr="Deciduous tree with solid fill">
                  <a:extLst>
                    <a:ext uri="{FF2B5EF4-FFF2-40B4-BE49-F238E27FC236}">
                      <a16:creationId xmlns:a16="http://schemas.microsoft.com/office/drawing/2014/main" id="{476B3F91-84B1-4737-770D-7E907AE5CD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26" y="3813341"/>
                  <a:ext cx="209457" cy="196410"/>
                </a:xfrm>
                <a:prstGeom prst="rect">
                  <a:avLst/>
                </a:prstGeom>
              </p:spPr>
            </p:pic>
            <p:pic>
              <p:nvPicPr>
                <p:cNvPr id="318" name="Graphic 317" descr="Deciduous tree with solid fill">
                  <a:extLst>
                    <a:ext uri="{FF2B5EF4-FFF2-40B4-BE49-F238E27FC236}">
                      <a16:creationId xmlns:a16="http://schemas.microsoft.com/office/drawing/2014/main" id="{E4BB2B87-4A1B-2313-799D-EADD0536F4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84000" y="3909200"/>
                  <a:ext cx="209457" cy="196410"/>
                </a:xfrm>
                <a:prstGeom prst="rect">
                  <a:avLst/>
                </a:prstGeom>
              </p:spPr>
            </p:pic>
            <p:pic>
              <p:nvPicPr>
                <p:cNvPr id="319" name="Graphic 318" descr="Deciduous tree with solid fill">
                  <a:extLst>
                    <a:ext uri="{FF2B5EF4-FFF2-40B4-BE49-F238E27FC236}">
                      <a16:creationId xmlns:a16="http://schemas.microsoft.com/office/drawing/2014/main" id="{21C8CD51-04B4-B2C2-4091-C244EB9FA9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202" y="3725303"/>
                  <a:ext cx="209457" cy="196410"/>
                </a:xfrm>
                <a:prstGeom prst="rect">
                  <a:avLst/>
                </a:prstGeom>
              </p:spPr>
            </p:pic>
            <p:pic>
              <p:nvPicPr>
                <p:cNvPr id="320" name="Graphic 319" descr="Deciduous tree with solid fill">
                  <a:extLst>
                    <a:ext uri="{FF2B5EF4-FFF2-40B4-BE49-F238E27FC236}">
                      <a16:creationId xmlns:a16="http://schemas.microsoft.com/office/drawing/2014/main" id="{CD007D32-E751-3342-F7C5-F714B96459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4" y="4032692"/>
                  <a:ext cx="209457" cy="196410"/>
                </a:xfrm>
                <a:prstGeom prst="rect">
                  <a:avLst/>
                </a:prstGeom>
              </p:spPr>
            </p:pic>
            <p:pic>
              <p:nvPicPr>
                <p:cNvPr id="321" name="Graphic 320" descr="Deciduous tree with solid fill">
                  <a:extLst>
                    <a:ext uri="{FF2B5EF4-FFF2-40B4-BE49-F238E27FC236}">
                      <a16:creationId xmlns:a16="http://schemas.microsoft.com/office/drawing/2014/main" id="{3E2EDEBF-CD82-FECA-2D39-CC74C964E0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0" y="3936832"/>
                  <a:ext cx="209457" cy="196410"/>
                </a:xfrm>
                <a:prstGeom prst="rect">
                  <a:avLst/>
                </a:prstGeom>
              </p:spPr>
            </p:pic>
            <p:pic>
              <p:nvPicPr>
                <p:cNvPr id="322" name="Graphic 321" descr="Deciduous tree with solid fill">
                  <a:extLst>
                    <a:ext uri="{FF2B5EF4-FFF2-40B4-BE49-F238E27FC236}">
                      <a16:creationId xmlns:a16="http://schemas.microsoft.com/office/drawing/2014/main" id="{A66E5A02-EAE1-0426-3F11-EC4380A963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897" y="3848794"/>
                  <a:ext cx="209457" cy="196410"/>
                </a:xfrm>
                <a:prstGeom prst="rect">
                  <a:avLst/>
                </a:prstGeom>
              </p:spPr>
            </p:pic>
            <p:pic>
              <p:nvPicPr>
                <p:cNvPr id="323" name="Graphic 322" descr="Deciduous tree with solid fill">
                  <a:extLst>
                    <a:ext uri="{FF2B5EF4-FFF2-40B4-BE49-F238E27FC236}">
                      <a16:creationId xmlns:a16="http://schemas.microsoft.com/office/drawing/2014/main" id="{D738AAA9-C4B0-0416-147D-4CBD9B74AF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1320" y="3936832"/>
                  <a:ext cx="209457" cy="196410"/>
                </a:xfrm>
                <a:prstGeom prst="rect">
                  <a:avLst/>
                </a:prstGeom>
              </p:spPr>
            </p:pic>
            <p:pic>
              <p:nvPicPr>
                <p:cNvPr id="324" name="Graphic 323" descr="Deciduous tree with solid fill">
                  <a:extLst>
                    <a:ext uri="{FF2B5EF4-FFF2-40B4-BE49-F238E27FC236}">
                      <a16:creationId xmlns:a16="http://schemas.microsoft.com/office/drawing/2014/main" id="{62EE8A74-7BE0-D573-BED0-67884C9A96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694" y="4032692"/>
                  <a:ext cx="209457" cy="196410"/>
                </a:xfrm>
                <a:prstGeom prst="rect">
                  <a:avLst/>
                </a:prstGeom>
              </p:spPr>
            </p:pic>
            <p:pic>
              <p:nvPicPr>
                <p:cNvPr id="325" name="Graphic 324" descr="Deciduous tree with solid fill">
                  <a:extLst>
                    <a:ext uri="{FF2B5EF4-FFF2-40B4-BE49-F238E27FC236}">
                      <a16:creationId xmlns:a16="http://schemas.microsoft.com/office/drawing/2014/main" id="{F0F4556A-63B1-2805-5BAA-53EC5A4B8C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1897" y="3848794"/>
                  <a:ext cx="209457" cy="196410"/>
                </a:xfrm>
                <a:prstGeom prst="rect">
                  <a:avLst/>
                </a:prstGeom>
              </p:spPr>
            </p:pic>
            <p:pic>
              <p:nvPicPr>
                <p:cNvPr id="326" name="Graphic 325" descr="Deciduous tree with solid fill">
                  <a:extLst>
                    <a:ext uri="{FF2B5EF4-FFF2-40B4-BE49-F238E27FC236}">
                      <a16:creationId xmlns:a16="http://schemas.microsoft.com/office/drawing/2014/main" id="{D71DDDE3-F4B3-4C37-D9C7-CF2AC7D5EA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2815" y="2160326"/>
                  <a:ext cx="209457" cy="196410"/>
                </a:xfrm>
                <a:prstGeom prst="rect">
                  <a:avLst/>
                </a:prstGeom>
              </p:spPr>
            </p:pic>
            <p:pic>
              <p:nvPicPr>
                <p:cNvPr id="327" name="Graphic 326" descr="Deciduous tree with solid fill">
                  <a:extLst>
                    <a:ext uri="{FF2B5EF4-FFF2-40B4-BE49-F238E27FC236}">
                      <a16:creationId xmlns:a16="http://schemas.microsoft.com/office/drawing/2014/main" id="{0A08F87B-D38A-0945-48AE-A8F1BA5A28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7189" y="2256185"/>
                  <a:ext cx="209457" cy="196410"/>
                </a:xfrm>
                <a:prstGeom prst="rect">
                  <a:avLst/>
                </a:prstGeom>
              </p:spPr>
            </p:pic>
            <p:pic>
              <p:nvPicPr>
                <p:cNvPr id="328" name="Graphic 327" descr="Deciduous tree with solid fill">
                  <a:extLst>
                    <a:ext uri="{FF2B5EF4-FFF2-40B4-BE49-F238E27FC236}">
                      <a16:creationId xmlns:a16="http://schemas.microsoft.com/office/drawing/2014/main" id="{327ED2B5-5A65-0FB5-FA14-61C33ABF42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3391" y="2072287"/>
                  <a:ext cx="209457" cy="196410"/>
                </a:xfrm>
                <a:prstGeom prst="rect">
                  <a:avLst/>
                </a:prstGeom>
              </p:spPr>
            </p:pic>
            <p:pic>
              <p:nvPicPr>
                <p:cNvPr id="329" name="Graphic 328" descr="Deciduous tree with solid fill">
                  <a:extLst>
                    <a:ext uri="{FF2B5EF4-FFF2-40B4-BE49-F238E27FC236}">
                      <a16:creationId xmlns:a16="http://schemas.microsoft.com/office/drawing/2014/main" id="{70CB3869-D1CA-CC3C-4DD9-F5CA6E45896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54914" y="4168694"/>
                  <a:ext cx="209457" cy="196410"/>
                </a:xfrm>
                <a:prstGeom prst="rect">
                  <a:avLst/>
                </a:prstGeom>
              </p:spPr>
            </p:pic>
            <p:pic>
              <p:nvPicPr>
                <p:cNvPr id="330" name="Graphic 329" descr="Deciduous tree with solid fill">
                  <a:extLst>
                    <a:ext uri="{FF2B5EF4-FFF2-40B4-BE49-F238E27FC236}">
                      <a16:creationId xmlns:a16="http://schemas.microsoft.com/office/drawing/2014/main" id="{902569F9-3798-8ADD-31A5-75A24A6B6D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8883" y="2379676"/>
                  <a:ext cx="209457" cy="196410"/>
                </a:xfrm>
                <a:prstGeom prst="rect">
                  <a:avLst/>
                </a:prstGeom>
              </p:spPr>
            </p:pic>
            <p:pic>
              <p:nvPicPr>
                <p:cNvPr id="331" name="Graphic 330" descr="Deciduous tree with solid fill">
                  <a:extLst>
                    <a:ext uri="{FF2B5EF4-FFF2-40B4-BE49-F238E27FC236}">
                      <a16:creationId xmlns:a16="http://schemas.microsoft.com/office/drawing/2014/main" id="{A5CE2B14-FF61-1F39-CD9A-C62AF90319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0577" y="2503167"/>
                  <a:ext cx="209457" cy="196410"/>
                </a:xfrm>
                <a:prstGeom prst="rect">
                  <a:avLst/>
                </a:prstGeom>
              </p:spPr>
            </p:pic>
            <p:pic>
              <p:nvPicPr>
                <p:cNvPr id="332" name="Graphic 331" descr="Deciduous tree with solid fill">
                  <a:extLst>
                    <a:ext uri="{FF2B5EF4-FFF2-40B4-BE49-F238E27FC236}">
                      <a16:creationId xmlns:a16="http://schemas.microsoft.com/office/drawing/2014/main" id="{2081A049-E7C1-C9CA-9C74-776136B6DE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72273" y="2626658"/>
                  <a:ext cx="209457" cy="196410"/>
                </a:xfrm>
                <a:prstGeom prst="rect">
                  <a:avLst/>
                </a:prstGeom>
              </p:spPr>
            </p:pic>
            <p:pic>
              <p:nvPicPr>
                <p:cNvPr id="333" name="Graphic 332" descr="Deciduous tree with solid fill">
                  <a:extLst>
                    <a:ext uri="{FF2B5EF4-FFF2-40B4-BE49-F238E27FC236}">
                      <a16:creationId xmlns:a16="http://schemas.microsoft.com/office/drawing/2014/main" id="{0359B9EC-FEC9-BAFE-D89F-B5E43B40AA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3967" y="2750149"/>
                  <a:ext cx="209457" cy="196410"/>
                </a:xfrm>
                <a:prstGeom prst="rect">
                  <a:avLst/>
                </a:prstGeom>
              </p:spPr>
            </p:pic>
            <p:pic>
              <p:nvPicPr>
                <p:cNvPr id="334" name="Graphic 333" descr="Deciduous tree with solid fill">
                  <a:extLst>
                    <a:ext uri="{FF2B5EF4-FFF2-40B4-BE49-F238E27FC236}">
                      <a16:creationId xmlns:a16="http://schemas.microsoft.com/office/drawing/2014/main" id="{8106E947-83ED-8C22-4DF4-BE2C45B498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661" y="2873640"/>
                  <a:ext cx="209457" cy="196410"/>
                </a:xfrm>
                <a:prstGeom prst="rect">
                  <a:avLst/>
                </a:prstGeom>
              </p:spPr>
            </p:pic>
            <p:pic>
              <p:nvPicPr>
                <p:cNvPr id="335" name="Graphic 334" descr="Deciduous tree with solid fill">
                  <a:extLst>
                    <a:ext uri="{FF2B5EF4-FFF2-40B4-BE49-F238E27FC236}">
                      <a16:creationId xmlns:a16="http://schemas.microsoft.com/office/drawing/2014/main" id="{74496675-4CFD-8CAE-0E98-928A42DDE5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356" y="2997130"/>
                  <a:ext cx="209457" cy="196410"/>
                </a:xfrm>
                <a:prstGeom prst="rect">
                  <a:avLst/>
                </a:prstGeom>
              </p:spPr>
            </p:pic>
            <p:pic>
              <p:nvPicPr>
                <p:cNvPr id="336" name="Graphic 335" descr="Deciduous tree with solid fill">
                  <a:extLst>
                    <a:ext uri="{FF2B5EF4-FFF2-40B4-BE49-F238E27FC236}">
                      <a16:creationId xmlns:a16="http://schemas.microsoft.com/office/drawing/2014/main" id="{04011EFB-C1CF-B43B-BE93-454DC15F07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050" y="3120622"/>
                  <a:ext cx="209457" cy="196410"/>
                </a:xfrm>
                <a:prstGeom prst="rect">
                  <a:avLst/>
                </a:prstGeom>
              </p:spPr>
            </p:pic>
            <p:pic>
              <p:nvPicPr>
                <p:cNvPr id="337" name="Graphic 336" descr="Deciduous tree with solid fill">
                  <a:extLst>
                    <a:ext uri="{FF2B5EF4-FFF2-40B4-BE49-F238E27FC236}">
                      <a16:creationId xmlns:a16="http://schemas.microsoft.com/office/drawing/2014/main" id="{9DC70914-E8E8-110C-9B0C-3B5F06F09F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0745" y="3244113"/>
                  <a:ext cx="209457" cy="196410"/>
                </a:xfrm>
                <a:prstGeom prst="rect">
                  <a:avLst/>
                </a:prstGeom>
              </p:spPr>
            </p:pic>
            <p:pic>
              <p:nvPicPr>
                <p:cNvPr id="338" name="Graphic 337" descr="Deciduous tree with solid fill">
                  <a:extLst>
                    <a:ext uri="{FF2B5EF4-FFF2-40B4-BE49-F238E27FC236}">
                      <a16:creationId xmlns:a16="http://schemas.microsoft.com/office/drawing/2014/main" id="{037C13A7-C721-1AB5-C603-A2DD4820EA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440" y="3367604"/>
                  <a:ext cx="209457" cy="196410"/>
                </a:xfrm>
                <a:prstGeom prst="rect">
                  <a:avLst/>
                </a:prstGeom>
              </p:spPr>
            </p:pic>
            <p:pic>
              <p:nvPicPr>
                <p:cNvPr id="339" name="Graphic 338" descr="Deciduous tree with solid fill">
                  <a:extLst>
                    <a:ext uri="{FF2B5EF4-FFF2-40B4-BE49-F238E27FC236}">
                      <a16:creationId xmlns:a16="http://schemas.microsoft.com/office/drawing/2014/main" id="{7603BAE2-2B03-FB1F-674E-A7A53E22F3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134" y="3491095"/>
                  <a:ext cx="209457" cy="196410"/>
                </a:xfrm>
                <a:prstGeom prst="rect">
                  <a:avLst/>
                </a:prstGeom>
              </p:spPr>
            </p:pic>
            <p:pic>
              <p:nvPicPr>
                <p:cNvPr id="340" name="Graphic 339" descr="Deciduous tree with solid fill">
                  <a:extLst>
                    <a:ext uri="{FF2B5EF4-FFF2-40B4-BE49-F238E27FC236}">
                      <a16:creationId xmlns:a16="http://schemas.microsoft.com/office/drawing/2014/main" id="{8D1C6342-34E0-9377-09DE-7F2A270A07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5828" y="3614585"/>
                  <a:ext cx="209457" cy="196410"/>
                </a:xfrm>
                <a:prstGeom prst="rect">
                  <a:avLst/>
                </a:prstGeom>
              </p:spPr>
            </p:pic>
            <p:pic>
              <p:nvPicPr>
                <p:cNvPr id="341" name="Graphic 340" descr="Deciduous tree with solid fill">
                  <a:extLst>
                    <a:ext uri="{FF2B5EF4-FFF2-40B4-BE49-F238E27FC236}">
                      <a16:creationId xmlns:a16="http://schemas.microsoft.com/office/drawing/2014/main" id="{22E4690C-0980-DB63-556D-4AC87CE552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523" y="3738076"/>
                  <a:ext cx="209457" cy="196410"/>
                </a:xfrm>
                <a:prstGeom prst="rect">
                  <a:avLst/>
                </a:prstGeom>
              </p:spPr>
            </p:pic>
            <p:pic>
              <p:nvPicPr>
                <p:cNvPr id="342" name="Graphic 341" descr="Deciduous tree with solid fill">
                  <a:extLst>
                    <a:ext uri="{FF2B5EF4-FFF2-40B4-BE49-F238E27FC236}">
                      <a16:creationId xmlns:a16="http://schemas.microsoft.com/office/drawing/2014/main" id="{503ADC6C-0E26-A0B9-124E-A55A19DAAB1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89217" y="3861567"/>
                  <a:ext cx="209457" cy="196410"/>
                </a:xfrm>
                <a:prstGeom prst="rect">
                  <a:avLst/>
                </a:prstGeom>
              </p:spPr>
            </p:pic>
            <p:pic>
              <p:nvPicPr>
                <p:cNvPr id="343" name="Graphic 342" descr="Deciduous tree with solid fill">
                  <a:extLst>
                    <a:ext uri="{FF2B5EF4-FFF2-40B4-BE49-F238E27FC236}">
                      <a16:creationId xmlns:a16="http://schemas.microsoft.com/office/drawing/2014/main" id="{83CCD59F-092A-3BD8-A24B-B8C23E38DB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94509" y="2283816"/>
                  <a:ext cx="209457" cy="196410"/>
                </a:xfrm>
                <a:prstGeom prst="rect">
                  <a:avLst/>
                </a:prstGeom>
              </p:spPr>
            </p:pic>
            <p:pic>
              <p:nvPicPr>
                <p:cNvPr id="344" name="Graphic 343" descr="Deciduous tree with solid fill">
                  <a:extLst>
                    <a:ext uri="{FF2B5EF4-FFF2-40B4-BE49-F238E27FC236}">
                      <a16:creationId xmlns:a16="http://schemas.microsoft.com/office/drawing/2014/main" id="{A03EEF08-8DFA-0AEB-7110-EA700AD8A5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6204" y="2407307"/>
                  <a:ext cx="209457" cy="196410"/>
                </a:xfrm>
                <a:prstGeom prst="rect">
                  <a:avLst/>
                </a:prstGeom>
              </p:spPr>
            </p:pic>
            <p:pic>
              <p:nvPicPr>
                <p:cNvPr id="345" name="Graphic 344" descr="Deciduous tree with solid fill">
                  <a:extLst>
                    <a:ext uri="{FF2B5EF4-FFF2-40B4-BE49-F238E27FC236}">
                      <a16:creationId xmlns:a16="http://schemas.microsoft.com/office/drawing/2014/main" id="{1ACDC508-2A6B-AE66-94BE-C37A572F54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57899" y="2530799"/>
                  <a:ext cx="209457" cy="196410"/>
                </a:xfrm>
                <a:prstGeom prst="rect">
                  <a:avLst/>
                </a:prstGeom>
              </p:spPr>
            </p:pic>
            <p:pic>
              <p:nvPicPr>
                <p:cNvPr id="346" name="Graphic 345" descr="Deciduous tree with solid fill">
                  <a:extLst>
                    <a:ext uri="{FF2B5EF4-FFF2-40B4-BE49-F238E27FC236}">
                      <a16:creationId xmlns:a16="http://schemas.microsoft.com/office/drawing/2014/main" id="{56559436-A89D-C1BF-35DA-06DCA2D4D7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89593" y="2654290"/>
                  <a:ext cx="209457" cy="196410"/>
                </a:xfrm>
                <a:prstGeom prst="rect">
                  <a:avLst/>
                </a:prstGeom>
              </p:spPr>
            </p:pic>
            <p:pic>
              <p:nvPicPr>
                <p:cNvPr id="347" name="Graphic 346" descr="Deciduous tree with solid fill">
                  <a:extLst>
                    <a:ext uri="{FF2B5EF4-FFF2-40B4-BE49-F238E27FC236}">
                      <a16:creationId xmlns:a16="http://schemas.microsoft.com/office/drawing/2014/main" id="{CEFF5F73-5EF0-2496-269F-2738116BF0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287" y="2777781"/>
                  <a:ext cx="209457" cy="196410"/>
                </a:xfrm>
                <a:prstGeom prst="rect">
                  <a:avLst/>
                </a:prstGeom>
              </p:spPr>
            </p:pic>
            <p:pic>
              <p:nvPicPr>
                <p:cNvPr id="348" name="Graphic 347" descr="Deciduous tree with solid fill">
                  <a:extLst>
                    <a:ext uri="{FF2B5EF4-FFF2-40B4-BE49-F238E27FC236}">
                      <a16:creationId xmlns:a16="http://schemas.microsoft.com/office/drawing/2014/main" id="{E62BA36B-0432-B94B-BD39-8002737E29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2982" y="2901271"/>
                  <a:ext cx="209457" cy="196410"/>
                </a:xfrm>
                <a:prstGeom prst="rect">
                  <a:avLst/>
                </a:prstGeom>
              </p:spPr>
            </p:pic>
            <p:pic>
              <p:nvPicPr>
                <p:cNvPr id="349" name="Graphic 348" descr="Deciduous tree with solid fill">
                  <a:extLst>
                    <a:ext uri="{FF2B5EF4-FFF2-40B4-BE49-F238E27FC236}">
                      <a16:creationId xmlns:a16="http://schemas.microsoft.com/office/drawing/2014/main" id="{497890D1-6B67-5F1F-34AA-BED8B142C5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677" y="3024762"/>
                  <a:ext cx="209457" cy="196410"/>
                </a:xfrm>
                <a:prstGeom prst="rect">
                  <a:avLst/>
                </a:prstGeom>
              </p:spPr>
            </p:pic>
            <p:pic>
              <p:nvPicPr>
                <p:cNvPr id="350" name="Graphic 349" descr="Deciduous tree with solid fill">
                  <a:extLst>
                    <a:ext uri="{FF2B5EF4-FFF2-40B4-BE49-F238E27FC236}">
                      <a16:creationId xmlns:a16="http://schemas.microsoft.com/office/drawing/2014/main" id="{F7CD4D91-2D4D-E055-0630-FF201BCB6B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371" y="3148253"/>
                  <a:ext cx="209457" cy="196410"/>
                </a:xfrm>
                <a:prstGeom prst="rect">
                  <a:avLst/>
                </a:prstGeom>
              </p:spPr>
            </p:pic>
            <p:pic>
              <p:nvPicPr>
                <p:cNvPr id="351" name="Graphic 350" descr="Deciduous tree with solid fill">
                  <a:extLst>
                    <a:ext uri="{FF2B5EF4-FFF2-40B4-BE49-F238E27FC236}">
                      <a16:creationId xmlns:a16="http://schemas.microsoft.com/office/drawing/2014/main" id="{84A0EE43-3C68-9DCC-6125-06795E6F57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066" y="3271744"/>
                  <a:ext cx="209457" cy="196410"/>
                </a:xfrm>
                <a:prstGeom prst="rect">
                  <a:avLst/>
                </a:prstGeom>
              </p:spPr>
            </p:pic>
            <p:pic>
              <p:nvPicPr>
                <p:cNvPr id="352" name="Graphic 351" descr="Deciduous tree with solid fill">
                  <a:extLst>
                    <a:ext uri="{FF2B5EF4-FFF2-40B4-BE49-F238E27FC236}">
                      <a16:creationId xmlns:a16="http://schemas.microsoft.com/office/drawing/2014/main" id="{2AAF1629-DB52-C098-32A0-33AE690775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79760" y="3395235"/>
                  <a:ext cx="209457" cy="196410"/>
                </a:xfrm>
                <a:prstGeom prst="rect">
                  <a:avLst/>
                </a:prstGeom>
              </p:spPr>
            </p:pic>
            <p:pic>
              <p:nvPicPr>
                <p:cNvPr id="353" name="Graphic 352" descr="Deciduous tree with solid fill">
                  <a:extLst>
                    <a:ext uri="{FF2B5EF4-FFF2-40B4-BE49-F238E27FC236}">
                      <a16:creationId xmlns:a16="http://schemas.microsoft.com/office/drawing/2014/main" id="{28CB83AF-17E7-10A4-2EFF-D63179404F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454" y="3518726"/>
                  <a:ext cx="209457" cy="196410"/>
                </a:xfrm>
                <a:prstGeom prst="rect">
                  <a:avLst/>
                </a:prstGeom>
              </p:spPr>
            </p:pic>
            <p:pic>
              <p:nvPicPr>
                <p:cNvPr id="354" name="Graphic 353" descr="Deciduous tree with solid fill">
                  <a:extLst>
                    <a:ext uri="{FF2B5EF4-FFF2-40B4-BE49-F238E27FC236}">
                      <a16:creationId xmlns:a16="http://schemas.microsoft.com/office/drawing/2014/main" id="{FF2EABA4-4C0E-5EA5-FF73-347FC5D203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149" y="3642217"/>
                  <a:ext cx="209457" cy="196410"/>
                </a:xfrm>
                <a:prstGeom prst="rect">
                  <a:avLst/>
                </a:prstGeom>
              </p:spPr>
            </p:pic>
            <p:pic>
              <p:nvPicPr>
                <p:cNvPr id="355" name="Graphic 354" descr="Deciduous tree with solid fill">
                  <a:extLst>
                    <a:ext uri="{FF2B5EF4-FFF2-40B4-BE49-F238E27FC236}">
                      <a16:creationId xmlns:a16="http://schemas.microsoft.com/office/drawing/2014/main" id="{B8948108-3E66-D73A-9682-D15F4F24B7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74844" y="3765708"/>
                  <a:ext cx="209457" cy="196410"/>
                </a:xfrm>
                <a:prstGeom prst="rect">
                  <a:avLst/>
                </a:prstGeom>
              </p:spPr>
            </p:pic>
            <p:pic>
              <p:nvPicPr>
                <p:cNvPr id="356" name="Graphic 355" descr="Deciduous tree with solid fill">
                  <a:extLst>
                    <a:ext uri="{FF2B5EF4-FFF2-40B4-BE49-F238E27FC236}">
                      <a16:creationId xmlns:a16="http://schemas.microsoft.com/office/drawing/2014/main" id="{B6D1A3AF-A791-ACBD-7507-502A98B206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65086" y="2195778"/>
                  <a:ext cx="209457" cy="196410"/>
                </a:xfrm>
                <a:prstGeom prst="rect">
                  <a:avLst/>
                </a:prstGeom>
              </p:spPr>
            </p:pic>
            <p:pic>
              <p:nvPicPr>
                <p:cNvPr id="357" name="Graphic 356" descr="Deciduous tree with solid fill">
                  <a:extLst>
                    <a:ext uri="{FF2B5EF4-FFF2-40B4-BE49-F238E27FC236}">
                      <a16:creationId xmlns:a16="http://schemas.microsoft.com/office/drawing/2014/main" id="{362AAC59-90D4-B88E-813E-1A1C159CC3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6780" y="2319269"/>
                  <a:ext cx="209457" cy="196410"/>
                </a:xfrm>
                <a:prstGeom prst="rect">
                  <a:avLst/>
                </a:prstGeom>
              </p:spPr>
            </p:pic>
            <p:pic>
              <p:nvPicPr>
                <p:cNvPr id="358" name="Graphic 357" descr="Deciduous tree with solid fill">
                  <a:extLst>
                    <a:ext uri="{FF2B5EF4-FFF2-40B4-BE49-F238E27FC236}">
                      <a16:creationId xmlns:a16="http://schemas.microsoft.com/office/drawing/2014/main" id="{B3681659-4229-8E7C-E9F2-E0EB654C09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8475" y="2442760"/>
                  <a:ext cx="209457" cy="196410"/>
                </a:xfrm>
                <a:prstGeom prst="rect">
                  <a:avLst/>
                </a:prstGeom>
              </p:spPr>
            </p:pic>
            <p:pic>
              <p:nvPicPr>
                <p:cNvPr id="359" name="Graphic 358" descr="Deciduous tree with solid fill">
                  <a:extLst>
                    <a:ext uri="{FF2B5EF4-FFF2-40B4-BE49-F238E27FC236}">
                      <a16:creationId xmlns:a16="http://schemas.microsoft.com/office/drawing/2014/main" id="{9318A1D6-EA9A-D7BC-4FDB-0E49A98750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0170" y="2566251"/>
                  <a:ext cx="209457" cy="196410"/>
                </a:xfrm>
                <a:prstGeom prst="rect">
                  <a:avLst/>
                </a:prstGeom>
              </p:spPr>
            </p:pic>
            <p:pic>
              <p:nvPicPr>
                <p:cNvPr id="360" name="Graphic 359" descr="Deciduous tree with solid fill">
                  <a:extLst>
                    <a:ext uri="{FF2B5EF4-FFF2-40B4-BE49-F238E27FC236}">
                      <a16:creationId xmlns:a16="http://schemas.microsoft.com/office/drawing/2014/main" id="{7A7BEBA6-43B6-7037-DF47-A8AFDFF039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1864" y="2689742"/>
                  <a:ext cx="209457" cy="196410"/>
                </a:xfrm>
                <a:prstGeom prst="rect">
                  <a:avLst/>
                </a:prstGeom>
              </p:spPr>
            </p:pic>
            <p:pic>
              <p:nvPicPr>
                <p:cNvPr id="361" name="Graphic 360" descr="Deciduous tree with solid fill">
                  <a:extLst>
                    <a:ext uri="{FF2B5EF4-FFF2-40B4-BE49-F238E27FC236}">
                      <a16:creationId xmlns:a16="http://schemas.microsoft.com/office/drawing/2014/main" id="{DE193E57-A8FF-298B-F363-CF49D0A774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558" y="2813233"/>
                  <a:ext cx="209457" cy="196410"/>
                </a:xfrm>
                <a:prstGeom prst="rect">
                  <a:avLst/>
                </a:prstGeom>
              </p:spPr>
            </p:pic>
            <p:pic>
              <p:nvPicPr>
                <p:cNvPr id="362" name="Graphic 361" descr="Deciduous tree with solid fill">
                  <a:extLst>
                    <a:ext uri="{FF2B5EF4-FFF2-40B4-BE49-F238E27FC236}">
                      <a16:creationId xmlns:a16="http://schemas.microsoft.com/office/drawing/2014/main" id="{C1282190-36AA-EC52-6A41-3103E81AF4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253" y="2936724"/>
                  <a:ext cx="209457" cy="196410"/>
                </a:xfrm>
                <a:prstGeom prst="rect">
                  <a:avLst/>
                </a:prstGeom>
              </p:spPr>
            </p:pic>
            <p:pic>
              <p:nvPicPr>
                <p:cNvPr id="363" name="Graphic 362" descr="Deciduous tree with solid fill">
                  <a:extLst>
                    <a:ext uri="{FF2B5EF4-FFF2-40B4-BE49-F238E27FC236}">
                      <a16:creationId xmlns:a16="http://schemas.microsoft.com/office/drawing/2014/main" id="{D8A42803-13F8-CABD-7C72-42D7351FF0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6947" y="3060215"/>
                  <a:ext cx="209457" cy="196410"/>
                </a:xfrm>
                <a:prstGeom prst="rect">
                  <a:avLst/>
                </a:prstGeom>
              </p:spPr>
            </p:pic>
            <p:pic>
              <p:nvPicPr>
                <p:cNvPr id="364" name="Graphic 363" descr="Deciduous tree with solid fill">
                  <a:extLst>
                    <a:ext uri="{FF2B5EF4-FFF2-40B4-BE49-F238E27FC236}">
                      <a16:creationId xmlns:a16="http://schemas.microsoft.com/office/drawing/2014/main" id="{B7E3753B-2B94-5AA7-34E9-7B7AB1A32A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642" y="3183706"/>
                  <a:ext cx="209457" cy="196410"/>
                </a:xfrm>
                <a:prstGeom prst="rect">
                  <a:avLst/>
                </a:prstGeom>
              </p:spPr>
            </p:pic>
            <p:pic>
              <p:nvPicPr>
                <p:cNvPr id="365" name="Graphic 364" descr="Deciduous tree with solid fill">
                  <a:extLst>
                    <a:ext uri="{FF2B5EF4-FFF2-40B4-BE49-F238E27FC236}">
                      <a16:creationId xmlns:a16="http://schemas.microsoft.com/office/drawing/2014/main" id="{C036C1CA-EF59-503F-417F-F87CA7353D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337" y="3307196"/>
                  <a:ext cx="209457" cy="196410"/>
                </a:xfrm>
                <a:prstGeom prst="rect">
                  <a:avLst/>
                </a:prstGeom>
              </p:spPr>
            </p:pic>
            <p:pic>
              <p:nvPicPr>
                <p:cNvPr id="366" name="Graphic 365" descr="Deciduous tree with solid fill">
                  <a:extLst>
                    <a:ext uri="{FF2B5EF4-FFF2-40B4-BE49-F238E27FC236}">
                      <a16:creationId xmlns:a16="http://schemas.microsoft.com/office/drawing/2014/main" id="{62DD0AAD-E27F-A1DF-35D7-D4BBBA736D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031" y="3430687"/>
                  <a:ext cx="209457" cy="196410"/>
                </a:xfrm>
                <a:prstGeom prst="rect">
                  <a:avLst/>
                </a:prstGeom>
              </p:spPr>
            </p:pic>
            <p:pic>
              <p:nvPicPr>
                <p:cNvPr id="367" name="Graphic 366" descr="Deciduous tree with solid fill">
                  <a:extLst>
                    <a:ext uri="{FF2B5EF4-FFF2-40B4-BE49-F238E27FC236}">
                      <a16:creationId xmlns:a16="http://schemas.microsoft.com/office/drawing/2014/main" id="{C27A2ACB-8F1D-9396-58ED-8D36422DA4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3726" y="3554178"/>
                  <a:ext cx="209457" cy="196410"/>
                </a:xfrm>
                <a:prstGeom prst="rect">
                  <a:avLst/>
                </a:prstGeom>
              </p:spPr>
            </p:pic>
            <p:pic>
              <p:nvPicPr>
                <p:cNvPr id="368" name="Graphic 367" descr="Deciduous tree with solid fill">
                  <a:extLst>
                    <a:ext uri="{FF2B5EF4-FFF2-40B4-BE49-F238E27FC236}">
                      <a16:creationId xmlns:a16="http://schemas.microsoft.com/office/drawing/2014/main" id="{589723C9-5DB9-D630-7041-23AB02C2DCD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45420" y="3677670"/>
                  <a:ext cx="209457" cy="196410"/>
                </a:xfrm>
                <a:prstGeom prst="rect">
                  <a:avLst/>
                </a:prstGeom>
              </p:spPr>
            </p:pic>
            <p:pic>
              <p:nvPicPr>
                <p:cNvPr id="369" name="Graphic 368" descr="Deciduous tree with solid fill">
                  <a:extLst>
                    <a:ext uri="{FF2B5EF4-FFF2-40B4-BE49-F238E27FC236}">
                      <a16:creationId xmlns:a16="http://schemas.microsoft.com/office/drawing/2014/main" id="{D13E074B-FBF7-EC02-ACC8-2C69BC50608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33015" y="4082967"/>
                  <a:ext cx="209457" cy="196410"/>
                </a:xfrm>
                <a:prstGeom prst="rect">
                  <a:avLst/>
                </a:prstGeom>
              </p:spPr>
            </p:pic>
            <p:pic>
              <p:nvPicPr>
                <p:cNvPr id="370" name="Graphic 369" descr="Deciduous tree with solid fill">
                  <a:extLst>
                    <a:ext uri="{FF2B5EF4-FFF2-40B4-BE49-F238E27FC236}">
                      <a16:creationId xmlns:a16="http://schemas.microsoft.com/office/drawing/2014/main" id="{C9DD244C-E45A-96F6-A079-1900BEAB72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89901" y="1867438"/>
                  <a:ext cx="209457" cy="196410"/>
                </a:xfrm>
                <a:prstGeom prst="rect">
                  <a:avLst/>
                </a:prstGeom>
              </p:spPr>
            </p:pic>
            <p:pic>
              <p:nvPicPr>
                <p:cNvPr id="371" name="Graphic 370" descr="Deciduous tree with solid fill">
                  <a:extLst>
                    <a:ext uri="{FF2B5EF4-FFF2-40B4-BE49-F238E27FC236}">
                      <a16:creationId xmlns:a16="http://schemas.microsoft.com/office/drawing/2014/main" id="{47F672A0-0526-3236-2DDF-E8EB9DB0C0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4274" y="1963297"/>
                  <a:ext cx="209457" cy="196410"/>
                </a:xfrm>
                <a:prstGeom prst="rect">
                  <a:avLst/>
                </a:prstGeom>
              </p:spPr>
            </p:pic>
            <p:pic>
              <p:nvPicPr>
                <p:cNvPr id="372" name="Graphic 371" descr="Deciduous tree with solid fill">
                  <a:extLst>
                    <a:ext uri="{FF2B5EF4-FFF2-40B4-BE49-F238E27FC236}">
                      <a16:creationId xmlns:a16="http://schemas.microsoft.com/office/drawing/2014/main" id="{A7DD3EB3-979B-8EC0-C1A6-7F1DAD1EF5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0477" y="1779399"/>
                  <a:ext cx="209457" cy="196410"/>
                </a:xfrm>
                <a:prstGeom prst="rect">
                  <a:avLst/>
                </a:prstGeom>
              </p:spPr>
            </p:pic>
            <p:pic>
              <p:nvPicPr>
                <p:cNvPr id="373" name="Graphic 372" descr="Deciduous tree with solid fill">
                  <a:extLst>
                    <a:ext uri="{FF2B5EF4-FFF2-40B4-BE49-F238E27FC236}">
                      <a16:creationId xmlns:a16="http://schemas.microsoft.com/office/drawing/2014/main" id="{4BE54912-21CC-A3D6-05AA-1D5E365F73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969" y="2086788"/>
                  <a:ext cx="209457" cy="196410"/>
                </a:xfrm>
                <a:prstGeom prst="rect">
                  <a:avLst/>
                </a:prstGeom>
              </p:spPr>
            </p:pic>
            <p:pic>
              <p:nvPicPr>
                <p:cNvPr id="374" name="Graphic 373" descr="Deciduous tree with solid fill">
                  <a:extLst>
                    <a:ext uri="{FF2B5EF4-FFF2-40B4-BE49-F238E27FC236}">
                      <a16:creationId xmlns:a16="http://schemas.microsoft.com/office/drawing/2014/main" id="{A7D3C89A-7096-0B56-7F53-04BF6FDDC1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4" y="2210278"/>
                  <a:ext cx="209457" cy="196410"/>
                </a:xfrm>
                <a:prstGeom prst="rect">
                  <a:avLst/>
                </a:prstGeom>
              </p:spPr>
            </p:pic>
            <p:pic>
              <p:nvPicPr>
                <p:cNvPr id="375" name="Graphic 374" descr="Deciduous tree with solid fill">
                  <a:extLst>
                    <a:ext uri="{FF2B5EF4-FFF2-40B4-BE49-F238E27FC236}">
                      <a16:creationId xmlns:a16="http://schemas.microsoft.com/office/drawing/2014/main" id="{6A43EBD7-5E79-4CCF-B161-624C9B6CB6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58" y="2333769"/>
                  <a:ext cx="209457" cy="196410"/>
                </a:xfrm>
                <a:prstGeom prst="rect">
                  <a:avLst/>
                </a:prstGeom>
              </p:spPr>
            </p:pic>
            <p:pic>
              <p:nvPicPr>
                <p:cNvPr id="376" name="Graphic 375" descr="Deciduous tree with solid fill">
                  <a:extLst>
                    <a:ext uri="{FF2B5EF4-FFF2-40B4-BE49-F238E27FC236}">
                      <a16:creationId xmlns:a16="http://schemas.microsoft.com/office/drawing/2014/main" id="{887E1086-D40D-E2C4-596D-5F53A8C6F6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3" y="2457261"/>
                  <a:ext cx="209457" cy="196410"/>
                </a:xfrm>
                <a:prstGeom prst="rect">
                  <a:avLst/>
                </a:prstGeom>
              </p:spPr>
            </p:pic>
            <p:pic>
              <p:nvPicPr>
                <p:cNvPr id="377" name="Graphic 376" descr="Deciduous tree with solid fill">
                  <a:extLst>
                    <a:ext uri="{FF2B5EF4-FFF2-40B4-BE49-F238E27FC236}">
                      <a16:creationId xmlns:a16="http://schemas.microsoft.com/office/drawing/2014/main" id="{9664242A-7090-11E1-5CE3-A7F6207451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47" y="2580752"/>
                  <a:ext cx="209457" cy="196410"/>
                </a:xfrm>
                <a:prstGeom prst="rect">
                  <a:avLst/>
                </a:prstGeom>
              </p:spPr>
            </p:pic>
            <p:pic>
              <p:nvPicPr>
                <p:cNvPr id="378" name="Graphic 377" descr="Deciduous tree with solid fill">
                  <a:extLst>
                    <a:ext uri="{FF2B5EF4-FFF2-40B4-BE49-F238E27FC236}">
                      <a16:creationId xmlns:a16="http://schemas.microsoft.com/office/drawing/2014/main" id="{D3BE8313-1962-C77C-7F77-D727EC0995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1" y="2704243"/>
                  <a:ext cx="209457" cy="196410"/>
                </a:xfrm>
                <a:prstGeom prst="rect">
                  <a:avLst/>
                </a:prstGeom>
              </p:spPr>
            </p:pic>
            <p:pic>
              <p:nvPicPr>
                <p:cNvPr id="379" name="Graphic 378" descr="Deciduous tree with solid fill">
                  <a:extLst>
                    <a:ext uri="{FF2B5EF4-FFF2-40B4-BE49-F238E27FC236}">
                      <a16:creationId xmlns:a16="http://schemas.microsoft.com/office/drawing/2014/main" id="{516CAD68-0F20-AB44-C637-8A130AABC0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37" y="2827733"/>
                  <a:ext cx="209457" cy="196410"/>
                </a:xfrm>
                <a:prstGeom prst="rect">
                  <a:avLst/>
                </a:prstGeom>
              </p:spPr>
            </p:pic>
            <p:pic>
              <p:nvPicPr>
                <p:cNvPr id="380" name="Graphic 379" descr="Deciduous tree with solid fill">
                  <a:extLst>
                    <a:ext uri="{FF2B5EF4-FFF2-40B4-BE49-F238E27FC236}">
                      <a16:creationId xmlns:a16="http://schemas.microsoft.com/office/drawing/2014/main" id="{DFF08B41-5A01-36F7-7CC8-B093B1D2CA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1" y="2951224"/>
                  <a:ext cx="209457" cy="196410"/>
                </a:xfrm>
                <a:prstGeom prst="rect">
                  <a:avLst/>
                </a:prstGeom>
              </p:spPr>
            </p:pic>
            <p:pic>
              <p:nvPicPr>
                <p:cNvPr id="381" name="Graphic 380" descr="Deciduous tree with solid fill">
                  <a:extLst>
                    <a:ext uri="{FF2B5EF4-FFF2-40B4-BE49-F238E27FC236}">
                      <a16:creationId xmlns:a16="http://schemas.microsoft.com/office/drawing/2014/main" id="{51FAB9D2-86B4-5918-ED53-499C062253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25" y="3074715"/>
                  <a:ext cx="209457" cy="196410"/>
                </a:xfrm>
                <a:prstGeom prst="rect">
                  <a:avLst/>
                </a:prstGeom>
              </p:spPr>
            </p:pic>
            <p:pic>
              <p:nvPicPr>
                <p:cNvPr id="382" name="Graphic 381" descr="Deciduous tree with solid fill">
                  <a:extLst>
                    <a:ext uri="{FF2B5EF4-FFF2-40B4-BE49-F238E27FC236}">
                      <a16:creationId xmlns:a16="http://schemas.microsoft.com/office/drawing/2014/main" id="{871680CB-1728-CDB0-B723-DA77B8A24D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0" y="3198206"/>
                  <a:ext cx="209457" cy="196410"/>
                </a:xfrm>
                <a:prstGeom prst="rect">
                  <a:avLst/>
                </a:prstGeom>
              </p:spPr>
            </p:pic>
            <p:pic>
              <p:nvPicPr>
                <p:cNvPr id="383" name="Graphic 382" descr="Deciduous tree with solid fill">
                  <a:extLst>
                    <a:ext uri="{FF2B5EF4-FFF2-40B4-BE49-F238E27FC236}">
                      <a16:creationId xmlns:a16="http://schemas.microsoft.com/office/drawing/2014/main" id="{D64ABA4E-E3A1-FE15-7FE7-178BEB8841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14" y="3321697"/>
                  <a:ext cx="209457" cy="196410"/>
                </a:xfrm>
                <a:prstGeom prst="rect">
                  <a:avLst/>
                </a:prstGeom>
              </p:spPr>
            </p:pic>
            <p:pic>
              <p:nvPicPr>
                <p:cNvPr id="384" name="Graphic 383" descr="Deciduous tree with solid fill">
                  <a:extLst>
                    <a:ext uri="{FF2B5EF4-FFF2-40B4-BE49-F238E27FC236}">
                      <a16:creationId xmlns:a16="http://schemas.microsoft.com/office/drawing/2014/main" id="{3809C36A-1582-507A-5ABB-42120EE5F8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09" y="3445188"/>
                  <a:ext cx="209457" cy="196410"/>
                </a:xfrm>
                <a:prstGeom prst="rect">
                  <a:avLst/>
                </a:prstGeom>
              </p:spPr>
            </p:pic>
            <p:pic>
              <p:nvPicPr>
                <p:cNvPr id="385" name="Graphic 384" descr="Deciduous tree with solid fill">
                  <a:extLst>
                    <a:ext uri="{FF2B5EF4-FFF2-40B4-BE49-F238E27FC236}">
                      <a16:creationId xmlns:a16="http://schemas.microsoft.com/office/drawing/2014/main" id="{AECE913A-9D41-8FA2-C81F-CCF562AE12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596" y="1990929"/>
                  <a:ext cx="209457" cy="196410"/>
                </a:xfrm>
                <a:prstGeom prst="rect">
                  <a:avLst/>
                </a:prstGeom>
              </p:spPr>
            </p:pic>
            <p:pic>
              <p:nvPicPr>
                <p:cNvPr id="386" name="Graphic 385" descr="Deciduous tree with solid fill">
                  <a:extLst>
                    <a:ext uri="{FF2B5EF4-FFF2-40B4-BE49-F238E27FC236}">
                      <a16:creationId xmlns:a16="http://schemas.microsoft.com/office/drawing/2014/main" id="{509CBAC8-3D6F-F602-B34C-247789711D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0" y="2114419"/>
                  <a:ext cx="209457" cy="196410"/>
                </a:xfrm>
                <a:prstGeom prst="rect">
                  <a:avLst/>
                </a:prstGeom>
              </p:spPr>
            </p:pic>
            <p:pic>
              <p:nvPicPr>
                <p:cNvPr id="387" name="Graphic 386" descr="Deciduous tree with solid fill">
                  <a:extLst>
                    <a:ext uri="{FF2B5EF4-FFF2-40B4-BE49-F238E27FC236}">
                      <a16:creationId xmlns:a16="http://schemas.microsoft.com/office/drawing/2014/main" id="{9A66B80B-BC2E-17BD-6FCD-E0E1D0BEF5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4" y="2237910"/>
                  <a:ext cx="209457" cy="196410"/>
                </a:xfrm>
                <a:prstGeom prst="rect">
                  <a:avLst/>
                </a:prstGeom>
              </p:spPr>
            </p:pic>
            <p:pic>
              <p:nvPicPr>
                <p:cNvPr id="388" name="Graphic 387" descr="Deciduous tree with solid fill">
                  <a:extLst>
                    <a:ext uri="{FF2B5EF4-FFF2-40B4-BE49-F238E27FC236}">
                      <a16:creationId xmlns:a16="http://schemas.microsoft.com/office/drawing/2014/main" id="{22E1AACE-A076-5454-1E6E-C969F6A8E2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79" y="2361401"/>
                  <a:ext cx="209457" cy="196410"/>
                </a:xfrm>
                <a:prstGeom prst="rect">
                  <a:avLst/>
                </a:prstGeom>
              </p:spPr>
            </p:pic>
            <p:pic>
              <p:nvPicPr>
                <p:cNvPr id="389" name="Graphic 388" descr="Deciduous tree with solid fill">
                  <a:extLst>
                    <a:ext uri="{FF2B5EF4-FFF2-40B4-BE49-F238E27FC236}">
                      <a16:creationId xmlns:a16="http://schemas.microsoft.com/office/drawing/2014/main" id="{A0C476DF-7D52-9F3F-B056-0C4289B202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3" y="2484892"/>
                  <a:ext cx="209457" cy="196410"/>
                </a:xfrm>
                <a:prstGeom prst="rect">
                  <a:avLst/>
                </a:prstGeom>
              </p:spPr>
            </p:pic>
            <p:pic>
              <p:nvPicPr>
                <p:cNvPr id="390" name="Graphic 389" descr="Deciduous tree with solid fill">
                  <a:extLst>
                    <a:ext uri="{FF2B5EF4-FFF2-40B4-BE49-F238E27FC236}">
                      <a16:creationId xmlns:a16="http://schemas.microsoft.com/office/drawing/2014/main" id="{2AB097E8-9DE7-D5CB-80EE-B8DF3BF7ED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68" y="2608383"/>
                  <a:ext cx="209457" cy="196410"/>
                </a:xfrm>
                <a:prstGeom prst="rect">
                  <a:avLst/>
                </a:prstGeom>
              </p:spPr>
            </p:pic>
            <p:pic>
              <p:nvPicPr>
                <p:cNvPr id="391" name="Graphic 390" descr="Deciduous tree with solid fill">
                  <a:extLst>
                    <a:ext uri="{FF2B5EF4-FFF2-40B4-BE49-F238E27FC236}">
                      <a16:creationId xmlns:a16="http://schemas.microsoft.com/office/drawing/2014/main" id="{275ECC53-F13F-D5F7-C2A9-631945FB47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3" y="2731874"/>
                  <a:ext cx="209457" cy="196410"/>
                </a:xfrm>
                <a:prstGeom prst="rect">
                  <a:avLst/>
                </a:prstGeom>
              </p:spPr>
            </p:pic>
            <p:pic>
              <p:nvPicPr>
                <p:cNvPr id="392" name="Graphic 391" descr="Deciduous tree with solid fill">
                  <a:extLst>
                    <a:ext uri="{FF2B5EF4-FFF2-40B4-BE49-F238E27FC236}">
                      <a16:creationId xmlns:a16="http://schemas.microsoft.com/office/drawing/2014/main" id="{33ABD914-8913-6727-AF41-C1D3EA70AC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57" y="2855365"/>
                  <a:ext cx="209457" cy="196410"/>
                </a:xfrm>
                <a:prstGeom prst="rect">
                  <a:avLst/>
                </a:prstGeom>
              </p:spPr>
            </p:pic>
            <p:pic>
              <p:nvPicPr>
                <p:cNvPr id="393" name="Graphic 392" descr="Deciduous tree with solid fill">
                  <a:extLst>
                    <a:ext uri="{FF2B5EF4-FFF2-40B4-BE49-F238E27FC236}">
                      <a16:creationId xmlns:a16="http://schemas.microsoft.com/office/drawing/2014/main" id="{6AB838AC-EAB7-EDF5-3C5C-A2B8722D9A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1" y="2978856"/>
                  <a:ext cx="209457" cy="196410"/>
                </a:xfrm>
                <a:prstGeom prst="rect">
                  <a:avLst/>
                </a:prstGeom>
              </p:spPr>
            </p:pic>
            <p:pic>
              <p:nvPicPr>
                <p:cNvPr id="394" name="Graphic 393" descr="Deciduous tree with solid fill">
                  <a:extLst>
                    <a:ext uri="{FF2B5EF4-FFF2-40B4-BE49-F238E27FC236}">
                      <a16:creationId xmlns:a16="http://schemas.microsoft.com/office/drawing/2014/main" id="{C569D12D-1DAD-B8B2-CD49-66B40E1163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46" y="3102347"/>
                  <a:ext cx="209457" cy="196410"/>
                </a:xfrm>
                <a:prstGeom prst="rect">
                  <a:avLst/>
                </a:prstGeom>
              </p:spPr>
            </p:pic>
            <p:pic>
              <p:nvPicPr>
                <p:cNvPr id="395" name="Graphic 394" descr="Deciduous tree with solid fill">
                  <a:extLst>
                    <a:ext uri="{FF2B5EF4-FFF2-40B4-BE49-F238E27FC236}">
                      <a16:creationId xmlns:a16="http://schemas.microsoft.com/office/drawing/2014/main" id="{F55A0E39-7A81-C6B3-1292-25F78506CB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1" y="3225838"/>
                  <a:ext cx="209457" cy="196410"/>
                </a:xfrm>
                <a:prstGeom prst="rect">
                  <a:avLst/>
                </a:prstGeom>
              </p:spPr>
            </p:pic>
            <p:pic>
              <p:nvPicPr>
                <p:cNvPr id="396" name="Graphic 395" descr="Deciduous tree with solid fill">
                  <a:extLst>
                    <a:ext uri="{FF2B5EF4-FFF2-40B4-BE49-F238E27FC236}">
                      <a16:creationId xmlns:a16="http://schemas.microsoft.com/office/drawing/2014/main" id="{80C0590C-72BB-C8C4-96CB-2070C01203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35" y="3349329"/>
                  <a:ext cx="209457" cy="196410"/>
                </a:xfrm>
                <a:prstGeom prst="rect">
                  <a:avLst/>
                </a:prstGeom>
              </p:spPr>
            </p:pic>
            <p:pic>
              <p:nvPicPr>
                <p:cNvPr id="397" name="Graphic 396" descr="Deciduous tree with solid fill">
                  <a:extLst>
                    <a:ext uri="{FF2B5EF4-FFF2-40B4-BE49-F238E27FC236}">
                      <a16:creationId xmlns:a16="http://schemas.microsoft.com/office/drawing/2014/main" id="{B426B331-394D-A0E5-0832-A7998D65B0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2171" y="1902890"/>
                  <a:ext cx="209457" cy="196410"/>
                </a:xfrm>
                <a:prstGeom prst="rect">
                  <a:avLst/>
                </a:prstGeom>
              </p:spPr>
            </p:pic>
            <p:pic>
              <p:nvPicPr>
                <p:cNvPr id="398" name="Graphic 397" descr="Deciduous tree with solid fill">
                  <a:extLst>
                    <a:ext uri="{FF2B5EF4-FFF2-40B4-BE49-F238E27FC236}">
                      <a16:creationId xmlns:a16="http://schemas.microsoft.com/office/drawing/2014/main" id="{A0E7976D-8834-FADA-F33C-73FF1B4B1C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66" y="2026381"/>
                  <a:ext cx="209457" cy="196410"/>
                </a:xfrm>
                <a:prstGeom prst="rect">
                  <a:avLst/>
                </a:prstGeom>
              </p:spPr>
            </p:pic>
            <p:pic>
              <p:nvPicPr>
                <p:cNvPr id="399" name="Graphic 398" descr="Deciduous tree with solid fill">
                  <a:extLst>
                    <a:ext uri="{FF2B5EF4-FFF2-40B4-BE49-F238E27FC236}">
                      <a16:creationId xmlns:a16="http://schemas.microsoft.com/office/drawing/2014/main" id="{889F5AF5-7ED5-3156-0141-E6AB3E2872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1" y="2149872"/>
                  <a:ext cx="209457" cy="196410"/>
                </a:xfrm>
                <a:prstGeom prst="rect">
                  <a:avLst/>
                </a:prstGeom>
              </p:spPr>
            </p:pic>
            <p:pic>
              <p:nvPicPr>
                <p:cNvPr id="400" name="Graphic 399" descr="Deciduous tree with solid fill">
                  <a:extLst>
                    <a:ext uri="{FF2B5EF4-FFF2-40B4-BE49-F238E27FC236}">
                      <a16:creationId xmlns:a16="http://schemas.microsoft.com/office/drawing/2014/main" id="{1F0B5438-4CDD-13DA-BC2D-728B2B290D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55" y="2273363"/>
                  <a:ext cx="209457" cy="196410"/>
                </a:xfrm>
                <a:prstGeom prst="rect">
                  <a:avLst/>
                </a:prstGeom>
              </p:spPr>
            </p:pic>
            <p:pic>
              <p:nvPicPr>
                <p:cNvPr id="401" name="Graphic 400" descr="Deciduous tree with solid fill">
                  <a:extLst>
                    <a:ext uri="{FF2B5EF4-FFF2-40B4-BE49-F238E27FC236}">
                      <a16:creationId xmlns:a16="http://schemas.microsoft.com/office/drawing/2014/main" id="{56EDC485-0B85-71FC-C747-C585185C81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0" y="2396854"/>
                  <a:ext cx="209457" cy="196410"/>
                </a:xfrm>
                <a:prstGeom prst="rect">
                  <a:avLst/>
                </a:prstGeom>
              </p:spPr>
            </p:pic>
            <p:pic>
              <p:nvPicPr>
                <p:cNvPr id="402" name="Graphic 401" descr="Deciduous tree with solid fill">
                  <a:extLst>
                    <a:ext uri="{FF2B5EF4-FFF2-40B4-BE49-F238E27FC236}">
                      <a16:creationId xmlns:a16="http://schemas.microsoft.com/office/drawing/2014/main" id="{AC323271-D36E-D5A4-BC51-13F8FEB9E8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44" y="2520345"/>
                  <a:ext cx="209457" cy="196410"/>
                </a:xfrm>
                <a:prstGeom prst="rect">
                  <a:avLst/>
                </a:prstGeom>
              </p:spPr>
            </p:pic>
            <p:pic>
              <p:nvPicPr>
                <p:cNvPr id="403" name="Graphic 402" descr="Deciduous tree with solid fill">
                  <a:extLst>
                    <a:ext uri="{FF2B5EF4-FFF2-40B4-BE49-F238E27FC236}">
                      <a16:creationId xmlns:a16="http://schemas.microsoft.com/office/drawing/2014/main" id="{2D2FF27C-EF99-AF66-8541-919205BD4D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39" y="2643835"/>
                  <a:ext cx="209457" cy="196410"/>
                </a:xfrm>
                <a:prstGeom prst="rect">
                  <a:avLst/>
                </a:prstGeom>
              </p:spPr>
            </p:pic>
            <p:pic>
              <p:nvPicPr>
                <p:cNvPr id="404" name="Graphic 403" descr="Deciduous tree with solid fill">
                  <a:extLst>
                    <a:ext uri="{FF2B5EF4-FFF2-40B4-BE49-F238E27FC236}">
                      <a16:creationId xmlns:a16="http://schemas.microsoft.com/office/drawing/2014/main" id="{793D6551-DD1A-96E0-0160-EFC3AC6A91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34" y="2767326"/>
                  <a:ext cx="209457" cy="196410"/>
                </a:xfrm>
                <a:prstGeom prst="rect">
                  <a:avLst/>
                </a:prstGeom>
              </p:spPr>
            </p:pic>
            <p:pic>
              <p:nvPicPr>
                <p:cNvPr id="405" name="Graphic 404" descr="Deciduous tree with solid fill">
                  <a:extLst>
                    <a:ext uri="{FF2B5EF4-FFF2-40B4-BE49-F238E27FC236}">
                      <a16:creationId xmlns:a16="http://schemas.microsoft.com/office/drawing/2014/main" id="{5B5DC160-C09D-C7EA-BFAA-3819E4BEEE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28" y="2890818"/>
                  <a:ext cx="209457" cy="196410"/>
                </a:xfrm>
                <a:prstGeom prst="rect">
                  <a:avLst/>
                </a:prstGeom>
              </p:spPr>
            </p:pic>
            <p:pic>
              <p:nvPicPr>
                <p:cNvPr id="406" name="Graphic 405" descr="Deciduous tree with solid fill">
                  <a:extLst>
                    <a:ext uri="{FF2B5EF4-FFF2-40B4-BE49-F238E27FC236}">
                      <a16:creationId xmlns:a16="http://schemas.microsoft.com/office/drawing/2014/main" id="{4523A11A-6B71-19CA-50F3-D9C4D3BD9B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2" y="3014309"/>
                  <a:ext cx="209457" cy="196410"/>
                </a:xfrm>
                <a:prstGeom prst="rect">
                  <a:avLst/>
                </a:prstGeom>
              </p:spPr>
            </p:pic>
            <p:pic>
              <p:nvPicPr>
                <p:cNvPr id="407" name="Graphic 406" descr="Deciduous tree with solid fill">
                  <a:extLst>
                    <a:ext uri="{FF2B5EF4-FFF2-40B4-BE49-F238E27FC236}">
                      <a16:creationId xmlns:a16="http://schemas.microsoft.com/office/drawing/2014/main" id="{EAD3B11D-DB48-5F5D-9926-B95A4B9207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17" y="3137800"/>
                  <a:ext cx="209457" cy="196410"/>
                </a:xfrm>
                <a:prstGeom prst="rect">
                  <a:avLst/>
                </a:prstGeom>
              </p:spPr>
            </p:pic>
            <p:pic>
              <p:nvPicPr>
                <p:cNvPr id="408" name="Graphic 407" descr="Deciduous tree with solid fill">
                  <a:extLst>
                    <a:ext uri="{FF2B5EF4-FFF2-40B4-BE49-F238E27FC236}">
                      <a16:creationId xmlns:a16="http://schemas.microsoft.com/office/drawing/2014/main" id="{E6EFA609-8F93-7AA8-41D1-600C77E573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1" y="3261290"/>
                  <a:ext cx="209457" cy="196410"/>
                </a:xfrm>
                <a:prstGeom prst="rect">
                  <a:avLst/>
                </a:prstGeom>
              </p:spPr>
            </p:pic>
            <p:pic>
              <p:nvPicPr>
                <p:cNvPr id="409" name="Graphic 408" descr="Deciduous tree with solid fill">
                  <a:extLst>
                    <a:ext uri="{FF2B5EF4-FFF2-40B4-BE49-F238E27FC236}">
                      <a16:creationId xmlns:a16="http://schemas.microsoft.com/office/drawing/2014/main" id="{E7D4C020-C8D4-053A-5A7E-09CEDCEF9F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1596" y="1990929"/>
                  <a:ext cx="209457" cy="196410"/>
                </a:xfrm>
                <a:prstGeom prst="rect">
                  <a:avLst/>
                </a:prstGeom>
              </p:spPr>
            </p:pic>
            <p:pic>
              <p:nvPicPr>
                <p:cNvPr id="410" name="Graphic 409" descr="Deciduous tree with solid fill">
                  <a:extLst>
                    <a:ext uri="{FF2B5EF4-FFF2-40B4-BE49-F238E27FC236}">
                      <a16:creationId xmlns:a16="http://schemas.microsoft.com/office/drawing/2014/main" id="{9929D8EE-F68E-AB5F-ADFB-908E0224B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5969" y="2086788"/>
                  <a:ext cx="209457" cy="196410"/>
                </a:xfrm>
                <a:prstGeom prst="rect">
                  <a:avLst/>
                </a:prstGeom>
              </p:spPr>
            </p:pic>
            <p:pic>
              <p:nvPicPr>
                <p:cNvPr id="411" name="Graphic 410" descr="Deciduous tree with solid fill">
                  <a:extLst>
                    <a:ext uri="{FF2B5EF4-FFF2-40B4-BE49-F238E27FC236}">
                      <a16:creationId xmlns:a16="http://schemas.microsoft.com/office/drawing/2014/main" id="{86DB837A-107F-3F7F-3CD7-1D7DF871B8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92171" y="1902890"/>
                  <a:ext cx="209457" cy="196410"/>
                </a:xfrm>
                <a:prstGeom prst="rect">
                  <a:avLst/>
                </a:prstGeom>
              </p:spPr>
            </p:pic>
            <p:pic>
              <p:nvPicPr>
                <p:cNvPr id="412" name="Graphic 411" descr="Deciduous tree with solid fill">
                  <a:extLst>
                    <a:ext uri="{FF2B5EF4-FFF2-40B4-BE49-F238E27FC236}">
                      <a16:creationId xmlns:a16="http://schemas.microsoft.com/office/drawing/2014/main" id="{2B51B78F-18CD-BA67-9AA8-D8D7070024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4" y="2210278"/>
                  <a:ext cx="209457" cy="196410"/>
                </a:xfrm>
                <a:prstGeom prst="rect">
                  <a:avLst/>
                </a:prstGeom>
              </p:spPr>
            </p:pic>
            <p:pic>
              <p:nvPicPr>
                <p:cNvPr id="413" name="Graphic 412" descr="Deciduous tree with solid fill">
                  <a:extLst>
                    <a:ext uri="{FF2B5EF4-FFF2-40B4-BE49-F238E27FC236}">
                      <a16:creationId xmlns:a16="http://schemas.microsoft.com/office/drawing/2014/main" id="{2D546DC5-357C-EA13-7BA3-67F40B614C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58" y="2333769"/>
                  <a:ext cx="209457" cy="196410"/>
                </a:xfrm>
                <a:prstGeom prst="rect">
                  <a:avLst/>
                </a:prstGeom>
              </p:spPr>
            </p:pic>
            <p:pic>
              <p:nvPicPr>
                <p:cNvPr id="414" name="Graphic 413" descr="Deciduous tree with solid fill">
                  <a:extLst>
                    <a:ext uri="{FF2B5EF4-FFF2-40B4-BE49-F238E27FC236}">
                      <a16:creationId xmlns:a16="http://schemas.microsoft.com/office/drawing/2014/main" id="{E2CA0B75-3B0B-0CA6-F26B-923D7C55CE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3" y="2457261"/>
                  <a:ext cx="209457" cy="196410"/>
                </a:xfrm>
                <a:prstGeom prst="rect">
                  <a:avLst/>
                </a:prstGeom>
              </p:spPr>
            </p:pic>
            <p:pic>
              <p:nvPicPr>
                <p:cNvPr id="415" name="Graphic 414" descr="Deciduous tree with solid fill">
                  <a:extLst>
                    <a:ext uri="{FF2B5EF4-FFF2-40B4-BE49-F238E27FC236}">
                      <a16:creationId xmlns:a16="http://schemas.microsoft.com/office/drawing/2014/main" id="{7E1F0A4F-79C8-9934-3421-0502A67919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47" y="2580752"/>
                  <a:ext cx="209457" cy="196410"/>
                </a:xfrm>
                <a:prstGeom prst="rect">
                  <a:avLst/>
                </a:prstGeom>
              </p:spPr>
            </p:pic>
            <p:pic>
              <p:nvPicPr>
                <p:cNvPr id="416" name="Graphic 415" descr="Deciduous tree with solid fill">
                  <a:extLst>
                    <a:ext uri="{FF2B5EF4-FFF2-40B4-BE49-F238E27FC236}">
                      <a16:creationId xmlns:a16="http://schemas.microsoft.com/office/drawing/2014/main" id="{2C6B59C8-47DD-DADA-7DA3-8EBD3A711C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1" y="2704243"/>
                  <a:ext cx="209457" cy="196410"/>
                </a:xfrm>
                <a:prstGeom prst="rect">
                  <a:avLst/>
                </a:prstGeom>
              </p:spPr>
            </p:pic>
            <p:pic>
              <p:nvPicPr>
                <p:cNvPr id="417" name="Graphic 416" descr="Deciduous tree with solid fill">
                  <a:extLst>
                    <a:ext uri="{FF2B5EF4-FFF2-40B4-BE49-F238E27FC236}">
                      <a16:creationId xmlns:a16="http://schemas.microsoft.com/office/drawing/2014/main" id="{62EB77EA-FE03-6630-E2CF-416CD32C8A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37" y="2827733"/>
                  <a:ext cx="209457" cy="196410"/>
                </a:xfrm>
                <a:prstGeom prst="rect">
                  <a:avLst/>
                </a:prstGeom>
              </p:spPr>
            </p:pic>
            <p:pic>
              <p:nvPicPr>
                <p:cNvPr id="418" name="Graphic 417" descr="Deciduous tree with solid fill">
                  <a:extLst>
                    <a:ext uri="{FF2B5EF4-FFF2-40B4-BE49-F238E27FC236}">
                      <a16:creationId xmlns:a16="http://schemas.microsoft.com/office/drawing/2014/main" id="{BE90F61D-C0AB-6A4A-2776-576FE1BA59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1" y="2951224"/>
                  <a:ext cx="209457" cy="196410"/>
                </a:xfrm>
                <a:prstGeom prst="rect">
                  <a:avLst/>
                </a:prstGeom>
              </p:spPr>
            </p:pic>
            <p:pic>
              <p:nvPicPr>
                <p:cNvPr id="419" name="Graphic 418" descr="Deciduous tree with solid fill">
                  <a:extLst>
                    <a:ext uri="{FF2B5EF4-FFF2-40B4-BE49-F238E27FC236}">
                      <a16:creationId xmlns:a16="http://schemas.microsoft.com/office/drawing/2014/main" id="{F64D5016-5941-14B8-0D63-9B0ADD5084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25" y="3074715"/>
                  <a:ext cx="209457" cy="196410"/>
                </a:xfrm>
                <a:prstGeom prst="rect">
                  <a:avLst/>
                </a:prstGeom>
              </p:spPr>
            </p:pic>
            <p:pic>
              <p:nvPicPr>
                <p:cNvPr id="420" name="Graphic 419" descr="Deciduous tree with solid fill">
                  <a:extLst>
                    <a:ext uri="{FF2B5EF4-FFF2-40B4-BE49-F238E27FC236}">
                      <a16:creationId xmlns:a16="http://schemas.microsoft.com/office/drawing/2014/main" id="{CFE31EB4-928F-FF77-02A8-2D6B334AFF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0" y="3198206"/>
                  <a:ext cx="209457" cy="196410"/>
                </a:xfrm>
                <a:prstGeom prst="rect">
                  <a:avLst/>
                </a:prstGeom>
              </p:spPr>
            </p:pic>
            <p:pic>
              <p:nvPicPr>
                <p:cNvPr id="421" name="Graphic 420" descr="Deciduous tree with solid fill">
                  <a:extLst>
                    <a:ext uri="{FF2B5EF4-FFF2-40B4-BE49-F238E27FC236}">
                      <a16:creationId xmlns:a16="http://schemas.microsoft.com/office/drawing/2014/main" id="{AF3A9E46-92AE-E867-3D89-92480DE946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14" y="3321697"/>
                  <a:ext cx="209457" cy="196410"/>
                </a:xfrm>
                <a:prstGeom prst="rect">
                  <a:avLst/>
                </a:prstGeom>
              </p:spPr>
            </p:pic>
            <p:pic>
              <p:nvPicPr>
                <p:cNvPr id="422" name="Graphic 421" descr="Deciduous tree with solid fill">
                  <a:extLst>
                    <a:ext uri="{FF2B5EF4-FFF2-40B4-BE49-F238E27FC236}">
                      <a16:creationId xmlns:a16="http://schemas.microsoft.com/office/drawing/2014/main" id="{EA9E4536-63A9-4610-29B7-540EEE45D3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09" y="3445188"/>
                  <a:ext cx="209457" cy="196410"/>
                </a:xfrm>
                <a:prstGeom prst="rect">
                  <a:avLst/>
                </a:prstGeom>
              </p:spPr>
            </p:pic>
            <p:pic>
              <p:nvPicPr>
                <p:cNvPr id="423" name="Graphic 422" descr="Deciduous tree with solid fill">
                  <a:extLst>
                    <a:ext uri="{FF2B5EF4-FFF2-40B4-BE49-F238E27FC236}">
                      <a16:creationId xmlns:a16="http://schemas.microsoft.com/office/drawing/2014/main" id="{7C14EB2E-EBCC-A9DD-5C65-39A5D94F53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0" y="2114419"/>
                  <a:ext cx="209457" cy="196410"/>
                </a:xfrm>
                <a:prstGeom prst="rect">
                  <a:avLst/>
                </a:prstGeom>
              </p:spPr>
            </p:pic>
            <p:pic>
              <p:nvPicPr>
                <p:cNvPr id="424" name="Graphic 423" descr="Deciduous tree with solid fill">
                  <a:extLst>
                    <a:ext uri="{FF2B5EF4-FFF2-40B4-BE49-F238E27FC236}">
                      <a16:creationId xmlns:a16="http://schemas.microsoft.com/office/drawing/2014/main" id="{4C920597-DD41-A081-55F6-59E77B643C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4" y="2237910"/>
                  <a:ext cx="209457" cy="196410"/>
                </a:xfrm>
                <a:prstGeom prst="rect">
                  <a:avLst/>
                </a:prstGeom>
              </p:spPr>
            </p:pic>
            <p:pic>
              <p:nvPicPr>
                <p:cNvPr id="425" name="Graphic 424" descr="Deciduous tree with solid fill">
                  <a:extLst>
                    <a:ext uri="{FF2B5EF4-FFF2-40B4-BE49-F238E27FC236}">
                      <a16:creationId xmlns:a16="http://schemas.microsoft.com/office/drawing/2014/main" id="{0CD0DA5C-A04C-AC2A-C743-96B3C3DFE6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79" y="2361401"/>
                  <a:ext cx="209457" cy="196410"/>
                </a:xfrm>
                <a:prstGeom prst="rect">
                  <a:avLst/>
                </a:prstGeom>
              </p:spPr>
            </p:pic>
            <p:pic>
              <p:nvPicPr>
                <p:cNvPr id="426" name="Graphic 425" descr="Deciduous tree with solid fill">
                  <a:extLst>
                    <a:ext uri="{FF2B5EF4-FFF2-40B4-BE49-F238E27FC236}">
                      <a16:creationId xmlns:a16="http://schemas.microsoft.com/office/drawing/2014/main" id="{F244997F-0E88-27DA-805F-07016C7E66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3" y="2484892"/>
                  <a:ext cx="209457" cy="196410"/>
                </a:xfrm>
                <a:prstGeom prst="rect">
                  <a:avLst/>
                </a:prstGeom>
              </p:spPr>
            </p:pic>
            <p:pic>
              <p:nvPicPr>
                <p:cNvPr id="427" name="Graphic 426" descr="Deciduous tree with solid fill">
                  <a:extLst>
                    <a:ext uri="{FF2B5EF4-FFF2-40B4-BE49-F238E27FC236}">
                      <a16:creationId xmlns:a16="http://schemas.microsoft.com/office/drawing/2014/main" id="{D2A4F5A8-005E-1679-D96C-F0DFF77365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68" y="2608383"/>
                  <a:ext cx="209457" cy="196410"/>
                </a:xfrm>
                <a:prstGeom prst="rect">
                  <a:avLst/>
                </a:prstGeom>
              </p:spPr>
            </p:pic>
            <p:pic>
              <p:nvPicPr>
                <p:cNvPr id="428" name="Graphic 427" descr="Deciduous tree with solid fill">
                  <a:extLst>
                    <a:ext uri="{FF2B5EF4-FFF2-40B4-BE49-F238E27FC236}">
                      <a16:creationId xmlns:a16="http://schemas.microsoft.com/office/drawing/2014/main" id="{9A7B0118-1499-B9F2-5A71-D4DF52AB8A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3" y="2731874"/>
                  <a:ext cx="209457" cy="196410"/>
                </a:xfrm>
                <a:prstGeom prst="rect">
                  <a:avLst/>
                </a:prstGeom>
              </p:spPr>
            </p:pic>
            <p:pic>
              <p:nvPicPr>
                <p:cNvPr id="429" name="Graphic 428" descr="Deciduous tree with solid fill">
                  <a:extLst>
                    <a:ext uri="{FF2B5EF4-FFF2-40B4-BE49-F238E27FC236}">
                      <a16:creationId xmlns:a16="http://schemas.microsoft.com/office/drawing/2014/main" id="{3D5D4086-9F52-2E4F-AE05-415CA8C985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57" y="2855365"/>
                  <a:ext cx="209457" cy="196410"/>
                </a:xfrm>
                <a:prstGeom prst="rect">
                  <a:avLst/>
                </a:prstGeom>
              </p:spPr>
            </p:pic>
            <p:pic>
              <p:nvPicPr>
                <p:cNvPr id="430" name="Graphic 429" descr="Deciduous tree with solid fill">
                  <a:extLst>
                    <a:ext uri="{FF2B5EF4-FFF2-40B4-BE49-F238E27FC236}">
                      <a16:creationId xmlns:a16="http://schemas.microsoft.com/office/drawing/2014/main" id="{AF6739B7-A10D-C2FC-1508-1CE0C0BC2F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1" y="2978856"/>
                  <a:ext cx="209457" cy="196410"/>
                </a:xfrm>
                <a:prstGeom prst="rect">
                  <a:avLst/>
                </a:prstGeom>
              </p:spPr>
            </p:pic>
            <p:pic>
              <p:nvPicPr>
                <p:cNvPr id="431" name="Graphic 430" descr="Deciduous tree with solid fill">
                  <a:extLst>
                    <a:ext uri="{FF2B5EF4-FFF2-40B4-BE49-F238E27FC236}">
                      <a16:creationId xmlns:a16="http://schemas.microsoft.com/office/drawing/2014/main" id="{9C1A9900-6449-211F-29D0-6868A2AD75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46" y="3102347"/>
                  <a:ext cx="209457" cy="196410"/>
                </a:xfrm>
                <a:prstGeom prst="rect">
                  <a:avLst/>
                </a:prstGeom>
              </p:spPr>
            </p:pic>
            <p:pic>
              <p:nvPicPr>
                <p:cNvPr id="432" name="Graphic 431" descr="Deciduous tree with solid fill">
                  <a:extLst>
                    <a:ext uri="{FF2B5EF4-FFF2-40B4-BE49-F238E27FC236}">
                      <a16:creationId xmlns:a16="http://schemas.microsoft.com/office/drawing/2014/main" id="{0FD2752F-8504-BCD7-88DA-BB51419489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1" y="3225838"/>
                  <a:ext cx="209457" cy="196410"/>
                </a:xfrm>
                <a:prstGeom prst="rect">
                  <a:avLst/>
                </a:prstGeom>
              </p:spPr>
            </p:pic>
            <p:pic>
              <p:nvPicPr>
                <p:cNvPr id="433" name="Graphic 432" descr="Deciduous tree with solid fill">
                  <a:extLst>
                    <a:ext uri="{FF2B5EF4-FFF2-40B4-BE49-F238E27FC236}">
                      <a16:creationId xmlns:a16="http://schemas.microsoft.com/office/drawing/2014/main" id="{1B5277A6-9D38-1740-3E5C-7B95DEC0E8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35" y="3349329"/>
                  <a:ext cx="209457" cy="196410"/>
                </a:xfrm>
                <a:prstGeom prst="rect">
                  <a:avLst/>
                </a:prstGeom>
              </p:spPr>
            </p:pic>
            <p:pic>
              <p:nvPicPr>
                <p:cNvPr id="434" name="Graphic 433" descr="Deciduous tree with solid fill">
                  <a:extLst>
                    <a:ext uri="{FF2B5EF4-FFF2-40B4-BE49-F238E27FC236}">
                      <a16:creationId xmlns:a16="http://schemas.microsoft.com/office/drawing/2014/main" id="{20374237-E249-CD82-1790-9EE30A150C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66" y="2026381"/>
                  <a:ext cx="209457" cy="196410"/>
                </a:xfrm>
                <a:prstGeom prst="rect">
                  <a:avLst/>
                </a:prstGeom>
              </p:spPr>
            </p:pic>
            <p:pic>
              <p:nvPicPr>
                <p:cNvPr id="435" name="Graphic 434" descr="Deciduous tree with solid fill">
                  <a:extLst>
                    <a:ext uri="{FF2B5EF4-FFF2-40B4-BE49-F238E27FC236}">
                      <a16:creationId xmlns:a16="http://schemas.microsoft.com/office/drawing/2014/main" id="{F7282C5B-3485-3C6C-0D06-6144C6CBB4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1" y="2149872"/>
                  <a:ext cx="209457" cy="196410"/>
                </a:xfrm>
                <a:prstGeom prst="rect">
                  <a:avLst/>
                </a:prstGeom>
              </p:spPr>
            </p:pic>
            <p:pic>
              <p:nvPicPr>
                <p:cNvPr id="436" name="Graphic 435" descr="Deciduous tree with solid fill">
                  <a:extLst>
                    <a:ext uri="{FF2B5EF4-FFF2-40B4-BE49-F238E27FC236}">
                      <a16:creationId xmlns:a16="http://schemas.microsoft.com/office/drawing/2014/main" id="{E4592D87-3909-A172-6937-C80E2704AA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55" y="2273363"/>
                  <a:ext cx="209457" cy="196410"/>
                </a:xfrm>
                <a:prstGeom prst="rect">
                  <a:avLst/>
                </a:prstGeom>
              </p:spPr>
            </p:pic>
            <p:pic>
              <p:nvPicPr>
                <p:cNvPr id="437" name="Graphic 436" descr="Deciduous tree with solid fill">
                  <a:extLst>
                    <a:ext uri="{FF2B5EF4-FFF2-40B4-BE49-F238E27FC236}">
                      <a16:creationId xmlns:a16="http://schemas.microsoft.com/office/drawing/2014/main" id="{96C09E26-F85E-D3B0-359D-620ADC2C11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0" y="2396854"/>
                  <a:ext cx="209457" cy="196410"/>
                </a:xfrm>
                <a:prstGeom prst="rect">
                  <a:avLst/>
                </a:prstGeom>
              </p:spPr>
            </p:pic>
            <p:pic>
              <p:nvPicPr>
                <p:cNvPr id="438" name="Graphic 437" descr="Deciduous tree with solid fill">
                  <a:extLst>
                    <a:ext uri="{FF2B5EF4-FFF2-40B4-BE49-F238E27FC236}">
                      <a16:creationId xmlns:a16="http://schemas.microsoft.com/office/drawing/2014/main" id="{07569513-32CC-D32A-D523-AB691E9146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44" y="2520345"/>
                  <a:ext cx="209457" cy="196410"/>
                </a:xfrm>
                <a:prstGeom prst="rect">
                  <a:avLst/>
                </a:prstGeom>
              </p:spPr>
            </p:pic>
            <p:pic>
              <p:nvPicPr>
                <p:cNvPr id="439" name="Graphic 438" descr="Deciduous tree with solid fill">
                  <a:extLst>
                    <a:ext uri="{FF2B5EF4-FFF2-40B4-BE49-F238E27FC236}">
                      <a16:creationId xmlns:a16="http://schemas.microsoft.com/office/drawing/2014/main" id="{30D2BE8D-F27F-9859-B38A-01BCA3CF8E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39" y="2643835"/>
                  <a:ext cx="209457" cy="196410"/>
                </a:xfrm>
                <a:prstGeom prst="rect">
                  <a:avLst/>
                </a:prstGeom>
              </p:spPr>
            </p:pic>
            <p:pic>
              <p:nvPicPr>
                <p:cNvPr id="440" name="Graphic 439" descr="Deciduous tree with solid fill">
                  <a:extLst>
                    <a:ext uri="{FF2B5EF4-FFF2-40B4-BE49-F238E27FC236}">
                      <a16:creationId xmlns:a16="http://schemas.microsoft.com/office/drawing/2014/main" id="{153D4971-CA63-6570-9795-E1EB98E552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34" y="2767326"/>
                  <a:ext cx="209457" cy="196410"/>
                </a:xfrm>
                <a:prstGeom prst="rect">
                  <a:avLst/>
                </a:prstGeom>
              </p:spPr>
            </p:pic>
            <p:pic>
              <p:nvPicPr>
                <p:cNvPr id="441" name="Graphic 440" descr="Deciduous tree with solid fill">
                  <a:extLst>
                    <a:ext uri="{FF2B5EF4-FFF2-40B4-BE49-F238E27FC236}">
                      <a16:creationId xmlns:a16="http://schemas.microsoft.com/office/drawing/2014/main" id="{4268981B-56DA-AA02-55F1-698F4D351E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28" y="2890818"/>
                  <a:ext cx="209457" cy="196410"/>
                </a:xfrm>
                <a:prstGeom prst="rect">
                  <a:avLst/>
                </a:prstGeom>
              </p:spPr>
            </p:pic>
            <p:pic>
              <p:nvPicPr>
                <p:cNvPr id="442" name="Graphic 441" descr="Deciduous tree with solid fill">
                  <a:extLst>
                    <a:ext uri="{FF2B5EF4-FFF2-40B4-BE49-F238E27FC236}">
                      <a16:creationId xmlns:a16="http://schemas.microsoft.com/office/drawing/2014/main" id="{AB809991-6A5B-9086-0E2B-6E91467B8B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2" y="3014309"/>
                  <a:ext cx="209457" cy="196410"/>
                </a:xfrm>
                <a:prstGeom prst="rect">
                  <a:avLst/>
                </a:prstGeom>
              </p:spPr>
            </p:pic>
            <p:pic>
              <p:nvPicPr>
                <p:cNvPr id="443" name="Graphic 442" descr="Deciduous tree with solid fill">
                  <a:extLst>
                    <a:ext uri="{FF2B5EF4-FFF2-40B4-BE49-F238E27FC236}">
                      <a16:creationId xmlns:a16="http://schemas.microsoft.com/office/drawing/2014/main" id="{61FB13EC-B2D8-5F24-F5DB-66E5B3E9CB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17" y="3137800"/>
                  <a:ext cx="209457" cy="196410"/>
                </a:xfrm>
                <a:prstGeom prst="rect">
                  <a:avLst/>
                </a:prstGeom>
              </p:spPr>
            </p:pic>
            <p:pic>
              <p:nvPicPr>
                <p:cNvPr id="444" name="Graphic 443" descr="Deciduous tree with solid fill">
                  <a:extLst>
                    <a:ext uri="{FF2B5EF4-FFF2-40B4-BE49-F238E27FC236}">
                      <a16:creationId xmlns:a16="http://schemas.microsoft.com/office/drawing/2014/main" id="{B8034D1F-4714-C818-4D5A-F429CBA30B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1" y="3261290"/>
                  <a:ext cx="209457" cy="196410"/>
                </a:xfrm>
                <a:prstGeom prst="rect">
                  <a:avLst/>
                </a:prstGeom>
              </p:spPr>
            </p:pic>
            <p:pic>
              <p:nvPicPr>
                <p:cNvPr id="445" name="Graphic 444" descr="Deciduous tree with solid fill">
                  <a:extLst>
                    <a:ext uri="{FF2B5EF4-FFF2-40B4-BE49-F238E27FC236}">
                      <a16:creationId xmlns:a16="http://schemas.microsoft.com/office/drawing/2014/main" id="{84C1DCA8-ACDE-A5B9-F59F-BD00F63DA8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290" y="2114419"/>
                  <a:ext cx="209457" cy="196410"/>
                </a:xfrm>
                <a:prstGeom prst="rect">
                  <a:avLst/>
                </a:prstGeom>
              </p:spPr>
            </p:pic>
            <p:pic>
              <p:nvPicPr>
                <p:cNvPr id="446" name="Graphic 445" descr="Deciduous tree with solid fill">
                  <a:extLst>
                    <a:ext uri="{FF2B5EF4-FFF2-40B4-BE49-F238E27FC236}">
                      <a16:creationId xmlns:a16="http://schemas.microsoft.com/office/drawing/2014/main" id="{BC13497B-5EF5-0548-12FC-150D41213E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7664" y="2210278"/>
                  <a:ext cx="209457" cy="196410"/>
                </a:xfrm>
                <a:prstGeom prst="rect">
                  <a:avLst/>
                </a:prstGeom>
              </p:spPr>
            </p:pic>
            <p:pic>
              <p:nvPicPr>
                <p:cNvPr id="447" name="Graphic 446" descr="Deciduous tree with solid fill">
                  <a:extLst>
                    <a:ext uri="{FF2B5EF4-FFF2-40B4-BE49-F238E27FC236}">
                      <a16:creationId xmlns:a16="http://schemas.microsoft.com/office/drawing/2014/main" id="{72D33327-8CCC-78A6-FAC2-FD644B61A8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23866" y="2026381"/>
                  <a:ext cx="209457" cy="196410"/>
                </a:xfrm>
                <a:prstGeom prst="rect">
                  <a:avLst/>
                </a:prstGeom>
              </p:spPr>
            </p:pic>
            <p:pic>
              <p:nvPicPr>
                <p:cNvPr id="448" name="Graphic 447" descr="Deciduous tree with solid fill">
                  <a:extLst>
                    <a:ext uri="{FF2B5EF4-FFF2-40B4-BE49-F238E27FC236}">
                      <a16:creationId xmlns:a16="http://schemas.microsoft.com/office/drawing/2014/main" id="{C7B6AA15-6D50-B554-F28B-E1A70B4220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58" y="2333769"/>
                  <a:ext cx="209457" cy="196410"/>
                </a:xfrm>
                <a:prstGeom prst="rect">
                  <a:avLst/>
                </a:prstGeom>
              </p:spPr>
            </p:pic>
            <p:pic>
              <p:nvPicPr>
                <p:cNvPr id="449" name="Graphic 448" descr="Deciduous tree with solid fill">
                  <a:extLst>
                    <a:ext uri="{FF2B5EF4-FFF2-40B4-BE49-F238E27FC236}">
                      <a16:creationId xmlns:a16="http://schemas.microsoft.com/office/drawing/2014/main" id="{81DFDC09-41B1-DBA8-AE91-1A46A78BAF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3" y="2457261"/>
                  <a:ext cx="209457" cy="196410"/>
                </a:xfrm>
                <a:prstGeom prst="rect">
                  <a:avLst/>
                </a:prstGeom>
              </p:spPr>
            </p:pic>
            <p:pic>
              <p:nvPicPr>
                <p:cNvPr id="450" name="Graphic 449" descr="Deciduous tree with solid fill">
                  <a:extLst>
                    <a:ext uri="{FF2B5EF4-FFF2-40B4-BE49-F238E27FC236}">
                      <a16:creationId xmlns:a16="http://schemas.microsoft.com/office/drawing/2014/main" id="{452AC82D-070D-BEE1-0314-40B1B587C2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47" y="2580752"/>
                  <a:ext cx="209457" cy="196410"/>
                </a:xfrm>
                <a:prstGeom prst="rect">
                  <a:avLst/>
                </a:prstGeom>
              </p:spPr>
            </p:pic>
            <p:pic>
              <p:nvPicPr>
                <p:cNvPr id="451" name="Graphic 450" descr="Deciduous tree with solid fill">
                  <a:extLst>
                    <a:ext uri="{FF2B5EF4-FFF2-40B4-BE49-F238E27FC236}">
                      <a16:creationId xmlns:a16="http://schemas.microsoft.com/office/drawing/2014/main" id="{2F3D0725-1994-6FC2-5396-EBB8B381E9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1" y="2704243"/>
                  <a:ext cx="209457" cy="196410"/>
                </a:xfrm>
                <a:prstGeom prst="rect">
                  <a:avLst/>
                </a:prstGeom>
              </p:spPr>
            </p:pic>
            <p:pic>
              <p:nvPicPr>
                <p:cNvPr id="452" name="Graphic 451" descr="Deciduous tree with solid fill">
                  <a:extLst>
                    <a:ext uri="{FF2B5EF4-FFF2-40B4-BE49-F238E27FC236}">
                      <a16:creationId xmlns:a16="http://schemas.microsoft.com/office/drawing/2014/main" id="{0FD5691A-5DE7-59E8-3FE5-B98E505EEE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37" y="2827733"/>
                  <a:ext cx="209457" cy="196410"/>
                </a:xfrm>
                <a:prstGeom prst="rect">
                  <a:avLst/>
                </a:prstGeom>
              </p:spPr>
            </p:pic>
            <p:pic>
              <p:nvPicPr>
                <p:cNvPr id="453" name="Graphic 452" descr="Deciduous tree with solid fill">
                  <a:extLst>
                    <a:ext uri="{FF2B5EF4-FFF2-40B4-BE49-F238E27FC236}">
                      <a16:creationId xmlns:a16="http://schemas.microsoft.com/office/drawing/2014/main" id="{EE1464EB-B908-7D92-7E2B-73D0B22046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1" y="2951224"/>
                  <a:ext cx="209457" cy="196410"/>
                </a:xfrm>
                <a:prstGeom prst="rect">
                  <a:avLst/>
                </a:prstGeom>
              </p:spPr>
            </p:pic>
            <p:pic>
              <p:nvPicPr>
                <p:cNvPr id="454" name="Graphic 453" descr="Deciduous tree with solid fill">
                  <a:extLst>
                    <a:ext uri="{FF2B5EF4-FFF2-40B4-BE49-F238E27FC236}">
                      <a16:creationId xmlns:a16="http://schemas.microsoft.com/office/drawing/2014/main" id="{B9B8F1C5-CCD1-F748-31DD-D76219D69E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25" y="3074715"/>
                  <a:ext cx="209457" cy="196410"/>
                </a:xfrm>
                <a:prstGeom prst="rect">
                  <a:avLst/>
                </a:prstGeom>
              </p:spPr>
            </p:pic>
            <p:pic>
              <p:nvPicPr>
                <p:cNvPr id="455" name="Graphic 454" descr="Deciduous tree with solid fill">
                  <a:extLst>
                    <a:ext uri="{FF2B5EF4-FFF2-40B4-BE49-F238E27FC236}">
                      <a16:creationId xmlns:a16="http://schemas.microsoft.com/office/drawing/2014/main" id="{95C3AFC6-B6B9-712E-E9A0-380D8A5328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0" y="3198206"/>
                  <a:ext cx="209457" cy="196410"/>
                </a:xfrm>
                <a:prstGeom prst="rect">
                  <a:avLst/>
                </a:prstGeom>
              </p:spPr>
            </p:pic>
            <p:pic>
              <p:nvPicPr>
                <p:cNvPr id="456" name="Graphic 455" descr="Deciduous tree with solid fill">
                  <a:extLst>
                    <a:ext uri="{FF2B5EF4-FFF2-40B4-BE49-F238E27FC236}">
                      <a16:creationId xmlns:a16="http://schemas.microsoft.com/office/drawing/2014/main" id="{CA883EF9-907E-D295-1902-389EED6F5D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14" y="3321697"/>
                  <a:ext cx="209457" cy="196410"/>
                </a:xfrm>
                <a:prstGeom prst="rect">
                  <a:avLst/>
                </a:prstGeom>
              </p:spPr>
            </p:pic>
            <p:pic>
              <p:nvPicPr>
                <p:cNvPr id="457" name="Graphic 456" descr="Deciduous tree with solid fill">
                  <a:extLst>
                    <a:ext uri="{FF2B5EF4-FFF2-40B4-BE49-F238E27FC236}">
                      <a16:creationId xmlns:a16="http://schemas.microsoft.com/office/drawing/2014/main" id="{4637D9E9-9C6D-AC6A-4587-FD2D365905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09" y="3445188"/>
                  <a:ext cx="209457" cy="196410"/>
                </a:xfrm>
                <a:prstGeom prst="rect">
                  <a:avLst/>
                </a:prstGeom>
              </p:spPr>
            </p:pic>
            <p:pic>
              <p:nvPicPr>
                <p:cNvPr id="458" name="Graphic 457" descr="Deciduous tree with solid fill">
                  <a:extLst>
                    <a:ext uri="{FF2B5EF4-FFF2-40B4-BE49-F238E27FC236}">
                      <a16:creationId xmlns:a16="http://schemas.microsoft.com/office/drawing/2014/main" id="{A4F8BBA1-057A-2BC8-ADFB-FD769D7E9D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4" y="2237910"/>
                  <a:ext cx="209457" cy="196410"/>
                </a:xfrm>
                <a:prstGeom prst="rect">
                  <a:avLst/>
                </a:prstGeom>
              </p:spPr>
            </p:pic>
            <p:pic>
              <p:nvPicPr>
                <p:cNvPr id="459" name="Graphic 458" descr="Deciduous tree with solid fill">
                  <a:extLst>
                    <a:ext uri="{FF2B5EF4-FFF2-40B4-BE49-F238E27FC236}">
                      <a16:creationId xmlns:a16="http://schemas.microsoft.com/office/drawing/2014/main" id="{36A0A8B1-915C-8928-0F48-268F31F878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79" y="2361401"/>
                  <a:ext cx="209457" cy="196410"/>
                </a:xfrm>
                <a:prstGeom prst="rect">
                  <a:avLst/>
                </a:prstGeom>
              </p:spPr>
            </p:pic>
            <p:pic>
              <p:nvPicPr>
                <p:cNvPr id="460" name="Graphic 459" descr="Deciduous tree with solid fill">
                  <a:extLst>
                    <a:ext uri="{FF2B5EF4-FFF2-40B4-BE49-F238E27FC236}">
                      <a16:creationId xmlns:a16="http://schemas.microsoft.com/office/drawing/2014/main" id="{7BB3306F-C1FA-CA25-D7EC-B4EA5754A6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3" y="2484892"/>
                  <a:ext cx="209457" cy="196410"/>
                </a:xfrm>
                <a:prstGeom prst="rect">
                  <a:avLst/>
                </a:prstGeom>
              </p:spPr>
            </p:pic>
            <p:pic>
              <p:nvPicPr>
                <p:cNvPr id="461" name="Graphic 460" descr="Deciduous tree with solid fill">
                  <a:extLst>
                    <a:ext uri="{FF2B5EF4-FFF2-40B4-BE49-F238E27FC236}">
                      <a16:creationId xmlns:a16="http://schemas.microsoft.com/office/drawing/2014/main" id="{E9F8ED8C-BBE8-327E-C59E-6CC9CD264A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68" y="2608383"/>
                  <a:ext cx="209457" cy="196410"/>
                </a:xfrm>
                <a:prstGeom prst="rect">
                  <a:avLst/>
                </a:prstGeom>
              </p:spPr>
            </p:pic>
            <p:pic>
              <p:nvPicPr>
                <p:cNvPr id="462" name="Graphic 461" descr="Deciduous tree with solid fill">
                  <a:extLst>
                    <a:ext uri="{FF2B5EF4-FFF2-40B4-BE49-F238E27FC236}">
                      <a16:creationId xmlns:a16="http://schemas.microsoft.com/office/drawing/2014/main" id="{F3BFA703-9078-2386-D38D-943332B848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3" y="2731874"/>
                  <a:ext cx="209457" cy="196410"/>
                </a:xfrm>
                <a:prstGeom prst="rect">
                  <a:avLst/>
                </a:prstGeom>
              </p:spPr>
            </p:pic>
            <p:pic>
              <p:nvPicPr>
                <p:cNvPr id="463" name="Graphic 462" descr="Deciduous tree with solid fill">
                  <a:extLst>
                    <a:ext uri="{FF2B5EF4-FFF2-40B4-BE49-F238E27FC236}">
                      <a16:creationId xmlns:a16="http://schemas.microsoft.com/office/drawing/2014/main" id="{97370E07-7B9B-456A-9980-223A32668F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57" y="2855365"/>
                  <a:ext cx="209457" cy="196410"/>
                </a:xfrm>
                <a:prstGeom prst="rect">
                  <a:avLst/>
                </a:prstGeom>
              </p:spPr>
            </p:pic>
            <p:pic>
              <p:nvPicPr>
                <p:cNvPr id="464" name="Graphic 463" descr="Deciduous tree with solid fill">
                  <a:extLst>
                    <a:ext uri="{FF2B5EF4-FFF2-40B4-BE49-F238E27FC236}">
                      <a16:creationId xmlns:a16="http://schemas.microsoft.com/office/drawing/2014/main" id="{D068D2EC-A406-61AF-3BFB-D82E6A15A6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1" y="2978856"/>
                  <a:ext cx="209457" cy="196410"/>
                </a:xfrm>
                <a:prstGeom prst="rect">
                  <a:avLst/>
                </a:prstGeom>
              </p:spPr>
            </p:pic>
            <p:pic>
              <p:nvPicPr>
                <p:cNvPr id="465" name="Graphic 464" descr="Deciduous tree with solid fill">
                  <a:extLst>
                    <a:ext uri="{FF2B5EF4-FFF2-40B4-BE49-F238E27FC236}">
                      <a16:creationId xmlns:a16="http://schemas.microsoft.com/office/drawing/2014/main" id="{521A7996-941E-AB56-766E-5F8084DDD5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46" y="3102347"/>
                  <a:ext cx="209457" cy="196410"/>
                </a:xfrm>
                <a:prstGeom prst="rect">
                  <a:avLst/>
                </a:prstGeom>
              </p:spPr>
            </p:pic>
            <p:pic>
              <p:nvPicPr>
                <p:cNvPr id="466" name="Graphic 465" descr="Deciduous tree with solid fill">
                  <a:extLst>
                    <a:ext uri="{FF2B5EF4-FFF2-40B4-BE49-F238E27FC236}">
                      <a16:creationId xmlns:a16="http://schemas.microsoft.com/office/drawing/2014/main" id="{82B98863-5075-8BA7-9AD5-8625793C0F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1" y="3225838"/>
                  <a:ext cx="209457" cy="196410"/>
                </a:xfrm>
                <a:prstGeom prst="rect">
                  <a:avLst/>
                </a:prstGeom>
              </p:spPr>
            </p:pic>
            <p:pic>
              <p:nvPicPr>
                <p:cNvPr id="467" name="Graphic 466" descr="Deciduous tree with solid fill">
                  <a:extLst>
                    <a:ext uri="{FF2B5EF4-FFF2-40B4-BE49-F238E27FC236}">
                      <a16:creationId xmlns:a16="http://schemas.microsoft.com/office/drawing/2014/main" id="{26CD478C-5590-30DB-BD2F-2016508F8E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35" y="3349329"/>
                  <a:ext cx="209457" cy="196410"/>
                </a:xfrm>
                <a:prstGeom prst="rect">
                  <a:avLst/>
                </a:prstGeom>
              </p:spPr>
            </p:pic>
            <p:pic>
              <p:nvPicPr>
                <p:cNvPr id="468" name="Graphic 467" descr="Deciduous tree with solid fill">
                  <a:extLst>
                    <a:ext uri="{FF2B5EF4-FFF2-40B4-BE49-F238E27FC236}">
                      <a16:creationId xmlns:a16="http://schemas.microsoft.com/office/drawing/2014/main" id="{0C5D4AD7-B302-7164-C1F9-908840C1D1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1" y="2149872"/>
                  <a:ext cx="209457" cy="196410"/>
                </a:xfrm>
                <a:prstGeom prst="rect">
                  <a:avLst/>
                </a:prstGeom>
              </p:spPr>
            </p:pic>
            <p:pic>
              <p:nvPicPr>
                <p:cNvPr id="469" name="Graphic 468" descr="Deciduous tree with solid fill">
                  <a:extLst>
                    <a:ext uri="{FF2B5EF4-FFF2-40B4-BE49-F238E27FC236}">
                      <a16:creationId xmlns:a16="http://schemas.microsoft.com/office/drawing/2014/main" id="{C7B65B62-2AA1-8F5F-C2A0-259E2DB4F8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55" y="2273363"/>
                  <a:ext cx="209457" cy="196410"/>
                </a:xfrm>
                <a:prstGeom prst="rect">
                  <a:avLst/>
                </a:prstGeom>
              </p:spPr>
            </p:pic>
            <p:pic>
              <p:nvPicPr>
                <p:cNvPr id="470" name="Graphic 469" descr="Deciduous tree with solid fill">
                  <a:extLst>
                    <a:ext uri="{FF2B5EF4-FFF2-40B4-BE49-F238E27FC236}">
                      <a16:creationId xmlns:a16="http://schemas.microsoft.com/office/drawing/2014/main" id="{95867A56-C805-F090-E7DD-10AA81FE6C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0" y="2396854"/>
                  <a:ext cx="209457" cy="196410"/>
                </a:xfrm>
                <a:prstGeom prst="rect">
                  <a:avLst/>
                </a:prstGeom>
              </p:spPr>
            </p:pic>
            <p:pic>
              <p:nvPicPr>
                <p:cNvPr id="471" name="Graphic 470" descr="Deciduous tree with solid fill">
                  <a:extLst>
                    <a:ext uri="{FF2B5EF4-FFF2-40B4-BE49-F238E27FC236}">
                      <a16:creationId xmlns:a16="http://schemas.microsoft.com/office/drawing/2014/main" id="{8E6EB205-40D6-1562-570C-4C24B8488D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44" y="2520345"/>
                  <a:ext cx="209457" cy="196410"/>
                </a:xfrm>
                <a:prstGeom prst="rect">
                  <a:avLst/>
                </a:prstGeom>
              </p:spPr>
            </p:pic>
            <p:pic>
              <p:nvPicPr>
                <p:cNvPr id="472" name="Graphic 471" descr="Deciduous tree with solid fill">
                  <a:extLst>
                    <a:ext uri="{FF2B5EF4-FFF2-40B4-BE49-F238E27FC236}">
                      <a16:creationId xmlns:a16="http://schemas.microsoft.com/office/drawing/2014/main" id="{0A4B02F1-136B-77AF-4EF0-0419865918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39" y="2643835"/>
                  <a:ext cx="209457" cy="196410"/>
                </a:xfrm>
                <a:prstGeom prst="rect">
                  <a:avLst/>
                </a:prstGeom>
              </p:spPr>
            </p:pic>
            <p:pic>
              <p:nvPicPr>
                <p:cNvPr id="473" name="Graphic 472" descr="Deciduous tree with solid fill">
                  <a:extLst>
                    <a:ext uri="{FF2B5EF4-FFF2-40B4-BE49-F238E27FC236}">
                      <a16:creationId xmlns:a16="http://schemas.microsoft.com/office/drawing/2014/main" id="{3AB0E033-686C-F54A-3DB5-7F9AB17654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34" y="2767326"/>
                  <a:ext cx="209457" cy="196410"/>
                </a:xfrm>
                <a:prstGeom prst="rect">
                  <a:avLst/>
                </a:prstGeom>
              </p:spPr>
            </p:pic>
            <p:pic>
              <p:nvPicPr>
                <p:cNvPr id="474" name="Graphic 473" descr="Deciduous tree with solid fill">
                  <a:extLst>
                    <a:ext uri="{FF2B5EF4-FFF2-40B4-BE49-F238E27FC236}">
                      <a16:creationId xmlns:a16="http://schemas.microsoft.com/office/drawing/2014/main" id="{FAF95F17-0D3B-69AC-6426-7BAF0286E8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28" y="2890818"/>
                  <a:ext cx="209457" cy="196410"/>
                </a:xfrm>
                <a:prstGeom prst="rect">
                  <a:avLst/>
                </a:prstGeom>
              </p:spPr>
            </p:pic>
            <p:pic>
              <p:nvPicPr>
                <p:cNvPr id="475" name="Graphic 474" descr="Deciduous tree with solid fill">
                  <a:extLst>
                    <a:ext uri="{FF2B5EF4-FFF2-40B4-BE49-F238E27FC236}">
                      <a16:creationId xmlns:a16="http://schemas.microsoft.com/office/drawing/2014/main" id="{6A1A73DA-D25C-55F6-6DAA-3700B73C5B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2" y="3014309"/>
                  <a:ext cx="209457" cy="196410"/>
                </a:xfrm>
                <a:prstGeom prst="rect">
                  <a:avLst/>
                </a:prstGeom>
              </p:spPr>
            </p:pic>
            <p:pic>
              <p:nvPicPr>
                <p:cNvPr id="476" name="Graphic 475" descr="Deciduous tree with solid fill">
                  <a:extLst>
                    <a:ext uri="{FF2B5EF4-FFF2-40B4-BE49-F238E27FC236}">
                      <a16:creationId xmlns:a16="http://schemas.microsoft.com/office/drawing/2014/main" id="{131767C9-594D-DBB0-A1E1-20819BF119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17" y="3137800"/>
                  <a:ext cx="209457" cy="196410"/>
                </a:xfrm>
                <a:prstGeom prst="rect">
                  <a:avLst/>
                </a:prstGeom>
              </p:spPr>
            </p:pic>
            <p:pic>
              <p:nvPicPr>
                <p:cNvPr id="477" name="Graphic 476" descr="Deciduous tree with solid fill">
                  <a:extLst>
                    <a:ext uri="{FF2B5EF4-FFF2-40B4-BE49-F238E27FC236}">
                      <a16:creationId xmlns:a16="http://schemas.microsoft.com/office/drawing/2014/main" id="{A41AA4D2-CFCE-71E0-FBFA-409F75FDF8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1" y="3261290"/>
                  <a:ext cx="209457" cy="196410"/>
                </a:xfrm>
                <a:prstGeom prst="rect">
                  <a:avLst/>
                </a:prstGeom>
              </p:spPr>
            </p:pic>
            <p:pic>
              <p:nvPicPr>
                <p:cNvPr id="478" name="Graphic 477" descr="Deciduous tree with solid fill">
                  <a:extLst>
                    <a:ext uri="{FF2B5EF4-FFF2-40B4-BE49-F238E27FC236}">
                      <a16:creationId xmlns:a16="http://schemas.microsoft.com/office/drawing/2014/main" id="{B7F05FE6-B06B-8AD5-F1C1-0C70D3EEDA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84984" y="2237910"/>
                  <a:ext cx="209457" cy="196410"/>
                </a:xfrm>
                <a:prstGeom prst="rect">
                  <a:avLst/>
                </a:prstGeom>
              </p:spPr>
            </p:pic>
            <p:pic>
              <p:nvPicPr>
                <p:cNvPr id="479" name="Graphic 478" descr="Deciduous tree with solid fill">
                  <a:extLst>
                    <a:ext uri="{FF2B5EF4-FFF2-40B4-BE49-F238E27FC236}">
                      <a16:creationId xmlns:a16="http://schemas.microsoft.com/office/drawing/2014/main" id="{C4AA1D23-79A2-CD68-96AD-5A2DD593F5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9358" y="2333769"/>
                  <a:ext cx="209457" cy="196410"/>
                </a:xfrm>
                <a:prstGeom prst="rect">
                  <a:avLst/>
                </a:prstGeom>
              </p:spPr>
            </p:pic>
            <p:pic>
              <p:nvPicPr>
                <p:cNvPr id="480" name="Graphic 479" descr="Deciduous tree with solid fill">
                  <a:extLst>
                    <a:ext uri="{FF2B5EF4-FFF2-40B4-BE49-F238E27FC236}">
                      <a16:creationId xmlns:a16="http://schemas.microsoft.com/office/drawing/2014/main" id="{A3E1433E-9FA6-63D4-3F20-5AF5F8E685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561" y="2149872"/>
                  <a:ext cx="209457" cy="196410"/>
                </a:xfrm>
                <a:prstGeom prst="rect">
                  <a:avLst/>
                </a:prstGeom>
              </p:spPr>
            </p:pic>
            <p:pic>
              <p:nvPicPr>
                <p:cNvPr id="481" name="Graphic 480" descr="Deciduous tree with solid fill">
                  <a:extLst>
                    <a:ext uri="{FF2B5EF4-FFF2-40B4-BE49-F238E27FC236}">
                      <a16:creationId xmlns:a16="http://schemas.microsoft.com/office/drawing/2014/main" id="{A9252338-0B7A-38DB-C585-BC36218292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3" y="2457261"/>
                  <a:ext cx="209457" cy="196410"/>
                </a:xfrm>
                <a:prstGeom prst="rect">
                  <a:avLst/>
                </a:prstGeom>
              </p:spPr>
            </p:pic>
            <p:pic>
              <p:nvPicPr>
                <p:cNvPr id="482" name="Graphic 481" descr="Deciduous tree with solid fill">
                  <a:extLst>
                    <a:ext uri="{FF2B5EF4-FFF2-40B4-BE49-F238E27FC236}">
                      <a16:creationId xmlns:a16="http://schemas.microsoft.com/office/drawing/2014/main" id="{B63688B0-3B7E-C547-9EF8-602CE40F55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47" y="2580752"/>
                  <a:ext cx="209457" cy="196410"/>
                </a:xfrm>
                <a:prstGeom prst="rect">
                  <a:avLst/>
                </a:prstGeom>
              </p:spPr>
            </p:pic>
            <p:pic>
              <p:nvPicPr>
                <p:cNvPr id="483" name="Graphic 482" descr="Deciduous tree with solid fill">
                  <a:extLst>
                    <a:ext uri="{FF2B5EF4-FFF2-40B4-BE49-F238E27FC236}">
                      <a16:creationId xmlns:a16="http://schemas.microsoft.com/office/drawing/2014/main" id="{CD1CC596-3CB1-A9BC-59FF-22EE8FCCAB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1" y="2704243"/>
                  <a:ext cx="209457" cy="196410"/>
                </a:xfrm>
                <a:prstGeom prst="rect">
                  <a:avLst/>
                </a:prstGeom>
              </p:spPr>
            </p:pic>
            <p:pic>
              <p:nvPicPr>
                <p:cNvPr id="484" name="Graphic 483" descr="Deciduous tree with solid fill">
                  <a:extLst>
                    <a:ext uri="{FF2B5EF4-FFF2-40B4-BE49-F238E27FC236}">
                      <a16:creationId xmlns:a16="http://schemas.microsoft.com/office/drawing/2014/main" id="{FDF416E1-DE85-7CDA-FAE0-9CFD7FCD39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37" y="2827733"/>
                  <a:ext cx="209457" cy="196410"/>
                </a:xfrm>
                <a:prstGeom prst="rect">
                  <a:avLst/>
                </a:prstGeom>
              </p:spPr>
            </p:pic>
            <p:pic>
              <p:nvPicPr>
                <p:cNvPr id="485" name="Graphic 484" descr="Deciduous tree with solid fill">
                  <a:extLst>
                    <a:ext uri="{FF2B5EF4-FFF2-40B4-BE49-F238E27FC236}">
                      <a16:creationId xmlns:a16="http://schemas.microsoft.com/office/drawing/2014/main" id="{1FD99547-15A0-4125-81AB-C2692C3A63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1" y="2951224"/>
                  <a:ext cx="209457" cy="196410"/>
                </a:xfrm>
                <a:prstGeom prst="rect">
                  <a:avLst/>
                </a:prstGeom>
              </p:spPr>
            </p:pic>
            <p:pic>
              <p:nvPicPr>
                <p:cNvPr id="486" name="Graphic 485" descr="Deciduous tree with solid fill">
                  <a:extLst>
                    <a:ext uri="{FF2B5EF4-FFF2-40B4-BE49-F238E27FC236}">
                      <a16:creationId xmlns:a16="http://schemas.microsoft.com/office/drawing/2014/main" id="{3B359D16-5712-D7A5-1504-B897650FF1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25" y="3074715"/>
                  <a:ext cx="209457" cy="196410"/>
                </a:xfrm>
                <a:prstGeom prst="rect">
                  <a:avLst/>
                </a:prstGeom>
              </p:spPr>
            </p:pic>
            <p:pic>
              <p:nvPicPr>
                <p:cNvPr id="487" name="Graphic 486" descr="Deciduous tree with solid fill">
                  <a:extLst>
                    <a:ext uri="{FF2B5EF4-FFF2-40B4-BE49-F238E27FC236}">
                      <a16:creationId xmlns:a16="http://schemas.microsoft.com/office/drawing/2014/main" id="{F30AB8C2-BCBD-94B9-8044-395C01A43E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0" y="3198206"/>
                  <a:ext cx="209457" cy="196410"/>
                </a:xfrm>
                <a:prstGeom prst="rect">
                  <a:avLst/>
                </a:prstGeom>
              </p:spPr>
            </p:pic>
            <p:pic>
              <p:nvPicPr>
                <p:cNvPr id="488" name="Graphic 487" descr="Deciduous tree with solid fill">
                  <a:extLst>
                    <a:ext uri="{FF2B5EF4-FFF2-40B4-BE49-F238E27FC236}">
                      <a16:creationId xmlns:a16="http://schemas.microsoft.com/office/drawing/2014/main" id="{13E8F29D-8C64-B46C-8C28-2F686D6C66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14" y="3321697"/>
                  <a:ext cx="209457" cy="196410"/>
                </a:xfrm>
                <a:prstGeom prst="rect">
                  <a:avLst/>
                </a:prstGeom>
              </p:spPr>
            </p:pic>
            <p:pic>
              <p:nvPicPr>
                <p:cNvPr id="489" name="Graphic 488" descr="Deciduous tree with solid fill">
                  <a:extLst>
                    <a:ext uri="{FF2B5EF4-FFF2-40B4-BE49-F238E27FC236}">
                      <a16:creationId xmlns:a16="http://schemas.microsoft.com/office/drawing/2014/main" id="{70928829-2DC9-ABF9-614F-BE4B1A8C57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09" y="3445188"/>
                  <a:ext cx="209457" cy="196410"/>
                </a:xfrm>
                <a:prstGeom prst="rect">
                  <a:avLst/>
                </a:prstGeom>
              </p:spPr>
            </p:pic>
            <p:pic>
              <p:nvPicPr>
                <p:cNvPr id="490" name="Graphic 489" descr="Deciduous tree with solid fill">
                  <a:extLst>
                    <a:ext uri="{FF2B5EF4-FFF2-40B4-BE49-F238E27FC236}">
                      <a16:creationId xmlns:a16="http://schemas.microsoft.com/office/drawing/2014/main" id="{D2DABACD-D751-AFF5-198F-79A32F32CA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79" y="2361401"/>
                  <a:ext cx="209457" cy="196410"/>
                </a:xfrm>
                <a:prstGeom prst="rect">
                  <a:avLst/>
                </a:prstGeom>
              </p:spPr>
            </p:pic>
            <p:pic>
              <p:nvPicPr>
                <p:cNvPr id="491" name="Graphic 490" descr="Deciduous tree with solid fill">
                  <a:extLst>
                    <a:ext uri="{FF2B5EF4-FFF2-40B4-BE49-F238E27FC236}">
                      <a16:creationId xmlns:a16="http://schemas.microsoft.com/office/drawing/2014/main" id="{8F76E144-A6CD-6FE6-16DE-9A1A195580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3" y="2484892"/>
                  <a:ext cx="209457" cy="196410"/>
                </a:xfrm>
                <a:prstGeom prst="rect">
                  <a:avLst/>
                </a:prstGeom>
              </p:spPr>
            </p:pic>
            <p:pic>
              <p:nvPicPr>
                <p:cNvPr id="492" name="Graphic 491" descr="Deciduous tree with solid fill">
                  <a:extLst>
                    <a:ext uri="{FF2B5EF4-FFF2-40B4-BE49-F238E27FC236}">
                      <a16:creationId xmlns:a16="http://schemas.microsoft.com/office/drawing/2014/main" id="{6A330DBF-EC54-BE74-7748-329F7766FC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68" y="2608383"/>
                  <a:ext cx="209457" cy="196410"/>
                </a:xfrm>
                <a:prstGeom prst="rect">
                  <a:avLst/>
                </a:prstGeom>
              </p:spPr>
            </p:pic>
            <p:pic>
              <p:nvPicPr>
                <p:cNvPr id="493" name="Graphic 492" descr="Deciduous tree with solid fill">
                  <a:extLst>
                    <a:ext uri="{FF2B5EF4-FFF2-40B4-BE49-F238E27FC236}">
                      <a16:creationId xmlns:a16="http://schemas.microsoft.com/office/drawing/2014/main" id="{DC57FAAE-01BC-8427-7391-9036141D9C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3" y="2731874"/>
                  <a:ext cx="209457" cy="196410"/>
                </a:xfrm>
                <a:prstGeom prst="rect">
                  <a:avLst/>
                </a:prstGeom>
              </p:spPr>
            </p:pic>
            <p:pic>
              <p:nvPicPr>
                <p:cNvPr id="494" name="Graphic 493" descr="Deciduous tree with solid fill">
                  <a:extLst>
                    <a:ext uri="{FF2B5EF4-FFF2-40B4-BE49-F238E27FC236}">
                      <a16:creationId xmlns:a16="http://schemas.microsoft.com/office/drawing/2014/main" id="{03F1FF67-E619-0C97-A9F9-E27992BAF6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57" y="2855365"/>
                  <a:ext cx="209457" cy="196410"/>
                </a:xfrm>
                <a:prstGeom prst="rect">
                  <a:avLst/>
                </a:prstGeom>
              </p:spPr>
            </p:pic>
            <p:pic>
              <p:nvPicPr>
                <p:cNvPr id="495" name="Graphic 494" descr="Deciduous tree with solid fill">
                  <a:extLst>
                    <a:ext uri="{FF2B5EF4-FFF2-40B4-BE49-F238E27FC236}">
                      <a16:creationId xmlns:a16="http://schemas.microsoft.com/office/drawing/2014/main" id="{2C9DA919-3B2C-59D0-FCA9-80C04BF0E6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1" y="2978856"/>
                  <a:ext cx="209457" cy="196410"/>
                </a:xfrm>
                <a:prstGeom prst="rect">
                  <a:avLst/>
                </a:prstGeom>
              </p:spPr>
            </p:pic>
            <p:pic>
              <p:nvPicPr>
                <p:cNvPr id="496" name="Graphic 495" descr="Deciduous tree with solid fill">
                  <a:extLst>
                    <a:ext uri="{FF2B5EF4-FFF2-40B4-BE49-F238E27FC236}">
                      <a16:creationId xmlns:a16="http://schemas.microsoft.com/office/drawing/2014/main" id="{23D56A22-5CC7-CC80-4B26-ACC5563688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46" y="3102347"/>
                  <a:ext cx="209457" cy="196410"/>
                </a:xfrm>
                <a:prstGeom prst="rect">
                  <a:avLst/>
                </a:prstGeom>
              </p:spPr>
            </p:pic>
            <p:pic>
              <p:nvPicPr>
                <p:cNvPr id="497" name="Graphic 496" descr="Deciduous tree with solid fill">
                  <a:extLst>
                    <a:ext uri="{FF2B5EF4-FFF2-40B4-BE49-F238E27FC236}">
                      <a16:creationId xmlns:a16="http://schemas.microsoft.com/office/drawing/2014/main" id="{BFF7D3FE-EAD6-9C06-1635-EDEC0F2570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1" y="3225838"/>
                  <a:ext cx="209457" cy="196410"/>
                </a:xfrm>
                <a:prstGeom prst="rect">
                  <a:avLst/>
                </a:prstGeom>
              </p:spPr>
            </p:pic>
            <p:pic>
              <p:nvPicPr>
                <p:cNvPr id="498" name="Graphic 497" descr="Deciduous tree with solid fill">
                  <a:extLst>
                    <a:ext uri="{FF2B5EF4-FFF2-40B4-BE49-F238E27FC236}">
                      <a16:creationId xmlns:a16="http://schemas.microsoft.com/office/drawing/2014/main" id="{7A270CA0-0A94-3661-4E4D-2408FF224B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35" y="3349329"/>
                  <a:ext cx="209457" cy="196410"/>
                </a:xfrm>
                <a:prstGeom prst="rect">
                  <a:avLst/>
                </a:prstGeom>
              </p:spPr>
            </p:pic>
            <p:pic>
              <p:nvPicPr>
                <p:cNvPr id="499" name="Graphic 498" descr="Deciduous tree with solid fill">
                  <a:extLst>
                    <a:ext uri="{FF2B5EF4-FFF2-40B4-BE49-F238E27FC236}">
                      <a16:creationId xmlns:a16="http://schemas.microsoft.com/office/drawing/2014/main" id="{75FB0AAC-D208-65E6-2211-0F51F854F5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55" y="2273363"/>
                  <a:ext cx="209457" cy="196410"/>
                </a:xfrm>
                <a:prstGeom prst="rect">
                  <a:avLst/>
                </a:prstGeom>
              </p:spPr>
            </p:pic>
            <p:pic>
              <p:nvPicPr>
                <p:cNvPr id="500" name="Graphic 499" descr="Deciduous tree with solid fill">
                  <a:extLst>
                    <a:ext uri="{FF2B5EF4-FFF2-40B4-BE49-F238E27FC236}">
                      <a16:creationId xmlns:a16="http://schemas.microsoft.com/office/drawing/2014/main" id="{FA7F225B-BF19-3925-643E-9EF3E5C8FE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0" y="2396854"/>
                  <a:ext cx="209457" cy="196410"/>
                </a:xfrm>
                <a:prstGeom prst="rect">
                  <a:avLst/>
                </a:prstGeom>
              </p:spPr>
            </p:pic>
            <p:pic>
              <p:nvPicPr>
                <p:cNvPr id="501" name="Graphic 500" descr="Deciduous tree with solid fill">
                  <a:extLst>
                    <a:ext uri="{FF2B5EF4-FFF2-40B4-BE49-F238E27FC236}">
                      <a16:creationId xmlns:a16="http://schemas.microsoft.com/office/drawing/2014/main" id="{25A862D5-929B-C377-B9F4-BE76B6ACC0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44" y="2520345"/>
                  <a:ext cx="209457" cy="196410"/>
                </a:xfrm>
                <a:prstGeom prst="rect">
                  <a:avLst/>
                </a:prstGeom>
              </p:spPr>
            </p:pic>
            <p:pic>
              <p:nvPicPr>
                <p:cNvPr id="502" name="Graphic 501" descr="Deciduous tree with solid fill">
                  <a:extLst>
                    <a:ext uri="{FF2B5EF4-FFF2-40B4-BE49-F238E27FC236}">
                      <a16:creationId xmlns:a16="http://schemas.microsoft.com/office/drawing/2014/main" id="{81C61C4E-29A8-2BE8-74BC-0ABEEF2996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39" y="2643835"/>
                  <a:ext cx="209457" cy="196410"/>
                </a:xfrm>
                <a:prstGeom prst="rect">
                  <a:avLst/>
                </a:prstGeom>
              </p:spPr>
            </p:pic>
            <p:pic>
              <p:nvPicPr>
                <p:cNvPr id="503" name="Graphic 502" descr="Deciduous tree with solid fill">
                  <a:extLst>
                    <a:ext uri="{FF2B5EF4-FFF2-40B4-BE49-F238E27FC236}">
                      <a16:creationId xmlns:a16="http://schemas.microsoft.com/office/drawing/2014/main" id="{00277B87-69DA-C33C-54FA-C2B728E957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34" y="2767326"/>
                  <a:ext cx="209457" cy="196410"/>
                </a:xfrm>
                <a:prstGeom prst="rect">
                  <a:avLst/>
                </a:prstGeom>
              </p:spPr>
            </p:pic>
            <p:pic>
              <p:nvPicPr>
                <p:cNvPr id="504" name="Graphic 503" descr="Deciduous tree with solid fill">
                  <a:extLst>
                    <a:ext uri="{FF2B5EF4-FFF2-40B4-BE49-F238E27FC236}">
                      <a16:creationId xmlns:a16="http://schemas.microsoft.com/office/drawing/2014/main" id="{05AABEE7-B374-7275-EA91-0B9D8DEC85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28" y="2890818"/>
                  <a:ext cx="209457" cy="196410"/>
                </a:xfrm>
                <a:prstGeom prst="rect">
                  <a:avLst/>
                </a:prstGeom>
              </p:spPr>
            </p:pic>
            <p:pic>
              <p:nvPicPr>
                <p:cNvPr id="505" name="Graphic 504" descr="Deciduous tree with solid fill">
                  <a:extLst>
                    <a:ext uri="{FF2B5EF4-FFF2-40B4-BE49-F238E27FC236}">
                      <a16:creationId xmlns:a16="http://schemas.microsoft.com/office/drawing/2014/main" id="{3C7F0D68-0528-23C6-5B6F-767322552D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2" y="3014309"/>
                  <a:ext cx="209457" cy="196410"/>
                </a:xfrm>
                <a:prstGeom prst="rect">
                  <a:avLst/>
                </a:prstGeom>
              </p:spPr>
            </p:pic>
            <p:pic>
              <p:nvPicPr>
                <p:cNvPr id="506" name="Graphic 505" descr="Deciduous tree with solid fill">
                  <a:extLst>
                    <a:ext uri="{FF2B5EF4-FFF2-40B4-BE49-F238E27FC236}">
                      <a16:creationId xmlns:a16="http://schemas.microsoft.com/office/drawing/2014/main" id="{1B20188A-544E-5CD9-6D67-39910B3B48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17" y="3137800"/>
                  <a:ext cx="209457" cy="196410"/>
                </a:xfrm>
                <a:prstGeom prst="rect">
                  <a:avLst/>
                </a:prstGeom>
              </p:spPr>
            </p:pic>
            <p:pic>
              <p:nvPicPr>
                <p:cNvPr id="507" name="Graphic 506" descr="Deciduous tree with solid fill">
                  <a:extLst>
                    <a:ext uri="{FF2B5EF4-FFF2-40B4-BE49-F238E27FC236}">
                      <a16:creationId xmlns:a16="http://schemas.microsoft.com/office/drawing/2014/main" id="{7685B017-DC86-B1BD-A004-C3B78E69F8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1" y="3261290"/>
                  <a:ext cx="209457" cy="196410"/>
                </a:xfrm>
                <a:prstGeom prst="rect">
                  <a:avLst/>
                </a:prstGeom>
              </p:spPr>
            </p:pic>
            <p:pic>
              <p:nvPicPr>
                <p:cNvPr id="508" name="Graphic 507" descr="Deciduous tree with solid fill">
                  <a:extLst>
                    <a:ext uri="{FF2B5EF4-FFF2-40B4-BE49-F238E27FC236}">
                      <a16:creationId xmlns:a16="http://schemas.microsoft.com/office/drawing/2014/main" id="{50028E32-BA6F-9B38-15F5-F80D3C78C2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6679" y="2361401"/>
                  <a:ext cx="209457" cy="196410"/>
                </a:xfrm>
                <a:prstGeom prst="rect">
                  <a:avLst/>
                </a:prstGeom>
              </p:spPr>
            </p:pic>
            <p:pic>
              <p:nvPicPr>
                <p:cNvPr id="509" name="Graphic 508" descr="Deciduous tree with solid fill">
                  <a:extLst>
                    <a:ext uri="{FF2B5EF4-FFF2-40B4-BE49-F238E27FC236}">
                      <a16:creationId xmlns:a16="http://schemas.microsoft.com/office/drawing/2014/main" id="{5470A66E-5F4E-4CAE-7A52-CC8B5CA463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1053" y="2457261"/>
                  <a:ext cx="209457" cy="196410"/>
                </a:xfrm>
                <a:prstGeom prst="rect">
                  <a:avLst/>
                </a:prstGeom>
              </p:spPr>
            </p:pic>
            <p:pic>
              <p:nvPicPr>
                <p:cNvPr id="510" name="Graphic 509" descr="Deciduous tree with solid fill">
                  <a:extLst>
                    <a:ext uri="{FF2B5EF4-FFF2-40B4-BE49-F238E27FC236}">
                      <a16:creationId xmlns:a16="http://schemas.microsoft.com/office/drawing/2014/main" id="{B73E3A24-C819-6626-2187-83392F4013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7255" y="2273363"/>
                  <a:ext cx="209457" cy="196410"/>
                </a:xfrm>
                <a:prstGeom prst="rect">
                  <a:avLst/>
                </a:prstGeom>
              </p:spPr>
            </p:pic>
            <p:pic>
              <p:nvPicPr>
                <p:cNvPr id="511" name="Graphic 510" descr="Deciduous tree with solid fill">
                  <a:extLst>
                    <a:ext uri="{FF2B5EF4-FFF2-40B4-BE49-F238E27FC236}">
                      <a16:creationId xmlns:a16="http://schemas.microsoft.com/office/drawing/2014/main" id="{DC72ED19-8775-E7FD-4D78-93C97FF580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47" y="2580752"/>
                  <a:ext cx="209457" cy="196410"/>
                </a:xfrm>
                <a:prstGeom prst="rect">
                  <a:avLst/>
                </a:prstGeom>
              </p:spPr>
            </p:pic>
            <p:pic>
              <p:nvPicPr>
                <p:cNvPr id="512" name="Graphic 511" descr="Deciduous tree with solid fill">
                  <a:extLst>
                    <a:ext uri="{FF2B5EF4-FFF2-40B4-BE49-F238E27FC236}">
                      <a16:creationId xmlns:a16="http://schemas.microsoft.com/office/drawing/2014/main" id="{38038284-A1CB-E072-EA1E-1A27F2315A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1" y="2704243"/>
                  <a:ext cx="209457" cy="196410"/>
                </a:xfrm>
                <a:prstGeom prst="rect">
                  <a:avLst/>
                </a:prstGeom>
              </p:spPr>
            </p:pic>
            <p:pic>
              <p:nvPicPr>
                <p:cNvPr id="513" name="Graphic 512" descr="Deciduous tree with solid fill">
                  <a:extLst>
                    <a:ext uri="{FF2B5EF4-FFF2-40B4-BE49-F238E27FC236}">
                      <a16:creationId xmlns:a16="http://schemas.microsoft.com/office/drawing/2014/main" id="{ABEB2DEA-F83B-370A-27BE-2DEB51172D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37" y="2827733"/>
                  <a:ext cx="209457" cy="196410"/>
                </a:xfrm>
                <a:prstGeom prst="rect">
                  <a:avLst/>
                </a:prstGeom>
              </p:spPr>
            </p:pic>
            <p:pic>
              <p:nvPicPr>
                <p:cNvPr id="514" name="Graphic 513" descr="Deciduous tree with solid fill">
                  <a:extLst>
                    <a:ext uri="{FF2B5EF4-FFF2-40B4-BE49-F238E27FC236}">
                      <a16:creationId xmlns:a16="http://schemas.microsoft.com/office/drawing/2014/main" id="{CDB77C12-38A2-5A85-07D8-AE6042A7BF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1" y="2951224"/>
                  <a:ext cx="209457" cy="196410"/>
                </a:xfrm>
                <a:prstGeom prst="rect">
                  <a:avLst/>
                </a:prstGeom>
              </p:spPr>
            </p:pic>
            <p:pic>
              <p:nvPicPr>
                <p:cNvPr id="515" name="Graphic 514" descr="Deciduous tree with solid fill">
                  <a:extLst>
                    <a:ext uri="{FF2B5EF4-FFF2-40B4-BE49-F238E27FC236}">
                      <a16:creationId xmlns:a16="http://schemas.microsoft.com/office/drawing/2014/main" id="{0BF1F641-8B12-B47E-1F46-EDC44757B5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25" y="3074715"/>
                  <a:ext cx="209457" cy="196410"/>
                </a:xfrm>
                <a:prstGeom prst="rect">
                  <a:avLst/>
                </a:prstGeom>
              </p:spPr>
            </p:pic>
            <p:pic>
              <p:nvPicPr>
                <p:cNvPr id="516" name="Graphic 515" descr="Deciduous tree with solid fill">
                  <a:extLst>
                    <a:ext uri="{FF2B5EF4-FFF2-40B4-BE49-F238E27FC236}">
                      <a16:creationId xmlns:a16="http://schemas.microsoft.com/office/drawing/2014/main" id="{29010D56-EB37-BFB9-7374-A3EAC4C462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0" y="3198206"/>
                  <a:ext cx="209457" cy="196410"/>
                </a:xfrm>
                <a:prstGeom prst="rect">
                  <a:avLst/>
                </a:prstGeom>
              </p:spPr>
            </p:pic>
            <p:pic>
              <p:nvPicPr>
                <p:cNvPr id="517" name="Graphic 516" descr="Deciduous tree with solid fill">
                  <a:extLst>
                    <a:ext uri="{FF2B5EF4-FFF2-40B4-BE49-F238E27FC236}">
                      <a16:creationId xmlns:a16="http://schemas.microsoft.com/office/drawing/2014/main" id="{8D20BDDA-17FE-F6A5-5C7A-C7E66F1AE7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14" y="3321697"/>
                  <a:ext cx="209457" cy="196410"/>
                </a:xfrm>
                <a:prstGeom prst="rect">
                  <a:avLst/>
                </a:prstGeom>
              </p:spPr>
            </p:pic>
            <p:pic>
              <p:nvPicPr>
                <p:cNvPr id="518" name="Graphic 517" descr="Deciduous tree with solid fill">
                  <a:extLst>
                    <a:ext uri="{FF2B5EF4-FFF2-40B4-BE49-F238E27FC236}">
                      <a16:creationId xmlns:a16="http://schemas.microsoft.com/office/drawing/2014/main" id="{1DF5E75C-C180-CF98-EF1A-536BB75496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09" y="3445188"/>
                  <a:ext cx="209457" cy="196410"/>
                </a:xfrm>
                <a:prstGeom prst="rect">
                  <a:avLst/>
                </a:prstGeom>
              </p:spPr>
            </p:pic>
            <p:pic>
              <p:nvPicPr>
                <p:cNvPr id="519" name="Graphic 518" descr="Deciduous tree with solid fill">
                  <a:extLst>
                    <a:ext uri="{FF2B5EF4-FFF2-40B4-BE49-F238E27FC236}">
                      <a16:creationId xmlns:a16="http://schemas.microsoft.com/office/drawing/2014/main" id="{AD5A545B-0BC3-0344-0225-E212C673D0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3" y="2484892"/>
                  <a:ext cx="209457" cy="196410"/>
                </a:xfrm>
                <a:prstGeom prst="rect">
                  <a:avLst/>
                </a:prstGeom>
              </p:spPr>
            </p:pic>
            <p:pic>
              <p:nvPicPr>
                <p:cNvPr id="520" name="Graphic 519" descr="Deciduous tree with solid fill">
                  <a:extLst>
                    <a:ext uri="{FF2B5EF4-FFF2-40B4-BE49-F238E27FC236}">
                      <a16:creationId xmlns:a16="http://schemas.microsoft.com/office/drawing/2014/main" id="{3AC8DD12-9C22-8F95-AD0A-CBF3E8533E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68" y="2608383"/>
                  <a:ext cx="209457" cy="196410"/>
                </a:xfrm>
                <a:prstGeom prst="rect">
                  <a:avLst/>
                </a:prstGeom>
              </p:spPr>
            </p:pic>
            <p:pic>
              <p:nvPicPr>
                <p:cNvPr id="521" name="Graphic 520" descr="Deciduous tree with solid fill">
                  <a:extLst>
                    <a:ext uri="{FF2B5EF4-FFF2-40B4-BE49-F238E27FC236}">
                      <a16:creationId xmlns:a16="http://schemas.microsoft.com/office/drawing/2014/main" id="{B9C8F9EB-910D-D82A-F43E-F2CDDD181E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3" y="2731874"/>
                  <a:ext cx="209457" cy="196410"/>
                </a:xfrm>
                <a:prstGeom prst="rect">
                  <a:avLst/>
                </a:prstGeom>
              </p:spPr>
            </p:pic>
            <p:pic>
              <p:nvPicPr>
                <p:cNvPr id="522" name="Graphic 521" descr="Deciduous tree with solid fill">
                  <a:extLst>
                    <a:ext uri="{FF2B5EF4-FFF2-40B4-BE49-F238E27FC236}">
                      <a16:creationId xmlns:a16="http://schemas.microsoft.com/office/drawing/2014/main" id="{DB99AA8F-9F26-92ED-3672-B58A39E730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57" y="2855365"/>
                  <a:ext cx="209457" cy="196410"/>
                </a:xfrm>
                <a:prstGeom prst="rect">
                  <a:avLst/>
                </a:prstGeom>
              </p:spPr>
            </p:pic>
            <p:pic>
              <p:nvPicPr>
                <p:cNvPr id="523" name="Graphic 522" descr="Deciduous tree with solid fill">
                  <a:extLst>
                    <a:ext uri="{FF2B5EF4-FFF2-40B4-BE49-F238E27FC236}">
                      <a16:creationId xmlns:a16="http://schemas.microsoft.com/office/drawing/2014/main" id="{140EACBA-B5EC-5A63-238C-3AE39A6B10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1" y="2978856"/>
                  <a:ext cx="209457" cy="196410"/>
                </a:xfrm>
                <a:prstGeom prst="rect">
                  <a:avLst/>
                </a:prstGeom>
              </p:spPr>
            </p:pic>
            <p:pic>
              <p:nvPicPr>
                <p:cNvPr id="524" name="Graphic 523" descr="Deciduous tree with solid fill">
                  <a:extLst>
                    <a:ext uri="{FF2B5EF4-FFF2-40B4-BE49-F238E27FC236}">
                      <a16:creationId xmlns:a16="http://schemas.microsoft.com/office/drawing/2014/main" id="{47543931-968A-E491-A079-8EE3341935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46" y="3102347"/>
                  <a:ext cx="209457" cy="196410"/>
                </a:xfrm>
                <a:prstGeom prst="rect">
                  <a:avLst/>
                </a:prstGeom>
              </p:spPr>
            </p:pic>
            <p:pic>
              <p:nvPicPr>
                <p:cNvPr id="525" name="Graphic 524" descr="Deciduous tree with solid fill">
                  <a:extLst>
                    <a:ext uri="{FF2B5EF4-FFF2-40B4-BE49-F238E27FC236}">
                      <a16:creationId xmlns:a16="http://schemas.microsoft.com/office/drawing/2014/main" id="{53E68D27-6021-B222-E9AC-BAD00408ED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1" y="3225838"/>
                  <a:ext cx="209457" cy="196410"/>
                </a:xfrm>
                <a:prstGeom prst="rect">
                  <a:avLst/>
                </a:prstGeom>
              </p:spPr>
            </p:pic>
            <p:pic>
              <p:nvPicPr>
                <p:cNvPr id="526" name="Graphic 525" descr="Deciduous tree with solid fill">
                  <a:extLst>
                    <a:ext uri="{FF2B5EF4-FFF2-40B4-BE49-F238E27FC236}">
                      <a16:creationId xmlns:a16="http://schemas.microsoft.com/office/drawing/2014/main" id="{B8FFB277-00E5-962F-4ABD-79F8096EA8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35" y="3349329"/>
                  <a:ext cx="209457" cy="196410"/>
                </a:xfrm>
                <a:prstGeom prst="rect">
                  <a:avLst/>
                </a:prstGeom>
              </p:spPr>
            </p:pic>
            <p:pic>
              <p:nvPicPr>
                <p:cNvPr id="527" name="Graphic 526" descr="Deciduous tree with solid fill">
                  <a:extLst>
                    <a:ext uri="{FF2B5EF4-FFF2-40B4-BE49-F238E27FC236}">
                      <a16:creationId xmlns:a16="http://schemas.microsoft.com/office/drawing/2014/main" id="{3D84EEB1-B43D-D54E-97B8-B0D24564E9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0" y="2396854"/>
                  <a:ext cx="209457" cy="196410"/>
                </a:xfrm>
                <a:prstGeom prst="rect">
                  <a:avLst/>
                </a:prstGeom>
              </p:spPr>
            </p:pic>
            <p:pic>
              <p:nvPicPr>
                <p:cNvPr id="528" name="Graphic 527" descr="Deciduous tree with solid fill">
                  <a:extLst>
                    <a:ext uri="{FF2B5EF4-FFF2-40B4-BE49-F238E27FC236}">
                      <a16:creationId xmlns:a16="http://schemas.microsoft.com/office/drawing/2014/main" id="{3B2A2421-C84A-DCB1-1BE5-7B23CAA813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44" y="2520345"/>
                  <a:ext cx="209457" cy="196410"/>
                </a:xfrm>
                <a:prstGeom prst="rect">
                  <a:avLst/>
                </a:prstGeom>
              </p:spPr>
            </p:pic>
            <p:pic>
              <p:nvPicPr>
                <p:cNvPr id="529" name="Graphic 528" descr="Deciduous tree with solid fill">
                  <a:extLst>
                    <a:ext uri="{FF2B5EF4-FFF2-40B4-BE49-F238E27FC236}">
                      <a16:creationId xmlns:a16="http://schemas.microsoft.com/office/drawing/2014/main" id="{2C5EC263-3954-69A1-F957-3FDDB0E5B4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39" y="2643835"/>
                  <a:ext cx="209457" cy="196410"/>
                </a:xfrm>
                <a:prstGeom prst="rect">
                  <a:avLst/>
                </a:prstGeom>
              </p:spPr>
            </p:pic>
            <p:pic>
              <p:nvPicPr>
                <p:cNvPr id="530" name="Graphic 529" descr="Deciduous tree with solid fill">
                  <a:extLst>
                    <a:ext uri="{FF2B5EF4-FFF2-40B4-BE49-F238E27FC236}">
                      <a16:creationId xmlns:a16="http://schemas.microsoft.com/office/drawing/2014/main" id="{08AE2679-737B-2C54-6E18-13AA42FCFB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34" y="2767326"/>
                  <a:ext cx="209457" cy="196410"/>
                </a:xfrm>
                <a:prstGeom prst="rect">
                  <a:avLst/>
                </a:prstGeom>
              </p:spPr>
            </p:pic>
            <p:pic>
              <p:nvPicPr>
                <p:cNvPr id="531" name="Graphic 530" descr="Deciduous tree with solid fill">
                  <a:extLst>
                    <a:ext uri="{FF2B5EF4-FFF2-40B4-BE49-F238E27FC236}">
                      <a16:creationId xmlns:a16="http://schemas.microsoft.com/office/drawing/2014/main" id="{D6D35B69-A057-5D5D-CD51-4F49FD6CFB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28" y="2890818"/>
                  <a:ext cx="209457" cy="196410"/>
                </a:xfrm>
                <a:prstGeom prst="rect">
                  <a:avLst/>
                </a:prstGeom>
              </p:spPr>
            </p:pic>
            <p:pic>
              <p:nvPicPr>
                <p:cNvPr id="532" name="Graphic 531" descr="Deciduous tree with solid fill">
                  <a:extLst>
                    <a:ext uri="{FF2B5EF4-FFF2-40B4-BE49-F238E27FC236}">
                      <a16:creationId xmlns:a16="http://schemas.microsoft.com/office/drawing/2014/main" id="{521CA44A-03B5-640F-E56B-ACDF44D048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2" y="3014309"/>
                  <a:ext cx="209457" cy="196410"/>
                </a:xfrm>
                <a:prstGeom prst="rect">
                  <a:avLst/>
                </a:prstGeom>
              </p:spPr>
            </p:pic>
            <p:pic>
              <p:nvPicPr>
                <p:cNvPr id="533" name="Graphic 532" descr="Deciduous tree with solid fill">
                  <a:extLst>
                    <a:ext uri="{FF2B5EF4-FFF2-40B4-BE49-F238E27FC236}">
                      <a16:creationId xmlns:a16="http://schemas.microsoft.com/office/drawing/2014/main" id="{78567F61-EDC1-74D2-C993-57E3438051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17" y="3137800"/>
                  <a:ext cx="209457" cy="196410"/>
                </a:xfrm>
                <a:prstGeom prst="rect">
                  <a:avLst/>
                </a:prstGeom>
              </p:spPr>
            </p:pic>
            <p:pic>
              <p:nvPicPr>
                <p:cNvPr id="534" name="Graphic 533" descr="Deciduous tree with solid fill">
                  <a:extLst>
                    <a:ext uri="{FF2B5EF4-FFF2-40B4-BE49-F238E27FC236}">
                      <a16:creationId xmlns:a16="http://schemas.microsoft.com/office/drawing/2014/main" id="{E75E4965-8EC8-7D1E-C2A2-9228FD5C9C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1" y="3261290"/>
                  <a:ext cx="209457" cy="196410"/>
                </a:xfrm>
                <a:prstGeom prst="rect">
                  <a:avLst/>
                </a:prstGeom>
              </p:spPr>
            </p:pic>
            <p:pic>
              <p:nvPicPr>
                <p:cNvPr id="535" name="Graphic 534" descr="Deciduous tree with solid fill">
                  <a:extLst>
                    <a:ext uri="{FF2B5EF4-FFF2-40B4-BE49-F238E27FC236}">
                      <a16:creationId xmlns:a16="http://schemas.microsoft.com/office/drawing/2014/main" id="{60224628-7617-9D9B-3FF9-011AD30597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48373" y="2484892"/>
                  <a:ext cx="209457" cy="196410"/>
                </a:xfrm>
                <a:prstGeom prst="rect">
                  <a:avLst/>
                </a:prstGeom>
              </p:spPr>
            </p:pic>
            <p:pic>
              <p:nvPicPr>
                <p:cNvPr id="536" name="Graphic 535" descr="Deciduous tree with solid fill">
                  <a:extLst>
                    <a:ext uri="{FF2B5EF4-FFF2-40B4-BE49-F238E27FC236}">
                      <a16:creationId xmlns:a16="http://schemas.microsoft.com/office/drawing/2014/main" id="{CB612B55-06BD-2108-3E81-34EA8AF825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2747" y="2580752"/>
                  <a:ext cx="209457" cy="196410"/>
                </a:xfrm>
                <a:prstGeom prst="rect">
                  <a:avLst/>
                </a:prstGeom>
              </p:spPr>
            </p:pic>
            <p:pic>
              <p:nvPicPr>
                <p:cNvPr id="537" name="Graphic 536" descr="Deciduous tree with solid fill">
                  <a:extLst>
                    <a:ext uri="{FF2B5EF4-FFF2-40B4-BE49-F238E27FC236}">
                      <a16:creationId xmlns:a16="http://schemas.microsoft.com/office/drawing/2014/main" id="{4066A72B-CE32-27F3-FDD7-507E4062D3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8950" y="2396854"/>
                  <a:ext cx="209457" cy="196410"/>
                </a:xfrm>
                <a:prstGeom prst="rect">
                  <a:avLst/>
                </a:prstGeom>
              </p:spPr>
            </p:pic>
            <p:pic>
              <p:nvPicPr>
                <p:cNvPr id="538" name="Graphic 537" descr="Deciduous tree with solid fill">
                  <a:extLst>
                    <a:ext uri="{FF2B5EF4-FFF2-40B4-BE49-F238E27FC236}">
                      <a16:creationId xmlns:a16="http://schemas.microsoft.com/office/drawing/2014/main" id="{71B8BF2B-2137-A9C4-F7CE-37AA71FF6F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1" y="2704243"/>
                  <a:ext cx="209457" cy="196410"/>
                </a:xfrm>
                <a:prstGeom prst="rect">
                  <a:avLst/>
                </a:prstGeom>
              </p:spPr>
            </p:pic>
            <p:pic>
              <p:nvPicPr>
                <p:cNvPr id="539" name="Graphic 538" descr="Deciduous tree with solid fill">
                  <a:extLst>
                    <a:ext uri="{FF2B5EF4-FFF2-40B4-BE49-F238E27FC236}">
                      <a16:creationId xmlns:a16="http://schemas.microsoft.com/office/drawing/2014/main" id="{E4B44D80-E58C-DE1C-1400-2566F90D7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37" y="2827733"/>
                  <a:ext cx="209457" cy="196410"/>
                </a:xfrm>
                <a:prstGeom prst="rect">
                  <a:avLst/>
                </a:prstGeom>
              </p:spPr>
            </p:pic>
            <p:pic>
              <p:nvPicPr>
                <p:cNvPr id="540" name="Graphic 539" descr="Deciduous tree with solid fill">
                  <a:extLst>
                    <a:ext uri="{FF2B5EF4-FFF2-40B4-BE49-F238E27FC236}">
                      <a16:creationId xmlns:a16="http://schemas.microsoft.com/office/drawing/2014/main" id="{FE3BF26C-D6DD-BEAF-0EB6-41C11F126B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1" y="2951224"/>
                  <a:ext cx="209457" cy="196410"/>
                </a:xfrm>
                <a:prstGeom prst="rect">
                  <a:avLst/>
                </a:prstGeom>
              </p:spPr>
            </p:pic>
            <p:pic>
              <p:nvPicPr>
                <p:cNvPr id="541" name="Graphic 540" descr="Deciduous tree with solid fill">
                  <a:extLst>
                    <a:ext uri="{FF2B5EF4-FFF2-40B4-BE49-F238E27FC236}">
                      <a16:creationId xmlns:a16="http://schemas.microsoft.com/office/drawing/2014/main" id="{3CC87444-DCD1-F937-1125-A9C0F22E0E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25" y="3074715"/>
                  <a:ext cx="209457" cy="196410"/>
                </a:xfrm>
                <a:prstGeom prst="rect">
                  <a:avLst/>
                </a:prstGeom>
              </p:spPr>
            </p:pic>
            <p:pic>
              <p:nvPicPr>
                <p:cNvPr id="542" name="Graphic 541" descr="Deciduous tree with solid fill">
                  <a:extLst>
                    <a:ext uri="{FF2B5EF4-FFF2-40B4-BE49-F238E27FC236}">
                      <a16:creationId xmlns:a16="http://schemas.microsoft.com/office/drawing/2014/main" id="{BA6A35D7-5602-11BC-DB1D-0B0AFBA33C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0" y="3198206"/>
                  <a:ext cx="209457" cy="196410"/>
                </a:xfrm>
                <a:prstGeom prst="rect">
                  <a:avLst/>
                </a:prstGeom>
              </p:spPr>
            </p:pic>
            <p:pic>
              <p:nvPicPr>
                <p:cNvPr id="543" name="Graphic 542" descr="Deciduous tree with solid fill">
                  <a:extLst>
                    <a:ext uri="{FF2B5EF4-FFF2-40B4-BE49-F238E27FC236}">
                      <a16:creationId xmlns:a16="http://schemas.microsoft.com/office/drawing/2014/main" id="{8BC2E603-6B54-9B04-7341-FFC7C30A8A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14" y="3321697"/>
                  <a:ext cx="209457" cy="196410"/>
                </a:xfrm>
                <a:prstGeom prst="rect">
                  <a:avLst/>
                </a:prstGeom>
              </p:spPr>
            </p:pic>
            <p:pic>
              <p:nvPicPr>
                <p:cNvPr id="544" name="Graphic 543" descr="Deciduous tree with solid fill">
                  <a:extLst>
                    <a:ext uri="{FF2B5EF4-FFF2-40B4-BE49-F238E27FC236}">
                      <a16:creationId xmlns:a16="http://schemas.microsoft.com/office/drawing/2014/main" id="{CC2F03D1-0B8D-CC5D-5B60-094A520BAA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09" y="3445188"/>
                  <a:ext cx="209457" cy="196410"/>
                </a:xfrm>
                <a:prstGeom prst="rect">
                  <a:avLst/>
                </a:prstGeom>
              </p:spPr>
            </p:pic>
            <p:pic>
              <p:nvPicPr>
                <p:cNvPr id="545" name="Graphic 544" descr="Deciduous tree with solid fill">
                  <a:extLst>
                    <a:ext uri="{FF2B5EF4-FFF2-40B4-BE49-F238E27FC236}">
                      <a16:creationId xmlns:a16="http://schemas.microsoft.com/office/drawing/2014/main" id="{189D5DA1-0C67-E06A-A7D0-F9B70EFAF4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68" y="2608383"/>
                  <a:ext cx="209457" cy="196410"/>
                </a:xfrm>
                <a:prstGeom prst="rect">
                  <a:avLst/>
                </a:prstGeom>
              </p:spPr>
            </p:pic>
            <p:pic>
              <p:nvPicPr>
                <p:cNvPr id="546" name="Graphic 545" descr="Deciduous tree with solid fill">
                  <a:extLst>
                    <a:ext uri="{FF2B5EF4-FFF2-40B4-BE49-F238E27FC236}">
                      <a16:creationId xmlns:a16="http://schemas.microsoft.com/office/drawing/2014/main" id="{7847B816-D6D0-1058-1F88-957F5F0499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3" y="2731874"/>
                  <a:ext cx="209457" cy="196410"/>
                </a:xfrm>
                <a:prstGeom prst="rect">
                  <a:avLst/>
                </a:prstGeom>
              </p:spPr>
            </p:pic>
            <p:pic>
              <p:nvPicPr>
                <p:cNvPr id="547" name="Graphic 546" descr="Deciduous tree with solid fill">
                  <a:extLst>
                    <a:ext uri="{FF2B5EF4-FFF2-40B4-BE49-F238E27FC236}">
                      <a16:creationId xmlns:a16="http://schemas.microsoft.com/office/drawing/2014/main" id="{5FB5971B-6AD8-B1BA-378F-40E7750445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57" y="2855365"/>
                  <a:ext cx="209457" cy="196410"/>
                </a:xfrm>
                <a:prstGeom prst="rect">
                  <a:avLst/>
                </a:prstGeom>
              </p:spPr>
            </p:pic>
            <p:pic>
              <p:nvPicPr>
                <p:cNvPr id="548" name="Graphic 547" descr="Deciduous tree with solid fill">
                  <a:extLst>
                    <a:ext uri="{FF2B5EF4-FFF2-40B4-BE49-F238E27FC236}">
                      <a16:creationId xmlns:a16="http://schemas.microsoft.com/office/drawing/2014/main" id="{A14928E0-BBA4-CF9A-C9F2-FE05573EF7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1" y="2978856"/>
                  <a:ext cx="209457" cy="196410"/>
                </a:xfrm>
                <a:prstGeom prst="rect">
                  <a:avLst/>
                </a:prstGeom>
              </p:spPr>
            </p:pic>
            <p:pic>
              <p:nvPicPr>
                <p:cNvPr id="549" name="Graphic 548" descr="Deciduous tree with solid fill">
                  <a:extLst>
                    <a:ext uri="{FF2B5EF4-FFF2-40B4-BE49-F238E27FC236}">
                      <a16:creationId xmlns:a16="http://schemas.microsoft.com/office/drawing/2014/main" id="{E91846C6-FA41-67D8-1647-30F272522B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46" y="3102347"/>
                  <a:ext cx="209457" cy="196410"/>
                </a:xfrm>
                <a:prstGeom prst="rect">
                  <a:avLst/>
                </a:prstGeom>
              </p:spPr>
            </p:pic>
            <p:pic>
              <p:nvPicPr>
                <p:cNvPr id="550" name="Graphic 549" descr="Deciduous tree with solid fill">
                  <a:extLst>
                    <a:ext uri="{FF2B5EF4-FFF2-40B4-BE49-F238E27FC236}">
                      <a16:creationId xmlns:a16="http://schemas.microsoft.com/office/drawing/2014/main" id="{7DE4F8C2-5ABE-C957-F394-04CAEFDA6A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1" y="3225838"/>
                  <a:ext cx="209457" cy="196410"/>
                </a:xfrm>
                <a:prstGeom prst="rect">
                  <a:avLst/>
                </a:prstGeom>
              </p:spPr>
            </p:pic>
            <p:pic>
              <p:nvPicPr>
                <p:cNvPr id="551" name="Graphic 550" descr="Deciduous tree with solid fill">
                  <a:extLst>
                    <a:ext uri="{FF2B5EF4-FFF2-40B4-BE49-F238E27FC236}">
                      <a16:creationId xmlns:a16="http://schemas.microsoft.com/office/drawing/2014/main" id="{D9AE29F8-03C2-44C1-6E2C-74DE3B1B5A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35" y="3349329"/>
                  <a:ext cx="209457" cy="196410"/>
                </a:xfrm>
                <a:prstGeom prst="rect">
                  <a:avLst/>
                </a:prstGeom>
              </p:spPr>
            </p:pic>
            <p:pic>
              <p:nvPicPr>
                <p:cNvPr id="552" name="Graphic 551" descr="Deciduous tree with solid fill">
                  <a:extLst>
                    <a:ext uri="{FF2B5EF4-FFF2-40B4-BE49-F238E27FC236}">
                      <a16:creationId xmlns:a16="http://schemas.microsoft.com/office/drawing/2014/main" id="{7CDA6C45-5C97-F85C-48C0-678C0AB3B5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44" y="2520345"/>
                  <a:ext cx="209457" cy="196410"/>
                </a:xfrm>
                <a:prstGeom prst="rect">
                  <a:avLst/>
                </a:prstGeom>
              </p:spPr>
            </p:pic>
            <p:pic>
              <p:nvPicPr>
                <p:cNvPr id="553" name="Graphic 552" descr="Deciduous tree with solid fill">
                  <a:extLst>
                    <a:ext uri="{FF2B5EF4-FFF2-40B4-BE49-F238E27FC236}">
                      <a16:creationId xmlns:a16="http://schemas.microsoft.com/office/drawing/2014/main" id="{A64A1995-3B19-F607-CB05-DD7CD36F2D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39" y="2643835"/>
                  <a:ext cx="209457" cy="196410"/>
                </a:xfrm>
                <a:prstGeom prst="rect">
                  <a:avLst/>
                </a:prstGeom>
              </p:spPr>
            </p:pic>
            <p:pic>
              <p:nvPicPr>
                <p:cNvPr id="554" name="Graphic 553" descr="Deciduous tree with solid fill">
                  <a:extLst>
                    <a:ext uri="{FF2B5EF4-FFF2-40B4-BE49-F238E27FC236}">
                      <a16:creationId xmlns:a16="http://schemas.microsoft.com/office/drawing/2014/main" id="{107BAF17-13FA-BB41-A65A-CD38773062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34" y="2767326"/>
                  <a:ext cx="209457" cy="196410"/>
                </a:xfrm>
                <a:prstGeom prst="rect">
                  <a:avLst/>
                </a:prstGeom>
              </p:spPr>
            </p:pic>
            <p:pic>
              <p:nvPicPr>
                <p:cNvPr id="555" name="Graphic 554" descr="Deciduous tree with solid fill">
                  <a:extLst>
                    <a:ext uri="{FF2B5EF4-FFF2-40B4-BE49-F238E27FC236}">
                      <a16:creationId xmlns:a16="http://schemas.microsoft.com/office/drawing/2014/main" id="{63923FEB-4C22-A3A2-B439-EE791871EA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28" y="2890818"/>
                  <a:ext cx="209457" cy="196410"/>
                </a:xfrm>
                <a:prstGeom prst="rect">
                  <a:avLst/>
                </a:prstGeom>
              </p:spPr>
            </p:pic>
            <p:pic>
              <p:nvPicPr>
                <p:cNvPr id="556" name="Graphic 555" descr="Deciduous tree with solid fill">
                  <a:extLst>
                    <a:ext uri="{FF2B5EF4-FFF2-40B4-BE49-F238E27FC236}">
                      <a16:creationId xmlns:a16="http://schemas.microsoft.com/office/drawing/2014/main" id="{8433E073-57F4-DCFA-BA9F-BE0D7E4125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2" y="3014309"/>
                  <a:ext cx="209457" cy="196410"/>
                </a:xfrm>
                <a:prstGeom prst="rect">
                  <a:avLst/>
                </a:prstGeom>
              </p:spPr>
            </p:pic>
            <p:pic>
              <p:nvPicPr>
                <p:cNvPr id="557" name="Graphic 556" descr="Deciduous tree with solid fill">
                  <a:extLst>
                    <a:ext uri="{FF2B5EF4-FFF2-40B4-BE49-F238E27FC236}">
                      <a16:creationId xmlns:a16="http://schemas.microsoft.com/office/drawing/2014/main" id="{5AE6D37F-832C-FBF5-52DF-0B57F3BD5C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17" y="3137800"/>
                  <a:ext cx="209457" cy="196410"/>
                </a:xfrm>
                <a:prstGeom prst="rect">
                  <a:avLst/>
                </a:prstGeom>
              </p:spPr>
            </p:pic>
            <p:pic>
              <p:nvPicPr>
                <p:cNvPr id="558" name="Graphic 557" descr="Deciduous tree with solid fill">
                  <a:extLst>
                    <a:ext uri="{FF2B5EF4-FFF2-40B4-BE49-F238E27FC236}">
                      <a16:creationId xmlns:a16="http://schemas.microsoft.com/office/drawing/2014/main" id="{761F2FCB-D3F0-1D68-AF7F-445F2B4749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1" y="3261290"/>
                  <a:ext cx="209457" cy="196410"/>
                </a:xfrm>
                <a:prstGeom prst="rect">
                  <a:avLst/>
                </a:prstGeom>
              </p:spPr>
            </p:pic>
            <p:pic>
              <p:nvPicPr>
                <p:cNvPr id="559" name="Graphic 558" descr="Deciduous tree with solid fill">
                  <a:extLst>
                    <a:ext uri="{FF2B5EF4-FFF2-40B4-BE49-F238E27FC236}">
                      <a16:creationId xmlns:a16="http://schemas.microsoft.com/office/drawing/2014/main" id="{88C989D3-6F96-8120-A24F-B9F57662F7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0068" y="2608383"/>
                  <a:ext cx="209457" cy="196410"/>
                </a:xfrm>
                <a:prstGeom prst="rect">
                  <a:avLst/>
                </a:prstGeom>
              </p:spPr>
            </p:pic>
            <p:pic>
              <p:nvPicPr>
                <p:cNvPr id="560" name="Graphic 559" descr="Deciduous tree with solid fill">
                  <a:extLst>
                    <a:ext uri="{FF2B5EF4-FFF2-40B4-BE49-F238E27FC236}">
                      <a16:creationId xmlns:a16="http://schemas.microsoft.com/office/drawing/2014/main" id="{EC3DA1AE-6E77-6F75-D350-5E38D7B336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4441" y="2704243"/>
                  <a:ext cx="209457" cy="196410"/>
                </a:xfrm>
                <a:prstGeom prst="rect">
                  <a:avLst/>
                </a:prstGeom>
              </p:spPr>
            </p:pic>
            <p:pic>
              <p:nvPicPr>
                <p:cNvPr id="561" name="Graphic 560" descr="Deciduous tree with solid fill">
                  <a:extLst>
                    <a:ext uri="{FF2B5EF4-FFF2-40B4-BE49-F238E27FC236}">
                      <a16:creationId xmlns:a16="http://schemas.microsoft.com/office/drawing/2014/main" id="{857AAD0A-12C9-2D37-B08C-3BE146031C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0644" y="2520345"/>
                  <a:ext cx="209457" cy="196410"/>
                </a:xfrm>
                <a:prstGeom prst="rect">
                  <a:avLst/>
                </a:prstGeom>
              </p:spPr>
            </p:pic>
            <p:pic>
              <p:nvPicPr>
                <p:cNvPr id="562" name="Graphic 561" descr="Deciduous tree with solid fill">
                  <a:extLst>
                    <a:ext uri="{FF2B5EF4-FFF2-40B4-BE49-F238E27FC236}">
                      <a16:creationId xmlns:a16="http://schemas.microsoft.com/office/drawing/2014/main" id="{B596AEB9-D33F-343B-4CD2-47A9259909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37" y="2827733"/>
                  <a:ext cx="209457" cy="196410"/>
                </a:xfrm>
                <a:prstGeom prst="rect">
                  <a:avLst/>
                </a:prstGeom>
              </p:spPr>
            </p:pic>
            <p:pic>
              <p:nvPicPr>
                <p:cNvPr id="563" name="Graphic 562" descr="Deciduous tree with solid fill">
                  <a:extLst>
                    <a:ext uri="{FF2B5EF4-FFF2-40B4-BE49-F238E27FC236}">
                      <a16:creationId xmlns:a16="http://schemas.microsoft.com/office/drawing/2014/main" id="{59CB4E6B-39D1-2452-A73B-76F7CC2F00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1" y="2951224"/>
                  <a:ext cx="209457" cy="196410"/>
                </a:xfrm>
                <a:prstGeom prst="rect">
                  <a:avLst/>
                </a:prstGeom>
              </p:spPr>
            </p:pic>
            <p:pic>
              <p:nvPicPr>
                <p:cNvPr id="564" name="Graphic 563" descr="Deciduous tree with solid fill">
                  <a:extLst>
                    <a:ext uri="{FF2B5EF4-FFF2-40B4-BE49-F238E27FC236}">
                      <a16:creationId xmlns:a16="http://schemas.microsoft.com/office/drawing/2014/main" id="{C7367749-E544-90D7-E4F9-B767395CEC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25" y="3074715"/>
                  <a:ext cx="209457" cy="196410"/>
                </a:xfrm>
                <a:prstGeom prst="rect">
                  <a:avLst/>
                </a:prstGeom>
              </p:spPr>
            </p:pic>
            <p:pic>
              <p:nvPicPr>
                <p:cNvPr id="565" name="Graphic 564" descr="Deciduous tree with solid fill">
                  <a:extLst>
                    <a:ext uri="{FF2B5EF4-FFF2-40B4-BE49-F238E27FC236}">
                      <a16:creationId xmlns:a16="http://schemas.microsoft.com/office/drawing/2014/main" id="{ADF0025B-6562-C4AE-E1B5-C3EF6C7275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0" y="3198206"/>
                  <a:ext cx="209457" cy="196410"/>
                </a:xfrm>
                <a:prstGeom prst="rect">
                  <a:avLst/>
                </a:prstGeom>
              </p:spPr>
            </p:pic>
            <p:pic>
              <p:nvPicPr>
                <p:cNvPr id="566" name="Graphic 565" descr="Deciduous tree with solid fill">
                  <a:extLst>
                    <a:ext uri="{FF2B5EF4-FFF2-40B4-BE49-F238E27FC236}">
                      <a16:creationId xmlns:a16="http://schemas.microsoft.com/office/drawing/2014/main" id="{ACDF928C-B9CE-1F90-2761-82FEBF5AD7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14" y="3321697"/>
                  <a:ext cx="209457" cy="196410"/>
                </a:xfrm>
                <a:prstGeom prst="rect">
                  <a:avLst/>
                </a:prstGeom>
              </p:spPr>
            </p:pic>
            <p:pic>
              <p:nvPicPr>
                <p:cNvPr id="567" name="Graphic 566" descr="Deciduous tree with solid fill">
                  <a:extLst>
                    <a:ext uri="{FF2B5EF4-FFF2-40B4-BE49-F238E27FC236}">
                      <a16:creationId xmlns:a16="http://schemas.microsoft.com/office/drawing/2014/main" id="{B82F922D-753C-55C9-792E-BCB15DB328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09" y="3445188"/>
                  <a:ext cx="209457" cy="196410"/>
                </a:xfrm>
                <a:prstGeom prst="rect">
                  <a:avLst/>
                </a:prstGeom>
              </p:spPr>
            </p:pic>
            <p:pic>
              <p:nvPicPr>
                <p:cNvPr id="568" name="Graphic 567" descr="Deciduous tree with solid fill">
                  <a:extLst>
                    <a:ext uri="{FF2B5EF4-FFF2-40B4-BE49-F238E27FC236}">
                      <a16:creationId xmlns:a16="http://schemas.microsoft.com/office/drawing/2014/main" id="{22CA0D34-E42A-AE70-2CC9-6B0255A497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3" y="2731874"/>
                  <a:ext cx="209457" cy="196410"/>
                </a:xfrm>
                <a:prstGeom prst="rect">
                  <a:avLst/>
                </a:prstGeom>
              </p:spPr>
            </p:pic>
            <p:pic>
              <p:nvPicPr>
                <p:cNvPr id="569" name="Graphic 568" descr="Deciduous tree with solid fill">
                  <a:extLst>
                    <a:ext uri="{FF2B5EF4-FFF2-40B4-BE49-F238E27FC236}">
                      <a16:creationId xmlns:a16="http://schemas.microsoft.com/office/drawing/2014/main" id="{B347E649-A11E-1D9A-B763-DEFAA03413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57" y="2855365"/>
                  <a:ext cx="209457" cy="196410"/>
                </a:xfrm>
                <a:prstGeom prst="rect">
                  <a:avLst/>
                </a:prstGeom>
              </p:spPr>
            </p:pic>
            <p:pic>
              <p:nvPicPr>
                <p:cNvPr id="570" name="Graphic 569" descr="Deciduous tree with solid fill">
                  <a:extLst>
                    <a:ext uri="{FF2B5EF4-FFF2-40B4-BE49-F238E27FC236}">
                      <a16:creationId xmlns:a16="http://schemas.microsoft.com/office/drawing/2014/main" id="{FA69F933-0D3F-F2D5-1066-8FD3498F5D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1" y="2978856"/>
                  <a:ext cx="209457" cy="196410"/>
                </a:xfrm>
                <a:prstGeom prst="rect">
                  <a:avLst/>
                </a:prstGeom>
              </p:spPr>
            </p:pic>
            <p:pic>
              <p:nvPicPr>
                <p:cNvPr id="571" name="Graphic 570" descr="Deciduous tree with solid fill">
                  <a:extLst>
                    <a:ext uri="{FF2B5EF4-FFF2-40B4-BE49-F238E27FC236}">
                      <a16:creationId xmlns:a16="http://schemas.microsoft.com/office/drawing/2014/main" id="{3F4261E5-2671-828C-BD4F-0007E6D926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46" y="3102347"/>
                  <a:ext cx="209457" cy="196410"/>
                </a:xfrm>
                <a:prstGeom prst="rect">
                  <a:avLst/>
                </a:prstGeom>
              </p:spPr>
            </p:pic>
            <p:pic>
              <p:nvPicPr>
                <p:cNvPr id="572" name="Graphic 571" descr="Deciduous tree with solid fill">
                  <a:extLst>
                    <a:ext uri="{FF2B5EF4-FFF2-40B4-BE49-F238E27FC236}">
                      <a16:creationId xmlns:a16="http://schemas.microsoft.com/office/drawing/2014/main" id="{72A5446C-1D7F-EEAC-C72C-C0D4B720DB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1" y="3225838"/>
                  <a:ext cx="209457" cy="196410"/>
                </a:xfrm>
                <a:prstGeom prst="rect">
                  <a:avLst/>
                </a:prstGeom>
              </p:spPr>
            </p:pic>
            <p:pic>
              <p:nvPicPr>
                <p:cNvPr id="573" name="Graphic 572" descr="Deciduous tree with solid fill">
                  <a:extLst>
                    <a:ext uri="{FF2B5EF4-FFF2-40B4-BE49-F238E27FC236}">
                      <a16:creationId xmlns:a16="http://schemas.microsoft.com/office/drawing/2014/main" id="{7484A2BF-307C-C2BC-D8DA-831BA48595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35" y="3349329"/>
                  <a:ext cx="209457" cy="196410"/>
                </a:xfrm>
                <a:prstGeom prst="rect">
                  <a:avLst/>
                </a:prstGeom>
              </p:spPr>
            </p:pic>
            <p:pic>
              <p:nvPicPr>
                <p:cNvPr id="574" name="Graphic 573" descr="Deciduous tree with solid fill">
                  <a:extLst>
                    <a:ext uri="{FF2B5EF4-FFF2-40B4-BE49-F238E27FC236}">
                      <a16:creationId xmlns:a16="http://schemas.microsoft.com/office/drawing/2014/main" id="{B563DC0C-2EE4-334A-C865-E4C34F17FB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39" y="2643835"/>
                  <a:ext cx="209457" cy="196410"/>
                </a:xfrm>
                <a:prstGeom prst="rect">
                  <a:avLst/>
                </a:prstGeom>
              </p:spPr>
            </p:pic>
            <p:pic>
              <p:nvPicPr>
                <p:cNvPr id="575" name="Graphic 574" descr="Deciduous tree with solid fill">
                  <a:extLst>
                    <a:ext uri="{FF2B5EF4-FFF2-40B4-BE49-F238E27FC236}">
                      <a16:creationId xmlns:a16="http://schemas.microsoft.com/office/drawing/2014/main" id="{18BC7D70-E521-580A-24C1-BBB37478CA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34" y="2767326"/>
                  <a:ext cx="209457" cy="196410"/>
                </a:xfrm>
                <a:prstGeom prst="rect">
                  <a:avLst/>
                </a:prstGeom>
              </p:spPr>
            </p:pic>
            <p:pic>
              <p:nvPicPr>
                <p:cNvPr id="576" name="Graphic 575" descr="Deciduous tree with solid fill">
                  <a:extLst>
                    <a:ext uri="{FF2B5EF4-FFF2-40B4-BE49-F238E27FC236}">
                      <a16:creationId xmlns:a16="http://schemas.microsoft.com/office/drawing/2014/main" id="{C0A05D01-76AA-73F9-3DBE-9B0BEC1239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28" y="2890818"/>
                  <a:ext cx="209457" cy="196410"/>
                </a:xfrm>
                <a:prstGeom prst="rect">
                  <a:avLst/>
                </a:prstGeom>
              </p:spPr>
            </p:pic>
            <p:pic>
              <p:nvPicPr>
                <p:cNvPr id="577" name="Graphic 576" descr="Deciduous tree with solid fill">
                  <a:extLst>
                    <a:ext uri="{FF2B5EF4-FFF2-40B4-BE49-F238E27FC236}">
                      <a16:creationId xmlns:a16="http://schemas.microsoft.com/office/drawing/2014/main" id="{2BD81587-C20E-9BC1-1714-895765CD50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2" y="3014309"/>
                  <a:ext cx="209457" cy="196410"/>
                </a:xfrm>
                <a:prstGeom prst="rect">
                  <a:avLst/>
                </a:prstGeom>
              </p:spPr>
            </p:pic>
            <p:pic>
              <p:nvPicPr>
                <p:cNvPr id="578" name="Graphic 577" descr="Deciduous tree with solid fill">
                  <a:extLst>
                    <a:ext uri="{FF2B5EF4-FFF2-40B4-BE49-F238E27FC236}">
                      <a16:creationId xmlns:a16="http://schemas.microsoft.com/office/drawing/2014/main" id="{B974AF04-A505-62D3-C4F7-4EB4584642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17" y="3137800"/>
                  <a:ext cx="209457" cy="196410"/>
                </a:xfrm>
                <a:prstGeom prst="rect">
                  <a:avLst/>
                </a:prstGeom>
              </p:spPr>
            </p:pic>
            <p:pic>
              <p:nvPicPr>
                <p:cNvPr id="579" name="Graphic 578" descr="Deciduous tree with solid fill">
                  <a:extLst>
                    <a:ext uri="{FF2B5EF4-FFF2-40B4-BE49-F238E27FC236}">
                      <a16:creationId xmlns:a16="http://schemas.microsoft.com/office/drawing/2014/main" id="{D6E6EEC6-1CBB-F377-15BF-AA59F3C50F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1" y="3261290"/>
                  <a:ext cx="209457" cy="196410"/>
                </a:xfrm>
                <a:prstGeom prst="rect">
                  <a:avLst/>
                </a:prstGeom>
              </p:spPr>
            </p:pic>
            <p:pic>
              <p:nvPicPr>
                <p:cNvPr id="580" name="Graphic 579" descr="Deciduous tree with solid fill">
                  <a:extLst>
                    <a:ext uri="{FF2B5EF4-FFF2-40B4-BE49-F238E27FC236}">
                      <a16:creationId xmlns:a16="http://schemas.microsoft.com/office/drawing/2014/main" id="{A004CDD7-A9F3-76B3-A8C9-283C14CD28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63" y="2731874"/>
                  <a:ext cx="209457" cy="196410"/>
                </a:xfrm>
                <a:prstGeom prst="rect">
                  <a:avLst/>
                </a:prstGeom>
              </p:spPr>
            </p:pic>
            <p:pic>
              <p:nvPicPr>
                <p:cNvPr id="581" name="Graphic 580" descr="Deciduous tree with solid fill">
                  <a:extLst>
                    <a:ext uri="{FF2B5EF4-FFF2-40B4-BE49-F238E27FC236}">
                      <a16:creationId xmlns:a16="http://schemas.microsoft.com/office/drawing/2014/main" id="{F0B4B4B8-9C4E-3692-F6CD-6C40385D2F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6137" y="2827733"/>
                  <a:ext cx="209457" cy="196410"/>
                </a:xfrm>
                <a:prstGeom prst="rect">
                  <a:avLst/>
                </a:prstGeom>
              </p:spPr>
            </p:pic>
            <p:pic>
              <p:nvPicPr>
                <p:cNvPr id="582" name="Graphic 581" descr="Deciduous tree with solid fill">
                  <a:extLst>
                    <a:ext uri="{FF2B5EF4-FFF2-40B4-BE49-F238E27FC236}">
                      <a16:creationId xmlns:a16="http://schemas.microsoft.com/office/drawing/2014/main" id="{62A39452-C4EE-CAA0-726B-C4F064D660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2339" y="2643835"/>
                  <a:ext cx="209457" cy="196410"/>
                </a:xfrm>
                <a:prstGeom prst="rect">
                  <a:avLst/>
                </a:prstGeom>
              </p:spPr>
            </p:pic>
            <p:pic>
              <p:nvPicPr>
                <p:cNvPr id="583" name="Graphic 582" descr="Deciduous tree with solid fill">
                  <a:extLst>
                    <a:ext uri="{FF2B5EF4-FFF2-40B4-BE49-F238E27FC236}">
                      <a16:creationId xmlns:a16="http://schemas.microsoft.com/office/drawing/2014/main" id="{50525543-CF71-5313-8395-DE2998B602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1" y="2951224"/>
                  <a:ext cx="209457" cy="196410"/>
                </a:xfrm>
                <a:prstGeom prst="rect">
                  <a:avLst/>
                </a:prstGeom>
              </p:spPr>
            </p:pic>
            <p:pic>
              <p:nvPicPr>
                <p:cNvPr id="584" name="Graphic 583" descr="Deciduous tree with solid fill">
                  <a:extLst>
                    <a:ext uri="{FF2B5EF4-FFF2-40B4-BE49-F238E27FC236}">
                      <a16:creationId xmlns:a16="http://schemas.microsoft.com/office/drawing/2014/main" id="{78A2AA0A-3AE3-5C84-3F29-5F24D0320C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25" y="3074715"/>
                  <a:ext cx="209457" cy="196410"/>
                </a:xfrm>
                <a:prstGeom prst="rect">
                  <a:avLst/>
                </a:prstGeom>
              </p:spPr>
            </p:pic>
            <p:pic>
              <p:nvPicPr>
                <p:cNvPr id="585" name="Graphic 584" descr="Deciduous tree with solid fill">
                  <a:extLst>
                    <a:ext uri="{FF2B5EF4-FFF2-40B4-BE49-F238E27FC236}">
                      <a16:creationId xmlns:a16="http://schemas.microsoft.com/office/drawing/2014/main" id="{B435DBF4-9D35-8C0E-3E0B-84DAAF208C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0" y="3198206"/>
                  <a:ext cx="209457" cy="196410"/>
                </a:xfrm>
                <a:prstGeom prst="rect">
                  <a:avLst/>
                </a:prstGeom>
              </p:spPr>
            </p:pic>
            <p:pic>
              <p:nvPicPr>
                <p:cNvPr id="586" name="Graphic 585" descr="Deciduous tree with solid fill">
                  <a:extLst>
                    <a:ext uri="{FF2B5EF4-FFF2-40B4-BE49-F238E27FC236}">
                      <a16:creationId xmlns:a16="http://schemas.microsoft.com/office/drawing/2014/main" id="{227E5718-40E2-C065-4E5E-AFA7916EE1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14" y="3321697"/>
                  <a:ext cx="209457" cy="196410"/>
                </a:xfrm>
                <a:prstGeom prst="rect">
                  <a:avLst/>
                </a:prstGeom>
              </p:spPr>
            </p:pic>
            <p:pic>
              <p:nvPicPr>
                <p:cNvPr id="587" name="Graphic 586" descr="Deciduous tree with solid fill">
                  <a:extLst>
                    <a:ext uri="{FF2B5EF4-FFF2-40B4-BE49-F238E27FC236}">
                      <a16:creationId xmlns:a16="http://schemas.microsoft.com/office/drawing/2014/main" id="{2B4BDE27-4D04-58A1-02FC-40342B6560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09" y="3445188"/>
                  <a:ext cx="209457" cy="196410"/>
                </a:xfrm>
                <a:prstGeom prst="rect">
                  <a:avLst/>
                </a:prstGeom>
              </p:spPr>
            </p:pic>
            <p:pic>
              <p:nvPicPr>
                <p:cNvPr id="588" name="Graphic 587" descr="Deciduous tree with solid fill">
                  <a:extLst>
                    <a:ext uri="{FF2B5EF4-FFF2-40B4-BE49-F238E27FC236}">
                      <a16:creationId xmlns:a16="http://schemas.microsoft.com/office/drawing/2014/main" id="{C1EAAF40-5B78-5382-F8FD-121A3900EF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57" y="2855365"/>
                  <a:ext cx="209457" cy="196410"/>
                </a:xfrm>
                <a:prstGeom prst="rect">
                  <a:avLst/>
                </a:prstGeom>
              </p:spPr>
            </p:pic>
            <p:pic>
              <p:nvPicPr>
                <p:cNvPr id="589" name="Graphic 588" descr="Deciduous tree with solid fill">
                  <a:extLst>
                    <a:ext uri="{FF2B5EF4-FFF2-40B4-BE49-F238E27FC236}">
                      <a16:creationId xmlns:a16="http://schemas.microsoft.com/office/drawing/2014/main" id="{B66A9AE1-0038-6F1C-AD5F-809A084121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1" y="2978856"/>
                  <a:ext cx="209457" cy="196410"/>
                </a:xfrm>
                <a:prstGeom prst="rect">
                  <a:avLst/>
                </a:prstGeom>
              </p:spPr>
            </p:pic>
            <p:pic>
              <p:nvPicPr>
                <p:cNvPr id="590" name="Graphic 589" descr="Deciduous tree with solid fill">
                  <a:extLst>
                    <a:ext uri="{FF2B5EF4-FFF2-40B4-BE49-F238E27FC236}">
                      <a16:creationId xmlns:a16="http://schemas.microsoft.com/office/drawing/2014/main" id="{AA354C43-874F-AB04-2B7A-F550179AB6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46" y="3102347"/>
                  <a:ext cx="209457" cy="196410"/>
                </a:xfrm>
                <a:prstGeom prst="rect">
                  <a:avLst/>
                </a:prstGeom>
              </p:spPr>
            </p:pic>
            <p:pic>
              <p:nvPicPr>
                <p:cNvPr id="591" name="Graphic 590" descr="Deciduous tree with solid fill">
                  <a:extLst>
                    <a:ext uri="{FF2B5EF4-FFF2-40B4-BE49-F238E27FC236}">
                      <a16:creationId xmlns:a16="http://schemas.microsoft.com/office/drawing/2014/main" id="{3DD5EF48-B19C-582C-8EA6-A94E760B59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1" y="3225838"/>
                  <a:ext cx="209457" cy="196410"/>
                </a:xfrm>
                <a:prstGeom prst="rect">
                  <a:avLst/>
                </a:prstGeom>
              </p:spPr>
            </p:pic>
            <p:pic>
              <p:nvPicPr>
                <p:cNvPr id="592" name="Graphic 591" descr="Deciduous tree with solid fill">
                  <a:extLst>
                    <a:ext uri="{FF2B5EF4-FFF2-40B4-BE49-F238E27FC236}">
                      <a16:creationId xmlns:a16="http://schemas.microsoft.com/office/drawing/2014/main" id="{7F843611-95FC-1304-9968-EB8C1B34E9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35" y="3349329"/>
                  <a:ext cx="209457" cy="196410"/>
                </a:xfrm>
                <a:prstGeom prst="rect">
                  <a:avLst/>
                </a:prstGeom>
              </p:spPr>
            </p:pic>
            <p:pic>
              <p:nvPicPr>
                <p:cNvPr id="593" name="Graphic 592" descr="Deciduous tree with solid fill">
                  <a:extLst>
                    <a:ext uri="{FF2B5EF4-FFF2-40B4-BE49-F238E27FC236}">
                      <a16:creationId xmlns:a16="http://schemas.microsoft.com/office/drawing/2014/main" id="{7946C02E-84E1-53DF-FF73-38A7CBC18A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34" y="2767326"/>
                  <a:ext cx="209457" cy="196410"/>
                </a:xfrm>
                <a:prstGeom prst="rect">
                  <a:avLst/>
                </a:prstGeom>
              </p:spPr>
            </p:pic>
            <p:pic>
              <p:nvPicPr>
                <p:cNvPr id="594" name="Graphic 593" descr="Deciduous tree with solid fill">
                  <a:extLst>
                    <a:ext uri="{FF2B5EF4-FFF2-40B4-BE49-F238E27FC236}">
                      <a16:creationId xmlns:a16="http://schemas.microsoft.com/office/drawing/2014/main" id="{1716C1CE-A505-80F4-F06F-A5DE9B9255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28" y="2890818"/>
                  <a:ext cx="209457" cy="196410"/>
                </a:xfrm>
                <a:prstGeom prst="rect">
                  <a:avLst/>
                </a:prstGeom>
              </p:spPr>
            </p:pic>
            <p:pic>
              <p:nvPicPr>
                <p:cNvPr id="595" name="Graphic 594" descr="Deciduous tree with solid fill">
                  <a:extLst>
                    <a:ext uri="{FF2B5EF4-FFF2-40B4-BE49-F238E27FC236}">
                      <a16:creationId xmlns:a16="http://schemas.microsoft.com/office/drawing/2014/main" id="{22763565-27E2-048F-9951-D4E85019E4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2" y="3014309"/>
                  <a:ext cx="209457" cy="196410"/>
                </a:xfrm>
                <a:prstGeom prst="rect">
                  <a:avLst/>
                </a:prstGeom>
              </p:spPr>
            </p:pic>
            <p:pic>
              <p:nvPicPr>
                <p:cNvPr id="596" name="Graphic 595" descr="Deciduous tree with solid fill">
                  <a:extLst>
                    <a:ext uri="{FF2B5EF4-FFF2-40B4-BE49-F238E27FC236}">
                      <a16:creationId xmlns:a16="http://schemas.microsoft.com/office/drawing/2014/main" id="{83DB0FC5-49B2-C04B-EE67-372B000C3B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17" y="3137800"/>
                  <a:ext cx="209457" cy="196410"/>
                </a:xfrm>
                <a:prstGeom prst="rect">
                  <a:avLst/>
                </a:prstGeom>
              </p:spPr>
            </p:pic>
            <p:pic>
              <p:nvPicPr>
                <p:cNvPr id="597" name="Graphic 596" descr="Deciduous tree with solid fill">
                  <a:extLst>
                    <a:ext uri="{FF2B5EF4-FFF2-40B4-BE49-F238E27FC236}">
                      <a16:creationId xmlns:a16="http://schemas.microsoft.com/office/drawing/2014/main" id="{CF807443-589A-B6BC-36EB-66BC72A4A7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1" y="3261290"/>
                  <a:ext cx="209457" cy="196410"/>
                </a:xfrm>
                <a:prstGeom prst="rect">
                  <a:avLst/>
                </a:prstGeom>
              </p:spPr>
            </p:pic>
            <p:pic>
              <p:nvPicPr>
                <p:cNvPr id="598" name="Graphic 597" descr="Deciduous tree with solid fill">
                  <a:extLst>
                    <a:ext uri="{FF2B5EF4-FFF2-40B4-BE49-F238E27FC236}">
                      <a16:creationId xmlns:a16="http://schemas.microsoft.com/office/drawing/2014/main" id="{F74EBADD-949F-F02E-F8A2-F5C638767F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3457" y="2855365"/>
                  <a:ext cx="209457" cy="196410"/>
                </a:xfrm>
                <a:prstGeom prst="rect">
                  <a:avLst/>
                </a:prstGeom>
              </p:spPr>
            </p:pic>
            <p:pic>
              <p:nvPicPr>
                <p:cNvPr id="599" name="Graphic 598" descr="Deciduous tree with solid fill">
                  <a:extLst>
                    <a:ext uri="{FF2B5EF4-FFF2-40B4-BE49-F238E27FC236}">
                      <a16:creationId xmlns:a16="http://schemas.microsoft.com/office/drawing/2014/main" id="{473FC57E-A063-B851-0CA9-E8A5E2E54F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831" y="2951224"/>
                  <a:ext cx="209457" cy="196410"/>
                </a:xfrm>
                <a:prstGeom prst="rect">
                  <a:avLst/>
                </a:prstGeom>
              </p:spPr>
            </p:pic>
            <p:pic>
              <p:nvPicPr>
                <p:cNvPr id="600" name="Graphic 599" descr="Deciduous tree with solid fill">
                  <a:extLst>
                    <a:ext uri="{FF2B5EF4-FFF2-40B4-BE49-F238E27FC236}">
                      <a16:creationId xmlns:a16="http://schemas.microsoft.com/office/drawing/2014/main" id="{EA6C19F5-93CF-B93B-EBE4-D8F7EBD98B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4034" y="2767326"/>
                  <a:ext cx="209457" cy="196410"/>
                </a:xfrm>
                <a:prstGeom prst="rect">
                  <a:avLst/>
                </a:prstGeom>
              </p:spPr>
            </p:pic>
            <p:pic>
              <p:nvPicPr>
                <p:cNvPr id="601" name="Graphic 600" descr="Deciduous tree with solid fill">
                  <a:extLst>
                    <a:ext uri="{FF2B5EF4-FFF2-40B4-BE49-F238E27FC236}">
                      <a16:creationId xmlns:a16="http://schemas.microsoft.com/office/drawing/2014/main" id="{9FEC7283-5EFC-E44F-DA18-F2E406B6FE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25" y="3074715"/>
                  <a:ext cx="209457" cy="196410"/>
                </a:xfrm>
                <a:prstGeom prst="rect">
                  <a:avLst/>
                </a:prstGeom>
              </p:spPr>
            </p:pic>
            <p:pic>
              <p:nvPicPr>
                <p:cNvPr id="602" name="Graphic 601" descr="Deciduous tree with solid fill">
                  <a:extLst>
                    <a:ext uri="{FF2B5EF4-FFF2-40B4-BE49-F238E27FC236}">
                      <a16:creationId xmlns:a16="http://schemas.microsoft.com/office/drawing/2014/main" id="{02E10457-6A0A-14A0-21D6-6830B0732C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0" y="3198206"/>
                  <a:ext cx="209457" cy="196410"/>
                </a:xfrm>
                <a:prstGeom prst="rect">
                  <a:avLst/>
                </a:prstGeom>
              </p:spPr>
            </p:pic>
            <p:pic>
              <p:nvPicPr>
                <p:cNvPr id="603" name="Graphic 602" descr="Deciduous tree with solid fill">
                  <a:extLst>
                    <a:ext uri="{FF2B5EF4-FFF2-40B4-BE49-F238E27FC236}">
                      <a16:creationId xmlns:a16="http://schemas.microsoft.com/office/drawing/2014/main" id="{5401CCCD-1BBE-B79F-D661-9E33AA1FE7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14" y="3321697"/>
                  <a:ext cx="209457" cy="196410"/>
                </a:xfrm>
                <a:prstGeom prst="rect">
                  <a:avLst/>
                </a:prstGeom>
              </p:spPr>
            </p:pic>
            <p:pic>
              <p:nvPicPr>
                <p:cNvPr id="604" name="Graphic 603" descr="Deciduous tree with solid fill">
                  <a:extLst>
                    <a:ext uri="{FF2B5EF4-FFF2-40B4-BE49-F238E27FC236}">
                      <a16:creationId xmlns:a16="http://schemas.microsoft.com/office/drawing/2014/main" id="{AA79774F-4816-AEDA-5159-66AEA686C9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09" y="3445188"/>
                  <a:ext cx="209457" cy="196410"/>
                </a:xfrm>
                <a:prstGeom prst="rect">
                  <a:avLst/>
                </a:prstGeom>
              </p:spPr>
            </p:pic>
            <p:pic>
              <p:nvPicPr>
                <p:cNvPr id="605" name="Graphic 604" descr="Deciduous tree with solid fill">
                  <a:extLst>
                    <a:ext uri="{FF2B5EF4-FFF2-40B4-BE49-F238E27FC236}">
                      <a16:creationId xmlns:a16="http://schemas.microsoft.com/office/drawing/2014/main" id="{482BC8ED-AF17-1055-7C82-032F2EA398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1" y="2978856"/>
                  <a:ext cx="209457" cy="196410"/>
                </a:xfrm>
                <a:prstGeom prst="rect">
                  <a:avLst/>
                </a:prstGeom>
              </p:spPr>
            </p:pic>
            <p:pic>
              <p:nvPicPr>
                <p:cNvPr id="606" name="Graphic 605" descr="Deciduous tree with solid fill">
                  <a:extLst>
                    <a:ext uri="{FF2B5EF4-FFF2-40B4-BE49-F238E27FC236}">
                      <a16:creationId xmlns:a16="http://schemas.microsoft.com/office/drawing/2014/main" id="{CA10DE81-B57C-3DEB-ADAB-87822389B3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46" y="3102347"/>
                  <a:ext cx="209457" cy="196410"/>
                </a:xfrm>
                <a:prstGeom prst="rect">
                  <a:avLst/>
                </a:prstGeom>
              </p:spPr>
            </p:pic>
            <p:pic>
              <p:nvPicPr>
                <p:cNvPr id="607" name="Graphic 606" descr="Deciduous tree with solid fill">
                  <a:extLst>
                    <a:ext uri="{FF2B5EF4-FFF2-40B4-BE49-F238E27FC236}">
                      <a16:creationId xmlns:a16="http://schemas.microsoft.com/office/drawing/2014/main" id="{6E85E836-630C-CE65-9376-23894E5038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1" y="3225838"/>
                  <a:ext cx="209457" cy="196410"/>
                </a:xfrm>
                <a:prstGeom prst="rect">
                  <a:avLst/>
                </a:prstGeom>
              </p:spPr>
            </p:pic>
            <p:pic>
              <p:nvPicPr>
                <p:cNvPr id="608" name="Graphic 607" descr="Deciduous tree with solid fill">
                  <a:extLst>
                    <a:ext uri="{FF2B5EF4-FFF2-40B4-BE49-F238E27FC236}">
                      <a16:creationId xmlns:a16="http://schemas.microsoft.com/office/drawing/2014/main" id="{C25127CA-FE34-1734-7B0B-3D634397D1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35" y="3349329"/>
                  <a:ext cx="209457" cy="196410"/>
                </a:xfrm>
                <a:prstGeom prst="rect">
                  <a:avLst/>
                </a:prstGeom>
              </p:spPr>
            </p:pic>
            <p:pic>
              <p:nvPicPr>
                <p:cNvPr id="609" name="Graphic 608" descr="Deciduous tree with solid fill">
                  <a:extLst>
                    <a:ext uri="{FF2B5EF4-FFF2-40B4-BE49-F238E27FC236}">
                      <a16:creationId xmlns:a16="http://schemas.microsoft.com/office/drawing/2014/main" id="{57F44DB9-F9DF-474F-2B9A-47684B74FD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28" y="2890818"/>
                  <a:ext cx="209457" cy="196410"/>
                </a:xfrm>
                <a:prstGeom prst="rect">
                  <a:avLst/>
                </a:prstGeom>
              </p:spPr>
            </p:pic>
            <p:pic>
              <p:nvPicPr>
                <p:cNvPr id="610" name="Graphic 609" descr="Deciduous tree with solid fill">
                  <a:extLst>
                    <a:ext uri="{FF2B5EF4-FFF2-40B4-BE49-F238E27FC236}">
                      <a16:creationId xmlns:a16="http://schemas.microsoft.com/office/drawing/2014/main" id="{9358F86C-7470-A884-F18A-61971A54CD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2" y="3014309"/>
                  <a:ext cx="209457" cy="196410"/>
                </a:xfrm>
                <a:prstGeom prst="rect">
                  <a:avLst/>
                </a:prstGeom>
              </p:spPr>
            </p:pic>
            <p:pic>
              <p:nvPicPr>
                <p:cNvPr id="611" name="Graphic 610" descr="Deciduous tree with solid fill">
                  <a:extLst>
                    <a:ext uri="{FF2B5EF4-FFF2-40B4-BE49-F238E27FC236}">
                      <a16:creationId xmlns:a16="http://schemas.microsoft.com/office/drawing/2014/main" id="{E4875845-20AE-FADE-A964-8CE944ED7C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17" y="3137800"/>
                  <a:ext cx="209457" cy="196410"/>
                </a:xfrm>
                <a:prstGeom prst="rect">
                  <a:avLst/>
                </a:prstGeom>
              </p:spPr>
            </p:pic>
            <p:pic>
              <p:nvPicPr>
                <p:cNvPr id="612" name="Graphic 611" descr="Deciduous tree with solid fill">
                  <a:extLst>
                    <a:ext uri="{FF2B5EF4-FFF2-40B4-BE49-F238E27FC236}">
                      <a16:creationId xmlns:a16="http://schemas.microsoft.com/office/drawing/2014/main" id="{D90E550E-F25A-7665-414C-A5AD6FCDBD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1" y="3261290"/>
                  <a:ext cx="209457" cy="196410"/>
                </a:xfrm>
                <a:prstGeom prst="rect">
                  <a:avLst/>
                </a:prstGeom>
              </p:spPr>
            </p:pic>
            <p:pic>
              <p:nvPicPr>
                <p:cNvPr id="613" name="Graphic 612" descr="Deciduous tree with solid fill">
                  <a:extLst>
                    <a:ext uri="{FF2B5EF4-FFF2-40B4-BE49-F238E27FC236}">
                      <a16:creationId xmlns:a16="http://schemas.microsoft.com/office/drawing/2014/main" id="{B2BAFC7A-5BA2-35C1-EDB2-EDB5D5579D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75151" y="2978856"/>
                  <a:ext cx="209457" cy="196410"/>
                </a:xfrm>
                <a:prstGeom prst="rect">
                  <a:avLst/>
                </a:prstGeom>
              </p:spPr>
            </p:pic>
            <p:pic>
              <p:nvPicPr>
                <p:cNvPr id="614" name="Graphic 613" descr="Deciduous tree with solid fill">
                  <a:extLst>
                    <a:ext uri="{FF2B5EF4-FFF2-40B4-BE49-F238E27FC236}">
                      <a16:creationId xmlns:a16="http://schemas.microsoft.com/office/drawing/2014/main" id="{79626BD2-EECC-497A-E6A8-519EC4B1A5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9525" y="3074715"/>
                  <a:ext cx="209457" cy="196410"/>
                </a:xfrm>
                <a:prstGeom prst="rect">
                  <a:avLst/>
                </a:prstGeom>
              </p:spPr>
            </p:pic>
            <p:pic>
              <p:nvPicPr>
                <p:cNvPr id="615" name="Graphic 614" descr="Deciduous tree with solid fill">
                  <a:extLst>
                    <a:ext uri="{FF2B5EF4-FFF2-40B4-BE49-F238E27FC236}">
                      <a16:creationId xmlns:a16="http://schemas.microsoft.com/office/drawing/2014/main" id="{31D13793-BC7D-155F-0C4B-D775D18576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5728" y="2890818"/>
                  <a:ext cx="209457" cy="196410"/>
                </a:xfrm>
                <a:prstGeom prst="rect">
                  <a:avLst/>
                </a:prstGeom>
              </p:spPr>
            </p:pic>
            <p:pic>
              <p:nvPicPr>
                <p:cNvPr id="616" name="Graphic 615" descr="Deciduous tree with solid fill">
                  <a:extLst>
                    <a:ext uri="{FF2B5EF4-FFF2-40B4-BE49-F238E27FC236}">
                      <a16:creationId xmlns:a16="http://schemas.microsoft.com/office/drawing/2014/main" id="{00F3ACC7-A02D-CCEA-38E6-EEA1483B64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0" y="3198206"/>
                  <a:ext cx="209457" cy="196410"/>
                </a:xfrm>
                <a:prstGeom prst="rect">
                  <a:avLst/>
                </a:prstGeom>
              </p:spPr>
            </p:pic>
            <p:pic>
              <p:nvPicPr>
                <p:cNvPr id="617" name="Graphic 616" descr="Deciduous tree with solid fill">
                  <a:extLst>
                    <a:ext uri="{FF2B5EF4-FFF2-40B4-BE49-F238E27FC236}">
                      <a16:creationId xmlns:a16="http://schemas.microsoft.com/office/drawing/2014/main" id="{92BC0C01-8F46-2935-D081-7731CEA2FA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14" y="3321697"/>
                  <a:ext cx="209457" cy="196410"/>
                </a:xfrm>
                <a:prstGeom prst="rect">
                  <a:avLst/>
                </a:prstGeom>
              </p:spPr>
            </p:pic>
            <p:pic>
              <p:nvPicPr>
                <p:cNvPr id="618" name="Graphic 617" descr="Deciduous tree with solid fill">
                  <a:extLst>
                    <a:ext uri="{FF2B5EF4-FFF2-40B4-BE49-F238E27FC236}">
                      <a16:creationId xmlns:a16="http://schemas.microsoft.com/office/drawing/2014/main" id="{2317E141-BFAC-828C-0B0D-F6E9DEE5CB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09" y="3445188"/>
                  <a:ext cx="209457" cy="196410"/>
                </a:xfrm>
                <a:prstGeom prst="rect">
                  <a:avLst/>
                </a:prstGeom>
              </p:spPr>
            </p:pic>
            <p:pic>
              <p:nvPicPr>
                <p:cNvPr id="619" name="Graphic 618" descr="Deciduous tree with solid fill">
                  <a:extLst>
                    <a:ext uri="{FF2B5EF4-FFF2-40B4-BE49-F238E27FC236}">
                      <a16:creationId xmlns:a16="http://schemas.microsoft.com/office/drawing/2014/main" id="{F508200E-0508-194F-2EF1-55DF17FC38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46" y="3102347"/>
                  <a:ext cx="209457" cy="196410"/>
                </a:xfrm>
                <a:prstGeom prst="rect">
                  <a:avLst/>
                </a:prstGeom>
              </p:spPr>
            </p:pic>
            <p:pic>
              <p:nvPicPr>
                <p:cNvPr id="620" name="Graphic 619" descr="Deciduous tree with solid fill">
                  <a:extLst>
                    <a:ext uri="{FF2B5EF4-FFF2-40B4-BE49-F238E27FC236}">
                      <a16:creationId xmlns:a16="http://schemas.microsoft.com/office/drawing/2014/main" id="{37793C04-4B84-6398-586B-D793D424A5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1" y="3225838"/>
                  <a:ext cx="209457" cy="196410"/>
                </a:xfrm>
                <a:prstGeom prst="rect">
                  <a:avLst/>
                </a:prstGeom>
              </p:spPr>
            </p:pic>
            <p:pic>
              <p:nvPicPr>
                <p:cNvPr id="621" name="Graphic 620" descr="Deciduous tree with solid fill">
                  <a:extLst>
                    <a:ext uri="{FF2B5EF4-FFF2-40B4-BE49-F238E27FC236}">
                      <a16:creationId xmlns:a16="http://schemas.microsoft.com/office/drawing/2014/main" id="{1265CD06-A082-4628-82C3-F89EE7EEA5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35" y="3349329"/>
                  <a:ext cx="209457" cy="196410"/>
                </a:xfrm>
                <a:prstGeom prst="rect">
                  <a:avLst/>
                </a:prstGeom>
              </p:spPr>
            </p:pic>
            <p:pic>
              <p:nvPicPr>
                <p:cNvPr id="622" name="Graphic 621" descr="Deciduous tree with solid fill">
                  <a:extLst>
                    <a:ext uri="{FF2B5EF4-FFF2-40B4-BE49-F238E27FC236}">
                      <a16:creationId xmlns:a16="http://schemas.microsoft.com/office/drawing/2014/main" id="{158F6EAF-BD7E-C7DA-0655-501D4EE0E3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2" y="3014309"/>
                  <a:ext cx="209457" cy="196410"/>
                </a:xfrm>
                <a:prstGeom prst="rect">
                  <a:avLst/>
                </a:prstGeom>
              </p:spPr>
            </p:pic>
            <p:pic>
              <p:nvPicPr>
                <p:cNvPr id="623" name="Graphic 622" descr="Deciduous tree with solid fill">
                  <a:extLst>
                    <a:ext uri="{FF2B5EF4-FFF2-40B4-BE49-F238E27FC236}">
                      <a16:creationId xmlns:a16="http://schemas.microsoft.com/office/drawing/2014/main" id="{779DE1F2-FFE2-FA7D-A345-919BABE9BB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17" y="3137800"/>
                  <a:ext cx="209457" cy="196410"/>
                </a:xfrm>
                <a:prstGeom prst="rect">
                  <a:avLst/>
                </a:prstGeom>
              </p:spPr>
            </p:pic>
            <p:pic>
              <p:nvPicPr>
                <p:cNvPr id="624" name="Graphic 623" descr="Deciduous tree with solid fill">
                  <a:extLst>
                    <a:ext uri="{FF2B5EF4-FFF2-40B4-BE49-F238E27FC236}">
                      <a16:creationId xmlns:a16="http://schemas.microsoft.com/office/drawing/2014/main" id="{EFF5671D-C9EF-0C5F-3937-0785F1A544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1" y="3261290"/>
                  <a:ext cx="209457" cy="196410"/>
                </a:xfrm>
                <a:prstGeom prst="rect">
                  <a:avLst/>
                </a:prstGeom>
              </p:spPr>
            </p:pic>
            <p:pic>
              <p:nvPicPr>
                <p:cNvPr id="625" name="Graphic 624" descr="Deciduous tree with solid fill">
                  <a:extLst>
                    <a:ext uri="{FF2B5EF4-FFF2-40B4-BE49-F238E27FC236}">
                      <a16:creationId xmlns:a16="http://schemas.microsoft.com/office/drawing/2014/main" id="{8C7C2CE5-F2C3-E54D-1BEE-45789EFE27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6846" y="3102347"/>
                  <a:ext cx="209457" cy="196410"/>
                </a:xfrm>
                <a:prstGeom prst="rect">
                  <a:avLst/>
                </a:prstGeom>
              </p:spPr>
            </p:pic>
            <p:pic>
              <p:nvPicPr>
                <p:cNvPr id="626" name="Graphic 625" descr="Deciduous tree with solid fill">
                  <a:extLst>
                    <a:ext uri="{FF2B5EF4-FFF2-40B4-BE49-F238E27FC236}">
                      <a16:creationId xmlns:a16="http://schemas.microsoft.com/office/drawing/2014/main" id="{6A425177-00CD-82C5-44D0-3970FFFF08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1220" y="3198206"/>
                  <a:ext cx="209457" cy="196410"/>
                </a:xfrm>
                <a:prstGeom prst="rect">
                  <a:avLst/>
                </a:prstGeom>
              </p:spPr>
            </p:pic>
            <p:pic>
              <p:nvPicPr>
                <p:cNvPr id="627" name="Graphic 626" descr="Deciduous tree with solid fill">
                  <a:extLst>
                    <a:ext uri="{FF2B5EF4-FFF2-40B4-BE49-F238E27FC236}">
                      <a16:creationId xmlns:a16="http://schemas.microsoft.com/office/drawing/2014/main" id="{906FF750-1A08-BC54-238F-EA50897488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7422" y="3014309"/>
                  <a:ext cx="209457" cy="196410"/>
                </a:xfrm>
                <a:prstGeom prst="rect">
                  <a:avLst/>
                </a:prstGeom>
              </p:spPr>
            </p:pic>
            <p:pic>
              <p:nvPicPr>
                <p:cNvPr id="628" name="Graphic 627" descr="Deciduous tree with solid fill">
                  <a:extLst>
                    <a:ext uri="{FF2B5EF4-FFF2-40B4-BE49-F238E27FC236}">
                      <a16:creationId xmlns:a16="http://schemas.microsoft.com/office/drawing/2014/main" id="{44973BA1-10B9-DA70-4D7D-BFC47FD3E1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14" y="3321697"/>
                  <a:ext cx="209457" cy="196410"/>
                </a:xfrm>
                <a:prstGeom prst="rect">
                  <a:avLst/>
                </a:prstGeom>
              </p:spPr>
            </p:pic>
            <p:pic>
              <p:nvPicPr>
                <p:cNvPr id="629" name="Graphic 628" descr="Deciduous tree with solid fill">
                  <a:extLst>
                    <a:ext uri="{FF2B5EF4-FFF2-40B4-BE49-F238E27FC236}">
                      <a16:creationId xmlns:a16="http://schemas.microsoft.com/office/drawing/2014/main" id="{7AA87AA5-C98F-68EB-4E44-173286F294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09" y="3445188"/>
                  <a:ext cx="209457" cy="196410"/>
                </a:xfrm>
                <a:prstGeom prst="rect">
                  <a:avLst/>
                </a:prstGeom>
              </p:spPr>
            </p:pic>
            <p:pic>
              <p:nvPicPr>
                <p:cNvPr id="630" name="Graphic 629" descr="Deciduous tree with solid fill">
                  <a:extLst>
                    <a:ext uri="{FF2B5EF4-FFF2-40B4-BE49-F238E27FC236}">
                      <a16:creationId xmlns:a16="http://schemas.microsoft.com/office/drawing/2014/main" id="{2CA1D651-2489-45EA-8B4F-E04EE062EE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1" y="3225838"/>
                  <a:ext cx="209457" cy="196410"/>
                </a:xfrm>
                <a:prstGeom prst="rect">
                  <a:avLst/>
                </a:prstGeom>
              </p:spPr>
            </p:pic>
            <p:pic>
              <p:nvPicPr>
                <p:cNvPr id="631" name="Graphic 630" descr="Deciduous tree with solid fill">
                  <a:extLst>
                    <a:ext uri="{FF2B5EF4-FFF2-40B4-BE49-F238E27FC236}">
                      <a16:creationId xmlns:a16="http://schemas.microsoft.com/office/drawing/2014/main" id="{0D89BEEF-1FAC-5BAE-2831-9B9016C5F4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35" y="3349329"/>
                  <a:ext cx="209457" cy="196410"/>
                </a:xfrm>
                <a:prstGeom prst="rect">
                  <a:avLst/>
                </a:prstGeom>
              </p:spPr>
            </p:pic>
            <p:pic>
              <p:nvPicPr>
                <p:cNvPr id="632" name="Graphic 631" descr="Deciduous tree with solid fill">
                  <a:extLst>
                    <a:ext uri="{FF2B5EF4-FFF2-40B4-BE49-F238E27FC236}">
                      <a16:creationId xmlns:a16="http://schemas.microsoft.com/office/drawing/2014/main" id="{33CA3184-EDED-B8C8-EEE2-1AA2DA89FB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17" y="3137800"/>
                  <a:ext cx="209457" cy="196410"/>
                </a:xfrm>
                <a:prstGeom prst="rect">
                  <a:avLst/>
                </a:prstGeom>
              </p:spPr>
            </p:pic>
            <p:pic>
              <p:nvPicPr>
                <p:cNvPr id="633" name="Graphic 632" descr="Deciduous tree with solid fill">
                  <a:extLst>
                    <a:ext uri="{FF2B5EF4-FFF2-40B4-BE49-F238E27FC236}">
                      <a16:creationId xmlns:a16="http://schemas.microsoft.com/office/drawing/2014/main" id="{A425BA03-D0F4-939B-A41E-E51ED3A688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1" y="3261290"/>
                  <a:ext cx="209457" cy="196410"/>
                </a:xfrm>
                <a:prstGeom prst="rect">
                  <a:avLst/>
                </a:prstGeom>
              </p:spPr>
            </p:pic>
            <p:pic>
              <p:nvPicPr>
                <p:cNvPr id="634" name="Graphic 633" descr="Deciduous tree with solid fill">
                  <a:extLst>
                    <a:ext uri="{FF2B5EF4-FFF2-40B4-BE49-F238E27FC236}">
                      <a16:creationId xmlns:a16="http://schemas.microsoft.com/office/drawing/2014/main" id="{C4AE0E17-1341-95F3-289F-67207830A9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8541" y="3225838"/>
                  <a:ext cx="209457" cy="196410"/>
                </a:xfrm>
                <a:prstGeom prst="rect">
                  <a:avLst/>
                </a:prstGeom>
              </p:spPr>
            </p:pic>
            <p:pic>
              <p:nvPicPr>
                <p:cNvPr id="635" name="Graphic 634" descr="Deciduous tree with solid fill">
                  <a:extLst>
                    <a:ext uri="{FF2B5EF4-FFF2-40B4-BE49-F238E27FC236}">
                      <a16:creationId xmlns:a16="http://schemas.microsoft.com/office/drawing/2014/main" id="{B5A33F7B-A74C-0A8A-72F3-38E1F8A309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2914" y="3321697"/>
                  <a:ext cx="209457" cy="196410"/>
                </a:xfrm>
                <a:prstGeom prst="rect">
                  <a:avLst/>
                </a:prstGeom>
              </p:spPr>
            </p:pic>
            <p:pic>
              <p:nvPicPr>
                <p:cNvPr id="636" name="Graphic 635" descr="Deciduous tree with solid fill">
                  <a:extLst>
                    <a:ext uri="{FF2B5EF4-FFF2-40B4-BE49-F238E27FC236}">
                      <a16:creationId xmlns:a16="http://schemas.microsoft.com/office/drawing/2014/main" id="{BEB5C11F-2A80-45E3-3FF7-B8DC5D0070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9117" y="3137800"/>
                  <a:ext cx="209457" cy="196410"/>
                </a:xfrm>
                <a:prstGeom prst="rect">
                  <a:avLst/>
                </a:prstGeom>
              </p:spPr>
            </p:pic>
            <p:pic>
              <p:nvPicPr>
                <p:cNvPr id="637" name="Graphic 636" descr="Deciduous tree with solid fill">
                  <a:extLst>
                    <a:ext uri="{FF2B5EF4-FFF2-40B4-BE49-F238E27FC236}">
                      <a16:creationId xmlns:a16="http://schemas.microsoft.com/office/drawing/2014/main" id="{777D6C59-E8A3-7849-D42C-DD3CA2A49B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09" y="3445188"/>
                  <a:ext cx="209457" cy="196410"/>
                </a:xfrm>
                <a:prstGeom prst="rect">
                  <a:avLst/>
                </a:prstGeom>
              </p:spPr>
            </p:pic>
            <p:pic>
              <p:nvPicPr>
                <p:cNvPr id="638" name="Graphic 637" descr="Deciduous tree with solid fill">
                  <a:extLst>
                    <a:ext uri="{FF2B5EF4-FFF2-40B4-BE49-F238E27FC236}">
                      <a16:creationId xmlns:a16="http://schemas.microsoft.com/office/drawing/2014/main" id="{6B9CA612-C874-0A9F-2C5A-2E673BEE4A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35" y="3349329"/>
                  <a:ext cx="209457" cy="196410"/>
                </a:xfrm>
                <a:prstGeom prst="rect">
                  <a:avLst/>
                </a:prstGeom>
              </p:spPr>
            </p:pic>
            <p:pic>
              <p:nvPicPr>
                <p:cNvPr id="639" name="Graphic 638" descr="Deciduous tree with solid fill">
                  <a:extLst>
                    <a:ext uri="{FF2B5EF4-FFF2-40B4-BE49-F238E27FC236}">
                      <a16:creationId xmlns:a16="http://schemas.microsoft.com/office/drawing/2014/main" id="{F5E59DF1-57D0-F914-C2F5-F4D1F79219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1" y="3261290"/>
                  <a:ext cx="209457" cy="196410"/>
                </a:xfrm>
                <a:prstGeom prst="rect">
                  <a:avLst/>
                </a:prstGeom>
              </p:spPr>
            </p:pic>
            <p:pic>
              <p:nvPicPr>
                <p:cNvPr id="640" name="Graphic 639" descr="Deciduous tree with solid fill">
                  <a:extLst>
                    <a:ext uri="{FF2B5EF4-FFF2-40B4-BE49-F238E27FC236}">
                      <a16:creationId xmlns:a16="http://schemas.microsoft.com/office/drawing/2014/main" id="{4F61E831-BC9C-3969-7E9F-9611984F99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0235" y="3349329"/>
                  <a:ext cx="209457" cy="196410"/>
                </a:xfrm>
                <a:prstGeom prst="rect">
                  <a:avLst/>
                </a:prstGeom>
              </p:spPr>
            </p:pic>
            <p:pic>
              <p:nvPicPr>
                <p:cNvPr id="641" name="Graphic 640" descr="Deciduous tree with solid fill">
                  <a:extLst>
                    <a:ext uri="{FF2B5EF4-FFF2-40B4-BE49-F238E27FC236}">
                      <a16:creationId xmlns:a16="http://schemas.microsoft.com/office/drawing/2014/main" id="{B025747A-2731-CFB2-CF00-13F76AC63C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609" y="3445188"/>
                  <a:ext cx="209457" cy="196410"/>
                </a:xfrm>
                <a:prstGeom prst="rect">
                  <a:avLst/>
                </a:prstGeom>
              </p:spPr>
            </p:pic>
            <p:pic>
              <p:nvPicPr>
                <p:cNvPr id="642" name="Graphic 641" descr="Deciduous tree with solid fill">
                  <a:extLst>
                    <a:ext uri="{FF2B5EF4-FFF2-40B4-BE49-F238E27FC236}">
                      <a16:creationId xmlns:a16="http://schemas.microsoft.com/office/drawing/2014/main" id="{10911D9B-D2B9-0423-4CFA-BADBBAC519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0811" y="3261290"/>
                  <a:ext cx="209457" cy="196410"/>
                </a:xfrm>
                <a:prstGeom prst="rect">
                  <a:avLst/>
                </a:prstGeom>
              </p:spPr>
            </p:pic>
            <p:pic>
              <p:nvPicPr>
                <p:cNvPr id="643" name="Graphic 642" descr="Deciduous tree with solid fill">
                  <a:extLst>
                    <a:ext uri="{FF2B5EF4-FFF2-40B4-BE49-F238E27FC236}">
                      <a16:creationId xmlns:a16="http://schemas.microsoft.com/office/drawing/2014/main" id="{12D40DFC-D1B5-A748-D369-67EDF18EF9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31729" y="1572822"/>
                  <a:ext cx="209457" cy="196410"/>
                </a:xfrm>
                <a:prstGeom prst="rect">
                  <a:avLst/>
                </a:prstGeom>
              </p:spPr>
            </p:pic>
            <p:pic>
              <p:nvPicPr>
                <p:cNvPr id="644" name="Graphic 643" descr="Deciduous tree with solid fill">
                  <a:extLst>
                    <a:ext uri="{FF2B5EF4-FFF2-40B4-BE49-F238E27FC236}">
                      <a16:creationId xmlns:a16="http://schemas.microsoft.com/office/drawing/2014/main" id="{81C3BF08-6B71-7E0E-0B66-CE111D4A84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46103" y="1668682"/>
                  <a:ext cx="209457" cy="196410"/>
                </a:xfrm>
                <a:prstGeom prst="rect">
                  <a:avLst/>
                </a:prstGeom>
              </p:spPr>
            </p:pic>
            <p:pic>
              <p:nvPicPr>
                <p:cNvPr id="645" name="Graphic 644" descr="Deciduous tree with solid fill">
                  <a:extLst>
                    <a:ext uri="{FF2B5EF4-FFF2-40B4-BE49-F238E27FC236}">
                      <a16:creationId xmlns:a16="http://schemas.microsoft.com/office/drawing/2014/main" id="{8DE40283-2E0B-5F10-5049-74DAE8B1F2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02306" y="1484784"/>
                  <a:ext cx="209457" cy="196410"/>
                </a:xfrm>
                <a:prstGeom prst="rect">
                  <a:avLst/>
                </a:prstGeom>
              </p:spPr>
            </p:pic>
            <p:pic>
              <p:nvPicPr>
                <p:cNvPr id="646" name="Graphic 645" descr="Deciduous tree with solid fill">
                  <a:extLst>
                    <a:ext uri="{FF2B5EF4-FFF2-40B4-BE49-F238E27FC236}">
                      <a16:creationId xmlns:a16="http://schemas.microsoft.com/office/drawing/2014/main" id="{3843995D-A567-30E0-8563-64AEF50CC63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23828" y="3581191"/>
                  <a:ext cx="209457" cy="196410"/>
                </a:xfrm>
                <a:prstGeom prst="rect">
                  <a:avLst/>
                </a:prstGeom>
              </p:spPr>
            </p:pic>
            <p:pic>
              <p:nvPicPr>
                <p:cNvPr id="647" name="Graphic 646" descr="Deciduous tree with solid fill">
                  <a:extLst>
                    <a:ext uri="{FF2B5EF4-FFF2-40B4-BE49-F238E27FC236}">
                      <a16:creationId xmlns:a16="http://schemas.microsoft.com/office/drawing/2014/main" id="{B5CC0CCF-EE82-C0C5-7298-D1572474E4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7798" y="1792173"/>
                  <a:ext cx="209457" cy="196410"/>
                </a:xfrm>
                <a:prstGeom prst="rect">
                  <a:avLst/>
                </a:prstGeom>
              </p:spPr>
            </p:pic>
            <p:pic>
              <p:nvPicPr>
                <p:cNvPr id="648" name="Graphic 647" descr="Deciduous tree with solid fill">
                  <a:extLst>
                    <a:ext uri="{FF2B5EF4-FFF2-40B4-BE49-F238E27FC236}">
                      <a16:creationId xmlns:a16="http://schemas.microsoft.com/office/drawing/2014/main" id="{EB7069E7-1788-1891-118E-07F809E283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09493" y="1915664"/>
                  <a:ext cx="209457" cy="196410"/>
                </a:xfrm>
                <a:prstGeom prst="rect">
                  <a:avLst/>
                </a:prstGeom>
              </p:spPr>
            </p:pic>
            <p:pic>
              <p:nvPicPr>
                <p:cNvPr id="649" name="Graphic 648" descr="Deciduous tree with solid fill">
                  <a:extLst>
                    <a:ext uri="{FF2B5EF4-FFF2-40B4-BE49-F238E27FC236}">
                      <a16:creationId xmlns:a16="http://schemas.microsoft.com/office/drawing/2014/main" id="{C463A642-F681-450E-23CF-E133FEAFC2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41187" y="2039155"/>
                  <a:ext cx="209457" cy="196410"/>
                </a:xfrm>
                <a:prstGeom prst="rect">
                  <a:avLst/>
                </a:prstGeom>
              </p:spPr>
            </p:pic>
            <p:pic>
              <p:nvPicPr>
                <p:cNvPr id="650" name="Graphic 649" descr="Deciduous tree with solid fill">
                  <a:extLst>
                    <a:ext uri="{FF2B5EF4-FFF2-40B4-BE49-F238E27FC236}">
                      <a16:creationId xmlns:a16="http://schemas.microsoft.com/office/drawing/2014/main" id="{306C3DA8-8981-AACE-A44F-7E72DBE205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72881" y="2162645"/>
                  <a:ext cx="209457" cy="196410"/>
                </a:xfrm>
                <a:prstGeom prst="rect">
                  <a:avLst/>
                </a:prstGeom>
              </p:spPr>
            </p:pic>
            <p:pic>
              <p:nvPicPr>
                <p:cNvPr id="651" name="Graphic 650" descr="Deciduous tree with solid fill">
                  <a:extLst>
                    <a:ext uri="{FF2B5EF4-FFF2-40B4-BE49-F238E27FC236}">
                      <a16:creationId xmlns:a16="http://schemas.microsoft.com/office/drawing/2014/main" id="{55B882CD-DA93-1208-F490-946B46BD4D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04576" y="2286136"/>
                  <a:ext cx="209457" cy="196410"/>
                </a:xfrm>
                <a:prstGeom prst="rect">
                  <a:avLst/>
                </a:prstGeom>
              </p:spPr>
            </p:pic>
            <p:pic>
              <p:nvPicPr>
                <p:cNvPr id="652" name="Graphic 651" descr="Deciduous tree with solid fill">
                  <a:extLst>
                    <a:ext uri="{FF2B5EF4-FFF2-40B4-BE49-F238E27FC236}">
                      <a16:creationId xmlns:a16="http://schemas.microsoft.com/office/drawing/2014/main" id="{5BAC7E27-A0F2-BEBD-0F65-1E3691D6F0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36270" y="2409627"/>
                  <a:ext cx="209457" cy="196410"/>
                </a:xfrm>
                <a:prstGeom prst="rect">
                  <a:avLst/>
                </a:prstGeom>
              </p:spPr>
            </p:pic>
            <p:pic>
              <p:nvPicPr>
                <p:cNvPr id="653" name="Graphic 652" descr="Deciduous tree with solid fill">
                  <a:extLst>
                    <a:ext uri="{FF2B5EF4-FFF2-40B4-BE49-F238E27FC236}">
                      <a16:creationId xmlns:a16="http://schemas.microsoft.com/office/drawing/2014/main" id="{5D1241C1-A74C-C4D1-A642-3E3673AC8C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67965" y="2533118"/>
                  <a:ext cx="209457" cy="196410"/>
                </a:xfrm>
                <a:prstGeom prst="rect">
                  <a:avLst/>
                </a:prstGeom>
              </p:spPr>
            </p:pic>
            <p:pic>
              <p:nvPicPr>
                <p:cNvPr id="654" name="Graphic 653" descr="Deciduous tree with solid fill">
                  <a:extLst>
                    <a:ext uri="{FF2B5EF4-FFF2-40B4-BE49-F238E27FC236}">
                      <a16:creationId xmlns:a16="http://schemas.microsoft.com/office/drawing/2014/main" id="{736BF76D-CD55-4F1E-E294-919274ED17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99660" y="2656610"/>
                  <a:ext cx="209457" cy="196410"/>
                </a:xfrm>
                <a:prstGeom prst="rect">
                  <a:avLst/>
                </a:prstGeom>
              </p:spPr>
            </p:pic>
            <p:pic>
              <p:nvPicPr>
                <p:cNvPr id="655" name="Graphic 654" descr="Deciduous tree with solid fill">
                  <a:extLst>
                    <a:ext uri="{FF2B5EF4-FFF2-40B4-BE49-F238E27FC236}">
                      <a16:creationId xmlns:a16="http://schemas.microsoft.com/office/drawing/2014/main" id="{2ABEBB06-F152-2F28-C774-0A6E25F75B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31354" y="2780100"/>
                  <a:ext cx="209457" cy="196410"/>
                </a:xfrm>
                <a:prstGeom prst="rect">
                  <a:avLst/>
                </a:prstGeom>
              </p:spPr>
            </p:pic>
            <p:pic>
              <p:nvPicPr>
                <p:cNvPr id="656" name="Graphic 655" descr="Deciduous tree with solid fill">
                  <a:extLst>
                    <a:ext uri="{FF2B5EF4-FFF2-40B4-BE49-F238E27FC236}">
                      <a16:creationId xmlns:a16="http://schemas.microsoft.com/office/drawing/2014/main" id="{3579CDBE-2805-11F6-FBC0-D92CBF6944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3048" y="2903591"/>
                  <a:ext cx="209457" cy="196410"/>
                </a:xfrm>
                <a:prstGeom prst="rect">
                  <a:avLst/>
                </a:prstGeom>
              </p:spPr>
            </p:pic>
            <p:pic>
              <p:nvPicPr>
                <p:cNvPr id="657" name="Graphic 656" descr="Deciduous tree with solid fill">
                  <a:extLst>
                    <a:ext uri="{FF2B5EF4-FFF2-40B4-BE49-F238E27FC236}">
                      <a16:creationId xmlns:a16="http://schemas.microsoft.com/office/drawing/2014/main" id="{369BA022-B62D-0D75-939A-0CEEA3587D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4743" y="3027082"/>
                  <a:ext cx="209457" cy="196410"/>
                </a:xfrm>
                <a:prstGeom prst="rect">
                  <a:avLst/>
                </a:prstGeom>
              </p:spPr>
            </p:pic>
            <p:pic>
              <p:nvPicPr>
                <p:cNvPr id="658" name="Graphic 657" descr="Deciduous tree with solid fill">
                  <a:extLst>
                    <a:ext uri="{FF2B5EF4-FFF2-40B4-BE49-F238E27FC236}">
                      <a16:creationId xmlns:a16="http://schemas.microsoft.com/office/drawing/2014/main" id="{4FCB5823-AFC2-3361-214B-4A5F979D06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26438" y="3150573"/>
                  <a:ext cx="209457" cy="196410"/>
                </a:xfrm>
                <a:prstGeom prst="rect">
                  <a:avLst/>
                </a:prstGeom>
              </p:spPr>
            </p:pic>
            <p:pic>
              <p:nvPicPr>
                <p:cNvPr id="659" name="Graphic 658" descr="Deciduous tree with solid fill">
                  <a:extLst>
                    <a:ext uri="{FF2B5EF4-FFF2-40B4-BE49-F238E27FC236}">
                      <a16:creationId xmlns:a16="http://schemas.microsoft.com/office/drawing/2014/main" id="{9C61E3ED-AE2B-DE4F-171B-6FFA51FC4D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58132" y="3274064"/>
                  <a:ext cx="209457" cy="196410"/>
                </a:xfrm>
                <a:prstGeom prst="rect">
                  <a:avLst/>
                </a:prstGeom>
              </p:spPr>
            </p:pic>
            <p:pic>
              <p:nvPicPr>
                <p:cNvPr id="660" name="Graphic 659" descr="Deciduous tree with solid fill">
                  <a:extLst>
                    <a:ext uri="{FF2B5EF4-FFF2-40B4-BE49-F238E27FC236}">
                      <a16:creationId xmlns:a16="http://schemas.microsoft.com/office/drawing/2014/main" id="{6B532914-8E7E-F1B0-01BF-4173495C7C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63424" y="1696313"/>
                  <a:ext cx="209457" cy="196410"/>
                </a:xfrm>
                <a:prstGeom prst="rect">
                  <a:avLst/>
                </a:prstGeom>
              </p:spPr>
            </p:pic>
            <p:pic>
              <p:nvPicPr>
                <p:cNvPr id="661" name="Graphic 660" descr="Deciduous tree with solid fill">
                  <a:extLst>
                    <a:ext uri="{FF2B5EF4-FFF2-40B4-BE49-F238E27FC236}">
                      <a16:creationId xmlns:a16="http://schemas.microsoft.com/office/drawing/2014/main" id="{9FCC7E26-FFD7-19CF-5582-F58983D39B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95119" y="1819804"/>
                  <a:ext cx="209457" cy="196410"/>
                </a:xfrm>
                <a:prstGeom prst="rect">
                  <a:avLst/>
                </a:prstGeom>
              </p:spPr>
            </p:pic>
            <p:pic>
              <p:nvPicPr>
                <p:cNvPr id="662" name="Graphic 661" descr="Deciduous tree with solid fill">
                  <a:extLst>
                    <a:ext uri="{FF2B5EF4-FFF2-40B4-BE49-F238E27FC236}">
                      <a16:creationId xmlns:a16="http://schemas.microsoft.com/office/drawing/2014/main" id="{D19D3BFA-15A3-BCDB-5F1C-82D34EB3B8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26813" y="1943295"/>
                  <a:ext cx="209457" cy="196410"/>
                </a:xfrm>
                <a:prstGeom prst="rect">
                  <a:avLst/>
                </a:prstGeom>
              </p:spPr>
            </p:pic>
            <p:pic>
              <p:nvPicPr>
                <p:cNvPr id="663" name="Graphic 662" descr="Deciduous tree with solid fill">
                  <a:extLst>
                    <a:ext uri="{FF2B5EF4-FFF2-40B4-BE49-F238E27FC236}">
                      <a16:creationId xmlns:a16="http://schemas.microsoft.com/office/drawing/2014/main" id="{80BF2C0F-3C95-761C-E1F9-87E15C3CD9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58507" y="2066786"/>
                  <a:ext cx="209457" cy="196410"/>
                </a:xfrm>
                <a:prstGeom prst="rect">
                  <a:avLst/>
                </a:prstGeom>
              </p:spPr>
            </p:pic>
            <p:pic>
              <p:nvPicPr>
                <p:cNvPr id="664" name="Graphic 663" descr="Deciduous tree with solid fill">
                  <a:extLst>
                    <a:ext uri="{FF2B5EF4-FFF2-40B4-BE49-F238E27FC236}">
                      <a16:creationId xmlns:a16="http://schemas.microsoft.com/office/drawing/2014/main" id="{927EEB26-4FDE-135F-3954-8FFE50EF41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90202" y="2190277"/>
                  <a:ext cx="209457" cy="196410"/>
                </a:xfrm>
                <a:prstGeom prst="rect">
                  <a:avLst/>
                </a:prstGeom>
              </p:spPr>
            </p:pic>
            <p:pic>
              <p:nvPicPr>
                <p:cNvPr id="665" name="Graphic 664" descr="Deciduous tree with solid fill">
                  <a:extLst>
                    <a:ext uri="{FF2B5EF4-FFF2-40B4-BE49-F238E27FC236}">
                      <a16:creationId xmlns:a16="http://schemas.microsoft.com/office/drawing/2014/main" id="{C2C0D35C-7BC5-7BCA-FF40-6E972B6F36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21897" y="2313768"/>
                  <a:ext cx="209457" cy="196410"/>
                </a:xfrm>
                <a:prstGeom prst="rect">
                  <a:avLst/>
                </a:prstGeom>
              </p:spPr>
            </p:pic>
            <p:pic>
              <p:nvPicPr>
                <p:cNvPr id="666" name="Graphic 665" descr="Deciduous tree with solid fill">
                  <a:extLst>
                    <a:ext uri="{FF2B5EF4-FFF2-40B4-BE49-F238E27FC236}">
                      <a16:creationId xmlns:a16="http://schemas.microsoft.com/office/drawing/2014/main" id="{6A105798-C951-6BD7-9E82-7DEED2EEFF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53591" y="2437259"/>
                  <a:ext cx="209457" cy="196410"/>
                </a:xfrm>
                <a:prstGeom prst="rect">
                  <a:avLst/>
                </a:prstGeom>
              </p:spPr>
            </p:pic>
            <p:pic>
              <p:nvPicPr>
                <p:cNvPr id="667" name="Graphic 666" descr="Deciduous tree with solid fill">
                  <a:extLst>
                    <a:ext uri="{FF2B5EF4-FFF2-40B4-BE49-F238E27FC236}">
                      <a16:creationId xmlns:a16="http://schemas.microsoft.com/office/drawing/2014/main" id="{F9C67F40-0675-ED71-4888-5DC73A171B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85286" y="2560750"/>
                  <a:ext cx="209457" cy="196410"/>
                </a:xfrm>
                <a:prstGeom prst="rect">
                  <a:avLst/>
                </a:prstGeom>
              </p:spPr>
            </p:pic>
            <p:pic>
              <p:nvPicPr>
                <p:cNvPr id="668" name="Graphic 667" descr="Deciduous tree with solid fill">
                  <a:extLst>
                    <a:ext uri="{FF2B5EF4-FFF2-40B4-BE49-F238E27FC236}">
                      <a16:creationId xmlns:a16="http://schemas.microsoft.com/office/drawing/2014/main" id="{03613E7B-A339-A1EC-0A72-B0F25B04F5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16980" y="2684241"/>
                  <a:ext cx="209457" cy="196410"/>
                </a:xfrm>
                <a:prstGeom prst="rect">
                  <a:avLst/>
                </a:prstGeom>
              </p:spPr>
            </p:pic>
            <p:pic>
              <p:nvPicPr>
                <p:cNvPr id="669" name="Graphic 668" descr="Deciduous tree with solid fill">
                  <a:extLst>
                    <a:ext uri="{FF2B5EF4-FFF2-40B4-BE49-F238E27FC236}">
                      <a16:creationId xmlns:a16="http://schemas.microsoft.com/office/drawing/2014/main" id="{17BC1053-8B85-8440-DE1D-A8AB2280AF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48674" y="2807732"/>
                  <a:ext cx="209457" cy="196410"/>
                </a:xfrm>
                <a:prstGeom prst="rect">
                  <a:avLst/>
                </a:prstGeom>
              </p:spPr>
            </p:pic>
            <p:pic>
              <p:nvPicPr>
                <p:cNvPr id="670" name="Graphic 669" descr="Deciduous tree with solid fill">
                  <a:extLst>
                    <a:ext uri="{FF2B5EF4-FFF2-40B4-BE49-F238E27FC236}">
                      <a16:creationId xmlns:a16="http://schemas.microsoft.com/office/drawing/2014/main" id="{9CF323ED-1B31-C0B4-706D-B073AE1A30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80369" y="2931222"/>
                  <a:ext cx="209457" cy="196410"/>
                </a:xfrm>
                <a:prstGeom prst="rect">
                  <a:avLst/>
                </a:prstGeom>
              </p:spPr>
            </p:pic>
            <p:pic>
              <p:nvPicPr>
                <p:cNvPr id="671" name="Graphic 670" descr="Deciduous tree with solid fill">
                  <a:extLst>
                    <a:ext uri="{FF2B5EF4-FFF2-40B4-BE49-F238E27FC236}">
                      <a16:creationId xmlns:a16="http://schemas.microsoft.com/office/drawing/2014/main" id="{AB19BAE4-1930-4B05-4E4F-BBE0F02DF0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2064" y="3054713"/>
                  <a:ext cx="209457" cy="196410"/>
                </a:xfrm>
                <a:prstGeom prst="rect">
                  <a:avLst/>
                </a:prstGeom>
              </p:spPr>
            </p:pic>
            <p:pic>
              <p:nvPicPr>
                <p:cNvPr id="672" name="Graphic 671" descr="Deciduous tree with solid fill">
                  <a:extLst>
                    <a:ext uri="{FF2B5EF4-FFF2-40B4-BE49-F238E27FC236}">
                      <a16:creationId xmlns:a16="http://schemas.microsoft.com/office/drawing/2014/main" id="{DB6FD922-D222-210B-2602-A5032F56E7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43758" y="3178205"/>
                  <a:ext cx="209457" cy="196410"/>
                </a:xfrm>
                <a:prstGeom prst="rect">
                  <a:avLst/>
                </a:prstGeom>
              </p:spPr>
            </p:pic>
            <p:pic>
              <p:nvPicPr>
                <p:cNvPr id="673" name="Graphic 672" descr="Deciduous tree with solid fill">
                  <a:extLst>
                    <a:ext uri="{FF2B5EF4-FFF2-40B4-BE49-F238E27FC236}">
                      <a16:creationId xmlns:a16="http://schemas.microsoft.com/office/drawing/2014/main" id="{5A0A3AD9-37EB-80F8-3C34-1EE2431F50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4000" y="1608275"/>
                  <a:ext cx="209457" cy="196410"/>
                </a:xfrm>
                <a:prstGeom prst="rect">
                  <a:avLst/>
                </a:prstGeom>
              </p:spPr>
            </p:pic>
            <p:pic>
              <p:nvPicPr>
                <p:cNvPr id="674" name="Graphic 673" descr="Deciduous tree with solid fill">
                  <a:extLst>
                    <a:ext uri="{FF2B5EF4-FFF2-40B4-BE49-F238E27FC236}">
                      <a16:creationId xmlns:a16="http://schemas.microsoft.com/office/drawing/2014/main" id="{0835294F-1F83-4700-3BD3-CC9A1A730F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65695" y="1731766"/>
                  <a:ext cx="209457" cy="196410"/>
                </a:xfrm>
                <a:prstGeom prst="rect">
                  <a:avLst/>
                </a:prstGeom>
              </p:spPr>
            </p:pic>
            <p:pic>
              <p:nvPicPr>
                <p:cNvPr id="675" name="Graphic 674" descr="Deciduous tree with solid fill">
                  <a:extLst>
                    <a:ext uri="{FF2B5EF4-FFF2-40B4-BE49-F238E27FC236}">
                      <a16:creationId xmlns:a16="http://schemas.microsoft.com/office/drawing/2014/main" id="{70C76DE6-BBB6-AD82-D2A5-E224A86740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97390" y="1855257"/>
                  <a:ext cx="209457" cy="196410"/>
                </a:xfrm>
                <a:prstGeom prst="rect">
                  <a:avLst/>
                </a:prstGeom>
              </p:spPr>
            </p:pic>
            <p:pic>
              <p:nvPicPr>
                <p:cNvPr id="676" name="Graphic 675" descr="Deciduous tree with solid fill">
                  <a:extLst>
                    <a:ext uri="{FF2B5EF4-FFF2-40B4-BE49-F238E27FC236}">
                      <a16:creationId xmlns:a16="http://schemas.microsoft.com/office/drawing/2014/main" id="{DB26FF8D-CD77-7B87-C774-BB4CDD5BFD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29084" y="1978747"/>
                  <a:ext cx="209457" cy="196410"/>
                </a:xfrm>
                <a:prstGeom prst="rect">
                  <a:avLst/>
                </a:prstGeom>
              </p:spPr>
            </p:pic>
            <p:pic>
              <p:nvPicPr>
                <p:cNvPr id="677" name="Graphic 676" descr="Deciduous tree with solid fill">
                  <a:extLst>
                    <a:ext uri="{FF2B5EF4-FFF2-40B4-BE49-F238E27FC236}">
                      <a16:creationId xmlns:a16="http://schemas.microsoft.com/office/drawing/2014/main" id="{40E946AA-A074-E17C-08BD-C9EC962953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60778" y="2102239"/>
                  <a:ext cx="209457" cy="196410"/>
                </a:xfrm>
                <a:prstGeom prst="rect">
                  <a:avLst/>
                </a:prstGeom>
              </p:spPr>
            </p:pic>
            <p:pic>
              <p:nvPicPr>
                <p:cNvPr id="678" name="Graphic 677" descr="Deciduous tree with solid fill">
                  <a:extLst>
                    <a:ext uri="{FF2B5EF4-FFF2-40B4-BE49-F238E27FC236}">
                      <a16:creationId xmlns:a16="http://schemas.microsoft.com/office/drawing/2014/main" id="{865A44F5-EB94-31FF-4AA7-37739DCA62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92473" y="2225730"/>
                  <a:ext cx="209457" cy="196410"/>
                </a:xfrm>
                <a:prstGeom prst="rect">
                  <a:avLst/>
                </a:prstGeom>
              </p:spPr>
            </p:pic>
            <p:pic>
              <p:nvPicPr>
                <p:cNvPr id="679" name="Graphic 678" descr="Deciduous tree with solid fill">
                  <a:extLst>
                    <a:ext uri="{FF2B5EF4-FFF2-40B4-BE49-F238E27FC236}">
                      <a16:creationId xmlns:a16="http://schemas.microsoft.com/office/drawing/2014/main" id="{C06870F3-790A-D3E0-86F3-8EC3DA9A47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4167" y="2349221"/>
                  <a:ext cx="209457" cy="196410"/>
                </a:xfrm>
                <a:prstGeom prst="rect">
                  <a:avLst/>
                </a:prstGeom>
              </p:spPr>
            </p:pic>
            <p:pic>
              <p:nvPicPr>
                <p:cNvPr id="680" name="Graphic 679" descr="Deciduous tree with solid fill">
                  <a:extLst>
                    <a:ext uri="{FF2B5EF4-FFF2-40B4-BE49-F238E27FC236}">
                      <a16:creationId xmlns:a16="http://schemas.microsoft.com/office/drawing/2014/main" id="{CF4E3F34-638B-6B94-716E-064F5D0E26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55862" y="2472712"/>
                  <a:ext cx="209457" cy="196410"/>
                </a:xfrm>
                <a:prstGeom prst="rect">
                  <a:avLst/>
                </a:prstGeom>
              </p:spPr>
            </p:pic>
            <p:pic>
              <p:nvPicPr>
                <p:cNvPr id="681" name="Graphic 680" descr="Deciduous tree with solid fill">
                  <a:extLst>
                    <a:ext uri="{FF2B5EF4-FFF2-40B4-BE49-F238E27FC236}">
                      <a16:creationId xmlns:a16="http://schemas.microsoft.com/office/drawing/2014/main" id="{FDFA4C72-1F35-03EC-8792-979DB37908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87557" y="2596202"/>
                  <a:ext cx="209457" cy="196410"/>
                </a:xfrm>
                <a:prstGeom prst="rect">
                  <a:avLst/>
                </a:prstGeom>
              </p:spPr>
            </p:pic>
            <p:pic>
              <p:nvPicPr>
                <p:cNvPr id="682" name="Graphic 681" descr="Deciduous tree with solid fill">
                  <a:extLst>
                    <a:ext uri="{FF2B5EF4-FFF2-40B4-BE49-F238E27FC236}">
                      <a16:creationId xmlns:a16="http://schemas.microsoft.com/office/drawing/2014/main" id="{F280ED69-17A7-A14A-1661-09A75AAD5C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19251" y="2719693"/>
                  <a:ext cx="209457" cy="196410"/>
                </a:xfrm>
                <a:prstGeom prst="rect">
                  <a:avLst/>
                </a:prstGeom>
              </p:spPr>
            </p:pic>
            <p:pic>
              <p:nvPicPr>
                <p:cNvPr id="683" name="Graphic 682" descr="Deciduous tree with solid fill">
                  <a:extLst>
                    <a:ext uri="{FF2B5EF4-FFF2-40B4-BE49-F238E27FC236}">
                      <a16:creationId xmlns:a16="http://schemas.microsoft.com/office/drawing/2014/main" id="{AE37C76D-2CBC-9D0C-5C8A-7510BF5FD8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50945" y="2843184"/>
                  <a:ext cx="209457" cy="196410"/>
                </a:xfrm>
                <a:prstGeom prst="rect">
                  <a:avLst/>
                </a:prstGeom>
              </p:spPr>
            </p:pic>
            <p:pic>
              <p:nvPicPr>
                <p:cNvPr id="684" name="Graphic 683" descr="Deciduous tree with solid fill">
                  <a:extLst>
                    <a:ext uri="{FF2B5EF4-FFF2-40B4-BE49-F238E27FC236}">
                      <a16:creationId xmlns:a16="http://schemas.microsoft.com/office/drawing/2014/main" id="{33585428-BD68-4480-5254-37224C54AA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82640" y="2966675"/>
                  <a:ext cx="209457" cy="196410"/>
                </a:xfrm>
                <a:prstGeom prst="rect">
                  <a:avLst/>
                </a:prstGeom>
              </p:spPr>
            </p:pic>
            <p:pic>
              <p:nvPicPr>
                <p:cNvPr id="685" name="Graphic 684" descr="Deciduous tree with solid fill">
                  <a:extLst>
                    <a:ext uri="{FF2B5EF4-FFF2-40B4-BE49-F238E27FC236}">
                      <a16:creationId xmlns:a16="http://schemas.microsoft.com/office/drawing/2014/main" id="{207EE23D-FAA0-62BC-C252-1C81E54049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14335" y="3090167"/>
                  <a:ext cx="209457" cy="196410"/>
                </a:xfrm>
                <a:prstGeom prst="rect">
                  <a:avLst/>
                </a:prstGeom>
              </p:spPr>
            </p:pic>
            <p:pic>
              <p:nvPicPr>
                <p:cNvPr id="686" name="Graphic 685" descr="Deciduous tree with solid fill">
                  <a:extLst>
                    <a:ext uri="{FF2B5EF4-FFF2-40B4-BE49-F238E27FC236}">
                      <a16:creationId xmlns:a16="http://schemas.microsoft.com/office/drawing/2014/main" id="{E88E4DCD-99AB-16F8-C814-5D7BD60722B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01930" y="3495464"/>
                  <a:ext cx="209457" cy="196410"/>
                </a:xfrm>
                <a:prstGeom prst="rect">
                  <a:avLst/>
                </a:prstGeom>
              </p:spPr>
            </p:pic>
            <p:pic>
              <p:nvPicPr>
                <p:cNvPr id="687" name="Graphic 686" descr="Deciduous tree with solid fill">
                  <a:extLst>
                    <a:ext uri="{FF2B5EF4-FFF2-40B4-BE49-F238E27FC236}">
                      <a16:creationId xmlns:a16="http://schemas.microsoft.com/office/drawing/2014/main" id="{1AFEC381-D3AA-5E64-9601-0024A38064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93211" y="3413690"/>
                  <a:ext cx="209457" cy="196410"/>
                </a:xfrm>
                <a:prstGeom prst="rect">
                  <a:avLst/>
                </a:prstGeom>
              </p:spPr>
            </p:pic>
            <p:pic>
              <p:nvPicPr>
                <p:cNvPr id="688" name="Graphic 687" descr="Deciduous tree with solid fill">
                  <a:extLst>
                    <a:ext uri="{FF2B5EF4-FFF2-40B4-BE49-F238E27FC236}">
                      <a16:creationId xmlns:a16="http://schemas.microsoft.com/office/drawing/2014/main" id="{C7242547-6218-6D96-4FA2-60EC60444D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24297" y="4001194"/>
                  <a:ext cx="209457" cy="196410"/>
                </a:xfrm>
                <a:prstGeom prst="rect">
                  <a:avLst/>
                </a:prstGeom>
              </p:spPr>
            </p:pic>
          </p:grpSp>
        </p:grpSp>
        <p:sp>
          <p:nvSpPr>
            <p:cNvPr id="689" name="TextBox 688">
              <a:extLst>
                <a:ext uri="{FF2B5EF4-FFF2-40B4-BE49-F238E27FC236}">
                  <a16:creationId xmlns:a16="http://schemas.microsoft.com/office/drawing/2014/main" id="{2F7AF460-7130-1858-5376-7906D47B796E}"/>
                </a:ext>
              </a:extLst>
            </p:cNvPr>
            <p:cNvSpPr txBox="1"/>
            <p:nvPr/>
          </p:nvSpPr>
          <p:spPr>
            <a:xfrm>
              <a:off x="5015881" y="4719942"/>
              <a:ext cx="2304256" cy="979550"/>
            </a:xfrm>
            <a:prstGeom prst="rect">
              <a:avLst/>
            </a:prstGeom>
            <a:noFill/>
          </p:spPr>
          <p:txBody>
            <a:bodyPr wrap="square" lIns="0" tIns="0" rIns="0" bIns="0" rtlCol="0">
              <a:spAutoFit/>
            </a:bodyPr>
            <a:lstStyle/>
            <a:p>
              <a:pPr algn="ctr"/>
              <a:r>
                <a:rPr lang="en-US" b="1" dirty="0">
                  <a:latin typeface="Aptos" panose="020B0004020202020204" pitchFamily="34" charset="0"/>
                </a:rPr>
                <a:t>Sequence Genomes</a:t>
              </a:r>
              <a:endParaRPr lang="en-US" b="1" noProof="0" dirty="0">
                <a:latin typeface="Aptos" panose="020B0004020202020204" pitchFamily="34" charset="0"/>
              </a:endParaRPr>
            </a:p>
          </p:txBody>
        </p:sp>
        <mc:AlternateContent xmlns:mc="http://schemas.openxmlformats.org/markup-compatibility/2006" xmlns:a14="http://schemas.microsoft.com/office/drawing/2010/main">
          <mc:Choice Requires="a14">
            <p:sp>
              <p:nvSpPr>
                <p:cNvPr id="690" name="TextBox 689">
                  <a:extLst>
                    <a:ext uri="{FF2B5EF4-FFF2-40B4-BE49-F238E27FC236}">
                      <a16:creationId xmlns:a16="http://schemas.microsoft.com/office/drawing/2014/main" id="{F5F4600D-F55F-EBEF-B07A-C2ED967B2105}"/>
                    </a:ext>
                  </a:extLst>
                </p:cNvPr>
                <p:cNvSpPr txBox="1"/>
                <p:nvPr/>
              </p:nvSpPr>
              <p:spPr>
                <a:xfrm>
                  <a:off x="8766472" y="4662344"/>
                  <a:ext cx="2304256" cy="979550"/>
                </a:xfrm>
                <a:prstGeom prst="rect">
                  <a:avLst/>
                </a:prstGeom>
                <a:noFill/>
              </p:spPr>
              <p:txBody>
                <a:bodyPr wrap="square" lIns="0" tIns="0" rIns="0" bIns="0" rtlCol="0">
                  <a:spAutoFit/>
                </a:bodyPr>
                <a:lstStyle/>
                <a:p>
                  <a:pPr algn="ctr"/>
                  <a14:m>
                    <m:oMath xmlns:m="http://schemas.openxmlformats.org/officeDocument/2006/math">
                      <m:sSub>
                        <m:sSubPr>
                          <m:ctrlPr>
                            <a:rPr lang="en-US" b="1" i="1" noProof="0" smtClean="0">
                              <a:latin typeface="Cambria Math" panose="02040503050406030204" pitchFamily="18" charset="0"/>
                            </a:rPr>
                          </m:ctrlPr>
                        </m:sSubPr>
                        <m:e>
                          <m:r>
                            <a:rPr lang="en-US" b="1" i="1" noProof="0" smtClean="0">
                              <a:latin typeface="Cambria Math" panose="02040503050406030204" pitchFamily="18" charset="0"/>
                            </a:rPr>
                            <m:t>𝑵</m:t>
                          </m:r>
                        </m:e>
                        <m:sub>
                          <m:r>
                            <a:rPr lang="en-US" b="1" i="1" noProof="0" smtClean="0">
                              <a:latin typeface="Cambria Math" panose="02040503050406030204" pitchFamily="18" charset="0"/>
                            </a:rPr>
                            <m:t>𝒆</m:t>
                          </m:r>
                        </m:sub>
                      </m:sSub>
                    </m:oMath>
                  </a14:m>
                  <a:r>
                    <a:rPr lang="en-US" b="1" noProof="0" dirty="0">
                      <a:latin typeface="Aptos" panose="020B0004020202020204" pitchFamily="34" charset="0"/>
                    </a:rPr>
                    <a:t> Estimation</a:t>
                  </a:r>
                </a:p>
              </p:txBody>
            </p:sp>
          </mc:Choice>
          <mc:Fallback xmlns="">
            <p:sp>
              <p:nvSpPr>
                <p:cNvPr id="690" name="TextBox 689">
                  <a:extLst>
                    <a:ext uri="{FF2B5EF4-FFF2-40B4-BE49-F238E27FC236}">
                      <a16:creationId xmlns:a16="http://schemas.microsoft.com/office/drawing/2014/main" id="{B905B23F-B672-08A2-B863-6411444931CE}"/>
                    </a:ext>
                  </a:extLst>
                </p:cNvPr>
                <p:cNvSpPr txBox="1">
                  <a:spLocks noRot="1" noChangeAspect="1" noMove="1" noResize="1" noEditPoints="1" noAdjustHandles="1" noChangeArrowheads="1" noChangeShapeType="1" noTextEdit="1"/>
                </p:cNvSpPr>
                <p:nvPr/>
              </p:nvSpPr>
              <p:spPr>
                <a:xfrm>
                  <a:off x="8766472" y="4662344"/>
                  <a:ext cx="2304256" cy="979550"/>
                </a:xfrm>
                <a:prstGeom prst="rect">
                  <a:avLst/>
                </a:prstGeom>
                <a:blipFill>
                  <a:blip r:embed="rId8"/>
                  <a:stretch>
                    <a:fillRect l="-12270" r="-12270" b="-24051"/>
                  </a:stretch>
                </a:blipFill>
              </p:spPr>
              <p:txBody>
                <a:bodyPr/>
                <a:lstStyle/>
                <a:p>
                  <a:r>
                    <a:rPr lang="en-CH">
                      <a:noFill/>
                    </a:rPr>
                    <a:t> </a:t>
                  </a:r>
                </a:p>
              </p:txBody>
            </p:sp>
          </mc:Fallback>
        </mc:AlternateContent>
        <p:grpSp>
          <p:nvGrpSpPr>
            <p:cNvPr id="691" name="Group 690">
              <a:extLst>
                <a:ext uri="{FF2B5EF4-FFF2-40B4-BE49-F238E27FC236}">
                  <a16:creationId xmlns:a16="http://schemas.microsoft.com/office/drawing/2014/main" id="{34599E6A-7DED-7396-2CA9-8BBBE212EF3B}"/>
                </a:ext>
              </a:extLst>
            </p:cNvPr>
            <p:cNvGrpSpPr/>
            <p:nvPr/>
          </p:nvGrpSpPr>
          <p:grpSpPr>
            <a:xfrm>
              <a:off x="4514912" y="1247498"/>
              <a:ext cx="3168352" cy="3312368"/>
              <a:chOff x="4583832" y="1272456"/>
              <a:chExt cx="3168352" cy="3312368"/>
            </a:xfrm>
            <a:effectLst>
              <a:outerShdw blurRad="50800" dist="38100" dir="2700000" algn="tl" rotWithShape="0">
                <a:prstClr val="black">
                  <a:alpha val="40000"/>
                </a:prstClr>
              </a:outerShdw>
            </a:effectLst>
          </p:grpSpPr>
          <p:sp>
            <p:nvSpPr>
              <p:cNvPr id="692" name="Rectangle: Rounded Corners 691">
                <a:extLst>
                  <a:ext uri="{FF2B5EF4-FFF2-40B4-BE49-F238E27FC236}">
                    <a16:creationId xmlns:a16="http://schemas.microsoft.com/office/drawing/2014/main" id="{B4D294AB-5806-80C6-28A3-FC53AD9A75BD}"/>
                  </a:ext>
                </a:extLst>
              </p:cNvPr>
              <p:cNvSpPr/>
              <p:nvPr/>
            </p:nvSpPr>
            <p:spPr>
              <a:xfrm>
                <a:off x="4583832" y="1272456"/>
                <a:ext cx="3168352" cy="3312368"/>
              </a:xfrm>
              <a:prstGeom prst="roundRe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93" name="Graphic 692" descr="Deciduous tree with solid fill">
                <a:extLst>
                  <a:ext uri="{FF2B5EF4-FFF2-40B4-BE49-F238E27FC236}">
                    <a16:creationId xmlns:a16="http://schemas.microsoft.com/office/drawing/2014/main" id="{5D1A12FE-FD6C-7C69-D851-CFD5DA62FFB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47197" y="1420798"/>
                <a:ext cx="369579" cy="281371"/>
              </a:xfrm>
              <a:prstGeom prst="rect">
                <a:avLst/>
              </a:prstGeom>
              <a:effectLst>
                <a:outerShdw blurRad="50800" dist="38100" dir="2700000" algn="tl" rotWithShape="0">
                  <a:prstClr val="black">
                    <a:alpha val="40000"/>
                  </a:prstClr>
                </a:outerShdw>
              </a:effectLst>
            </p:spPr>
          </p:pic>
          <p:pic>
            <p:nvPicPr>
              <p:cNvPr id="694" name="Graphic 693" descr="Deciduous tree with solid fill">
                <a:extLst>
                  <a:ext uri="{FF2B5EF4-FFF2-40B4-BE49-F238E27FC236}">
                    <a16:creationId xmlns:a16="http://schemas.microsoft.com/office/drawing/2014/main" id="{5E0DEB42-BF81-2484-B0E1-8284AC996DD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47197" y="1724183"/>
                <a:ext cx="369579" cy="281371"/>
              </a:xfrm>
              <a:prstGeom prst="rect">
                <a:avLst/>
              </a:prstGeom>
              <a:effectLst>
                <a:outerShdw blurRad="50800" dist="38100" dir="2700000" algn="tl" rotWithShape="0">
                  <a:prstClr val="black">
                    <a:alpha val="40000"/>
                  </a:prstClr>
                </a:outerShdw>
              </a:effectLst>
            </p:spPr>
          </p:pic>
          <p:pic>
            <p:nvPicPr>
              <p:cNvPr id="695" name="Graphic 694" descr="Deciduous tree with solid fill">
                <a:extLst>
                  <a:ext uri="{FF2B5EF4-FFF2-40B4-BE49-F238E27FC236}">
                    <a16:creationId xmlns:a16="http://schemas.microsoft.com/office/drawing/2014/main" id="{63BD8C19-1171-1798-8A37-5F099789E08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50359" y="2027569"/>
                <a:ext cx="369579" cy="281371"/>
              </a:xfrm>
              <a:prstGeom prst="rect">
                <a:avLst/>
              </a:prstGeom>
              <a:effectLst>
                <a:outerShdw blurRad="50800" dist="38100" dir="2700000" algn="tl" rotWithShape="0">
                  <a:prstClr val="black">
                    <a:alpha val="40000"/>
                  </a:prstClr>
                </a:outerShdw>
              </a:effectLst>
            </p:spPr>
          </p:pic>
          <p:pic>
            <p:nvPicPr>
              <p:cNvPr id="696" name="Graphic 695" descr="Deciduous tree with solid fill">
                <a:extLst>
                  <a:ext uri="{FF2B5EF4-FFF2-40B4-BE49-F238E27FC236}">
                    <a16:creationId xmlns:a16="http://schemas.microsoft.com/office/drawing/2014/main" id="{6835CF77-772D-83E8-9E45-44F85B2B7D6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47196" y="2327406"/>
                <a:ext cx="369579" cy="281371"/>
              </a:xfrm>
              <a:prstGeom prst="rect">
                <a:avLst/>
              </a:prstGeom>
              <a:effectLst>
                <a:outerShdw blurRad="50800" dist="38100" dir="2700000" algn="tl" rotWithShape="0">
                  <a:prstClr val="black">
                    <a:alpha val="40000"/>
                  </a:prstClr>
                </a:outerShdw>
              </a:effectLst>
            </p:spPr>
          </p:pic>
          <p:pic>
            <p:nvPicPr>
              <p:cNvPr id="697" name="Graphic 696" descr="Deciduous tree with solid fill">
                <a:extLst>
                  <a:ext uri="{FF2B5EF4-FFF2-40B4-BE49-F238E27FC236}">
                    <a16:creationId xmlns:a16="http://schemas.microsoft.com/office/drawing/2014/main" id="{D0A856F1-8AAF-EB32-8807-47BCD935A8A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47196" y="2634339"/>
                <a:ext cx="369579" cy="281371"/>
              </a:xfrm>
              <a:prstGeom prst="rect">
                <a:avLst/>
              </a:prstGeom>
              <a:effectLst>
                <a:outerShdw blurRad="50800" dist="38100" dir="2700000" algn="tl" rotWithShape="0">
                  <a:prstClr val="black">
                    <a:alpha val="40000"/>
                  </a:prstClr>
                </a:outerShdw>
              </a:effectLst>
            </p:spPr>
          </p:pic>
          <p:pic>
            <p:nvPicPr>
              <p:cNvPr id="698" name="Graphic 697" descr="Deciduous tree with solid fill">
                <a:extLst>
                  <a:ext uri="{FF2B5EF4-FFF2-40B4-BE49-F238E27FC236}">
                    <a16:creationId xmlns:a16="http://schemas.microsoft.com/office/drawing/2014/main" id="{2F5A1AAE-8619-8CBB-DF2B-41D13587C2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47196" y="2937725"/>
                <a:ext cx="369579" cy="281371"/>
              </a:xfrm>
              <a:prstGeom prst="rect">
                <a:avLst/>
              </a:prstGeom>
              <a:effectLst>
                <a:outerShdw blurRad="50800" dist="38100" dir="2700000" algn="tl" rotWithShape="0">
                  <a:prstClr val="black">
                    <a:alpha val="40000"/>
                  </a:prstClr>
                </a:outerShdw>
              </a:effectLst>
            </p:spPr>
          </p:pic>
          <p:pic>
            <p:nvPicPr>
              <p:cNvPr id="699" name="Graphic 698" descr="Deciduous tree with solid fill">
                <a:extLst>
                  <a:ext uri="{FF2B5EF4-FFF2-40B4-BE49-F238E27FC236}">
                    <a16:creationId xmlns:a16="http://schemas.microsoft.com/office/drawing/2014/main" id="{2A0A77BC-B30D-876B-6BB9-9E6E861DA15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50358" y="3241110"/>
                <a:ext cx="369579" cy="281371"/>
              </a:xfrm>
              <a:prstGeom prst="rect">
                <a:avLst/>
              </a:prstGeom>
              <a:effectLst>
                <a:outerShdw blurRad="50800" dist="38100" dir="2700000" algn="tl" rotWithShape="0">
                  <a:prstClr val="black">
                    <a:alpha val="40000"/>
                  </a:prstClr>
                </a:outerShdw>
              </a:effectLst>
            </p:spPr>
          </p:pic>
          <p:pic>
            <p:nvPicPr>
              <p:cNvPr id="700" name="Graphic 699" descr="Deciduous tree with solid fill">
                <a:extLst>
                  <a:ext uri="{FF2B5EF4-FFF2-40B4-BE49-F238E27FC236}">
                    <a16:creationId xmlns:a16="http://schemas.microsoft.com/office/drawing/2014/main" id="{896DAD76-B7EF-E626-7274-1F4958E8328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47195" y="3540947"/>
                <a:ext cx="369579" cy="281371"/>
              </a:xfrm>
              <a:prstGeom prst="rect">
                <a:avLst/>
              </a:prstGeom>
              <a:effectLst>
                <a:outerShdw blurRad="50800" dist="38100" dir="2700000" algn="tl" rotWithShape="0">
                  <a:prstClr val="black">
                    <a:alpha val="40000"/>
                  </a:prstClr>
                </a:outerShdw>
              </a:effectLst>
            </p:spPr>
          </p:pic>
          <p:pic>
            <p:nvPicPr>
              <p:cNvPr id="701" name="Graphic 700" descr="Deciduous tree with solid fill">
                <a:extLst>
                  <a:ext uri="{FF2B5EF4-FFF2-40B4-BE49-F238E27FC236}">
                    <a16:creationId xmlns:a16="http://schemas.microsoft.com/office/drawing/2014/main" id="{A062096F-FDF3-0AE2-1EDF-907D969684F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38845" y="3847881"/>
                <a:ext cx="369579" cy="281371"/>
              </a:xfrm>
              <a:prstGeom prst="rect">
                <a:avLst/>
              </a:prstGeom>
              <a:effectLst>
                <a:outerShdw blurRad="50800" dist="38100" dir="2700000" algn="tl" rotWithShape="0">
                  <a:prstClr val="black">
                    <a:alpha val="40000"/>
                  </a:prstClr>
                </a:outerShdw>
              </a:effectLst>
            </p:spPr>
          </p:pic>
          <p:pic>
            <p:nvPicPr>
              <p:cNvPr id="702" name="Graphic 701" descr="Deciduous tree with solid fill">
                <a:extLst>
                  <a:ext uri="{FF2B5EF4-FFF2-40B4-BE49-F238E27FC236}">
                    <a16:creationId xmlns:a16="http://schemas.microsoft.com/office/drawing/2014/main" id="{14289325-6CD7-F410-D429-13A8571085F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35682" y="4147718"/>
                <a:ext cx="369579" cy="281371"/>
              </a:xfrm>
              <a:prstGeom prst="rect">
                <a:avLst/>
              </a:prstGeom>
              <a:effectLst>
                <a:outerShdw blurRad="50800" dist="38100" dir="2700000" algn="tl" rotWithShape="0">
                  <a:prstClr val="black">
                    <a:alpha val="40000"/>
                  </a:prstClr>
                </a:outerShdw>
              </a:effectLst>
            </p:spPr>
          </p:pic>
          <p:cxnSp>
            <p:nvCxnSpPr>
              <p:cNvPr id="703" name="Straight Arrow Connector 702">
                <a:extLst>
                  <a:ext uri="{FF2B5EF4-FFF2-40B4-BE49-F238E27FC236}">
                    <a16:creationId xmlns:a16="http://schemas.microsoft.com/office/drawing/2014/main" id="{902A086B-688A-4916-5A9D-D92563F99481}"/>
                  </a:ext>
                </a:extLst>
              </p:cNvPr>
              <p:cNvCxnSpPr>
                <a:cxnSpLocks/>
              </p:cNvCxnSpPr>
              <p:nvPr/>
            </p:nvCxnSpPr>
            <p:spPr>
              <a:xfrm>
                <a:off x="5689952" y="1561483"/>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704" name="Straight Arrow Connector 703">
                <a:extLst>
                  <a:ext uri="{FF2B5EF4-FFF2-40B4-BE49-F238E27FC236}">
                    <a16:creationId xmlns:a16="http://schemas.microsoft.com/office/drawing/2014/main" id="{3710FFAC-D4A2-A60C-7DC6-9BE37B910DD7}"/>
                  </a:ext>
                </a:extLst>
              </p:cNvPr>
              <p:cNvCxnSpPr>
                <a:cxnSpLocks/>
              </p:cNvCxnSpPr>
              <p:nvPr/>
            </p:nvCxnSpPr>
            <p:spPr>
              <a:xfrm>
                <a:off x="5689952" y="1864868"/>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705" name="Straight Arrow Connector 704">
                <a:extLst>
                  <a:ext uri="{FF2B5EF4-FFF2-40B4-BE49-F238E27FC236}">
                    <a16:creationId xmlns:a16="http://schemas.microsoft.com/office/drawing/2014/main" id="{5FEBC836-CDE4-F3B0-5E91-030BC030DB60}"/>
                  </a:ext>
                </a:extLst>
              </p:cNvPr>
              <p:cNvCxnSpPr>
                <a:cxnSpLocks/>
              </p:cNvCxnSpPr>
              <p:nvPr/>
            </p:nvCxnSpPr>
            <p:spPr>
              <a:xfrm>
                <a:off x="5689952" y="2204864"/>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706" name="Straight Arrow Connector 705">
                <a:extLst>
                  <a:ext uri="{FF2B5EF4-FFF2-40B4-BE49-F238E27FC236}">
                    <a16:creationId xmlns:a16="http://schemas.microsoft.com/office/drawing/2014/main" id="{B750B832-0EBC-9FA4-90C5-978972C2DE97}"/>
                  </a:ext>
                </a:extLst>
              </p:cNvPr>
              <p:cNvCxnSpPr>
                <a:cxnSpLocks/>
              </p:cNvCxnSpPr>
              <p:nvPr/>
            </p:nvCxnSpPr>
            <p:spPr>
              <a:xfrm>
                <a:off x="5689952" y="2492896"/>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707" name="Straight Arrow Connector 706">
                <a:extLst>
                  <a:ext uri="{FF2B5EF4-FFF2-40B4-BE49-F238E27FC236}">
                    <a16:creationId xmlns:a16="http://schemas.microsoft.com/office/drawing/2014/main" id="{C9474287-1068-6980-5A9E-3D491AE171AA}"/>
                  </a:ext>
                </a:extLst>
              </p:cNvPr>
              <p:cNvCxnSpPr>
                <a:cxnSpLocks/>
              </p:cNvCxnSpPr>
              <p:nvPr/>
            </p:nvCxnSpPr>
            <p:spPr>
              <a:xfrm>
                <a:off x="5689952" y="2780928"/>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708" name="Straight Arrow Connector 707">
                <a:extLst>
                  <a:ext uri="{FF2B5EF4-FFF2-40B4-BE49-F238E27FC236}">
                    <a16:creationId xmlns:a16="http://schemas.microsoft.com/office/drawing/2014/main" id="{760DB7C9-956D-C05F-F1C9-8EE29453662F}"/>
                  </a:ext>
                </a:extLst>
              </p:cNvPr>
              <p:cNvCxnSpPr>
                <a:cxnSpLocks/>
              </p:cNvCxnSpPr>
              <p:nvPr/>
            </p:nvCxnSpPr>
            <p:spPr>
              <a:xfrm>
                <a:off x="5689952" y="3068960"/>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709" name="Straight Arrow Connector 708">
                <a:extLst>
                  <a:ext uri="{FF2B5EF4-FFF2-40B4-BE49-F238E27FC236}">
                    <a16:creationId xmlns:a16="http://schemas.microsoft.com/office/drawing/2014/main" id="{21E27A73-87F2-D7C5-7CAC-66282E306811}"/>
                  </a:ext>
                </a:extLst>
              </p:cNvPr>
              <p:cNvCxnSpPr>
                <a:cxnSpLocks/>
              </p:cNvCxnSpPr>
              <p:nvPr/>
            </p:nvCxnSpPr>
            <p:spPr>
              <a:xfrm>
                <a:off x="5689952" y="3381795"/>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710" name="Straight Arrow Connector 709">
                <a:extLst>
                  <a:ext uri="{FF2B5EF4-FFF2-40B4-BE49-F238E27FC236}">
                    <a16:creationId xmlns:a16="http://schemas.microsoft.com/office/drawing/2014/main" id="{6D981F61-CB8A-C410-6FD0-C3AB2E1B87DB}"/>
                  </a:ext>
                </a:extLst>
              </p:cNvPr>
              <p:cNvCxnSpPr>
                <a:cxnSpLocks/>
              </p:cNvCxnSpPr>
              <p:nvPr/>
            </p:nvCxnSpPr>
            <p:spPr>
              <a:xfrm>
                <a:off x="5689952" y="3677682"/>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711" name="Straight Arrow Connector 710">
                <a:extLst>
                  <a:ext uri="{FF2B5EF4-FFF2-40B4-BE49-F238E27FC236}">
                    <a16:creationId xmlns:a16="http://schemas.microsoft.com/office/drawing/2014/main" id="{0046ABD9-B96F-62B7-2523-ECFF9C642EE4}"/>
                  </a:ext>
                </a:extLst>
              </p:cNvPr>
              <p:cNvCxnSpPr>
                <a:cxnSpLocks/>
              </p:cNvCxnSpPr>
              <p:nvPr/>
            </p:nvCxnSpPr>
            <p:spPr>
              <a:xfrm>
                <a:off x="5689952" y="4013856"/>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712" name="Straight Arrow Connector 711">
                <a:extLst>
                  <a:ext uri="{FF2B5EF4-FFF2-40B4-BE49-F238E27FC236}">
                    <a16:creationId xmlns:a16="http://schemas.microsoft.com/office/drawing/2014/main" id="{2CF30B52-DECD-3051-C8B7-9CACE1FC8F50}"/>
                  </a:ext>
                </a:extLst>
              </p:cNvPr>
              <p:cNvCxnSpPr>
                <a:cxnSpLocks/>
              </p:cNvCxnSpPr>
              <p:nvPr/>
            </p:nvCxnSpPr>
            <p:spPr>
              <a:xfrm>
                <a:off x="5689952" y="4293096"/>
                <a:ext cx="1296144" cy="0"/>
              </a:xfrm>
              <a:prstGeom prst="straightConnector1">
                <a:avLst/>
              </a:prstGeom>
              <a:ln w="19050" cap="flat" cmpd="sng" algn="ctr">
                <a:solidFill>
                  <a:schemeClr val="dk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pic>
            <p:nvPicPr>
              <p:cNvPr id="713" name="Graphic 712" descr="DNA with solid fill">
                <a:extLst>
                  <a:ext uri="{FF2B5EF4-FFF2-40B4-BE49-F238E27FC236}">
                    <a16:creationId xmlns:a16="http://schemas.microsoft.com/office/drawing/2014/main" id="{7F5D5197-CC65-C64B-AA16-A1C1E33591D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59272" y="1441468"/>
                <a:ext cx="242536" cy="242536"/>
              </a:xfrm>
              <a:prstGeom prst="rect">
                <a:avLst/>
              </a:prstGeom>
              <a:effectLst>
                <a:outerShdw blurRad="50800" dist="38100" dir="2700000" algn="tl" rotWithShape="0">
                  <a:prstClr val="black">
                    <a:alpha val="40000"/>
                  </a:prstClr>
                </a:outerShdw>
              </a:effectLst>
            </p:spPr>
          </p:pic>
          <p:pic>
            <p:nvPicPr>
              <p:cNvPr id="714" name="Graphic 713" descr="DNA with solid fill">
                <a:extLst>
                  <a:ext uri="{FF2B5EF4-FFF2-40B4-BE49-F238E27FC236}">
                    <a16:creationId xmlns:a16="http://schemas.microsoft.com/office/drawing/2014/main" id="{9276719C-B8CD-CF2F-D1A9-3952E67F85B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59272" y="1746086"/>
                <a:ext cx="242536" cy="242536"/>
              </a:xfrm>
              <a:prstGeom prst="rect">
                <a:avLst/>
              </a:prstGeom>
              <a:effectLst>
                <a:outerShdw blurRad="50800" dist="38100" dir="2700000" algn="tl" rotWithShape="0">
                  <a:prstClr val="black">
                    <a:alpha val="40000"/>
                  </a:prstClr>
                </a:outerShdw>
              </a:effectLst>
            </p:spPr>
          </p:pic>
          <p:pic>
            <p:nvPicPr>
              <p:cNvPr id="715" name="Graphic 714" descr="DNA with solid fill">
                <a:extLst>
                  <a:ext uri="{FF2B5EF4-FFF2-40B4-BE49-F238E27FC236}">
                    <a16:creationId xmlns:a16="http://schemas.microsoft.com/office/drawing/2014/main" id="{EED2B740-F23B-8D52-5A5A-70D2D64C95C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56110" y="2077316"/>
                <a:ext cx="242536" cy="242536"/>
              </a:xfrm>
              <a:prstGeom prst="rect">
                <a:avLst/>
              </a:prstGeom>
              <a:effectLst>
                <a:outerShdw blurRad="50800" dist="38100" dir="2700000" algn="tl" rotWithShape="0">
                  <a:prstClr val="black">
                    <a:alpha val="40000"/>
                  </a:prstClr>
                </a:outerShdw>
              </a:effectLst>
            </p:spPr>
          </p:pic>
          <p:pic>
            <p:nvPicPr>
              <p:cNvPr id="716" name="Graphic 715" descr="DNA with solid fill">
                <a:extLst>
                  <a:ext uri="{FF2B5EF4-FFF2-40B4-BE49-F238E27FC236}">
                    <a16:creationId xmlns:a16="http://schemas.microsoft.com/office/drawing/2014/main" id="{6AED1F56-8C0A-8E25-D79B-3C45658CFDA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56110" y="2377873"/>
                <a:ext cx="242536" cy="242536"/>
              </a:xfrm>
              <a:prstGeom prst="rect">
                <a:avLst/>
              </a:prstGeom>
              <a:effectLst>
                <a:outerShdw blurRad="50800" dist="38100" dir="2700000" algn="tl" rotWithShape="0">
                  <a:prstClr val="black">
                    <a:alpha val="40000"/>
                  </a:prstClr>
                </a:outerShdw>
              </a:effectLst>
            </p:spPr>
          </p:pic>
          <p:pic>
            <p:nvPicPr>
              <p:cNvPr id="717" name="Graphic 716" descr="DNA with solid fill">
                <a:extLst>
                  <a:ext uri="{FF2B5EF4-FFF2-40B4-BE49-F238E27FC236}">
                    <a16:creationId xmlns:a16="http://schemas.microsoft.com/office/drawing/2014/main" id="{4FAA2A6B-E2E5-3C7D-3C2E-536033AC4B0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59334" y="2650250"/>
                <a:ext cx="242536" cy="242536"/>
              </a:xfrm>
              <a:prstGeom prst="rect">
                <a:avLst/>
              </a:prstGeom>
              <a:effectLst>
                <a:outerShdw blurRad="50800" dist="38100" dir="2700000" algn="tl" rotWithShape="0">
                  <a:prstClr val="black">
                    <a:alpha val="40000"/>
                  </a:prstClr>
                </a:outerShdw>
              </a:effectLst>
            </p:spPr>
          </p:pic>
          <p:pic>
            <p:nvPicPr>
              <p:cNvPr id="718" name="Graphic 717" descr="DNA with solid fill">
                <a:extLst>
                  <a:ext uri="{FF2B5EF4-FFF2-40B4-BE49-F238E27FC236}">
                    <a16:creationId xmlns:a16="http://schemas.microsoft.com/office/drawing/2014/main" id="{4A2E7E9D-905A-979B-7B3C-1AA27B92A9E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56110" y="2960433"/>
                <a:ext cx="242536" cy="242536"/>
              </a:xfrm>
              <a:prstGeom prst="rect">
                <a:avLst/>
              </a:prstGeom>
              <a:effectLst>
                <a:outerShdw blurRad="50800" dist="38100" dir="2700000" algn="tl" rotWithShape="0">
                  <a:prstClr val="black">
                    <a:alpha val="40000"/>
                  </a:prstClr>
                </a:outerShdw>
              </a:effectLst>
            </p:spPr>
          </p:pic>
          <p:pic>
            <p:nvPicPr>
              <p:cNvPr id="719" name="Graphic 718" descr="DNA with solid fill">
                <a:extLst>
                  <a:ext uri="{FF2B5EF4-FFF2-40B4-BE49-F238E27FC236}">
                    <a16:creationId xmlns:a16="http://schemas.microsoft.com/office/drawing/2014/main" id="{DA534787-1D0C-EC04-706B-1AB304B8391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56110" y="3260318"/>
                <a:ext cx="242536" cy="242536"/>
              </a:xfrm>
              <a:prstGeom prst="rect">
                <a:avLst/>
              </a:prstGeom>
              <a:effectLst>
                <a:outerShdw blurRad="50800" dist="38100" dir="2700000" algn="tl" rotWithShape="0">
                  <a:prstClr val="black">
                    <a:alpha val="40000"/>
                  </a:prstClr>
                </a:outerShdw>
              </a:effectLst>
            </p:spPr>
          </p:pic>
          <p:pic>
            <p:nvPicPr>
              <p:cNvPr id="720" name="Graphic 719" descr="DNA with solid fill">
                <a:extLst>
                  <a:ext uri="{FF2B5EF4-FFF2-40B4-BE49-F238E27FC236}">
                    <a16:creationId xmlns:a16="http://schemas.microsoft.com/office/drawing/2014/main" id="{9483E30A-973D-AC22-3B49-3AD295724E8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50038" y="3560610"/>
                <a:ext cx="242536" cy="242536"/>
              </a:xfrm>
              <a:prstGeom prst="rect">
                <a:avLst/>
              </a:prstGeom>
              <a:effectLst>
                <a:outerShdw blurRad="50800" dist="38100" dir="2700000" algn="tl" rotWithShape="0">
                  <a:prstClr val="black">
                    <a:alpha val="40000"/>
                  </a:prstClr>
                </a:outerShdw>
              </a:effectLst>
            </p:spPr>
          </p:pic>
          <p:pic>
            <p:nvPicPr>
              <p:cNvPr id="721" name="Graphic 720" descr="DNA with solid fill">
                <a:extLst>
                  <a:ext uri="{FF2B5EF4-FFF2-40B4-BE49-F238E27FC236}">
                    <a16:creationId xmlns:a16="http://schemas.microsoft.com/office/drawing/2014/main" id="{A543B854-395E-377B-A7FC-D39098D1244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50038" y="3894618"/>
                <a:ext cx="242536" cy="242536"/>
              </a:xfrm>
              <a:prstGeom prst="rect">
                <a:avLst/>
              </a:prstGeom>
              <a:effectLst>
                <a:outerShdw blurRad="50800" dist="38100" dir="2700000" algn="tl" rotWithShape="0">
                  <a:prstClr val="black">
                    <a:alpha val="40000"/>
                  </a:prstClr>
                </a:outerShdw>
              </a:effectLst>
            </p:spPr>
          </p:pic>
          <p:pic>
            <p:nvPicPr>
              <p:cNvPr id="722" name="Graphic 721" descr="DNA with solid fill">
                <a:extLst>
                  <a:ext uri="{FF2B5EF4-FFF2-40B4-BE49-F238E27FC236}">
                    <a16:creationId xmlns:a16="http://schemas.microsoft.com/office/drawing/2014/main" id="{72283A71-3EB6-3D70-698C-A8DDCAE537B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50038" y="4170678"/>
                <a:ext cx="242536" cy="242536"/>
              </a:xfrm>
              <a:prstGeom prst="rect">
                <a:avLst/>
              </a:prstGeom>
              <a:effectLst>
                <a:outerShdw blurRad="50800" dist="38100" dir="2700000" algn="tl" rotWithShape="0">
                  <a:prstClr val="black">
                    <a:alpha val="40000"/>
                  </a:prstClr>
                </a:outerShdw>
              </a:effectLst>
            </p:spPr>
          </p:pic>
        </p:grpSp>
      </p:grpSp>
      <p:grpSp>
        <p:nvGrpSpPr>
          <p:cNvPr id="724" name="Group 723">
            <a:extLst>
              <a:ext uri="{FF2B5EF4-FFF2-40B4-BE49-F238E27FC236}">
                <a16:creationId xmlns:a16="http://schemas.microsoft.com/office/drawing/2014/main" id="{B3F55E1D-B37D-D8AE-5690-51DDAE4639B8}"/>
              </a:ext>
            </a:extLst>
          </p:cNvPr>
          <p:cNvGrpSpPr/>
          <p:nvPr/>
        </p:nvGrpSpPr>
        <p:grpSpPr>
          <a:xfrm>
            <a:off x="4359407" y="2521454"/>
            <a:ext cx="589688" cy="1427748"/>
            <a:chOff x="9192344" y="1417102"/>
            <a:chExt cx="1525792" cy="3039700"/>
          </a:xfrm>
          <a:effectLst>
            <a:outerShdw blurRad="50800" dist="38100" dir="2700000" algn="tl" rotWithShape="0">
              <a:prstClr val="black">
                <a:alpha val="40000"/>
              </a:prstClr>
            </a:outerShdw>
          </a:effectLst>
        </p:grpSpPr>
        <p:grpSp>
          <p:nvGrpSpPr>
            <p:cNvPr id="725" name="Group 724">
              <a:extLst>
                <a:ext uri="{FF2B5EF4-FFF2-40B4-BE49-F238E27FC236}">
                  <a16:creationId xmlns:a16="http://schemas.microsoft.com/office/drawing/2014/main" id="{DE7618D4-D1BF-64D8-F432-71554275FA4F}"/>
                </a:ext>
              </a:extLst>
            </p:cNvPr>
            <p:cNvGrpSpPr/>
            <p:nvPr/>
          </p:nvGrpSpPr>
          <p:grpSpPr>
            <a:xfrm>
              <a:off x="9192344" y="1417102"/>
              <a:ext cx="1525792" cy="2008202"/>
              <a:chOff x="8786836" y="1420798"/>
              <a:chExt cx="2061691" cy="2520163"/>
            </a:xfrm>
          </p:grpSpPr>
          <p:grpSp>
            <p:nvGrpSpPr>
              <p:cNvPr id="727" name="Group 726">
                <a:extLst>
                  <a:ext uri="{FF2B5EF4-FFF2-40B4-BE49-F238E27FC236}">
                    <a16:creationId xmlns:a16="http://schemas.microsoft.com/office/drawing/2014/main" id="{1E0676B1-BD92-EF02-150A-E672374528B4}"/>
                  </a:ext>
                </a:extLst>
              </p:cNvPr>
              <p:cNvGrpSpPr/>
              <p:nvPr/>
            </p:nvGrpSpPr>
            <p:grpSpPr>
              <a:xfrm>
                <a:off x="8916179" y="1420798"/>
                <a:ext cx="1731728" cy="691407"/>
                <a:chOff x="8473956" y="1413006"/>
                <a:chExt cx="3229353" cy="1870386"/>
              </a:xfrm>
            </p:grpSpPr>
            <p:pic>
              <p:nvPicPr>
                <p:cNvPr id="729" name="Graphic 728" descr="DNA with solid fill">
                  <a:extLst>
                    <a:ext uri="{FF2B5EF4-FFF2-40B4-BE49-F238E27FC236}">
                      <a16:creationId xmlns:a16="http://schemas.microsoft.com/office/drawing/2014/main" id="{3234D8E2-D78A-0300-9682-14F18829E0B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73956" y="1413006"/>
                  <a:ext cx="914400" cy="914400"/>
                </a:xfrm>
                <a:prstGeom prst="rect">
                  <a:avLst/>
                </a:prstGeom>
              </p:spPr>
            </p:pic>
            <p:pic>
              <p:nvPicPr>
                <p:cNvPr id="730" name="Graphic 729" descr="DNA with solid fill">
                  <a:extLst>
                    <a:ext uri="{FF2B5EF4-FFF2-40B4-BE49-F238E27FC236}">
                      <a16:creationId xmlns:a16="http://schemas.microsoft.com/office/drawing/2014/main" id="{B5A91F55-43A4-5E90-25A7-8ECCC552B5F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056524" y="1420798"/>
                  <a:ext cx="914400" cy="914400"/>
                </a:xfrm>
                <a:prstGeom prst="rect">
                  <a:avLst/>
                </a:prstGeom>
              </p:spPr>
            </p:pic>
            <p:pic>
              <p:nvPicPr>
                <p:cNvPr id="731" name="Graphic 730" descr="DNA with solid fill">
                  <a:extLst>
                    <a:ext uri="{FF2B5EF4-FFF2-40B4-BE49-F238E27FC236}">
                      <a16:creationId xmlns:a16="http://schemas.microsoft.com/office/drawing/2014/main" id="{EAC2E4FD-1239-87D7-0C72-7A9E649B89D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628417" y="1413006"/>
                  <a:ext cx="914400" cy="914400"/>
                </a:xfrm>
                <a:prstGeom prst="rect">
                  <a:avLst/>
                </a:prstGeom>
              </p:spPr>
            </p:pic>
            <p:pic>
              <p:nvPicPr>
                <p:cNvPr id="732" name="Graphic 731" descr="DNA with solid fill">
                  <a:extLst>
                    <a:ext uri="{FF2B5EF4-FFF2-40B4-BE49-F238E27FC236}">
                      <a16:creationId xmlns:a16="http://schemas.microsoft.com/office/drawing/2014/main" id="{A83C99CF-91B0-528E-ED00-D1676C14293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235496" y="1421785"/>
                  <a:ext cx="914400" cy="914400"/>
                </a:xfrm>
                <a:prstGeom prst="rect">
                  <a:avLst/>
                </a:prstGeom>
              </p:spPr>
            </p:pic>
            <p:pic>
              <p:nvPicPr>
                <p:cNvPr id="733" name="Graphic 732" descr="DNA with solid fill">
                  <a:extLst>
                    <a:ext uri="{FF2B5EF4-FFF2-40B4-BE49-F238E27FC236}">
                      <a16:creationId xmlns:a16="http://schemas.microsoft.com/office/drawing/2014/main" id="{0A67255F-523E-1D83-B830-23E9915A305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764398" y="1439008"/>
                  <a:ext cx="914400" cy="914400"/>
                </a:xfrm>
                <a:prstGeom prst="rect">
                  <a:avLst/>
                </a:prstGeom>
              </p:spPr>
            </p:pic>
            <p:pic>
              <p:nvPicPr>
                <p:cNvPr id="734" name="Graphic 733" descr="DNA with solid fill">
                  <a:extLst>
                    <a:ext uri="{FF2B5EF4-FFF2-40B4-BE49-F238E27FC236}">
                      <a16:creationId xmlns:a16="http://schemas.microsoft.com/office/drawing/2014/main" id="{EAE5EF63-0C90-F7B5-FC43-CF9BCF7D46E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98467" y="2342990"/>
                  <a:ext cx="914400" cy="914400"/>
                </a:xfrm>
                <a:prstGeom prst="rect">
                  <a:avLst/>
                </a:prstGeom>
              </p:spPr>
            </p:pic>
            <p:pic>
              <p:nvPicPr>
                <p:cNvPr id="735" name="Graphic 734" descr="DNA with solid fill">
                  <a:extLst>
                    <a:ext uri="{FF2B5EF4-FFF2-40B4-BE49-F238E27FC236}">
                      <a16:creationId xmlns:a16="http://schemas.microsoft.com/office/drawing/2014/main" id="{794A4D8B-AC06-54C4-7D87-AB88A831799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081035" y="2350782"/>
                  <a:ext cx="914400" cy="914400"/>
                </a:xfrm>
                <a:prstGeom prst="rect">
                  <a:avLst/>
                </a:prstGeom>
              </p:spPr>
            </p:pic>
            <p:pic>
              <p:nvPicPr>
                <p:cNvPr id="736" name="Graphic 735" descr="DNA with solid fill">
                  <a:extLst>
                    <a:ext uri="{FF2B5EF4-FFF2-40B4-BE49-F238E27FC236}">
                      <a16:creationId xmlns:a16="http://schemas.microsoft.com/office/drawing/2014/main" id="{5AEA73C4-DD74-B708-6594-AE25AA44528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652928" y="2342990"/>
                  <a:ext cx="914400" cy="914400"/>
                </a:xfrm>
                <a:prstGeom prst="rect">
                  <a:avLst/>
                </a:prstGeom>
              </p:spPr>
            </p:pic>
            <p:pic>
              <p:nvPicPr>
                <p:cNvPr id="737" name="Graphic 736" descr="DNA with solid fill">
                  <a:extLst>
                    <a:ext uri="{FF2B5EF4-FFF2-40B4-BE49-F238E27FC236}">
                      <a16:creationId xmlns:a16="http://schemas.microsoft.com/office/drawing/2014/main" id="{A624C277-88DA-7C14-CA95-3711032F3C7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260007" y="2351769"/>
                  <a:ext cx="914400" cy="914400"/>
                </a:xfrm>
                <a:prstGeom prst="rect">
                  <a:avLst/>
                </a:prstGeom>
              </p:spPr>
            </p:pic>
            <p:pic>
              <p:nvPicPr>
                <p:cNvPr id="738" name="Graphic 737" descr="DNA with solid fill">
                  <a:extLst>
                    <a:ext uri="{FF2B5EF4-FFF2-40B4-BE49-F238E27FC236}">
                      <a16:creationId xmlns:a16="http://schemas.microsoft.com/office/drawing/2014/main" id="{BF953FD3-D357-8E44-1921-850EA859544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788909" y="2368992"/>
                  <a:ext cx="914400" cy="914400"/>
                </a:xfrm>
                <a:prstGeom prst="rect">
                  <a:avLst/>
                </a:prstGeom>
              </p:spPr>
            </p:pic>
          </p:grpSp>
          <p:pic>
            <p:nvPicPr>
              <p:cNvPr id="728" name="Graphic 727" descr="Filter with solid fill">
                <a:extLst>
                  <a:ext uri="{FF2B5EF4-FFF2-40B4-BE49-F238E27FC236}">
                    <a16:creationId xmlns:a16="http://schemas.microsoft.com/office/drawing/2014/main" id="{D4F50B64-EE9A-4138-823F-259A146B43A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786836" y="1879270"/>
                <a:ext cx="2061691" cy="2061691"/>
              </a:xfrm>
              <a:prstGeom prst="rect">
                <a:avLst/>
              </a:prstGeom>
            </p:spPr>
          </p:pic>
        </p:grpSp>
        <p:pic>
          <p:nvPicPr>
            <p:cNvPr id="726" name="Graphic 725" descr="Bar chart with solid fill">
              <a:extLst>
                <a:ext uri="{FF2B5EF4-FFF2-40B4-BE49-F238E27FC236}">
                  <a16:creationId xmlns:a16="http://schemas.microsoft.com/office/drawing/2014/main" id="{0475C110-A8B2-A0E1-4653-5CD3788FD9A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288416" y="3123154"/>
              <a:ext cx="1333648" cy="1333648"/>
            </a:xfrm>
            <a:prstGeom prst="rect">
              <a:avLst/>
            </a:prstGeom>
          </p:spPr>
        </p:pic>
      </p:grpSp>
      <p:pic>
        <p:nvPicPr>
          <p:cNvPr id="740" name="Graphic 739" descr="Fish with solid fill">
            <a:extLst>
              <a:ext uri="{FF2B5EF4-FFF2-40B4-BE49-F238E27FC236}">
                <a16:creationId xmlns:a16="http://schemas.microsoft.com/office/drawing/2014/main" id="{4D210866-FA82-CE53-EBF9-B67E7777642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22550" y="2995471"/>
            <a:ext cx="513968" cy="513968"/>
          </a:xfrm>
          <a:prstGeom prst="rect">
            <a:avLst/>
          </a:prstGeom>
        </p:spPr>
      </p:pic>
      <p:pic>
        <p:nvPicPr>
          <p:cNvPr id="742" name="Graphic 741" descr="Fish with solid fill">
            <a:extLst>
              <a:ext uri="{FF2B5EF4-FFF2-40B4-BE49-F238E27FC236}">
                <a16:creationId xmlns:a16="http://schemas.microsoft.com/office/drawing/2014/main" id="{C29146D6-9F3E-E834-0F46-80AC439C143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653495" y="3499897"/>
            <a:ext cx="513968" cy="513968"/>
          </a:xfrm>
          <a:prstGeom prst="rect">
            <a:avLst/>
          </a:prstGeom>
        </p:spPr>
      </p:pic>
      <p:pic>
        <p:nvPicPr>
          <p:cNvPr id="744" name="Graphic 743" descr="Fish with solid fill">
            <a:extLst>
              <a:ext uri="{FF2B5EF4-FFF2-40B4-BE49-F238E27FC236}">
                <a16:creationId xmlns:a16="http://schemas.microsoft.com/office/drawing/2014/main" id="{A5161E95-BB87-BF4A-FD04-F19969F6551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36950" y="3345213"/>
            <a:ext cx="513968" cy="513968"/>
          </a:xfrm>
          <a:prstGeom prst="rect">
            <a:avLst/>
          </a:prstGeom>
        </p:spPr>
      </p:pic>
      <p:pic>
        <p:nvPicPr>
          <p:cNvPr id="745" name="Graphic 744" descr="Fish with solid fill">
            <a:extLst>
              <a:ext uri="{FF2B5EF4-FFF2-40B4-BE49-F238E27FC236}">
                <a16:creationId xmlns:a16="http://schemas.microsoft.com/office/drawing/2014/main" id="{12E87911-3628-CFC1-7C1C-50F242DFD22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279176" y="2690671"/>
            <a:ext cx="513968" cy="513968"/>
          </a:xfrm>
          <a:prstGeom prst="rect">
            <a:avLst/>
          </a:prstGeom>
        </p:spPr>
      </p:pic>
      <p:pic>
        <p:nvPicPr>
          <p:cNvPr id="746" name="Graphic 745" descr="Fish with solid fill">
            <a:extLst>
              <a:ext uri="{FF2B5EF4-FFF2-40B4-BE49-F238E27FC236}">
                <a16:creationId xmlns:a16="http://schemas.microsoft.com/office/drawing/2014/main" id="{F14DA20B-FE17-D71C-A569-8BC8DCACFBF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009272" y="3051308"/>
            <a:ext cx="513968" cy="513968"/>
          </a:xfrm>
          <a:prstGeom prst="rect">
            <a:avLst/>
          </a:prstGeom>
        </p:spPr>
      </p:pic>
      <p:pic>
        <p:nvPicPr>
          <p:cNvPr id="747" name="Graphic 746" descr="Fish with solid fill">
            <a:extLst>
              <a:ext uri="{FF2B5EF4-FFF2-40B4-BE49-F238E27FC236}">
                <a16:creationId xmlns:a16="http://schemas.microsoft.com/office/drawing/2014/main" id="{879120D9-7604-3ED2-F902-C660078EFF3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36950" y="3736927"/>
            <a:ext cx="513968" cy="513968"/>
          </a:xfrm>
          <a:prstGeom prst="rect">
            <a:avLst/>
          </a:prstGeom>
        </p:spPr>
      </p:pic>
      <mc:AlternateContent xmlns:mc="http://schemas.openxmlformats.org/markup-compatibility/2006" xmlns:a14="http://schemas.microsoft.com/office/drawing/2010/main">
        <mc:Choice Requires="a14">
          <p:sp>
            <p:nvSpPr>
              <p:cNvPr id="748" name="TextBox 747">
                <a:extLst>
                  <a:ext uri="{FF2B5EF4-FFF2-40B4-BE49-F238E27FC236}">
                    <a16:creationId xmlns:a16="http://schemas.microsoft.com/office/drawing/2014/main" id="{F7170684-7671-11A1-733F-2B76B4C974E4}"/>
                  </a:ext>
                </a:extLst>
              </p:cNvPr>
              <p:cNvSpPr txBox="1"/>
              <p:nvPr/>
            </p:nvSpPr>
            <p:spPr>
              <a:xfrm>
                <a:off x="8125192" y="3240238"/>
                <a:ext cx="1728192" cy="361959"/>
              </a:xfrm>
              <a:prstGeom prst="rect">
                <a:avLst/>
              </a:prstGeom>
              <a:noFill/>
            </p:spPr>
            <p:txBody>
              <a:bodyPr wrap="square" lIns="0" tIns="0" rIns="0" bIns="0" rtlCol="0">
                <a:spAutoFit/>
              </a:bodyPr>
              <a:lstStyle/>
              <a:p>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𝑵</m:t>
                        </m:r>
                      </m:e>
                      <m:sub>
                        <m:r>
                          <a:rPr lang="en-US" sz="2400" b="1" i="1" smtClean="0">
                            <a:latin typeface="Cambria Math" panose="02040503050406030204" pitchFamily="18" charset="0"/>
                          </a:rPr>
                          <m:t>𝒆</m:t>
                        </m:r>
                      </m:sub>
                    </m:sSub>
                  </m:oMath>
                </a14:m>
                <a:r>
                  <a:rPr lang="en-US" sz="2400" b="1" dirty="0"/>
                  <a:t> : </a:t>
                </a:r>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𝑵</m:t>
                        </m:r>
                      </m:e>
                      <m:sub>
                        <m:r>
                          <a:rPr lang="en-US" sz="2400" b="1" i="1" smtClean="0">
                            <a:latin typeface="Cambria Math" panose="02040503050406030204" pitchFamily="18" charset="0"/>
                          </a:rPr>
                          <m:t>𝒄</m:t>
                        </m:r>
                      </m:sub>
                    </m:sSub>
                  </m:oMath>
                </a14:m>
                <a:r>
                  <a:rPr lang="en-US" sz="2400" b="1" dirty="0"/>
                  <a:t> Ratio</a:t>
                </a:r>
                <a:endParaRPr lang="en-CH" sz="2400" b="1" dirty="0"/>
              </a:p>
            </p:txBody>
          </p:sp>
        </mc:Choice>
        <mc:Fallback xmlns="">
          <p:sp>
            <p:nvSpPr>
              <p:cNvPr id="748" name="TextBox 747">
                <a:extLst>
                  <a:ext uri="{FF2B5EF4-FFF2-40B4-BE49-F238E27FC236}">
                    <a16:creationId xmlns:a16="http://schemas.microsoft.com/office/drawing/2014/main" id="{D26E753F-4D5F-9EC9-1B26-69951ABF34E6}"/>
                  </a:ext>
                </a:extLst>
              </p:cNvPr>
              <p:cNvSpPr txBox="1">
                <a:spLocks noRot="1" noChangeAspect="1" noMove="1" noResize="1" noEditPoints="1" noAdjustHandles="1" noChangeArrowheads="1" noChangeShapeType="1" noTextEdit="1"/>
              </p:cNvSpPr>
              <p:nvPr/>
            </p:nvSpPr>
            <p:spPr>
              <a:xfrm>
                <a:off x="8125192" y="3240238"/>
                <a:ext cx="1728192" cy="361959"/>
              </a:xfrm>
              <a:prstGeom prst="rect">
                <a:avLst/>
              </a:prstGeom>
              <a:blipFill>
                <a:blip r:embed="rId14"/>
                <a:stretch>
                  <a:fillRect l="-6360" t="-28814" r="-9541" b="-50847"/>
                </a:stretch>
              </a:blipFill>
            </p:spPr>
            <p:txBody>
              <a:bodyPr/>
              <a:lstStyle/>
              <a:p>
                <a:r>
                  <a:rPr lang="en-CH">
                    <a:noFill/>
                  </a:rPr>
                  <a:t> </a:t>
                </a:r>
              </a:p>
            </p:txBody>
          </p:sp>
        </mc:Fallback>
      </mc:AlternateContent>
      <p:pic>
        <p:nvPicPr>
          <p:cNvPr id="750" name="Graphic 749" descr="Fish with solid fill">
            <a:extLst>
              <a:ext uri="{FF2B5EF4-FFF2-40B4-BE49-F238E27FC236}">
                <a16:creationId xmlns:a16="http://schemas.microsoft.com/office/drawing/2014/main" id="{69E0D0C4-CED6-CA64-E639-7CE827D0200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674950" y="3147871"/>
            <a:ext cx="513968" cy="513968"/>
          </a:xfrm>
          <a:prstGeom prst="rect">
            <a:avLst/>
          </a:prstGeom>
        </p:spPr>
      </p:pic>
      <p:pic>
        <p:nvPicPr>
          <p:cNvPr id="752" name="Graphic 751" descr="Fish with solid fill">
            <a:extLst>
              <a:ext uri="{FF2B5EF4-FFF2-40B4-BE49-F238E27FC236}">
                <a16:creationId xmlns:a16="http://schemas.microsoft.com/office/drawing/2014/main" id="{B3B0A384-3F33-AA1C-0672-70C2E5BBDF3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805895" y="3652297"/>
            <a:ext cx="513968" cy="513968"/>
          </a:xfrm>
          <a:prstGeom prst="rect">
            <a:avLst/>
          </a:prstGeom>
        </p:spPr>
      </p:pic>
      <p:pic>
        <p:nvPicPr>
          <p:cNvPr id="754" name="Graphic 753" descr="Fish with solid fill">
            <a:extLst>
              <a:ext uri="{FF2B5EF4-FFF2-40B4-BE49-F238E27FC236}">
                <a16:creationId xmlns:a16="http://schemas.microsoft.com/office/drawing/2014/main" id="{FFCE4E56-B213-2633-5262-CFFAD3062AA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589350" y="3497613"/>
            <a:ext cx="513968" cy="513968"/>
          </a:xfrm>
          <a:prstGeom prst="rect">
            <a:avLst/>
          </a:prstGeom>
        </p:spPr>
      </p:pic>
      <p:pic>
        <p:nvPicPr>
          <p:cNvPr id="756" name="Graphic 755" descr="Fish with solid fill">
            <a:extLst>
              <a:ext uri="{FF2B5EF4-FFF2-40B4-BE49-F238E27FC236}">
                <a16:creationId xmlns:a16="http://schemas.microsoft.com/office/drawing/2014/main" id="{D3F5B748-3A65-C26F-49FC-C68560F2528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31576" y="2843071"/>
            <a:ext cx="513968" cy="513968"/>
          </a:xfrm>
          <a:prstGeom prst="rect">
            <a:avLst/>
          </a:prstGeom>
        </p:spPr>
      </p:pic>
      <p:pic>
        <p:nvPicPr>
          <p:cNvPr id="758" name="Graphic 757" descr="Fish with solid fill">
            <a:extLst>
              <a:ext uri="{FF2B5EF4-FFF2-40B4-BE49-F238E27FC236}">
                <a16:creationId xmlns:a16="http://schemas.microsoft.com/office/drawing/2014/main" id="{33B9BAA1-0ABA-19C5-43F3-07792540226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161672" y="3203708"/>
            <a:ext cx="513968" cy="513968"/>
          </a:xfrm>
          <a:prstGeom prst="rect">
            <a:avLst/>
          </a:prstGeom>
        </p:spPr>
      </p:pic>
      <p:pic>
        <p:nvPicPr>
          <p:cNvPr id="760" name="Graphic 759" descr="Fish with solid fill">
            <a:extLst>
              <a:ext uri="{FF2B5EF4-FFF2-40B4-BE49-F238E27FC236}">
                <a16:creationId xmlns:a16="http://schemas.microsoft.com/office/drawing/2014/main" id="{27936025-8674-34FD-B4E7-EC95564E09C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589350" y="3889327"/>
            <a:ext cx="513968" cy="513968"/>
          </a:xfrm>
          <a:prstGeom prst="rect">
            <a:avLst/>
          </a:prstGeom>
        </p:spPr>
      </p:pic>
      <p:pic>
        <p:nvPicPr>
          <p:cNvPr id="761" name="Graphic 760" descr="Fish with solid fill">
            <a:extLst>
              <a:ext uri="{FF2B5EF4-FFF2-40B4-BE49-F238E27FC236}">
                <a16:creationId xmlns:a16="http://schemas.microsoft.com/office/drawing/2014/main" id="{ACB02178-E249-6BB5-D0A5-4243939E94D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502080" y="2034042"/>
            <a:ext cx="513968" cy="513968"/>
          </a:xfrm>
          <a:prstGeom prst="rect">
            <a:avLst/>
          </a:prstGeom>
        </p:spPr>
      </p:pic>
      <p:pic>
        <p:nvPicPr>
          <p:cNvPr id="762" name="Graphic 761" descr="Fish with solid fill">
            <a:extLst>
              <a:ext uri="{FF2B5EF4-FFF2-40B4-BE49-F238E27FC236}">
                <a16:creationId xmlns:a16="http://schemas.microsoft.com/office/drawing/2014/main" id="{70DF7439-99EC-3BC7-BC36-9889847F557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633025" y="2538468"/>
            <a:ext cx="513968" cy="513968"/>
          </a:xfrm>
          <a:prstGeom prst="rect">
            <a:avLst/>
          </a:prstGeom>
        </p:spPr>
      </p:pic>
      <p:pic>
        <p:nvPicPr>
          <p:cNvPr id="763" name="Graphic 762" descr="Fish with solid fill">
            <a:extLst>
              <a:ext uri="{FF2B5EF4-FFF2-40B4-BE49-F238E27FC236}">
                <a16:creationId xmlns:a16="http://schemas.microsoft.com/office/drawing/2014/main" id="{B98E5ACD-0FB7-7024-6D62-3B695D2AE72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416480" y="2383784"/>
            <a:ext cx="513968" cy="513968"/>
          </a:xfrm>
          <a:prstGeom prst="rect">
            <a:avLst/>
          </a:prstGeom>
        </p:spPr>
      </p:pic>
      <p:pic>
        <p:nvPicPr>
          <p:cNvPr id="764" name="Graphic 763" descr="Fish with solid fill">
            <a:extLst>
              <a:ext uri="{FF2B5EF4-FFF2-40B4-BE49-F238E27FC236}">
                <a16:creationId xmlns:a16="http://schemas.microsoft.com/office/drawing/2014/main" id="{774CDEBC-7878-1E1A-F7C1-6E35416EA53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258706" y="1729242"/>
            <a:ext cx="513968" cy="513968"/>
          </a:xfrm>
          <a:prstGeom prst="rect">
            <a:avLst/>
          </a:prstGeom>
        </p:spPr>
      </p:pic>
      <p:pic>
        <p:nvPicPr>
          <p:cNvPr id="765" name="Graphic 764" descr="Fish with solid fill">
            <a:extLst>
              <a:ext uri="{FF2B5EF4-FFF2-40B4-BE49-F238E27FC236}">
                <a16:creationId xmlns:a16="http://schemas.microsoft.com/office/drawing/2014/main" id="{53CB16BE-EC9C-1F04-B783-72D04F3417F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988802" y="2089879"/>
            <a:ext cx="513968" cy="513968"/>
          </a:xfrm>
          <a:prstGeom prst="rect">
            <a:avLst/>
          </a:prstGeom>
        </p:spPr>
      </p:pic>
      <p:pic>
        <p:nvPicPr>
          <p:cNvPr id="766" name="Graphic 765" descr="Fish with solid fill">
            <a:extLst>
              <a:ext uri="{FF2B5EF4-FFF2-40B4-BE49-F238E27FC236}">
                <a16:creationId xmlns:a16="http://schemas.microsoft.com/office/drawing/2014/main" id="{072EDE9E-A349-1DCF-B70A-1A66BC7363B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416480" y="2775498"/>
            <a:ext cx="513968" cy="513968"/>
          </a:xfrm>
          <a:prstGeom prst="rect">
            <a:avLst/>
          </a:prstGeom>
        </p:spPr>
      </p:pic>
      <p:pic>
        <p:nvPicPr>
          <p:cNvPr id="768" name="Graphic 767" descr="Fish with solid fill">
            <a:extLst>
              <a:ext uri="{FF2B5EF4-FFF2-40B4-BE49-F238E27FC236}">
                <a16:creationId xmlns:a16="http://schemas.microsoft.com/office/drawing/2014/main" id="{15EE5968-3ADA-2079-2F4E-F52FBF9012A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301016" y="1435116"/>
            <a:ext cx="513968" cy="513968"/>
          </a:xfrm>
          <a:prstGeom prst="rect">
            <a:avLst/>
          </a:prstGeom>
        </p:spPr>
      </p:pic>
      <p:pic>
        <p:nvPicPr>
          <p:cNvPr id="770" name="Graphic 769" descr="Fish with solid fill">
            <a:extLst>
              <a:ext uri="{FF2B5EF4-FFF2-40B4-BE49-F238E27FC236}">
                <a16:creationId xmlns:a16="http://schemas.microsoft.com/office/drawing/2014/main" id="{2DE5EBD5-29ED-094A-E5CE-D2394FEA6F2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431961" y="1939542"/>
            <a:ext cx="513968" cy="513968"/>
          </a:xfrm>
          <a:prstGeom prst="rect">
            <a:avLst/>
          </a:prstGeom>
        </p:spPr>
      </p:pic>
      <p:pic>
        <p:nvPicPr>
          <p:cNvPr id="772" name="Graphic 771" descr="Fish with solid fill">
            <a:extLst>
              <a:ext uri="{FF2B5EF4-FFF2-40B4-BE49-F238E27FC236}">
                <a16:creationId xmlns:a16="http://schemas.microsoft.com/office/drawing/2014/main" id="{18461850-D508-ADAC-FAA9-0453033EABB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215416" y="1784858"/>
            <a:ext cx="513968" cy="513968"/>
          </a:xfrm>
          <a:prstGeom prst="rect">
            <a:avLst/>
          </a:prstGeom>
        </p:spPr>
      </p:pic>
      <p:pic>
        <p:nvPicPr>
          <p:cNvPr id="774" name="Graphic 773" descr="Fish with solid fill">
            <a:extLst>
              <a:ext uri="{FF2B5EF4-FFF2-40B4-BE49-F238E27FC236}">
                <a16:creationId xmlns:a16="http://schemas.microsoft.com/office/drawing/2014/main" id="{BAC692E6-B933-7764-0901-1EA364C5B05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057642" y="1130316"/>
            <a:ext cx="513968" cy="513968"/>
          </a:xfrm>
          <a:prstGeom prst="rect">
            <a:avLst/>
          </a:prstGeom>
        </p:spPr>
      </p:pic>
      <p:pic>
        <p:nvPicPr>
          <p:cNvPr id="776" name="Graphic 775" descr="Fish with solid fill">
            <a:extLst>
              <a:ext uri="{FF2B5EF4-FFF2-40B4-BE49-F238E27FC236}">
                <a16:creationId xmlns:a16="http://schemas.microsoft.com/office/drawing/2014/main" id="{C5181325-F445-3F1A-E1BB-4404154C0F0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787738" y="1490953"/>
            <a:ext cx="513968" cy="513968"/>
          </a:xfrm>
          <a:prstGeom prst="rect">
            <a:avLst/>
          </a:prstGeom>
        </p:spPr>
      </p:pic>
      <p:pic>
        <p:nvPicPr>
          <p:cNvPr id="778" name="Graphic 777" descr="Fish with solid fill">
            <a:extLst>
              <a:ext uri="{FF2B5EF4-FFF2-40B4-BE49-F238E27FC236}">
                <a16:creationId xmlns:a16="http://schemas.microsoft.com/office/drawing/2014/main" id="{F1303B04-71F9-174B-1C00-7D4B703B1B5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215416" y="2176572"/>
            <a:ext cx="513968" cy="513968"/>
          </a:xfrm>
          <a:prstGeom prst="rect">
            <a:avLst/>
          </a:prstGeom>
        </p:spPr>
      </p:pic>
      <p:pic>
        <p:nvPicPr>
          <p:cNvPr id="780" name="Graphic 779" descr="Fish with solid fill">
            <a:extLst>
              <a:ext uri="{FF2B5EF4-FFF2-40B4-BE49-F238E27FC236}">
                <a16:creationId xmlns:a16="http://schemas.microsoft.com/office/drawing/2014/main" id="{69A805BA-53F1-0F11-9DF7-6A0F60B9036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493756" y="2937726"/>
            <a:ext cx="513968" cy="513968"/>
          </a:xfrm>
          <a:prstGeom prst="rect">
            <a:avLst/>
          </a:prstGeom>
        </p:spPr>
      </p:pic>
      <p:pic>
        <p:nvPicPr>
          <p:cNvPr id="782" name="Graphic 781" descr="Fish with solid fill">
            <a:extLst>
              <a:ext uri="{FF2B5EF4-FFF2-40B4-BE49-F238E27FC236}">
                <a16:creationId xmlns:a16="http://schemas.microsoft.com/office/drawing/2014/main" id="{B8D63104-9A69-1F40-C6DC-0E97EDA7D08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624701" y="3442152"/>
            <a:ext cx="513968" cy="513968"/>
          </a:xfrm>
          <a:prstGeom prst="rect">
            <a:avLst/>
          </a:prstGeom>
        </p:spPr>
      </p:pic>
      <p:pic>
        <p:nvPicPr>
          <p:cNvPr id="784" name="Graphic 783" descr="Fish with solid fill">
            <a:extLst>
              <a:ext uri="{FF2B5EF4-FFF2-40B4-BE49-F238E27FC236}">
                <a16:creationId xmlns:a16="http://schemas.microsoft.com/office/drawing/2014/main" id="{E610D576-7B5A-4751-8B96-F3A2BD2CEB6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08156" y="3287468"/>
            <a:ext cx="513968" cy="513968"/>
          </a:xfrm>
          <a:prstGeom prst="rect">
            <a:avLst/>
          </a:prstGeom>
        </p:spPr>
      </p:pic>
      <p:pic>
        <p:nvPicPr>
          <p:cNvPr id="786" name="Graphic 785" descr="Fish with solid fill">
            <a:extLst>
              <a:ext uri="{FF2B5EF4-FFF2-40B4-BE49-F238E27FC236}">
                <a16:creationId xmlns:a16="http://schemas.microsoft.com/office/drawing/2014/main" id="{ADB85BDD-28FE-E94F-1006-E1AC15FE498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250382" y="2632926"/>
            <a:ext cx="513968" cy="513968"/>
          </a:xfrm>
          <a:prstGeom prst="rect">
            <a:avLst/>
          </a:prstGeom>
        </p:spPr>
      </p:pic>
      <p:pic>
        <p:nvPicPr>
          <p:cNvPr id="788" name="Graphic 787" descr="Fish with solid fill">
            <a:extLst>
              <a:ext uri="{FF2B5EF4-FFF2-40B4-BE49-F238E27FC236}">
                <a16:creationId xmlns:a16="http://schemas.microsoft.com/office/drawing/2014/main" id="{104C06BD-A704-FAFE-C5AC-688D666B3F5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980478" y="2993563"/>
            <a:ext cx="513968" cy="513968"/>
          </a:xfrm>
          <a:prstGeom prst="rect">
            <a:avLst/>
          </a:prstGeom>
        </p:spPr>
      </p:pic>
      <p:pic>
        <p:nvPicPr>
          <p:cNvPr id="790" name="Graphic 789" descr="Fish with solid fill">
            <a:extLst>
              <a:ext uri="{FF2B5EF4-FFF2-40B4-BE49-F238E27FC236}">
                <a16:creationId xmlns:a16="http://schemas.microsoft.com/office/drawing/2014/main" id="{A85B6828-7E1E-1D4D-2BAF-86EDDE95C37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08156" y="3679182"/>
            <a:ext cx="513968" cy="513968"/>
          </a:xfrm>
          <a:prstGeom prst="rect">
            <a:avLst/>
          </a:prstGeom>
        </p:spPr>
      </p:pic>
      <p:pic>
        <p:nvPicPr>
          <p:cNvPr id="792" name="Graphic 791" descr="Fish with solid fill">
            <a:extLst>
              <a:ext uri="{FF2B5EF4-FFF2-40B4-BE49-F238E27FC236}">
                <a16:creationId xmlns:a16="http://schemas.microsoft.com/office/drawing/2014/main" id="{460379AC-8A81-4791-666A-18CC4EAE96B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913678" y="3536652"/>
            <a:ext cx="513968" cy="513968"/>
          </a:xfrm>
          <a:prstGeom prst="rect">
            <a:avLst/>
          </a:prstGeom>
        </p:spPr>
      </p:pic>
      <p:pic>
        <p:nvPicPr>
          <p:cNvPr id="794" name="Graphic 793" descr="Fish with solid fill">
            <a:extLst>
              <a:ext uri="{FF2B5EF4-FFF2-40B4-BE49-F238E27FC236}">
                <a16:creationId xmlns:a16="http://schemas.microsoft.com/office/drawing/2014/main" id="{721B0779-7466-5C5C-F193-593C9D70E3C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044623" y="4041078"/>
            <a:ext cx="513968" cy="513968"/>
          </a:xfrm>
          <a:prstGeom prst="rect">
            <a:avLst/>
          </a:prstGeom>
        </p:spPr>
      </p:pic>
      <p:pic>
        <p:nvPicPr>
          <p:cNvPr id="796" name="Graphic 795" descr="Fish with solid fill">
            <a:extLst>
              <a:ext uri="{FF2B5EF4-FFF2-40B4-BE49-F238E27FC236}">
                <a16:creationId xmlns:a16="http://schemas.microsoft.com/office/drawing/2014/main" id="{1FF681A2-97DE-89EB-16F1-09BD3C6BFD1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828078" y="3886394"/>
            <a:ext cx="513968" cy="513968"/>
          </a:xfrm>
          <a:prstGeom prst="rect">
            <a:avLst/>
          </a:prstGeom>
        </p:spPr>
      </p:pic>
      <p:pic>
        <p:nvPicPr>
          <p:cNvPr id="798" name="Graphic 797" descr="Fish with solid fill">
            <a:extLst>
              <a:ext uri="{FF2B5EF4-FFF2-40B4-BE49-F238E27FC236}">
                <a16:creationId xmlns:a16="http://schemas.microsoft.com/office/drawing/2014/main" id="{628AE395-1957-7FEB-5C52-CE4E6BA1CEF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670304" y="3231852"/>
            <a:ext cx="513968" cy="513968"/>
          </a:xfrm>
          <a:prstGeom prst="rect">
            <a:avLst/>
          </a:prstGeom>
        </p:spPr>
      </p:pic>
      <p:pic>
        <p:nvPicPr>
          <p:cNvPr id="800" name="Graphic 799" descr="Fish with solid fill">
            <a:extLst>
              <a:ext uri="{FF2B5EF4-FFF2-40B4-BE49-F238E27FC236}">
                <a16:creationId xmlns:a16="http://schemas.microsoft.com/office/drawing/2014/main" id="{F15399C6-F7BA-4BC6-348A-F630F84E05A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400400" y="3592489"/>
            <a:ext cx="513968" cy="513968"/>
          </a:xfrm>
          <a:prstGeom prst="rect">
            <a:avLst/>
          </a:prstGeom>
        </p:spPr>
      </p:pic>
      <p:pic>
        <p:nvPicPr>
          <p:cNvPr id="802" name="Graphic 801" descr="Fish with solid fill">
            <a:extLst>
              <a:ext uri="{FF2B5EF4-FFF2-40B4-BE49-F238E27FC236}">
                <a16:creationId xmlns:a16="http://schemas.microsoft.com/office/drawing/2014/main" id="{B1AC84E2-51CF-1D5A-B16C-9BD559A302E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828078" y="4278108"/>
            <a:ext cx="513968" cy="513968"/>
          </a:xfrm>
          <a:prstGeom prst="rect">
            <a:avLst/>
          </a:prstGeom>
        </p:spPr>
      </p:pic>
      <p:pic>
        <p:nvPicPr>
          <p:cNvPr id="804" name="Graphic 803" descr="Fish with solid fill">
            <a:extLst>
              <a:ext uri="{FF2B5EF4-FFF2-40B4-BE49-F238E27FC236}">
                <a16:creationId xmlns:a16="http://schemas.microsoft.com/office/drawing/2014/main" id="{FB4FE831-ED2E-DA6F-EFF3-CCA561FB573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664698" y="4273222"/>
            <a:ext cx="513968" cy="513968"/>
          </a:xfrm>
          <a:prstGeom prst="rect">
            <a:avLst/>
          </a:prstGeom>
        </p:spPr>
      </p:pic>
      <p:pic>
        <p:nvPicPr>
          <p:cNvPr id="806" name="Graphic 805" descr="Fish with solid fill">
            <a:extLst>
              <a:ext uri="{FF2B5EF4-FFF2-40B4-BE49-F238E27FC236}">
                <a16:creationId xmlns:a16="http://schemas.microsoft.com/office/drawing/2014/main" id="{204F1A5E-EC06-42B8-3BA2-690759192C0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795643" y="4777648"/>
            <a:ext cx="513968" cy="513968"/>
          </a:xfrm>
          <a:prstGeom prst="rect">
            <a:avLst/>
          </a:prstGeom>
        </p:spPr>
      </p:pic>
      <p:pic>
        <p:nvPicPr>
          <p:cNvPr id="808" name="Graphic 807" descr="Fish with solid fill">
            <a:extLst>
              <a:ext uri="{FF2B5EF4-FFF2-40B4-BE49-F238E27FC236}">
                <a16:creationId xmlns:a16="http://schemas.microsoft.com/office/drawing/2014/main" id="{336178AB-BD11-0349-C266-B78B86F9B66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579098" y="4622964"/>
            <a:ext cx="513968" cy="513968"/>
          </a:xfrm>
          <a:prstGeom prst="rect">
            <a:avLst/>
          </a:prstGeom>
        </p:spPr>
      </p:pic>
      <p:pic>
        <p:nvPicPr>
          <p:cNvPr id="810" name="Graphic 809" descr="Fish with solid fill">
            <a:extLst>
              <a:ext uri="{FF2B5EF4-FFF2-40B4-BE49-F238E27FC236}">
                <a16:creationId xmlns:a16="http://schemas.microsoft.com/office/drawing/2014/main" id="{233233AB-3F19-A399-62DC-82C43FA3A5A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421324" y="3968422"/>
            <a:ext cx="513968" cy="513968"/>
          </a:xfrm>
          <a:prstGeom prst="rect">
            <a:avLst/>
          </a:prstGeom>
        </p:spPr>
      </p:pic>
      <p:pic>
        <p:nvPicPr>
          <p:cNvPr id="812" name="Graphic 811" descr="Fish with solid fill">
            <a:extLst>
              <a:ext uri="{FF2B5EF4-FFF2-40B4-BE49-F238E27FC236}">
                <a16:creationId xmlns:a16="http://schemas.microsoft.com/office/drawing/2014/main" id="{F48DBF26-8E1B-6847-DCDC-096B0245C53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151420" y="4329059"/>
            <a:ext cx="513968" cy="513968"/>
          </a:xfrm>
          <a:prstGeom prst="rect">
            <a:avLst/>
          </a:prstGeom>
        </p:spPr>
      </p:pic>
      <p:pic>
        <p:nvPicPr>
          <p:cNvPr id="814" name="Graphic 813" descr="Fish with solid fill">
            <a:extLst>
              <a:ext uri="{FF2B5EF4-FFF2-40B4-BE49-F238E27FC236}">
                <a16:creationId xmlns:a16="http://schemas.microsoft.com/office/drawing/2014/main" id="{1D0BC3E2-696A-5554-7442-0F66AA5DDC1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579098" y="5014678"/>
            <a:ext cx="513968" cy="513968"/>
          </a:xfrm>
          <a:prstGeom prst="rect">
            <a:avLst/>
          </a:prstGeom>
        </p:spPr>
      </p:pic>
      <p:pic>
        <p:nvPicPr>
          <p:cNvPr id="816" name="Graphic 815" descr="Fish with solid fill">
            <a:extLst>
              <a:ext uri="{FF2B5EF4-FFF2-40B4-BE49-F238E27FC236}">
                <a16:creationId xmlns:a16="http://schemas.microsoft.com/office/drawing/2014/main" id="{27AF893E-9E61-DCE8-AD6B-16D15491D37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643735" y="4182791"/>
            <a:ext cx="513968" cy="513968"/>
          </a:xfrm>
          <a:prstGeom prst="rect">
            <a:avLst/>
          </a:prstGeom>
        </p:spPr>
      </p:pic>
      <p:pic>
        <p:nvPicPr>
          <p:cNvPr id="818" name="Graphic 817" descr="Fish with solid fill">
            <a:extLst>
              <a:ext uri="{FF2B5EF4-FFF2-40B4-BE49-F238E27FC236}">
                <a16:creationId xmlns:a16="http://schemas.microsoft.com/office/drawing/2014/main" id="{595A0C7C-CCAB-60EC-5AFE-1D05B7FE97D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774680" y="4687217"/>
            <a:ext cx="513968" cy="513968"/>
          </a:xfrm>
          <a:prstGeom prst="rect">
            <a:avLst/>
          </a:prstGeom>
        </p:spPr>
      </p:pic>
      <p:pic>
        <p:nvPicPr>
          <p:cNvPr id="820" name="Graphic 819" descr="Fish with solid fill">
            <a:extLst>
              <a:ext uri="{FF2B5EF4-FFF2-40B4-BE49-F238E27FC236}">
                <a16:creationId xmlns:a16="http://schemas.microsoft.com/office/drawing/2014/main" id="{8BF3913C-F552-BC1A-8932-DA866B8AC2A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558135" y="4532533"/>
            <a:ext cx="513968" cy="513968"/>
          </a:xfrm>
          <a:prstGeom prst="rect">
            <a:avLst/>
          </a:prstGeom>
        </p:spPr>
      </p:pic>
      <p:pic>
        <p:nvPicPr>
          <p:cNvPr id="822" name="Graphic 821" descr="Fish with solid fill">
            <a:extLst>
              <a:ext uri="{FF2B5EF4-FFF2-40B4-BE49-F238E27FC236}">
                <a16:creationId xmlns:a16="http://schemas.microsoft.com/office/drawing/2014/main" id="{9C4C9017-CEF2-EFC6-1247-E1EFE6334F1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00361" y="3877991"/>
            <a:ext cx="513968" cy="513968"/>
          </a:xfrm>
          <a:prstGeom prst="rect">
            <a:avLst/>
          </a:prstGeom>
        </p:spPr>
      </p:pic>
      <p:pic>
        <p:nvPicPr>
          <p:cNvPr id="824" name="Graphic 823" descr="Fish with solid fill">
            <a:extLst>
              <a:ext uri="{FF2B5EF4-FFF2-40B4-BE49-F238E27FC236}">
                <a16:creationId xmlns:a16="http://schemas.microsoft.com/office/drawing/2014/main" id="{C974814B-B7D6-53A5-1DBA-8779AA55D53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130457" y="4238628"/>
            <a:ext cx="513968" cy="513968"/>
          </a:xfrm>
          <a:prstGeom prst="rect">
            <a:avLst/>
          </a:prstGeom>
        </p:spPr>
      </p:pic>
      <p:pic>
        <p:nvPicPr>
          <p:cNvPr id="826" name="Graphic 825" descr="Fish with solid fill">
            <a:extLst>
              <a:ext uri="{FF2B5EF4-FFF2-40B4-BE49-F238E27FC236}">
                <a16:creationId xmlns:a16="http://schemas.microsoft.com/office/drawing/2014/main" id="{CA99772D-D24B-04D5-3A08-00D96719453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558135" y="4924247"/>
            <a:ext cx="513968" cy="513968"/>
          </a:xfrm>
          <a:prstGeom prst="rect">
            <a:avLst/>
          </a:prstGeom>
        </p:spPr>
      </p:pic>
      <p:pic>
        <p:nvPicPr>
          <p:cNvPr id="828" name="Graphic 827" descr="Fish with solid fill">
            <a:extLst>
              <a:ext uri="{FF2B5EF4-FFF2-40B4-BE49-F238E27FC236}">
                <a16:creationId xmlns:a16="http://schemas.microsoft.com/office/drawing/2014/main" id="{8BC2D60F-B198-2708-4D6A-D84258CEE80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065597" y="4818758"/>
            <a:ext cx="513968" cy="513968"/>
          </a:xfrm>
          <a:prstGeom prst="rect">
            <a:avLst/>
          </a:prstGeom>
        </p:spPr>
      </p:pic>
      <p:pic>
        <p:nvPicPr>
          <p:cNvPr id="830" name="Graphic 829" descr="Fish with solid fill">
            <a:extLst>
              <a:ext uri="{FF2B5EF4-FFF2-40B4-BE49-F238E27FC236}">
                <a16:creationId xmlns:a16="http://schemas.microsoft.com/office/drawing/2014/main" id="{A5A24883-9A98-D742-BD4A-CDE30FB1F6E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196542" y="5323184"/>
            <a:ext cx="513968" cy="513968"/>
          </a:xfrm>
          <a:prstGeom prst="rect">
            <a:avLst/>
          </a:prstGeom>
        </p:spPr>
      </p:pic>
      <p:pic>
        <p:nvPicPr>
          <p:cNvPr id="832" name="Graphic 831" descr="Fish with solid fill">
            <a:extLst>
              <a:ext uri="{FF2B5EF4-FFF2-40B4-BE49-F238E27FC236}">
                <a16:creationId xmlns:a16="http://schemas.microsoft.com/office/drawing/2014/main" id="{F3042528-21A3-EF1E-9063-068CADAA34A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979997" y="5168500"/>
            <a:ext cx="513968" cy="513968"/>
          </a:xfrm>
          <a:prstGeom prst="rect">
            <a:avLst/>
          </a:prstGeom>
        </p:spPr>
      </p:pic>
      <p:pic>
        <p:nvPicPr>
          <p:cNvPr id="834" name="Graphic 833" descr="Fish with solid fill">
            <a:extLst>
              <a:ext uri="{FF2B5EF4-FFF2-40B4-BE49-F238E27FC236}">
                <a16:creationId xmlns:a16="http://schemas.microsoft.com/office/drawing/2014/main" id="{11275C97-087E-DF01-CB79-22C64E5F1E3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822223" y="4513958"/>
            <a:ext cx="513968" cy="513968"/>
          </a:xfrm>
          <a:prstGeom prst="rect">
            <a:avLst/>
          </a:prstGeom>
        </p:spPr>
      </p:pic>
      <p:pic>
        <p:nvPicPr>
          <p:cNvPr id="836" name="Graphic 835" descr="Fish with solid fill">
            <a:extLst>
              <a:ext uri="{FF2B5EF4-FFF2-40B4-BE49-F238E27FC236}">
                <a16:creationId xmlns:a16="http://schemas.microsoft.com/office/drawing/2014/main" id="{3E0CAFF0-79C3-3B9B-0881-95FA9C5E662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552319" y="4874595"/>
            <a:ext cx="513968" cy="513968"/>
          </a:xfrm>
          <a:prstGeom prst="rect">
            <a:avLst/>
          </a:prstGeom>
        </p:spPr>
      </p:pic>
      <p:pic>
        <p:nvPicPr>
          <p:cNvPr id="838" name="Graphic 837" descr="Fish with solid fill">
            <a:extLst>
              <a:ext uri="{FF2B5EF4-FFF2-40B4-BE49-F238E27FC236}">
                <a16:creationId xmlns:a16="http://schemas.microsoft.com/office/drawing/2014/main" id="{0B3BFE5A-3177-633E-4FC3-2FD0731666D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979997" y="5560214"/>
            <a:ext cx="513968" cy="513968"/>
          </a:xfrm>
          <a:prstGeom prst="rect">
            <a:avLst/>
          </a:prstGeom>
        </p:spPr>
      </p:pic>
      <mc:AlternateContent xmlns:mc="http://schemas.openxmlformats.org/markup-compatibility/2006" xmlns:a14="http://schemas.microsoft.com/office/drawing/2010/main">
        <mc:Choice Requires="a14">
          <p:sp>
            <p:nvSpPr>
              <p:cNvPr id="839" name="TextBox 838">
                <a:extLst>
                  <a:ext uri="{FF2B5EF4-FFF2-40B4-BE49-F238E27FC236}">
                    <a16:creationId xmlns:a16="http://schemas.microsoft.com/office/drawing/2014/main" id="{567E8622-8DC4-E337-47C0-7491DB826C41}"/>
                  </a:ext>
                </a:extLst>
              </p:cNvPr>
              <p:cNvSpPr txBox="1"/>
              <p:nvPr/>
            </p:nvSpPr>
            <p:spPr>
              <a:xfrm>
                <a:off x="6456040" y="4752596"/>
                <a:ext cx="2478611" cy="241285"/>
              </a:xfrm>
              <a:prstGeom prst="rect">
                <a:avLst/>
              </a:prstGeom>
              <a:noFill/>
            </p:spPr>
            <p:txBody>
              <a:bodyPr wrap="square" lIns="0" tIns="0" rIns="0" bIns="0" rtlCol="0">
                <a:spAutoFit/>
              </a:bodyPr>
              <a:lstStyle/>
              <a:p>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𝑵</m:t>
                        </m:r>
                      </m:e>
                      <m:sub>
                        <m:r>
                          <a:rPr lang="en-US" b="1" i="1">
                            <a:latin typeface="Cambria Math" panose="02040503050406030204" pitchFamily="18" charset="0"/>
                          </a:rPr>
                          <m:t>𝒆</m:t>
                        </m:r>
                      </m:sub>
                    </m:sSub>
                  </m:oMath>
                </a14:m>
                <a:r>
                  <a:rPr lang="en-US" b="1" dirty="0"/>
                  <a:t> :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𝑵</m:t>
                        </m:r>
                      </m:e>
                      <m:sub>
                        <m:r>
                          <a:rPr lang="en-US" b="1" i="1">
                            <a:latin typeface="Cambria Math" panose="02040503050406030204" pitchFamily="18" charset="0"/>
                          </a:rPr>
                          <m:t>𝒄</m:t>
                        </m:r>
                      </m:sub>
                    </m:sSub>
                  </m:oMath>
                </a14:m>
                <a:r>
                  <a:rPr lang="en-US" b="1" dirty="0"/>
                  <a:t> Ratio </a:t>
                </a:r>
                <a:r>
                  <a:rPr lang="en-US" b="1" dirty="0">
                    <a:latin typeface="Cambria Math" panose="02040503050406030204" pitchFamily="18" charset="0"/>
                    <a:ea typeface="Cambria Math" panose="02040503050406030204" pitchFamily="18" charset="0"/>
                  </a:rPr>
                  <a:t>~ 0.10</a:t>
                </a:r>
                <a:endParaRPr lang="en-CH" dirty="0"/>
              </a:p>
            </p:txBody>
          </p:sp>
        </mc:Choice>
        <mc:Fallback xmlns="">
          <p:sp>
            <p:nvSpPr>
              <p:cNvPr id="839" name="TextBox 838">
                <a:extLst>
                  <a:ext uri="{FF2B5EF4-FFF2-40B4-BE49-F238E27FC236}">
                    <a16:creationId xmlns:a16="http://schemas.microsoft.com/office/drawing/2014/main" id="{9FEC60B2-727D-5161-6BF1-484726DFD4EE}"/>
                  </a:ext>
                </a:extLst>
              </p:cNvPr>
              <p:cNvSpPr txBox="1">
                <a:spLocks noRot="1" noChangeAspect="1" noMove="1" noResize="1" noEditPoints="1" noAdjustHandles="1" noChangeArrowheads="1" noChangeShapeType="1" noTextEdit="1"/>
              </p:cNvSpPr>
              <p:nvPr/>
            </p:nvSpPr>
            <p:spPr>
              <a:xfrm>
                <a:off x="6456040" y="4752596"/>
                <a:ext cx="2478611" cy="241285"/>
              </a:xfrm>
              <a:prstGeom prst="rect">
                <a:avLst/>
              </a:prstGeom>
              <a:blipFill>
                <a:blip r:embed="rId15"/>
                <a:stretch>
                  <a:fillRect l="-2703" t="-33333" b="-53846"/>
                </a:stretch>
              </a:blipFill>
            </p:spPr>
            <p:txBody>
              <a:bodyPr/>
              <a:lstStyle/>
              <a:p>
                <a:r>
                  <a:rPr lang="en-CH">
                    <a:noFill/>
                  </a:rPr>
                  <a:t> </a:t>
                </a:r>
              </a:p>
            </p:txBody>
          </p:sp>
        </mc:Fallback>
      </mc:AlternateContent>
    </p:spTree>
    <p:extLst>
      <p:ext uri="{BB962C8B-B14F-4D97-AF65-F5344CB8AC3E}">
        <p14:creationId xmlns:p14="http://schemas.microsoft.com/office/powerpoint/2010/main" val="168657315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E4855-DF0B-4C63-9E4A-3ED907624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67155-D7BC-4323-AFC7-15AFD944FB34}"/>
              </a:ext>
            </a:extLst>
          </p:cNvPr>
          <p:cNvSpPr>
            <a:spLocks noGrp="1"/>
          </p:cNvSpPr>
          <p:nvPr>
            <p:ph type="title"/>
          </p:nvPr>
        </p:nvSpPr>
        <p:spPr>
          <a:xfrm>
            <a:off x="273600" y="244800"/>
            <a:ext cx="11650662" cy="625944"/>
          </a:xfrm>
        </p:spPr>
        <p:txBody>
          <a:bodyPr vert="horz" lIns="0" tIns="0" rIns="0" bIns="0" rtlCol="0" anchor="t">
            <a:normAutofit/>
          </a:bodyPr>
          <a:lstStyle/>
          <a:p>
            <a:r>
              <a:rPr lang="en-GB" dirty="0"/>
              <a:t>My Project – Problem</a:t>
            </a:r>
            <a:endParaRPr lang="en-GB" b="1" kern="1200" spc="0" baseline="0" dirty="0">
              <a:latin typeface="+mj-lt"/>
              <a:ea typeface="+mj-ea"/>
              <a:cs typeface="+mj-cs"/>
            </a:endParaRPr>
          </a:p>
        </p:txBody>
      </p:sp>
      <p:sp>
        <p:nvSpPr>
          <p:cNvPr id="5" name="Date Placeholder 3">
            <a:extLst>
              <a:ext uri="{FF2B5EF4-FFF2-40B4-BE49-F238E27FC236}">
                <a16:creationId xmlns:a16="http://schemas.microsoft.com/office/drawing/2014/main" id="{1FF63220-5D48-919A-6992-2229247FA6E1}"/>
              </a:ext>
            </a:extLst>
          </p:cNvPr>
          <p:cNvSpPr>
            <a:spLocks noGrp="1"/>
          </p:cNvSpPr>
          <p:nvPr>
            <p:ph type="dt" sz="half" idx="10"/>
          </p:nvPr>
        </p:nvSpPr>
        <p:spPr>
          <a:xfrm>
            <a:off x="10416480" y="6424761"/>
            <a:ext cx="1189348" cy="144016"/>
          </a:xfrm>
        </p:spPr>
        <p:txBody>
          <a:bodyPr/>
          <a:lstStyle/>
          <a:p>
            <a:pPr>
              <a:spcAft>
                <a:spcPts val="600"/>
              </a:spcAft>
            </a:pPr>
            <a:fld id="{559D2166-F94B-4F41-B18F-04CF5911FD4C}" type="datetime1">
              <a:rPr lang="en-GB" noProof="0" smtClean="0"/>
              <a:t>16/09/2026</a:t>
            </a:fld>
            <a:endParaRPr lang="en-GB" noProof="0"/>
          </a:p>
        </p:txBody>
      </p:sp>
      <p:sp>
        <p:nvSpPr>
          <p:cNvPr id="14" name="Slide Number Placeholder 5">
            <a:extLst>
              <a:ext uri="{FF2B5EF4-FFF2-40B4-BE49-F238E27FC236}">
                <a16:creationId xmlns:a16="http://schemas.microsoft.com/office/drawing/2014/main" id="{DBEE94C5-C4B2-EFFC-760E-493B0D856F28}"/>
              </a:ext>
            </a:extLst>
          </p:cNvPr>
          <p:cNvSpPr>
            <a:spLocks noGrp="1"/>
          </p:cNvSpPr>
          <p:nvPr>
            <p:ph type="sldNum" sz="quarter" idx="12"/>
          </p:nvPr>
        </p:nvSpPr>
        <p:spPr>
          <a:xfrm>
            <a:off x="11712624" y="6424761"/>
            <a:ext cx="209500" cy="144016"/>
          </a:xfrm>
        </p:spPr>
        <p:txBody>
          <a:bodyPr/>
          <a:lstStyle/>
          <a:p>
            <a:pPr>
              <a:spcAft>
                <a:spcPts val="600"/>
              </a:spcAft>
            </a:pPr>
            <a:fld id="{442AD375-037F-43D0-B059-5172DA06796A}" type="slidenum">
              <a:rPr lang="en-GB" noProof="0" smtClean="0"/>
              <a:pPr>
                <a:spcAft>
                  <a:spcPts val="600"/>
                </a:spcAft>
              </a:pPr>
              <a:t>111</a:t>
            </a:fld>
            <a:endParaRPr lang="en-GB" noProof="0"/>
          </a:p>
        </p:txBody>
      </p:sp>
      <p:grpSp>
        <p:nvGrpSpPr>
          <p:cNvPr id="222" name="Group 221">
            <a:extLst>
              <a:ext uri="{FF2B5EF4-FFF2-40B4-BE49-F238E27FC236}">
                <a16:creationId xmlns:a16="http://schemas.microsoft.com/office/drawing/2014/main" id="{74A48C72-48DB-9B49-A97E-667E590B2FF3}"/>
              </a:ext>
            </a:extLst>
          </p:cNvPr>
          <p:cNvGrpSpPr/>
          <p:nvPr/>
        </p:nvGrpSpPr>
        <p:grpSpPr>
          <a:xfrm>
            <a:off x="1507522" y="522415"/>
            <a:ext cx="197453" cy="415277"/>
            <a:chOff x="1507522" y="522415"/>
            <a:chExt cx="197453" cy="415277"/>
          </a:xfrm>
        </p:grpSpPr>
        <p:sp>
          <p:nvSpPr>
            <p:cNvPr id="215" name="Freeform: Shape 214">
              <a:extLst>
                <a:ext uri="{FF2B5EF4-FFF2-40B4-BE49-F238E27FC236}">
                  <a16:creationId xmlns:a16="http://schemas.microsoft.com/office/drawing/2014/main" id="{D5894824-A9BB-CE8B-F2BD-A0EF9E39C889}"/>
                </a:ext>
              </a:extLst>
            </p:cNvPr>
            <p:cNvSpPr/>
            <p:nvPr/>
          </p:nvSpPr>
          <p:spPr>
            <a:xfrm>
              <a:off x="1571625" y="580617"/>
              <a:ext cx="133350"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7" name="Freeform: Shape 216">
              <a:extLst>
                <a:ext uri="{FF2B5EF4-FFF2-40B4-BE49-F238E27FC236}">
                  <a16:creationId xmlns:a16="http://schemas.microsoft.com/office/drawing/2014/main" id="{224D5CA2-0BBE-8393-643A-28B846115045}"/>
                </a:ext>
              </a:extLst>
            </p:cNvPr>
            <p:cNvSpPr/>
            <p:nvPr/>
          </p:nvSpPr>
          <p:spPr>
            <a:xfrm flipH="1">
              <a:off x="1507522" y="522415"/>
              <a:ext cx="97425"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226" name="Group 225">
            <a:extLst>
              <a:ext uri="{FF2B5EF4-FFF2-40B4-BE49-F238E27FC236}">
                <a16:creationId xmlns:a16="http://schemas.microsoft.com/office/drawing/2014/main" id="{7E1CEA9A-58B8-016D-6DA8-8AA6F6813BB0}"/>
              </a:ext>
            </a:extLst>
          </p:cNvPr>
          <p:cNvGrpSpPr/>
          <p:nvPr/>
        </p:nvGrpSpPr>
        <p:grpSpPr>
          <a:xfrm>
            <a:off x="10977472" y="502624"/>
            <a:ext cx="197453" cy="415277"/>
            <a:chOff x="1507522" y="522415"/>
            <a:chExt cx="197453" cy="415277"/>
          </a:xfrm>
        </p:grpSpPr>
        <p:sp>
          <p:nvSpPr>
            <p:cNvPr id="227" name="Freeform: Shape 226">
              <a:extLst>
                <a:ext uri="{FF2B5EF4-FFF2-40B4-BE49-F238E27FC236}">
                  <a16:creationId xmlns:a16="http://schemas.microsoft.com/office/drawing/2014/main" id="{7BD4028E-51E9-5142-43B3-6E835279493B}"/>
                </a:ext>
              </a:extLst>
            </p:cNvPr>
            <p:cNvSpPr/>
            <p:nvPr/>
          </p:nvSpPr>
          <p:spPr>
            <a:xfrm>
              <a:off x="1571625" y="580617"/>
              <a:ext cx="133350"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8" name="Freeform: Shape 227">
              <a:extLst>
                <a:ext uri="{FF2B5EF4-FFF2-40B4-BE49-F238E27FC236}">
                  <a16:creationId xmlns:a16="http://schemas.microsoft.com/office/drawing/2014/main" id="{3D91CE72-B0C7-3A4B-3B89-937A213237C2}"/>
                </a:ext>
              </a:extLst>
            </p:cNvPr>
            <p:cNvSpPr/>
            <p:nvPr/>
          </p:nvSpPr>
          <p:spPr>
            <a:xfrm flipH="1">
              <a:off x="1507522" y="522415"/>
              <a:ext cx="97425"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235" name="Group 234">
            <a:extLst>
              <a:ext uri="{FF2B5EF4-FFF2-40B4-BE49-F238E27FC236}">
                <a16:creationId xmlns:a16="http://schemas.microsoft.com/office/drawing/2014/main" id="{868EB9E7-491A-DEA1-820A-2B7C90CAE2C2}"/>
              </a:ext>
            </a:extLst>
          </p:cNvPr>
          <p:cNvGrpSpPr/>
          <p:nvPr/>
        </p:nvGrpSpPr>
        <p:grpSpPr>
          <a:xfrm>
            <a:off x="302225" y="586744"/>
            <a:ext cx="11235019" cy="5105878"/>
            <a:chOff x="302225" y="586744"/>
            <a:chExt cx="11235019" cy="5105878"/>
          </a:xfrm>
        </p:grpSpPr>
        <p:sp>
          <p:nvSpPr>
            <p:cNvPr id="10" name="Freeform: Shape 9">
              <a:extLst>
                <a:ext uri="{FF2B5EF4-FFF2-40B4-BE49-F238E27FC236}">
                  <a16:creationId xmlns:a16="http://schemas.microsoft.com/office/drawing/2014/main" id="{2BFA3849-1F8B-E3DA-A262-09BF6E9A307D}"/>
                </a:ext>
              </a:extLst>
            </p:cNvPr>
            <p:cNvSpPr/>
            <p:nvPr/>
          </p:nvSpPr>
          <p:spPr>
            <a:xfrm rot="19502397">
              <a:off x="1868618" y="1556713"/>
              <a:ext cx="7229413" cy="4135909"/>
            </a:xfrm>
            <a:custGeom>
              <a:avLst/>
              <a:gdLst>
                <a:gd name="csX0" fmla="*/ 619125 w 9745376"/>
                <a:gd name="csY0" fmla="*/ 2343150 h 5153025"/>
                <a:gd name="csX1" fmla="*/ 619125 w 9745376"/>
                <a:gd name="csY1" fmla="*/ 2343150 h 5153025"/>
                <a:gd name="csX2" fmla="*/ 742950 w 9745376"/>
                <a:gd name="csY2" fmla="*/ 2228850 h 5153025"/>
                <a:gd name="csX3" fmla="*/ 828675 w 9745376"/>
                <a:gd name="csY3" fmla="*/ 2181225 h 5153025"/>
                <a:gd name="csX4" fmla="*/ 895350 w 9745376"/>
                <a:gd name="csY4" fmla="*/ 2114550 h 5153025"/>
                <a:gd name="csX5" fmla="*/ 952500 w 9745376"/>
                <a:gd name="csY5" fmla="*/ 2066925 h 5153025"/>
                <a:gd name="csX6" fmla="*/ 1152525 w 9745376"/>
                <a:gd name="csY6" fmla="*/ 1885950 h 5153025"/>
                <a:gd name="csX7" fmla="*/ 1295400 w 9745376"/>
                <a:gd name="csY7" fmla="*/ 1704975 h 5153025"/>
                <a:gd name="csX8" fmla="*/ 1362075 w 9745376"/>
                <a:gd name="csY8" fmla="*/ 1619250 h 5153025"/>
                <a:gd name="csX9" fmla="*/ 1428750 w 9745376"/>
                <a:gd name="csY9" fmla="*/ 1552575 h 5153025"/>
                <a:gd name="csX10" fmla="*/ 1476375 w 9745376"/>
                <a:gd name="csY10" fmla="*/ 1485900 h 5153025"/>
                <a:gd name="csX11" fmla="*/ 1552575 w 9745376"/>
                <a:gd name="csY11" fmla="*/ 1409700 h 5153025"/>
                <a:gd name="csX12" fmla="*/ 1590675 w 9745376"/>
                <a:gd name="csY12" fmla="*/ 1362075 h 5153025"/>
                <a:gd name="csX13" fmla="*/ 1647825 w 9745376"/>
                <a:gd name="csY13" fmla="*/ 1314450 h 5153025"/>
                <a:gd name="csX14" fmla="*/ 1695450 w 9745376"/>
                <a:gd name="csY14" fmla="*/ 1266825 h 5153025"/>
                <a:gd name="csX15" fmla="*/ 1790700 w 9745376"/>
                <a:gd name="csY15" fmla="*/ 1181100 h 5153025"/>
                <a:gd name="csX16" fmla="*/ 1933575 w 9745376"/>
                <a:gd name="csY16" fmla="*/ 1019175 h 5153025"/>
                <a:gd name="csX17" fmla="*/ 2028825 w 9745376"/>
                <a:gd name="csY17" fmla="*/ 895350 h 5153025"/>
                <a:gd name="csX18" fmla="*/ 2124075 w 9745376"/>
                <a:gd name="csY18" fmla="*/ 809625 h 5153025"/>
                <a:gd name="csX19" fmla="*/ 2314575 w 9745376"/>
                <a:gd name="csY19" fmla="*/ 676275 h 5153025"/>
                <a:gd name="csX20" fmla="*/ 2409825 w 9745376"/>
                <a:gd name="csY20" fmla="*/ 600075 h 5153025"/>
                <a:gd name="csX21" fmla="*/ 2638425 w 9745376"/>
                <a:gd name="csY21" fmla="*/ 485775 h 5153025"/>
                <a:gd name="csX22" fmla="*/ 2733675 w 9745376"/>
                <a:gd name="csY22" fmla="*/ 438150 h 5153025"/>
                <a:gd name="csX23" fmla="*/ 2809875 w 9745376"/>
                <a:gd name="csY23" fmla="*/ 409575 h 5153025"/>
                <a:gd name="csX24" fmla="*/ 2876550 w 9745376"/>
                <a:gd name="csY24" fmla="*/ 381000 h 5153025"/>
                <a:gd name="csX25" fmla="*/ 2990850 w 9745376"/>
                <a:gd name="csY25" fmla="*/ 342900 h 5153025"/>
                <a:gd name="csX26" fmla="*/ 3048000 w 9745376"/>
                <a:gd name="csY26" fmla="*/ 314325 h 5153025"/>
                <a:gd name="csX27" fmla="*/ 3143250 w 9745376"/>
                <a:gd name="csY27" fmla="*/ 295275 h 5153025"/>
                <a:gd name="csX28" fmla="*/ 3314700 w 9745376"/>
                <a:gd name="csY28" fmla="*/ 238125 h 5153025"/>
                <a:gd name="csX29" fmla="*/ 3419475 w 9745376"/>
                <a:gd name="csY29" fmla="*/ 209550 h 5153025"/>
                <a:gd name="csX30" fmla="*/ 3514725 w 9745376"/>
                <a:gd name="csY30" fmla="*/ 180975 h 5153025"/>
                <a:gd name="csX31" fmla="*/ 3629025 w 9745376"/>
                <a:gd name="csY31" fmla="*/ 142875 h 5153025"/>
                <a:gd name="csX32" fmla="*/ 3905250 w 9745376"/>
                <a:gd name="csY32" fmla="*/ 66675 h 5153025"/>
                <a:gd name="csX33" fmla="*/ 4019550 w 9745376"/>
                <a:gd name="csY33" fmla="*/ 57150 h 5153025"/>
                <a:gd name="csX34" fmla="*/ 4371975 w 9745376"/>
                <a:gd name="csY34" fmla="*/ 66675 h 5153025"/>
                <a:gd name="csX35" fmla="*/ 4505325 w 9745376"/>
                <a:gd name="csY35" fmla="*/ 104775 h 5153025"/>
                <a:gd name="csX36" fmla="*/ 4695825 w 9745376"/>
                <a:gd name="csY36" fmla="*/ 133350 h 5153025"/>
                <a:gd name="csX37" fmla="*/ 6372225 w 9745376"/>
                <a:gd name="csY37" fmla="*/ 104775 h 5153025"/>
                <a:gd name="csX38" fmla="*/ 6648450 w 9745376"/>
                <a:gd name="csY38" fmla="*/ 57150 h 5153025"/>
                <a:gd name="csX39" fmla="*/ 6762750 w 9745376"/>
                <a:gd name="csY39" fmla="*/ 47625 h 5153025"/>
                <a:gd name="csX40" fmla="*/ 6962775 w 9745376"/>
                <a:gd name="csY40" fmla="*/ 19050 h 5153025"/>
                <a:gd name="csX41" fmla="*/ 7191375 w 9745376"/>
                <a:gd name="csY41" fmla="*/ 9525 h 5153025"/>
                <a:gd name="csX42" fmla="*/ 7353300 w 9745376"/>
                <a:gd name="csY42" fmla="*/ 0 h 5153025"/>
                <a:gd name="csX43" fmla="*/ 8505825 w 9745376"/>
                <a:gd name="csY43" fmla="*/ 28575 h 5153025"/>
                <a:gd name="csX44" fmla="*/ 8629650 w 9745376"/>
                <a:gd name="csY44" fmla="*/ 66675 h 5153025"/>
                <a:gd name="csX45" fmla="*/ 8829675 w 9745376"/>
                <a:gd name="csY45" fmla="*/ 200025 h 5153025"/>
                <a:gd name="csX46" fmla="*/ 9010650 w 9745376"/>
                <a:gd name="csY46" fmla="*/ 371475 h 5153025"/>
                <a:gd name="csX47" fmla="*/ 9182100 w 9745376"/>
                <a:gd name="csY47" fmla="*/ 581025 h 5153025"/>
                <a:gd name="csX48" fmla="*/ 9248775 w 9745376"/>
                <a:gd name="csY48" fmla="*/ 685800 h 5153025"/>
                <a:gd name="csX49" fmla="*/ 9363075 w 9745376"/>
                <a:gd name="csY49" fmla="*/ 942975 h 5153025"/>
                <a:gd name="csX50" fmla="*/ 9410700 w 9745376"/>
                <a:gd name="csY50" fmla="*/ 1038225 h 5153025"/>
                <a:gd name="csX51" fmla="*/ 9496425 w 9745376"/>
                <a:gd name="csY51" fmla="*/ 1200150 h 5153025"/>
                <a:gd name="csX52" fmla="*/ 9591675 w 9745376"/>
                <a:gd name="csY52" fmla="*/ 1409700 h 5153025"/>
                <a:gd name="csX53" fmla="*/ 9639300 w 9745376"/>
                <a:gd name="csY53" fmla="*/ 1647825 h 5153025"/>
                <a:gd name="csX54" fmla="*/ 9686925 w 9745376"/>
                <a:gd name="csY54" fmla="*/ 1895475 h 5153025"/>
                <a:gd name="csX55" fmla="*/ 9705975 w 9745376"/>
                <a:gd name="csY55" fmla="*/ 1981200 h 5153025"/>
                <a:gd name="csX56" fmla="*/ 9734550 w 9745376"/>
                <a:gd name="csY56" fmla="*/ 2152650 h 5153025"/>
                <a:gd name="csX57" fmla="*/ 9705975 w 9745376"/>
                <a:gd name="csY57" fmla="*/ 2809875 h 5153025"/>
                <a:gd name="csX58" fmla="*/ 9658350 w 9745376"/>
                <a:gd name="csY58" fmla="*/ 2867025 h 5153025"/>
                <a:gd name="csX59" fmla="*/ 9477375 w 9745376"/>
                <a:gd name="csY59" fmla="*/ 3000375 h 5153025"/>
                <a:gd name="csX60" fmla="*/ 9401175 w 9745376"/>
                <a:gd name="csY60" fmla="*/ 3038475 h 5153025"/>
                <a:gd name="csX61" fmla="*/ 9210675 w 9745376"/>
                <a:gd name="csY61" fmla="*/ 3143250 h 5153025"/>
                <a:gd name="csX62" fmla="*/ 8943975 w 9745376"/>
                <a:gd name="csY62" fmla="*/ 3190875 h 5153025"/>
                <a:gd name="csX63" fmla="*/ 8820150 w 9745376"/>
                <a:gd name="csY63" fmla="*/ 3219450 h 5153025"/>
                <a:gd name="csX64" fmla="*/ 8439150 w 9745376"/>
                <a:gd name="csY64" fmla="*/ 3286125 h 5153025"/>
                <a:gd name="csX65" fmla="*/ 7953375 w 9745376"/>
                <a:gd name="csY65" fmla="*/ 3371850 h 5153025"/>
                <a:gd name="csX66" fmla="*/ 7600950 w 9745376"/>
                <a:gd name="csY66" fmla="*/ 3429000 h 5153025"/>
                <a:gd name="csX67" fmla="*/ 7410450 w 9745376"/>
                <a:gd name="csY67" fmla="*/ 3476625 h 5153025"/>
                <a:gd name="csX68" fmla="*/ 7153275 w 9745376"/>
                <a:gd name="csY68" fmla="*/ 3505200 h 5153025"/>
                <a:gd name="csX69" fmla="*/ 6915150 w 9745376"/>
                <a:gd name="csY69" fmla="*/ 3552825 h 5153025"/>
                <a:gd name="csX70" fmla="*/ 6638925 w 9745376"/>
                <a:gd name="csY70" fmla="*/ 3581400 h 5153025"/>
                <a:gd name="csX71" fmla="*/ 6248400 w 9745376"/>
                <a:gd name="csY71" fmla="*/ 3638550 h 5153025"/>
                <a:gd name="csX72" fmla="*/ 5972175 w 9745376"/>
                <a:gd name="csY72" fmla="*/ 3771900 h 5153025"/>
                <a:gd name="csX73" fmla="*/ 5886450 w 9745376"/>
                <a:gd name="csY73" fmla="*/ 3829050 h 5153025"/>
                <a:gd name="csX74" fmla="*/ 5505450 w 9745376"/>
                <a:gd name="csY74" fmla="*/ 4067175 h 5153025"/>
                <a:gd name="csX75" fmla="*/ 5372100 w 9745376"/>
                <a:gd name="csY75" fmla="*/ 4200525 h 5153025"/>
                <a:gd name="csX76" fmla="*/ 5324475 w 9745376"/>
                <a:gd name="csY76" fmla="*/ 4248150 h 5153025"/>
                <a:gd name="csX77" fmla="*/ 5238750 w 9745376"/>
                <a:gd name="csY77" fmla="*/ 4371975 h 5153025"/>
                <a:gd name="csX78" fmla="*/ 5172075 w 9745376"/>
                <a:gd name="csY78" fmla="*/ 4438650 h 5153025"/>
                <a:gd name="csX79" fmla="*/ 5114925 w 9745376"/>
                <a:gd name="csY79" fmla="*/ 4486275 h 5153025"/>
                <a:gd name="csX80" fmla="*/ 5067300 w 9745376"/>
                <a:gd name="csY80" fmla="*/ 4552950 h 5153025"/>
                <a:gd name="csX81" fmla="*/ 5000625 w 9745376"/>
                <a:gd name="csY81" fmla="*/ 4619625 h 5153025"/>
                <a:gd name="csX82" fmla="*/ 4924425 w 9745376"/>
                <a:gd name="csY82" fmla="*/ 4714875 h 5153025"/>
                <a:gd name="csX83" fmla="*/ 4867275 w 9745376"/>
                <a:gd name="csY83" fmla="*/ 4781550 h 5153025"/>
                <a:gd name="csX84" fmla="*/ 4819650 w 9745376"/>
                <a:gd name="csY84" fmla="*/ 4819650 h 5153025"/>
                <a:gd name="csX85" fmla="*/ 4705350 w 9745376"/>
                <a:gd name="csY85" fmla="*/ 4953000 h 5153025"/>
                <a:gd name="csX86" fmla="*/ 4667250 w 9745376"/>
                <a:gd name="csY86" fmla="*/ 4991100 h 5153025"/>
                <a:gd name="csX87" fmla="*/ 4629150 w 9745376"/>
                <a:gd name="csY87" fmla="*/ 5038725 h 5153025"/>
                <a:gd name="csX88" fmla="*/ 4524375 w 9745376"/>
                <a:gd name="csY88" fmla="*/ 5095875 h 5153025"/>
                <a:gd name="csX89" fmla="*/ 4467225 w 9745376"/>
                <a:gd name="csY89" fmla="*/ 5133975 h 5153025"/>
                <a:gd name="csX90" fmla="*/ 4352925 w 9745376"/>
                <a:gd name="csY90" fmla="*/ 5153025 h 5153025"/>
                <a:gd name="csX91" fmla="*/ 4019550 w 9745376"/>
                <a:gd name="csY91" fmla="*/ 5133975 h 5153025"/>
                <a:gd name="csX92" fmla="*/ 3933825 w 9745376"/>
                <a:gd name="csY92" fmla="*/ 5105400 h 5153025"/>
                <a:gd name="csX93" fmla="*/ 3629025 w 9745376"/>
                <a:gd name="csY93" fmla="*/ 4924425 h 5153025"/>
                <a:gd name="csX94" fmla="*/ 3438525 w 9745376"/>
                <a:gd name="csY94" fmla="*/ 4619625 h 5153025"/>
                <a:gd name="csX95" fmla="*/ 3371850 w 9745376"/>
                <a:gd name="csY95" fmla="*/ 4524375 h 5153025"/>
                <a:gd name="csX96" fmla="*/ 3314700 w 9745376"/>
                <a:gd name="csY96" fmla="*/ 4419600 h 5153025"/>
                <a:gd name="csX97" fmla="*/ 3162300 w 9745376"/>
                <a:gd name="csY97" fmla="*/ 4219575 h 5153025"/>
                <a:gd name="csX98" fmla="*/ 3114675 w 9745376"/>
                <a:gd name="csY98" fmla="*/ 4171950 h 5153025"/>
                <a:gd name="csX99" fmla="*/ 2952750 w 9745376"/>
                <a:gd name="csY99" fmla="*/ 4067175 h 5153025"/>
                <a:gd name="csX100" fmla="*/ 2733675 w 9745376"/>
                <a:gd name="csY100" fmla="*/ 3962400 h 5153025"/>
                <a:gd name="csX101" fmla="*/ 2619375 w 9745376"/>
                <a:gd name="csY101" fmla="*/ 3914775 h 5153025"/>
                <a:gd name="csX102" fmla="*/ 2305050 w 9745376"/>
                <a:gd name="csY102" fmla="*/ 3829050 h 5153025"/>
                <a:gd name="csX103" fmla="*/ 2124075 w 9745376"/>
                <a:gd name="csY103" fmla="*/ 3790950 h 5153025"/>
                <a:gd name="csX104" fmla="*/ 1971675 w 9745376"/>
                <a:gd name="csY104" fmla="*/ 3733800 h 5153025"/>
                <a:gd name="csX105" fmla="*/ 1809750 w 9745376"/>
                <a:gd name="csY105" fmla="*/ 3686175 h 5153025"/>
                <a:gd name="csX106" fmla="*/ 1590675 w 9745376"/>
                <a:gd name="csY106" fmla="*/ 3629025 h 5153025"/>
                <a:gd name="csX107" fmla="*/ 1066800 w 9745376"/>
                <a:gd name="csY107" fmla="*/ 3476625 h 5153025"/>
                <a:gd name="csX108" fmla="*/ 895350 w 9745376"/>
                <a:gd name="csY108" fmla="*/ 3429000 h 5153025"/>
                <a:gd name="csX109" fmla="*/ 266700 w 9745376"/>
                <a:gd name="csY109" fmla="*/ 3190875 h 5153025"/>
                <a:gd name="csX110" fmla="*/ 152400 w 9745376"/>
                <a:gd name="csY110" fmla="*/ 3076575 h 5153025"/>
                <a:gd name="csX111" fmla="*/ 0 w 9745376"/>
                <a:gd name="csY111" fmla="*/ 2838450 h 5153025"/>
                <a:gd name="csX112" fmla="*/ 47625 w 9745376"/>
                <a:gd name="csY112" fmla="*/ 2552700 h 5153025"/>
                <a:gd name="csX113" fmla="*/ 190500 w 9745376"/>
                <a:gd name="csY113" fmla="*/ 2428875 h 5153025"/>
                <a:gd name="csX114" fmla="*/ 276225 w 9745376"/>
                <a:gd name="csY114" fmla="*/ 2381250 h 5153025"/>
                <a:gd name="csX115" fmla="*/ 504825 w 9745376"/>
                <a:gd name="csY115" fmla="*/ 2314575 h 5153025"/>
                <a:gd name="csX116" fmla="*/ 723900 w 9745376"/>
                <a:gd name="csY116" fmla="*/ 2247900 h 5153025"/>
                <a:gd name="csX117" fmla="*/ 800100 w 9745376"/>
                <a:gd name="csY117" fmla="*/ 2228850 h 5153025"/>
                <a:gd name="csX118" fmla="*/ 971550 w 9745376"/>
                <a:gd name="csY118" fmla="*/ 2038350 h 5153025"/>
                <a:gd name="csX119" fmla="*/ 962025 w 9745376"/>
                <a:gd name="csY119" fmla="*/ 2047875 h 5153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9745376" h="5153025">
                  <a:moveTo>
                    <a:pt x="619125" y="2343150"/>
                  </a:moveTo>
                  <a:lnTo>
                    <a:pt x="619125" y="2343150"/>
                  </a:lnTo>
                  <a:cubicBezTo>
                    <a:pt x="660400" y="2305050"/>
                    <a:pt x="698502" y="2263196"/>
                    <a:pt x="742950" y="2228850"/>
                  </a:cubicBezTo>
                  <a:cubicBezTo>
                    <a:pt x="768816" y="2208863"/>
                    <a:pt x="802524" y="2200838"/>
                    <a:pt x="828675" y="2181225"/>
                  </a:cubicBezTo>
                  <a:cubicBezTo>
                    <a:pt x="853820" y="2162366"/>
                    <a:pt x="872254" y="2135869"/>
                    <a:pt x="895350" y="2114550"/>
                  </a:cubicBezTo>
                  <a:cubicBezTo>
                    <a:pt x="913571" y="2097730"/>
                    <a:pt x="933001" y="2082245"/>
                    <a:pt x="952500" y="2066925"/>
                  </a:cubicBezTo>
                  <a:cubicBezTo>
                    <a:pt x="1040409" y="1997854"/>
                    <a:pt x="1070575" y="1989754"/>
                    <a:pt x="1152525" y="1885950"/>
                  </a:cubicBezTo>
                  <a:lnTo>
                    <a:pt x="1295400" y="1704975"/>
                  </a:lnTo>
                  <a:cubicBezTo>
                    <a:pt x="1317765" y="1676510"/>
                    <a:pt x="1336477" y="1644848"/>
                    <a:pt x="1362075" y="1619250"/>
                  </a:cubicBezTo>
                  <a:cubicBezTo>
                    <a:pt x="1384300" y="1597025"/>
                    <a:pt x="1408295" y="1576439"/>
                    <a:pt x="1428750" y="1552575"/>
                  </a:cubicBezTo>
                  <a:cubicBezTo>
                    <a:pt x="1446525" y="1531838"/>
                    <a:pt x="1458487" y="1506540"/>
                    <a:pt x="1476375" y="1485900"/>
                  </a:cubicBezTo>
                  <a:cubicBezTo>
                    <a:pt x="1499901" y="1458755"/>
                    <a:pt x="1528210" y="1436095"/>
                    <a:pt x="1552575" y="1409700"/>
                  </a:cubicBezTo>
                  <a:cubicBezTo>
                    <a:pt x="1566364" y="1394762"/>
                    <a:pt x="1576300" y="1376450"/>
                    <a:pt x="1590675" y="1362075"/>
                  </a:cubicBezTo>
                  <a:cubicBezTo>
                    <a:pt x="1608210" y="1344540"/>
                    <a:pt x="1629476" y="1331131"/>
                    <a:pt x="1647825" y="1314450"/>
                  </a:cubicBezTo>
                  <a:cubicBezTo>
                    <a:pt x="1664437" y="1299348"/>
                    <a:pt x="1678838" y="1281927"/>
                    <a:pt x="1695450" y="1266825"/>
                  </a:cubicBezTo>
                  <a:cubicBezTo>
                    <a:pt x="1752579" y="1214889"/>
                    <a:pt x="1745074" y="1231529"/>
                    <a:pt x="1790700" y="1181100"/>
                  </a:cubicBezTo>
                  <a:cubicBezTo>
                    <a:pt x="1838994" y="1127723"/>
                    <a:pt x="1891736" y="1077749"/>
                    <a:pt x="1933575" y="1019175"/>
                  </a:cubicBezTo>
                  <a:cubicBezTo>
                    <a:pt x="1959757" y="982521"/>
                    <a:pt x="1996270" y="927905"/>
                    <a:pt x="2028825" y="895350"/>
                  </a:cubicBezTo>
                  <a:cubicBezTo>
                    <a:pt x="2059029" y="865146"/>
                    <a:pt x="2090176" y="835614"/>
                    <a:pt x="2124075" y="809625"/>
                  </a:cubicBezTo>
                  <a:cubicBezTo>
                    <a:pt x="2185589" y="762464"/>
                    <a:pt x="2255029" y="725897"/>
                    <a:pt x="2314575" y="676275"/>
                  </a:cubicBezTo>
                  <a:cubicBezTo>
                    <a:pt x="2320037" y="671724"/>
                    <a:pt x="2392784" y="609447"/>
                    <a:pt x="2409825" y="600075"/>
                  </a:cubicBezTo>
                  <a:lnTo>
                    <a:pt x="2638425" y="485775"/>
                  </a:lnTo>
                  <a:cubicBezTo>
                    <a:pt x="2670175" y="469900"/>
                    <a:pt x="2700438" y="450614"/>
                    <a:pt x="2733675" y="438150"/>
                  </a:cubicBezTo>
                  <a:cubicBezTo>
                    <a:pt x="2759075" y="428625"/>
                    <a:pt x="2784688" y="419650"/>
                    <a:pt x="2809875" y="409575"/>
                  </a:cubicBezTo>
                  <a:cubicBezTo>
                    <a:pt x="2832326" y="400595"/>
                    <a:pt x="2853861" y="389359"/>
                    <a:pt x="2876550" y="381000"/>
                  </a:cubicBezTo>
                  <a:cubicBezTo>
                    <a:pt x="2914235" y="367116"/>
                    <a:pt x="2954929" y="360861"/>
                    <a:pt x="2990850" y="342900"/>
                  </a:cubicBezTo>
                  <a:cubicBezTo>
                    <a:pt x="3009900" y="333375"/>
                    <a:pt x="3027671" y="320678"/>
                    <a:pt x="3048000" y="314325"/>
                  </a:cubicBezTo>
                  <a:cubicBezTo>
                    <a:pt x="3078905" y="304667"/>
                    <a:pt x="3112117" y="304170"/>
                    <a:pt x="3143250" y="295275"/>
                  </a:cubicBezTo>
                  <a:cubicBezTo>
                    <a:pt x="3201174" y="278725"/>
                    <a:pt x="3256581" y="253976"/>
                    <a:pt x="3314700" y="238125"/>
                  </a:cubicBezTo>
                  <a:lnTo>
                    <a:pt x="3419475" y="209550"/>
                  </a:lnTo>
                  <a:cubicBezTo>
                    <a:pt x="3451348" y="200444"/>
                    <a:pt x="3483137" y="191026"/>
                    <a:pt x="3514725" y="180975"/>
                  </a:cubicBezTo>
                  <a:cubicBezTo>
                    <a:pt x="3552995" y="168798"/>
                    <a:pt x="3590481" y="154156"/>
                    <a:pt x="3629025" y="142875"/>
                  </a:cubicBezTo>
                  <a:cubicBezTo>
                    <a:pt x="3720694" y="116045"/>
                    <a:pt x="3810066" y="74607"/>
                    <a:pt x="3905250" y="66675"/>
                  </a:cubicBezTo>
                  <a:lnTo>
                    <a:pt x="4019550" y="57150"/>
                  </a:lnTo>
                  <a:cubicBezTo>
                    <a:pt x="4137025" y="60325"/>
                    <a:pt x="4255018" y="55209"/>
                    <a:pt x="4371975" y="66675"/>
                  </a:cubicBezTo>
                  <a:cubicBezTo>
                    <a:pt x="4417983" y="71186"/>
                    <a:pt x="4459842" y="96505"/>
                    <a:pt x="4505325" y="104775"/>
                  </a:cubicBezTo>
                  <a:cubicBezTo>
                    <a:pt x="4638387" y="128968"/>
                    <a:pt x="4574820" y="119905"/>
                    <a:pt x="4695825" y="133350"/>
                  </a:cubicBezTo>
                  <a:lnTo>
                    <a:pt x="6372225" y="104775"/>
                  </a:lnTo>
                  <a:cubicBezTo>
                    <a:pt x="6533936" y="100564"/>
                    <a:pt x="6501815" y="80612"/>
                    <a:pt x="6648450" y="57150"/>
                  </a:cubicBezTo>
                  <a:cubicBezTo>
                    <a:pt x="6686202" y="51110"/>
                    <a:pt x="6724796" y="52226"/>
                    <a:pt x="6762750" y="47625"/>
                  </a:cubicBezTo>
                  <a:cubicBezTo>
                    <a:pt x="6829613" y="39520"/>
                    <a:pt x="6895688" y="25013"/>
                    <a:pt x="6962775" y="19050"/>
                  </a:cubicBezTo>
                  <a:cubicBezTo>
                    <a:pt x="7038742" y="12297"/>
                    <a:pt x="7115199" y="13241"/>
                    <a:pt x="7191375" y="9525"/>
                  </a:cubicBezTo>
                  <a:cubicBezTo>
                    <a:pt x="7245379" y="6891"/>
                    <a:pt x="7299325" y="3175"/>
                    <a:pt x="7353300" y="0"/>
                  </a:cubicBezTo>
                  <a:cubicBezTo>
                    <a:pt x="7737475" y="9525"/>
                    <a:pt x="8122055" y="8527"/>
                    <a:pt x="8505825" y="28575"/>
                  </a:cubicBezTo>
                  <a:cubicBezTo>
                    <a:pt x="8548951" y="30828"/>
                    <a:pt x="8589957" y="49664"/>
                    <a:pt x="8629650" y="66675"/>
                  </a:cubicBezTo>
                  <a:cubicBezTo>
                    <a:pt x="8659934" y="79654"/>
                    <a:pt x="8829526" y="199910"/>
                    <a:pt x="8829675" y="200025"/>
                  </a:cubicBezTo>
                  <a:cubicBezTo>
                    <a:pt x="8879878" y="238818"/>
                    <a:pt x="8969499" y="328158"/>
                    <a:pt x="9010650" y="371475"/>
                  </a:cubicBezTo>
                  <a:cubicBezTo>
                    <a:pt x="9083336" y="447987"/>
                    <a:pt x="9120805" y="492913"/>
                    <a:pt x="9182100" y="581025"/>
                  </a:cubicBezTo>
                  <a:cubicBezTo>
                    <a:pt x="9205740" y="615008"/>
                    <a:pt x="9230262" y="648773"/>
                    <a:pt x="9248775" y="685800"/>
                  </a:cubicBezTo>
                  <a:cubicBezTo>
                    <a:pt x="9290728" y="769707"/>
                    <a:pt x="9323909" y="857732"/>
                    <a:pt x="9363075" y="942975"/>
                  </a:cubicBezTo>
                  <a:cubicBezTo>
                    <a:pt x="9377895" y="975231"/>
                    <a:pt x="9394167" y="1006813"/>
                    <a:pt x="9410700" y="1038225"/>
                  </a:cubicBezTo>
                  <a:cubicBezTo>
                    <a:pt x="9461709" y="1135142"/>
                    <a:pt x="9452748" y="1106555"/>
                    <a:pt x="9496425" y="1200150"/>
                  </a:cubicBezTo>
                  <a:cubicBezTo>
                    <a:pt x="9528872" y="1269679"/>
                    <a:pt x="9571487" y="1335676"/>
                    <a:pt x="9591675" y="1409700"/>
                  </a:cubicBezTo>
                  <a:cubicBezTo>
                    <a:pt x="9644300" y="1602657"/>
                    <a:pt x="9599954" y="1422992"/>
                    <a:pt x="9639300" y="1647825"/>
                  </a:cubicBezTo>
                  <a:cubicBezTo>
                    <a:pt x="9653791" y="1730629"/>
                    <a:pt x="9668689" y="1813414"/>
                    <a:pt x="9686925" y="1895475"/>
                  </a:cubicBezTo>
                  <a:cubicBezTo>
                    <a:pt x="9693275" y="1924050"/>
                    <a:pt x="9700645" y="1952417"/>
                    <a:pt x="9705975" y="1981200"/>
                  </a:cubicBezTo>
                  <a:cubicBezTo>
                    <a:pt x="9716525" y="2038170"/>
                    <a:pt x="9725025" y="2095500"/>
                    <a:pt x="9734550" y="2152650"/>
                  </a:cubicBezTo>
                  <a:cubicBezTo>
                    <a:pt x="9747116" y="2416532"/>
                    <a:pt x="9759317" y="2489824"/>
                    <a:pt x="9705975" y="2809875"/>
                  </a:cubicBezTo>
                  <a:cubicBezTo>
                    <a:pt x="9701898" y="2834335"/>
                    <a:pt x="9675106" y="2848745"/>
                    <a:pt x="9658350" y="2867025"/>
                  </a:cubicBezTo>
                  <a:cubicBezTo>
                    <a:pt x="9589833" y="2941771"/>
                    <a:pt x="9582946" y="2940049"/>
                    <a:pt x="9477375" y="3000375"/>
                  </a:cubicBezTo>
                  <a:cubicBezTo>
                    <a:pt x="9452719" y="3014464"/>
                    <a:pt x="9425526" y="3023864"/>
                    <a:pt x="9401175" y="3038475"/>
                  </a:cubicBezTo>
                  <a:cubicBezTo>
                    <a:pt x="9279197" y="3111662"/>
                    <a:pt x="9389777" y="3076087"/>
                    <a:pt x="9210675" y="3143250"/>
                  </a:cubicBezTo>
                  <a:cubicBezTo>
                    <a:pt x="9099629" y="3184892"/>
                    <a:pt x="9072551" y="3169446"/>
                    <a:pt x="8943975" y="3190875"/>
                  </a:cubicBezTo>
                  <a:cubicBezTo>
                    <a:pt x="8902192" y="3197839"/>
                    <a:pt x="8861775" y="3211596"/>
                    <a:pt x="8820150" y="3219450"/>
                  </a:cubicBezTo>
                  <a:cubicBezTo>
                    <a:pt x="8693455" y="3243355"/>
                    <a:pt x="8566461" y="3265755"/>
                    <a:pt x="8439150" y="3286125"/>
                  </a:cubicBezTo>
                  <a:cubicBezTo>
                    <a:pt x="7739395" y="3398086"/>
                    <a:pt x="8675910" y="3245693"/>
                    <a:pt x="7953375" y="3371850"/>
                  </a:cubicBezTo>
                  <a:cubicBezTo>
                    <a:pt x="7836139" y="3392320"/>
                    <a:pt x="7717804" y="3406449"/>
                    <a:pt x="7600950" y="3429000"/>
                  </a:cubicBezTo>
                  <a:cubicBezTo>
                    <a:pt x="7536682" y="3441403"/>
                    <a:pt x="7474976" y="3465642"/>
                    <a:pt x="7410450" y="3476625"/>
                  </a:cubicBezTo>
                  <a:cubicBezTo>
                    <a:pt x="7325420" y="3491098"/>
                    <a:pt x="7238525" y="3492085"/>
                    <a:pt x="7153275" y="3505200"/>
                  </a:cubicBezTo>
                  <a:cubicBezTo>
                    <a:pt x="7073269" y="3517509"/>
                    <a:pt x="6995223" y="3540962"/>
                    <a:pt x="6915150" y="3552825"/>
                  </a:cubicBezTo>
                  <a:cubicBezTo>
                    <a:pt x="6823583" y="3566390"/>
                    <a:pt x="6730881" y="3570790"/>
                    <a:pt x="6638925" y="3581400"/>
                  </a:cubicBezTo>
                  <a:cubicBezTo>
                    <a:pt x="6443553" y="3603943"/>
                    <a:pt x="6428644" y="3608509"/>
                    <a:pt x="6248400" y="3638550"/>
                  </a:cubicBezTo>
                  <a:cubicBezTo>
                    <a:pt x="6145624" y="3679660"/>
                    <a:pt x="6072234" y="3705194"/>
                    <a:pt x="5972175" y="3771900"/>
                  </a:cubicBezTo>
                  <a:cubicBezTo>
                    <a:pt x="5943600" y="3790950"/>
                    <a:pt x="5915969" y="3811498"/>
                    <a:pt x="5886450" y="3829050"/>
                  </a:cubicBezTo>
                  <a:cubicBezTo>
                    <a:pt x="5686224" y="3948103"/>
                    <a:pt x="5651510" y="3946517"/>
                    <a:pt x="5505450" y="4067175"/>
                  </a:cubicBezTo>
                  <a:cubicBezTo>
                    <a:pt x="5303385" y="4234098"/>
                    <a:pt x="5457766" y="4104151"/>
                    <a:pt x="5372100" y="4200525"/>
                  </a:cubicBezTo>
                  <a:cubicBezTo>
                    <a:pt x="5357185" y="4217305"/>
                    <a:pt x="5337945" y="4230189"/>
                    <a:pt x="5324475" y="4248150"/>
                  </a:cubicBezTo>
                  <a:cubicBezTo>
                    <a:pt x="5220903" y="4386246"/>
                    <a:pt x="5354269" y="4246829"/>
                    <a:pt x="5238750" y="4371975"/>
                  </a:cubicBezTo>
                  <a:cubicBezTo>
                    <a:pt x="5217431" y="4395071"/>
                    <a:pt x="5195171" y="4417331"/>
                    <a:pt x="5172075" y="4438650"/>
                  </a:cubicBezTo>
                  <a:cubicBezTo>
                    <a:pt x="5153854" y="4455470"/>
                    <a:pt x="5131681" y="4467995"/>
                    <a:pt x="5114925" y="4486275"/>
                  </a:cubicBezTo>
                  <a:cubicBezTo>
                    <a:pt x="5096469" y="4506408"/>
                    <a:pt x="5085075" y="4532213"/>
                    <a:pt x="5067300" y="4552950"/>
                  </a:cubicBezTo>
                  <a:cubicBezTo>
                    <a:pt x="5046845" y="4576814"/>
                    <a:pt x="5021420" y="4596057"/>
                    <a:pt x="5000625" y="4619625"/>
                  </a:cubicBezTo>
                  <a:cubicBezTo>
                    <a:pt x="4973724" y="4650113"/>
                    <a:pt x="4950273" y="4683488"/>
                    <a:pt x="4924425" y="4714875"/>
                  </a:cubicBezTo>
                  <a:cubicBezTo>
                    <a:pt x="4905817" y="4737471"/>
                    <a:pt x="4890133" y="4763264"/>
                    <a:pt x="4867275" y="4781550"/>
                  </a:cubicBezTo>
                  <a:cubicBezTo>
                    <a:pt x="4851400" y="4794250"/>
                    <a:pt x="4833609" y="4804870"/>
                    <a:pt x="4819650" y="4819650"/>
                  </a:cubicBezTo>
                  <a:cubicBezTo>
                    <a:pt x="4779452" y="4862212"/>
                    <a:pt x="4746747" y="4911603"/>
                    <a:pt x="4705350" y="4953000"/>
                  </a:cubicBezTo>
                  <a:cubicBezTo>
                    <a:pt x="4692650" y="4965700"/>
                    <a:pt x="4679182" y="4977676"/>
                    <a:pt x="4667250" y="4991100"/>
                  </a:cubicBezTo>
                  <a:cubicBezTo>
                    <a:pt x="4653744" y="5006295"/>
                    <a:pt x="4644261" y="5025125"/>
                    <a:pt x="4629150" y="5038725"/>
                  </a:cubicBezTo>
                  <a:cubicBezTo>
                    <a:pt x="4566906" y="5094744"/>
                    <a:pt x="4586438" y="5062023"/>
                    <a:pt x="4524375" y="5095875"/>
                  </a:cubicBezTo>
                  <a:cubicBezTo>
                    <a:pt x="4504275" y="5106838"/>
                    <a:pt x="4488945" y="5126735"/>
                    <a:pt x="4467225" y="5133975"/>
                  </a:cubicBezTo>
                  <a:cubicBezTo>
                    <a:pt x="4430582" y="5146189"/>
                    <a:pt x="4391025" y="5146675"/>
                    <a:pt x="4352925" y="5153025"/>
                  </a:cubicBezTo>
                  <a:cubicBezTo>
                    <a:pt x="4241800" y="5146675"/>
                    <a:pt x="4130145" y="5146543"/>
                    <a:pt x="4019550" y="5133975"/>
                  </a:cubicBezTo>
                  <a:cubicBezTo>
                    <a:pt x="3989622" y="5130574"/>
                    <a:pt x="3961310" y="5117721"/>
                    <a:pt x="3933825" y="5105400"/>
                  </a:cubicBezTo>
                  <a:cubicBezTo>
                    <a:pt x="3826430" y="5057257"/>
                    <a:pt x="3715798" y="5006859"/>
                    <a:pt x="3629025" y="4924425"/>
                  </a:cubicBezTo>
                  <a:cubicBezTo>
                    <a:pt x="3524229" y="4824869"/>
                    <a:pt x="3530990" y="4751717"/>
                    <a:pt x="3438525" y="4619625"/>
                  </a:cubicBezTo>
                  <a:cubicBezTo>
                    <a:pt x="3416300" y="4587875"/>
                    <a:pt x="3392249" y="4557328"/>
                    <a:pt x="3371850" y="4524375"/>
                  </a:cubicBezTo>
                  <a:cubicBezTo>
                    <a:pt x="3350910" y="4490549"/>
                    <a:pt x="3337238" y="4452383"/>
                    <a:pt x="3314700" y="4419600"/>
                  </a:cubicBezTo>
                  <a:cubicBezTo>
                    <a:pt x="3267212" y="4350527"/>
                    <a:pt x="3221571" y="4278846"/>
                    <a:pt x="3162300" y="4219575"/>
                  </a:cubicBezTo>
                  <a:cubicBezTo>
                    <a:pt x="3146425" y="4203700"/>
                    <a:pt x="3132832" y="4185155"/>
                    <a:pt x="3114675" y="4171950"/>
                  </a:cubicBezTo>
                  <a:cubicBezTo>
                    <a:pt x="3062682" y="4134137"/>
                    <a:pt x="3010747" y="4094913"/>
                    <a:pt x="2952750" y="4067175"/>
                  </a:cubicBezTo>
                  <a:cubicBezTo>
                    <a:pt x="2879725" y="4032250"/>
                    <a:pt x="2807294" y="3996054"/>
                    <a:pt x="2733675" y="3962400"/>
                  </a:cubicBezTo>
                  <a:cubicBezTo>
                    <a:pt x="2696136" y="3945240"/>
                    <a:pt x="2659196" y="3925635"/>
                    <a:pt x="2619375" y="3914775"/>
                  </a:cubicBezTo>
                  <a:cubicBezTo>
                    <a:pt x="2514600" y="3886200"/>
                    <a:pt x="2411322" y="3851423"/>
                    <a:pt x="2305050" y="3829050"/>
                  </a:cubicBezTo>
                  <a:cubicBezTo>
                    <a:pt x="2244725" y="3816350"/>
                    <a:pt x="2183350" y="3807886"/>
                    <a:pt x="2124075" y="3790950"/>
                  </a:cubicBezTo>
                  <a:cubicBezTo>
                    <a:pt x="2071908" y="3776045"/>
                    <a:pt x="2023145" y="3750957"/>
                    <a:pt x="1971675" y="3733800"/>
                  </a:cubicBezTo>
                  <a:cubicBezTo>
                    <a:pt x="1918301" y="3716009"/>
                    <a:pt x="1863997" y="3701093"/>
                    <a:pt x="1809750" y="3686175"/>
                  </a:cubicBezTo>
                  <a:cubicBezTo>
                    <a:pt x="1736982" y="3666164"/>
                    <a:pt x="1663310" y="3649512"/>
                    <a:pt x="1590675" y="3629025"/>
                  </a:cubicBezTo>
                  <a:lnTo>
                    <a:pt x="1066800" y="3476625"/>
                  </a:lnTo>
                  <a:cubicBezTo>
                    <a:pt x="1009798" y="3460227"/>
                    <a:pt x="951964" y="3446692"/>
                    <a:pt x="895350" y="3429000"/>
                  </a:cubicBezTo>
                  <a:cubicBezTo>
                    <a:pt x="696637" y="3366902"/>
                    <a:pt x="446335" y="3322607"/>
                    <a:pt x="266700" y="3190875"/>
                  </a:cubicBezTo>
                  <a:cubicBezTo>
                    <a:pt x="223250" y="3159011"/>
                    <a:pt x="187340" y="3117592"/>
                    <a:pt x="152400" y="3076575"/>
                  </a:cubicBezTo>
                  <a:cubicBezTo>
                    <a:pt x="55517" y="2962843"/>
                    <a:pt x="56676" y="2951801"/>
                    <a:pt x="0" y="2838450"/>
                  </a:cubicBezTo>
                  <a:cubicBezTo>
                    <a:pt x="15875" y="2743200"/>
                    <a:pt x="6901" y="2640256"/>
                    <a:pt x="47625" y="2552700"/>
                  </a:cubicBezTo>
                  <a:cubicBezTo>
                    <a:pt x="74203" y="2495557"/>
                    <a:pt x="135409" y="2459481"/>
                    <a:pt x="190500" y="2428875"/>
                  </a:cubicBezTo>
                  <a:cubicBezTo>
                    <a:pt x="219075" y="2413000"/>
                    <a:pt x="245970" y="2393627"/>
                    <a:pt x="276225" y="2381250"/>
                  </a:cubicBezTo>
                  <a:cubicBezTo>
                    <a:pt x="327430" y="2360302"/>
                    <a:pt x="448266" y="2331210"/>
                    <a:pt x="504825" y="2314575"/>
                  </a:cubicBezTo>
                  <a:cubicBezTo>
                    <a:pt x="578055" y="2293037"/>
                    <a:pt x="649050" y="2262870"/>
                    <a:pt x="723900" y="2247900"/>
                  </a:cubicBezTo>
                  <a:cubicBezTo>
                    <a:pt x="781370" y="2236406"/>
                    <a:pt x="756166" y="2243495"/>
                    <a:pt x="800100" y="2228850"/>
                  </a:cubicBezTo>
                  <a:lnTo>
                    <a:pt x="971550" y="2038350"/>
                  </a:lnTo>
                  <a:lnTo>
                    <a:pt x="962025" y="2047875"/>
                  </a:lnTo>
                </a:path>
              </a:pathLst>
            </a:custGeom>
            <a:solidFill>
              <a:schemeClr val="accent3">
                <a:lumMod val="75000"/>
              </a:schemeClr>
            </a:solidFill>
            <a:ln>
              <a:solidFill>
                <a:schemeClr val="accent3">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36" name="Straight Connector 35">
              <a:extLst>
                <a:ext uri="{FF2B5EF4-FFF2-40B4-BE49-F238E27FC236}">
                  <a16:creationId xmlns:a16="http://schemas.microsoft.com/office/drawing/2014/main" id="{87B21A81-B3D2-4129-EAFA-3D9FE3EFA767}"/>
                </a:ext>
              </a:extLst>
            </p:cNvPr>
            <p:cNvCxnSpPr>
              <a:cxnSpLocks/>
              <a:stCxn id="24" idx="0"/>
            </p:cNvCxnSpPr>
            <p:nvPr/>
          </p:nvCxnSpPr>
          <p:spPr>
            <a:xfrm flipH="1" flipV="1">
              <a:off x="2783632" y="1914396"/>
              <a:ext cx="1432856" cy="4861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15FD72B-305F-FF19-DBC2-88C3A8F49039}"/>
                </a:ext>
              </a:extLst>
            </p:cNvPr>
            <p:cNvCxnSpPr>
              <a:cxnSpLocks/>
              <a:stCxn id="28" idx="1"/>
            </p:cNvCxnSpPr>
            <p:nvPr/>
          </p:nvCxnSpPr>
          <p:spPr>
            <a:xfrm flipH="1" flipV="1">
              <a:off x="2248155" y="3774762"/>
              <a:ext cx="1140643" cy="48158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9EA3327-DCA7-9CC9-871C-46D0D7376380}"/>
                </a:ext>
              </a:extLst>
            </p:cNvPr>
            <p:cNvCxnSpPr>
              <a:cxnSpLocks/>
              <a:stCxn id="32" idx="6"/>
            </p:cNvCxnSpPr>
            <p:nvPr/>
          </p:nvCxnSpPr>
          <p:spPr>
            <a:xfrm>
              <a:off x="6425718" y="4386830"/>
              <a:ext cx="175851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EC60AA6-E7AC-7390-900E-F7E0C6772C03}"/>
                </a:ext>
              </a:extLst>
            </p:cNvPr>
            <p:cNvCxnSpPr>
              <a:cxnSpLocks/>
              <a:stCxn id="22" idx="7"/>
            </p:cNvCxnSpPr>
            <p:nvPr/>
          </p:nvCxnSpPr>
          <p:spPr>
            <a:xfrm flipV="1">
              <a:off x="7593509" y="1304113"/>
              <a:ext cx="2341507" cy="35368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1" name="Group 120">
              <a:extLst>
                <a:ext uri="{FF2B5EF4-FFF2-40B4-BE49-F238E27FC236}">
                  <a16:creationId xmlns:a16="http://schemas.microsoft.com/office/drawing/2014/main" id="{A0688631-1531-D1D2-7E60-616F912D2B85}"/>
                </a:ext>
              </a:extLst>
            </p:cNvPr>
            <p:cNvGrpSpPr/>
            <p:nvPr/>
          </p:nvGrpSpPr>
          <p:grpSpPr>
            <a:xfrm>
              <a:off x="409575" y="590378"/>
              <a:ext cx="2428875" cy="1872378"/>
              <a:chOff x="409575" y="590378"/>
              <a:chExt cx="2428875" cy="1872378"/>
            </a:xfrm>
            <a:effectLst>
              <a:outerShdw blurRad="50800" dist="38100" dir="2700000" algn="tl" rotWithShape="0">
                <a:prstClr val="black">
                  <a:alpha val="40000"/>
                </a:prstClr>
              </a:outerShdw>
            </a:effectLst>
          </p:grpSpPr>
          <p:sp>
            <p:nvSpPr>
              <p:cNvPr id="82" name="Freeform: Shape 81">
                <a:extLst>
                  <a:ext uri="{FF2B5EF4-FFF2-40B4-BE49-F238E27FC236}">
                    <a16:creationId xmlns:a16="http://schemas.microsoft.com/office/drawing/2014/main" id="{8CE2EC0B-317E-4419-5DEA-B77ECB6A6EDF}"/>
                  </a:ext>
                </a:extLst>
              </p:cNvPr>
              <p:cNvSpPr/>
              <p:nvPr/>
            </p:nvSpPr>
            <p:spPr>
              <a:xfrm>
                <a:off x="409575" y="904848"/>
                <a:ext cx="2428875" cy="1557908"/>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4" name="Freeform: Shape 83">
                <a:extLst>
                  <a:ext uri="{FF2B5EF4-FFF2-40B4-BE49-F238E27FC236}">
                    <a16:creationId xmlns:a16="http://schemas.microsoft.com/office/drawing/2014/main" id="{07ABAF06-3A93-DFAA-CE20-7E9042DCE41D}"/>
                  </a:ext>
                </a:extLst>
              </p:cNvPr>
              <p:cNvSpPr/>
              <p:nvPr/>
            </p:nvSpPr>
            <p:spPr>
              <a:xfrm>
                <a:off x="701721" y="1052736"/>
                <a:ext cx="1777608" cy="1257066"/>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6" name="Freeform: Shape 85">
                <a:extLst>
                  <a:ext uri="{FF2B5EF4-FFF2-40B4-BE49-F238E27FC236}">
                    <a16:creationId xmlns:a16="http://schemas.microsoft.com/office/drawing/2014/main" id="{89236E46-6E16-EA38-CC68-F0849303BB30}"/>
                  </a:ext>
                </a:extLst>
              </p:cNvPr>
              <p:cNvSpPr/>
              <p:nvPr/>
            </p:nvSpPr>
            <p:spPr>
              <a:xfrm>
                <a:off x="709004" y="1028226"/>
                <a:ext cx="1643875" cy="1248475"/>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8" name="Freeform: Shape 87">
                <a:extLst>
                  <a:ext uri="{FF2B5EF4-FFF2-40B4-BE49-F238E27FC236}">
                    <a16:creationId xmlns:a16="http://schemas.microsoft.com/office/drawing/2014/main" id="{FB2D0E11-6DED-D19B-0F91-18B571549641}"/>
                  </a:ext>
                </a:extLst>
              </p:cNvPr>
              <p:cNvSpPr/>
              <p:nvPr/>
            </p:nvSpPr>
            <p:spPr>
              <a:xfrm>
                <a:off x="768587" y="1130017"/>
                <a:ext cx="1524711" cy="1186259"/>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0" name="Freeform: Shape 89">
                <a:extLst>
                  <a:ext uri="{FF2B5EF4-FFF2-40B4-BE49-F238E27FC236}">
                    <a16:creationId xmlns:a16="http://schemas.microsoft.com/office/drawing/2014/main" id="{85B81AD3-D0C1-4837-B3CD-5084D503095C}"/>
                  </a:ext>
                </a:extLst>
              </p:cNvPr>
              <p:cNvSpPr/>
              <p:nvPr/>
            </p:nvSpPr>
            <p:spPr>
              <a:xfrm>
                <a:off x="898324" y="1074277"/>
                <a:ext cx="1491803" cy="115637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2" name="Freeform: Shape 91">
                <a:extLst>
                  <a:ext uri="{FF2B5EF4-FFF2-40B4-BE49-F238E27FC236}">
                    <a16:creationId xmlns:a16="http://schemas.microsoft.com/office/drawing/2014/main" id="{6FEC4EC5-F805-A55E-B159-076D70897953}"/>
                  </a:ext>
                </a:extLst>
              </p:cNvPr>
              <p:cNvSpPr/>
              <p:nvPr/>
            </p:nvSpPr>
            <p:spPr>
              <a:xfrm>
                <a:off x="1053340" y="1102608"/>
                <a:ext cx="1236253" cy="1015450"/>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4" name="Freeform: Shape 93">
                <a:extLst>
                  <a:ext uri="{FF2B5EF4-FFF2-40B4-BE49-F238E27FC236}">
                    <a16:creationId xmlns:a16="http://schemas.microsoft.com/office/drawing/2014/main" id="{8BCA763C-04F4-1BD0-369E-C821F2006DC6}"/>
                  </a:ext>
                </a:extLst>
              </p:cNvPr>
              <p:cNvSpPr/>
              <p:nvPr/>
            </p:nvSpPr>
            <p:spPr>
              <a:xfrm>
                <a:off x="1185092" y="1140294"/>
                <a:ext cx="1108424" cy="939863"/>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6" name="Freeform: Shape 95">
                <a:extLst>
                  <a:ext uri="{FF2B5EF4-FFF2-40B4-BE49-F238E27FC236}">
                    <a16:creationId xmlns:a16="http://schemas.microsoft.com/office/drawing/2014/main" id="{B10BC2F5-F3F3-C5D1-A80E-FA7D2F48FD2D}"/>
                  </a:ext>
                </a:extLst>
              </p:cNvPr>
              <p:cNvSpPr/>
              <p:nvPr/>
            </p:nvSpPr>
            <p:spPr>
              <a:xfrm>
                <a:off x="742250" y="733425"/>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8" name="Freeform: Shape 97">
                <a:extLst>
                  <a:ext uri="{FF2B5EF4-FFF2-40B4-BE49-F238E27FC236}">
                    <a16:creationId xmlns:a16="http://schemas.microsoft.com/office/drawing/2014/main" id="{CD10F275-BE65-EBE2-8BF0-FE4C60C3D819}"/>
                  </a:ext>
                </a:extLst>
              </p:cNvPr>
              <p:cNvSpPr/>
              <p:nvPr/>
            </p:nvSpPr>
            <p:spPr>
              <a:xfrm>
                <a:off x="835265" y="789721"/>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0" name="Freeform: Shape 99">
                <a:extLst>
                  <a:ext uri="{FF2B5EF4-FFF2-40B4-BE49-F238E27FC236}">
                    <a16:creationId xmlns:a16="http://schemas.microsoft.com/office/drawing/2014/main" id="{00E4F281-2930-C351-A9A5-62DCBBDE1C05}"/>
                  </a:ext>
                </a:extLst>
              </p:cNvPr>
              <p:cNvSpPr/>
              <p:nvPr/>
            </p:nvSpPr>
            <p:spPr>
              <a:xfrm>
                <a:off x="694219" y="78056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2" name="Freeform: Shape 101">
                <a:extLst>
                  <a:ext uri="{FF2B5EF4-FFF2-40B4-BE49-F238E27FC236}">
                    <a16:creationId xmlns:a16="http://schemas.microsoft.com/office/drawing/2014/main" id="{33AF7D0D-72EF-EC47-573C-FD6E3F5FD095}"/>
                  </a:ext>
                </a:extLst>
              </p:cNvPr>
              <p:cNvSpPr/>
              <p:nvPr/>
            </p:nvSpPr>
            <p:spPr>
              <a:xfrm>
                <a:off x="1232009" y="667432"/>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4" name="Freeform: Shape 103">
                <a:extLst>
                  <a:ext uri="{FF2B5EF4-FFF2-40B4-BE49-F238E27FC236}">
                    <a16:creationId xmlns:a16="http://schemas.microsoft.com/office/drawing/2014/main" id="{8704B65C-E45C-0B91-B951-3020598B85E8}"/>
                  </a:ext>
                </a:extLst>
              </p:cNvPr>
              <p:cNvSpPr/>
              <p:nvPr/>
            </p:nvSpPr>
            <p:spPr>
              <a:xfrm>
                <a:off x="1140579" y="590378"/>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6" name="Freeform: Shape 105">
                <a:extLst>
                  <a:ext uri="{FF2B5EF4-FFF2-40B4-BE49-F238E27FC236}">
                    <a16:creationId xmlns:a16="http://schemas.microsoft.com/office/drawing/2014/main" id="{8A8AF0A2-21D7-A073-47C7-6E2ED6A2BEE8}"/>
                  </a:ext>
                </a:extLst>
              </p:cNvPr>
              <p:cNvSpPr/>
              <p:nvPr/>
            </p:nvSpPr>
            <p:spPr>
              <a:xfrm>
                <a:off x="1521264" y="67674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8" name="Freeform: Shape 107">
                <a:extLst>
                  <a:ext uri="{FF2B5EF4-FFF2-40B4-BE49-F238E27FC236}">
                    <a16:creationId xmlns:a16="http://schemas.microsoft.com/office/drawing/2014/main" id="{84130CC3-437E-B8C1-5616-B9D36448EA5A}"/>
                  </a:ext>
                </a:extLst>
              </p:cNvPr>
              <p:cNvSpPr/>
              <p:nvPr/>
            </p:nvSpPr>
            <p:spPr>
              <a:xfrm>
                <a:off x="768148" y="777904"/>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9" name="Freeform: Shape 108">
                <a:extLst>
                  <a:ext uri="{FF2B5EF4-FFF2-40B4-BE49-F238E27FC236}">
                    <a16:creationId xmlns:a16="http://schemas.microsoft.com/office/drawing/2014/main" id="{1AFE31FE-5877-A341-0429-1C7BA5DD7802}"/>
                  </a:ext>
                </a:extLst>
              </p:cNvPr>
              <p:cNvSpPr/>
              <p:nvPr/>
            </p:nvSpPr>
            <p:spPr>
              <a:xfrm rot="21052740">
                <a:off x="1104125" y="590378"/>
                <a:ext cx="695325" cy="773288"/>
              </a:xfrm>
              <a:custGeom>
                <a:avLst/>
                <a:gdLst>
                  <a:gd name="csX0" fmla="*/ 0 w 695325"/>
                  <a:gd name="csY0" fmla="*/ 85725 h 773288"/>
                  <a:gd name="csX1" fmla="*/ 0 w 695325"/>
                  <a:gd name="csY1" fmla="*/ 85725 h 773288"/>
                  <a:gd name="csX2" fmla="*/ 85725 w 695325"/>
                  <a:gd name="csY2" fmla="*/ 161925 h 773288"/>
                  <a:gd name="csX3" fmla="*/ 114300 w 695325"/>
                  <a:gd name="csY3" fmla="*/ 190500 h 773288"/>
                  <a:gd name="csX4" fmla="*/ 161925 w 695325"/>
                  <a:gd name="csY4" fmla="*/ 314325 h 773288"/>
                  <a:gd name="csX5" fmla="*/ 152400 w 695325"/>
                  <a:gd name="csY5" fmla="*/ 542925 h 773288"/>
                  <a:gd name="csX6" fmla="*/ 104775 w 695325"/>
                  <a:gd name="csY6" fmla="*/ 628650 h 773288"/>
                  <a:gd name="csX7" fmla="*/ 95250 w 695325"/>
                  <a:gd name="csY7" fmla="*/ 657225 h 773288"/>
                  <a:gd name="csX8" fmla="*/ 142875 w 695325"/>
                  <a:gd name="csY8" fmla="*/ 733425 h 773288"/>
                  <a:gd name="csX9" fmla="*/ 171450 w 695325"/>
                  <a:gd name="csY9" fmla="*/ 742950 h 773288"/>
                  <a:gd name="csX10" fmla="*/ 228600 w 695325"/>
                  <a:gd name="csY10" fmla="*/ 771525 h 773288"/>
                  <a:gd name="csX11" fmla="*/ 276225 w 695325"/>
                  <a:gd name="csY11" fmla="*/ 762000 h 773288"/>
                  <a:gd name="csX12" fmla="*/ 333375 w 695325"/>
                  <a:gd name="csY12" fmla="*/ 742950 h 773288"/>
                  <a:gd name="csX13" fmla="*/ 409575 w 695325"/>
                  <a:gd name="csY13" fmla="*/ 714375 h 773288"/>
                  <a:gd name="csX14" fmla="*/ 419100 w 695325"/>
                  <a:gd name="csY14" fmla="*/ 676275 h 773288"/>
                  <a:gd name="csX15" fmla="*/ 457200 w 695325"/>
                  <a:gd name="csY15" fmla="*/ 685800 h 773288"/>
                  <a:gd name="csX16" fmla="*/ 504825 w 695325"/>
                  <a:gd name="csY16" fmla="*/ 695325 h 773288"/>
                  <a:gd name="csX17" fmla="*/ 514350 w 695325"/>
                  <a:gd name="csY17" fmla="*/ 666750 h 773288"/>
                  <a:gd name="csX18" fmla="*/ 552450 w 695325"/>
                  <a:gd name="csY18" fmla="*/ 704850 h 773288"/>
                  <a:gd name="csX19" fmla="*/ 581025 w 695325"/>
                  <a:gd name="csY19" fmla="*/ 723900 h 773288"/>
                  <a:gd name="csX20" fmla="*/ 647700 w 695325"/>
                  <a:gd name="csY20" fmla="*/ 714375 h 773288"/>
                  <a:gd name="csX21" fmla="*/ 657225 w 695325"/>
                  <a:gd name="csY21" fmla="*/ 666750 h 773288"/>
                  <a:gd name="csX22" fmla="*/ 695325 w 695325"/>
                  <a:gd name="csY22" fmla="*/ 590550 h 773288"/>
                  <a:gd name="csX23" fmla="*/ 628650 w 695325"/>
                  <a:gd name="csY23" fmla="*/ 485775 h 773288"/>
                  <a:gd name="csX24" fmla="*/ 600075 w 695325"/>
                  <a:gd name="csY24" fmla="*/ 457200 h 773288"/>
                  <a:gd name="csX25" fmla="*/ 571500 w 695325"/>
                  <a:gd name="csY25" fmla="*/ 428625 h 773288"/>
                  <a:gd name="csX26" fmla="*/ 552450 w 695325"/>
                  <a:gd name="csY26" fmla="*/ 371475 h 773288"/>
                  <a:gd name="csX27" fmla="*/ 523875 w 695325"/>
                  <a:gd name="csY27" fmla="*/ 333375 h 773288"/>
                  <a:gd name="csX28" fmla="*/ 495300 w 695325"/>
                  <a:gd name="csY28" fmla="*/ 95250 h 773288"/>
                  <a:gd name="csX29" fmla="*/ 485775 w 695325"/>
                  <a:gd name="csY29" fmla="*/ 47625 h 773288"/>
                  <a:gd name="csX30" fmla="*/ 457200 w 695325"/>
                  <a:gd name="csY30" fmla="*/ 19050 h 773288"/>
                  <a:gd name="csX31" fmla="*/ 381000 w 695325"/>
                  <a:gd name="csY31" fmla="*/ 0 h 773288"/>
                  <a:gd name="csX32" fmla="*/ 161925 w 695325"/>
                  <a:gd name="csY32" fmla="*/ 19050 h 773288"/>
                  <a:gd name="csX33" fmla="*/ 133350 w 695325"/>
                  <a:gd name="csY33" fmla="*/ 28575 h 773288"/>
                  <a:gd name="csX34" fmla="*/ 76200 w 695325"/>
                  <a:gd name="csY34" fmla="*/ 66675 h 773288"/>
                  <a:gd name="csX35" fmla="*/ 0 w 695325"/>
                  <a:gd name="csY35" fmla="*/ 85725 h 773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695325" h="773288">
                    <a:moveTo>
                      <a:pt x="0" y="85725"/>
                    </a:moveTo>
                    <a:lnTo>
                      <a:pt x="0" y="85725"/>
                    </a:lnTo>
                    <a:cubicBezTo>
                      <a:pt x="28575" y="111125"/>
                      <a:pt x="57542" y="136091"/>
                      <a:pt x="85725" y="161925"/>
                    </a:cubicBezTo>
                    <a:cubicBezTo>
                      <a:pt x="95655" y="171027"/>
                      <a:pt x="107914" y="178640"/>
                      <a:pt x="114300" y="190500"/>
                    </a:cubicBezTo>
                    <a:cubicBezTo>
                      <a:pt x="132600" y="224486"/>
                      <a:pt x="148495" y="274034"/>
                      <a:pt x="161925" y="314325"/>
                    </a:cubicBezTo>
                    <a:cubicBezTo>
                      <a:pt x="158750" y="390525"/>
                      <a:pt x="158034" y="466867"/>
                      <a:pt x="152400" y="542925"/>
                    </a:cubicBezTo>
                    <a:cubicBezTo>
                      <a:pt x="149664" y="579858"/>
                      <a:pt x="116452" y="593618"/>
                      <a:pt x="104775" y="628650"/>
                    </a:cubicBezTo>
                    <a:lnTo>
                      <a:pt x="95250" y="657225"/>
                    </a:lnTo>
                    <a:cubicBezTo>
                      <a:pt x="112625" y="709349"/>
                      <a:pt x="100611" y="712293"/>
                      <a:pt x="142875" y="733425"/>
                    </a:cubicBezTo>
                    <a:cubicBezTo>
                      <a:pt x="151855" y="737915"/>
                      <a:pt x="161925" y="739775"/>
                      <a:pt x="171450" y="742950"/>
                    </a:cubicBezTo>
                    <a:cubicBezTo>
                      <a:pt x="276497" y="716688"/>
                      <a:pt x="146022" y="736135"/>
                      <a:pt x="228600" y="771525"/>
                    </a:cubicBezTo>
                    <a:cubicBezTo>
                      <a:pt x="243480" y="777902"/>
                      <a:pt x="260350" y="765175"/>
                      <a:pt x="276225" y="762000"/>
                    </a:cubicBezTo>
                    <a:cubicBezTo>
                      <a:pt x="346089" y="645560"/>
                      <a:pt x="266710" y="742950"/>
                      <a:pt x="333375" y="742950"/>
                    </a:cubicBezTo>
                    <a:cubicBezTo>
                      <a:pt x="360502" y="742950"/>
                      <a:pt x="384175" y="723900"/>
                      <a:pt x="409575" y="714375"/>
                    </a:cubicBezTo>
                    <a:cubicBezTo>
                      <a:pt x="412750" y="701675"/>
                      <a:pt x="407875" y="683010"/>
                      <a:pt x="419100" y="676275"/>
                    </a:cubicBezTo>
                    <a:cubicBezTo>
                      <a:pt x="430325" y="669540"/>
                      <a:pt x="444421" y="682960"/>
                      <a:pt x="457200" y="685800"/>
                    </a:cubicBezTo>
                    <a:cubicBezTo>
                      <a:pt x="473004" y="689312"/>
                      <a:pt x="488950" y="692150"/>
                      <a:pt x="504825" y="695325"/>
                    </a:cubicBezTo>
                    <a:cubicBezTo>
                      <a:pt x="508000" y="685800"/>
                      <a:pt x="504505" y="664781"/>
                      <a:pt x="514350" y="666750"/>
                    </a:cubicBezTo>
                    <a:cubicBezTo>
                      <a:pt x="531962" y="670272"/>
                      <a:pt x="538813" y="693161"/>
                      <a:pt x="552450" y="704850"/>
                    </a:cubicBezTo>
                    <a:cubicBezTo>
                      <a:pt x="561142" y="712300"/>
                      <a:pt x="571500" y="717550"/>
                      <a:pt x="581025" y="723900"/>
                    </a:cubicBezTo>
                    <a:cubicBezTo>
                      <a:pt x="603250" y="720725"/>
                      <a:pt x="629739" y="727845"/>
                      <a:pt x="647700" y="714375"/>
                    </a:cubicBezTo>
                    <a:cubicBezTo>
                      <a:pt x="660652" y="704661"/>
                      <a:pt x="653713" y="682554"/>
                      <a:pt x="657225" y="666750"/>
                    </a:cubicBezTo>
                    <a:cubicBezTo>
                      <a:pt x="668488" y="616065"/>
                      <a:pt x="661457" y="635708"/>
                      <a:pt x="695325" y="590550"/>
                    </a:cubicBezTo>
                    <a:cubicBezTo>
                      <a:pt x="680516" y="516507"/>
                      <a:pt x="697248" y="554373"/>
                      <a:pt x="628650" y="485775"/>
                    </a:cubicBezTo>
                    <a:lnTo>
                      <a:pt x="600075" y="457200"/>
                    </a:lnTo>
                    <a:lnTo>
                      <a:pt x="571500" y="428625"/>
                    </a:lnTo>
                    <a:cubicBezTo>
                      <a:pt x="565150" y="409575"/>
                      <a:pt x="561430" y="389436"/>
                      <a:pt x="552450" y="371475"/>
                    </a:cubicBezTo>
                    <a:cubicBezTo>
                      <a:pt x="545350" y="357276"/>
                      <a:pt x="527091" y="348921"/>
                      <a:pt x="523875" y="333375"/>
                    </a:cubicBezTo>
                    <a:cubicBezTo>
                      <a:pt x="507678" y="255089"/>
                      <a:pt x="510978" y="173642"/>
                      <a:pt x="495300" y="95250"/>
                    </a:cubicBezTo>
                    <a:cubicBezTo>
                      <a:pt x="492125" y="79375"/>
                      <a:pt x="493015" y="62105"/>
                      <a:pt x="485775" y="47625"/>
                    </a:cubicBezTo>
                    <a:cubicBezTo>
                      <a:pt x="479751" y="35577"/>
                      <a:pt x="469463" y="24624"/>
                      <a:pt x="457200" y="19050"/>
                    </a:cubicBezTo>
                    <a:cubicBezTo>
                      <a:pt x="433365" y="8216"/>
                      <a:pt x="381000" y="0"/>
                      <a:pt x="381000" y="0"/>
                    </a:cubicBezTo>
                    <a:cubicBezTo>
                      <a:pt x="287710" y="5183"/>
                      <a:pt x="238998" y="-218"/>
                      <a:pt x="161925" y="19050"/>
                    </a:cubicBezTo>
                    <a:cubicBezTo>
                      <a:pt x="152185" y="21485"/>
                      <a:pt x="142127" y="23699"/>
                      <a:pt x="133350" y="28575"/>
                    </a:cubicBezTo>
                    <a:cubicBezTo>
                      <a:pt x="113336" y="39694"/>
                      <a:pt x="97920" y="59435"/>
                      <a:pt x="76200" y="66675"/>
                    </a:cubicBezTo>
                    <a:lnTo>
                      <a:pt x="0" y="85725"/>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4" name="Freeform: Shape 113">
                <a:extLst>
                  <a:ext uri="{FF2B5EF4-FFF2-40B4-BE49-F238E27FC236}">
                    <a16:creationId xmlns:a16="http://schemas.microsoft.com/office/drawing/2014/main" id="{5CD5BD4A-3DE6-B459-885E-F0EA59A930E7}"/>
                  </a:ext>
                </a:extLst>
              </p:cNvPr>
              <p:cNvSpPr/>
              <p:nvPr/>
            </p:nvSpPr>
            <p:spPr>
              <a:xfrm>
                <a:off x="1344443" y="1294044"/>
                <a:ext cx="519185" cy="57476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0" name="Freeform: Shape 109">
                <a:extLst>
                  <a:ext uri="{FF2B5EF4-FFF2-40B4-BE49-F238E27FC236}">
                    <a16:creationId xmlns:a16="http://schemas.microsoft.com/office/drawing/2014/main" id="{67F96E40-53D9-C4BD-4A1D-0B661E2A4DD3}"/>
                  </a:ext>
                </a:extLst>
              </p:cNvPr>
              <p:cNvSpPr/>
              <p:nvPr/>
            </p:nvSpPr>
            <p:spPr>
              <a:xfrm rot="21156387">
                <a:off x="1247789" y="1179662"/>
                <a:ext cx="664463" cy="267962"/>
              </a:xfrm>
              <a:custGeom>
                <a:avLst/>
                <a:gdLst>
                  <a:gd name="csX0" fmla="*/ 19234 w 664463"/>
                  <a:gd name="csY0" fmla="*/ 123825 h 267962"/>
                  <a:gd name="csX1" fmla="*/ 19234 w 664463"/>
                  <a:gd name="csY1" fmla="*/ 123825 h 267962"/>
                  <a:gd name="csX2" fmla="*/ 28759 w 664463"/>
                  <a:gd name="csY2" fmla="*/ 266700 h 267962"/>
                  <a:gd name="csX3" fmla="*/ 114484 w 664463"/>
                  <a:gd name="csY3" fmla="*/ 238125 h 267962"/>
                  <a:gd name="csX4" fmla="*/ 181159 w 664463"/>
                  <a:gd name="csY4" fmla="*/ 257175 h 267962"/>
                  <a:gd name="csX5" fmla="*/ 219259 w 664463"/>
                  <a:gd name="csY5" fmla="*/ 238125 h 267962"/>
                  <a:gd name="csX6" fmla="*/ 228784 w 664463"/>
                  <a:gd name="csY6" fmla="*/ 200025 h 267962"/>
                  <a:gd name="csX7" fmla="*/ 257359 w 664463"/>
                  <a:gd name="csY7" fmla="*/ 228600 h 267962"/>
                  <a:gd name="csX8" fmla="*/ 295459 w 664463"/>
                  <a:gd name="csY8" fmla="*/ 257175 h 267962"/>
                  <a:gd name="csX9" fmla="*/ 343084 w 664463"/>
                  <a:gd name="csY9" fmla="*/ 247650 h 267962"/>
                  <a:gd name="csX10" fmla="*/ 352609 w 664463"/>
                  <a:gd name="csY10" fmla="*/ 219075 h 267962"/>
                  <a:gd name="csX11" fmla="*/ 371659 w 664463"/>
                  <a:gd name="csY11" fmla="*/ 190500 h 267962"/>
                  <a:gd name="csX12" fmla="*/ 419284 w 664463"/>
                  <a:gd name="csY12" fmla="*/ 209550 h 267962"/>
                  <a:gd name="csX13" fmla="*/ 533584 w 664463"/>
                  <a:gd name="csY13" fmla="*/ 180975 h 267962"/>
                  <a:gd name="csX14" fmla="*/ 581209 w 664463"/>
                  <a:gd name="csY14" fmla="*/ 171450 h 267962"/>
                  <a:gd name="csX15" fmla="*/ 609784 w 664463"/>
                  <a:gd name="csY15" fmla="*/ 180975 h 267962"/>
                  <a:gd name="csX16" fmla="*/ 647884 w 664463"/>
                  <a:gd name="csY16" fmla="*/ 66675 h 267962"/>
                  <a:gd name="csX17" fmla="*/ 638359 w 664463"/>
                  <a:gd name="csY17" fmla="*/ 57150 h 267962"/>
                  <a:gd name="csX18" fmla="*/ 647884 w 664463"/>
                  <a:gd name="csY18" fmla="*/ 0 h 267962"/>
                  <a:gd name="csX19" fmla="*/ 647884 w 664463"/>
                  <a:gd name="csY19" fmla="*/ 28575 h 267962"/>
                  <a:gd name="csX20" fmla="*/ 19234 w 664463"/>
                  <a:gd name="csY20" fmla="*/ 123825 h 267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64463" h="267962">
                    <a:moveTo>
                      <a:pt x="19234" y="123825"/>
                    </a:moveTo>
                    <a:lnTo>
                      <a:pt x="19234" y="123825"/>
                    </a:lnTo>
                    <a:cubicBezTo>
                      <a:pt x="16661" y="135403"/>
                      <a:pt x="-28257" y="252446"/>
                      <a:pt x="28759" y="266700"/>
                    </a:cubicBezTo>
                    <a:cubicBezTo>
                      <a:pt x="57980" y="274005"/>
                      <a:pt x="85909" y="247650"/>
                      <a:pt x="114484" y="238125"/>
                    </a:cubicBezTo>
                    <a:cubicBezTo>
                      <a:pt x="125457" y="241783"/>
                      <a:pt x="172461" y="258262"/>
                      <a:pt x="181159" y="257175"/>
                    </a:cubicBezTo>
                    <a:cubicBezTo>
                      <a:pt x="195248" y="255414"/>
                      <a:pt x="206559" y="244475"/>
                      <a:pt x="219259" y="238125"/>
                    </a:cubicBezTo>
                    <a:cubicBezTo>
                      <a:pt x="222434" y="225425"/>
                      <a:pt x="216084" y="203200"/>
                      <a:pt x="228784" y="200025"/>
                    </a:cubicBezTo>
                    <a:cubicBezTo>
                      <a:pt x="241852" y="196758"/>
                      <a:pt x="247132" y="219834"/>
                      <a:pt x="257359" y="228600"/>
                    </a:cubicBezTo>
                    <a:cubicBezTo>
                      <a:pt x="269412" y="238931"/>
                      <a:pt x="282759" y="247650"/>
                      <a:pt x="295459" y="257175"/>
                    </a:cubicBezTo>
                    <a:cubicBezTo>
                      <a:pt x="311334" y="254000"/>
                      <a:pt x="329614" y="256630"/>
                      <a:pt x="343084" y="247650"/>
                    </a:cubicBezTo>
                    <a:cubicBezTo>
                      <a:pt x="351438" y="242081"/>
                      <a:pt x="348119" y="228055"/>
                      <a:pt x="352609" y="219075"/>
                    </a:cubicBezTo>
                    <a:cubicBezTo>
                      <a:pt x="357729" y="208836"/>
                      <a:pt x="365309" y="200025"/>
                      <a:pt x="371659" y="190500"/>
                    </a:cubicBezTo>
                    <a:cubicBezTo>
                      <a:pt x="387534" y="196850"/>
                      <a:pt x="402216" y="210554"/>
                      <a:pt x="419284" y="209550"/>
                    </a:cubicBezTo>
                    <a:cubicBezTo>
                      <a:pt x="458489" y="207244"/>
                      <a:pt x="495355" y="189970"/>
                      <a:pt x="533584" y="180975"/>
                    </a:cubicBezTo>
                    <a:cubicBezTo>
                      <a:pt x="549343" y="177267"/>
                      <a:pt x="565334" y="174625"/>
                      <a:pt x="581209" y="171450"/>
                    </a:cubicBezTo>
                    <a:cubicBezTo>
                      <a:pt x="590734" y="174625"/>
                      <a:pt x="599744" y="180975"/>
                      <a:pt x="609784" y="180975"/>
                    </a:cubicBezTo>
                    <a:cubicBezTo>
                      <a:pt x="690303" y="180975"/>
                      <a:pt x="662112" y="152042"/>
                      <a:pt x="647884" y="66675"/>
                    </a:cubicBezTo>
                    <a:cubicBezTo>
                      <a:pt x="647146" y="62246"/>
                      <a:pt x="641534" y="60325"/>
                      <a:pt x="638359" y="57150"/>
                    </a:cubicBezTo>
                    <a:lnTo>
                      <a:pt x="647884" y="0"/>
                    </a:lnTo>
                    <a:lnTo>
                      <a:pt x="647884" y="28575"/>
                    </a:lnTo>
                    <a:lnTo>
                      <a:pt x="19234" y="123825"/>
                    </a:lnTo>
                    <a:close/>
                  </a:path>
                </a:pathLst>
              </a:custGeom>
              <a:solidFill>
                <a:schemeClr val="bg1"/>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effectLst>
                    <a:outerShdw blurRad="50800" dist="38100" algn="l" rotWithShape="0">
                      <a:prstClr val="black">
                        <a:alpha val="40000"/>
                      </a:prstClr>
                    </a:outerShdw>
                  </a:effectLst>
                </a:endParaRPr>
              </a:p>
            </p:txBody>
          </p:sp>
          <p:sp>
            <p:nvSpPr>
              <p:cNvPr id="115" name="Freeform: Shape 114">
                <a:extLst>
                  <a:ext uri="{FF2B5EF4-FFF2-40B4-BE49-F238E27FC236}">
                    <a16:creationId xmlns:a16="http://schemas.microsoft.com/office/drawing/2014/main" id="{8A4475D1-53D1-17C3-3EFC-A8DFCD4F9C99}"/>
                  </a:ext>
                </a:extLst>
              </p:cNvPr>
              <p:cNvSpPr/>
              <p:nvPr/>
            </p:nvSpPr>
            <p:spPr>
              <a:xfrm>
                <a:off x="1247775" y="752475"/>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7" name="Freeform: Shape 116">
                <a:extLst>
                  <a:ext uri="{FF2B5EF4-FFF2-40B4-BE49-F238E27FC236}">
                    <a16:creationId xmlns:a16="http://schemas.microsoft.com/office/drawing/2014/main" id="{6A7CA7A8-6E8E-8F33-6323-A81254F538AB}"/>
                  </a:ext>
                </a:extLst>
              </p:cNvPr>
              <p:cNvSpPr/>
              <p:nvPr/>
            </p:nvSpPr>
            <p:spPr>
              <a:xfrm>
                <a:off x="1332473" y="69393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9" name="Freeform: Shape 118">
                <a:extLst>
                  <a:ext uri="{FF2B5EF4-FFF2-40B4-BE49-F238E27FC236}">
                    <a16:creationId xmlns:a16="http://schemas.microsoft.com/office/drawing/2014/main" id="{0B2308FC-C4F1-FC74-081A-5FD7EDCC79D0}"/>
                  </a:ext>
                </a:extLst>
              </p:cNvPr>
              <p:cNvSpPr/>
              <p:nvPr/>
            </p:nvSpPr>
            <p:spPr>
              <a:xfrm>
                <a:off x="1410449" y="63724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122" name="Group 121">
              <a:extLst>
                <a:ext uri="{FF2B5EF4-FFF2-40B4-BE49-F238E27FC236}">
                  <a16:creationId xmlns:a16="http://schemas.microsoft.com/office/drawing/2014/main" id="{77FD433B-530B-9CA1-7D0A-08F52249140E}"/>
                </a:ext>
              </a:extLst>
            </p:cNvPr>
            <p:cNvGrpSpPr/>
            <p:nvPr/>
          </p:nvGrpSpPr>
          <p:grpSpPr>
            <a:xfrm>
              <a:off x="9617753" y="586744"/>
              <a:ext cx="1919491" cy="1636994"/>
              <a:chOff x="409575" y="590378"/>
              <a:chExt cx="2428875" cy="1872378"/>
            </a:xfrm>
            <a:effectLst>
              <a:outerShdw blurRad="50800" dist="38100" dir="2700000" algn="tl" rotWithShape="0">
                <a:prstClr val="black">
                  <a:alpha val="40000"/>
                </a:prstClr>
              </a:outerShdw>
            </a:effectLst>
          </p:grpSpPr>
          <p:sp>
            <p:nvSpPr>
              <p:cNvPr id="123" name="Freeform: Shape 122">
                <a:extLst>
                  <a:ext uri="{FF2B5EF4-FFF2-40B4-BE49-F238E27FC236}">
                    <a16:creationId xmlns:a16="http://schemas.microsoft.com/office/drawing/2014/main" id="{4BD88BEB-1C85-53EE-5282-EA42E3DAA8F8}"/>
                  </a:ext>
                </a:extLst>
              </p:cNvPr>
              <p:cNvSpPr/>
              <p:nvPr/>
            </p:nvSpPr>
            <p:spPr>
              <a:xfrm>
                <a:off x="409575" y="904848"/>
                <a:ext cx="2428875" cy="1557908"/>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4" name="Freeform: Shape 123">
                <a:extLst>
                  <a:ext uri="{FF2B5EF4-FFF2-40B4-BE49-F238E27FC236}">
                    <a16:creationId xmlns:a16="http://schemas.microsoft.com/office/drawing/2014/main" id="{6C0E2C60-6106-3B8B-7C1F-47727229CC0B}"/>
                  </a:ext>
                </a:extLst>
              </p:cNvPr>
              <p:cNvSpPr/>
              <p:nvPr/>
            </p:nvSpPr>
            <p:spPr>
              <a:xfrm>
                <a:off x="701721" y="1052736"/>
                <a:ext cx="1777608" cy="1257066"/>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5" name="Freeform: Shape 124">
                <a:extLst>
                  <a:ext uri="{FF2B5EF4-FFF2-40B4-BE49-F238E27FC236}">
                    <a16:creationId xmlns:a16="http://schemas.microsoft.com/office/drawing/2014/main" id="{D44BFF99-95D6-EEAF-C0CB-90C254C82642}"/>
                  </a:ext>
                </a:extLst>
              </p:cNvPr>
              <p:cNvSpPr/>
              <p:nvPr/>
            </p:nvSpPr>
            <p:spPr>
              <a:xfrm>
                <a:off x="709004" y="1028226"/>
                <a:ext cx="1643875" cy="1248475"/>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6" name="Freeform: Shape 125">
                <a:extLst>
                  <a:ext uri="{FF2B5EF4-FFF2-40B4-BE49-F238E27FC236}">
                    <a16:creationId xmlns:a16="http://schemas.microsoft.com/office/drawing/2014/main" id="{6EF2F307-26F3-353D-DC48-1B7112925C33}"/>
                  </a:ext>
                </a:extLst>
              </p:cNvPr>
              <p:cNvSpPr/>
              <p:nvPr/>
            </p:nvSpPr>
            <p:spPr>
              <a:xfrm>
                <a:off x="768587" y="1130017"/>
                <a:ext cx="1524711" cy="1186259"/>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7" name="Freeform: Shape 126">
                <a:extLst>
                  <a:ext uri="{FF2B5EF4-FFF2-40B4-BE49-F238E27FC236}">
                    <a16:creationId xmlns:a16="http://schemas.microsoft.com/office/drawing/2014/main" id="{81583FFA-92F2-2778-ED0E-0388E870ADA4}"/>
                  </a:ext>
                </a:extLst>
              </p:cNvPr>
              <p:cNvSpPr/>
              <p:nvPr/>
            </p:nvSpPr>
            <p:spPr>
              <a:xfrm>
                <a:off x="898324" y="1074277"/>
                <a:ext cx="1491803" cy="115637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8" name="Freeform: Shape 127">
                <a:extLst>
                  <a:ext uri="{FF2B5EF4-FFF2-40B4-BE49-F238E27FC236}">
                    <a16:creationId xmlns:a16="http://schemas.microsoft.com/office/drawing/2014/main" id="{1A828353-02EC-A1DC-73D0-5BEB9BF27A6E}"/>
                  </a:ext>
                </a:extLst>
              </p:cNvPr>
              <p:cNvSpPr/>
              <p:nvPr/>
            </p:nvSpPr>
            <p:spPr>
              <a:xfrm>
                <a:off x="1053340" y="1102608"/>
                <a:ext cx="1236253" cy="1015450"/>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9" name="Freeform: Shape 128">
                <a:extLst>
                  <a:ext uri="{FF2B5EF4-FFF2-40B4-BE49-F238E27FC236}">
                    <a16:creationId xmlns:a16="http://schemas.microsoft.com/office/drawing/2014/main" id="{A3F57070-868A-B0EC-EFCC-0FAD02FC0DDE}"/>
                  </a:ext>
                </a:extLst>
              </p:cNvPr>
              <p:cNvSpPr/>
              <p:nvPr/>
            </p:nvSpPr>
            <p:spPr>
              <a:xfrm>
                <a:off x="1185092" y="1140294"/>
                <a:ext cx="1108424" cy="939863"/>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0" name="Freeform: Shape 129">
                <a:extLst>
                  <a:ext uri="{FF2B5EF4-FFF2-40B4-BE49-F238E27FC236}">
                    <a16:creationId xmlns:a16="http://schemas.microsoft.com/office/drawing/2014/main" id="{7399DAFB-07F0-AF57-EF79-C466107BF909}"/>
                  </a:ext>
                </a:extLst>
              </p:cNvPr>
              <p:cNvSpPr/>
              <p:nvPr/>
            </p:nvSpPr>
            <p:spPr>
              <a:xfrm>
                <a:off x="742250" y="733425"/>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1" name="Freeform: Shape 130">
                <a:extLst>
                  <a:ext uri="{FF2B5EF4-FFF2-40B4-BE49-F238E27FC236}">
                    <a16:creationId xmlns:a16="http://schemas.microsoft.com/office/drawing/2014/main" id="{ECAC4F42-894A-7F4C-8D82-7BF38703D017}"/>
                  </a:ext>
                </a:extLst>
              </p:cNvPr>
              <p:cNvSpPr/>
              <p:nvPr/>
            </p:nvSpPr>
            <p:spPr>
              <a:xfrm>
                <a:off x="835265" y="789721"/>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2" name="Freeform: Shape 131">
                <a:extLst>
                  <a:ext uri="{FF2B5EF4-FFF2-40B4-BE49-F238E27FC236}">
                    <a16:creationId xmlns:a16="http://schemas.microsoft.com/office/drawing/2014/main" id="{1112BFFD-BF51-15D1-CA92-C18DAAB50131}"/>
                  </a:ext>
                </a:extLst>
              </p:cNvPr>
              <p:cNvSpPr/>
              <p:nvPr/>
            </p:nvSpPr>
            <p:spPr>
              <a:xfrm>
                <a:off x="694219" y="78056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3" name="Freeform: Shape 132">
                <a:extLst>
                  <a:ext uri="{FF2B5EF4-FFF2-40B4-BE49-F238E27FC236}">
                    <a16:creationId xmlns:a16="http://schemas.microsoft.com/office/drawing/2014/main" id="{72AEC40F-C23A-7B0C-3F14-F1C1AE720521}"/>
                  </a:ext>
                </a:extLst>
              </p:cNvPr>
              <p:cNvSpPr/>
              <p:nvPr/>
            </p:nvSpPr>
            <p:spPr>
              <a:xfrm>
                <a:off x="1232009" y="667432"/>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4" name="Freeform: Shape 133">
                <a:extLst>
                  <a:ext uri="{FF2B5EF4-FFF2-40B4-BE49-F238E27FC236}">
                    <a16:creationId xmlns:a16="http://schemas.microsoft.com/office/drawing/2014/main" id="{E55B2199-110F-59AA-E5D3-78C989F8B17E}"/>
                  </a:ext>
                </a:extLst>
              </p:cNvPr>
              <p:cNvSpPr/>
              <p:nvPr/>
            </p:nvSpPr>
            <p:spPr>
              <a:xfrm>
                <a:off x="1140579" y="590378"/>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5" name="Freeform: Shape 134">
                <a:extLst>
                  <a:ext uri="{FF2B5EF4-FFF2-40B4-BE49-F238E27FC236}">
                    <a16:creationId xmlns:a16="http://schemas.microsoft.com/office/drawing/2014/main" id="{A413B70E-F41C-DAEB-2D00-C1A6D26FB105}"/>
                  </a:ext>
                </a:extLst>
              </p:cNvPr>
              <p:cNvSpPr/>
              <p:nvPr/>
            </p:nvSpPr>
            <p:spPr>
              <a:xfrm>
                <a:off x="1521264" y="67674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6" name="Freeform: Shape 135">
                <a:extLst>
                  <a:ext uri="{FF2B5EF4-FFF2-40B4-BE49-F238E27FC236}">
                    <a16:creationId xmlns:a16="http://schemas.microsoft.com/office/drawing/2014/main" id="{A13BF44F-704F-42DF-E42D-EDD3B17E4E1E}"/>
                  </a:ext>
                </a:extLst>
              </p:cNvPr>
              <p:cNvSpPr/>
              <p:nvPr/>
            </p:nvSpPr>
            <p:spPr>
              <a:xfrm>
                <a:off x="768148" y="777904"/>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7" name="Freeform: Shape 136">
                <a:extLst>
                  <a:ext uri="{FF2B5EF4-FFF2-40B4-BE49-F238E27FC236}">
                    <a16:creationId xmlns:a16="http://schemas.microsoft.com/office/drawing/2014/main" id="{272D5D53-1A97-DBF0-E70B-B75F4EB57626}"/>
                  </a:ext>
                </a:extLst>
              </p:cNvPr>
              <p:cNvSpPr/>
              <p:nvPr/>
            </p:nvSpPr>
            <p:spPr>
              <a:xfrm rot="21052740">
                <a:off x="1104125" y="590378"/>
                <a:ext cx="695325" cy="773288"/>
              </a:xfrm>
              <a:custGeom>
                <a:avLst/>
                <a:gdLst>
                  <a:gd name="csX0" fmla="*/ 0 w 695325"/>
                  <a:gd name="csY0" fmla="*/ 85725 h 773288"/>
                  <a:gd name="csX1" fmla="*/ 0 w 695325"/>
                  <a:gd name="csY1" fmla="*/ 85725 h 773288"/>
                  <a:gd name="csX2" fmla="*/ 85725 w 695325"/>
                  <a:gd name="csY2" fmla="*/ 161925 h 773288"/>
                  <a:gd name="csX3" fmla="*/ 114300 w 695325"/>
                  <a:gd name="csY3" fmla="*/ 190500 h 773288"/>
                  <a:gd name="csX4" fmla="*/ 161925 w 695325"/>
                  <a:gd name="csY4" fmla="*/ 314325 h 773288"/>
                  <a:gd name="csX5" fmla="*/ 152400 w 695325"/>
                  <a:gd name="csY5" fmla="*/ 542925 h 773288"/>
                  <a:gd name="csX6" fmla="*/ 104775 w 695325"/>
                  <a:gd name="csY6" fmla="*/ 628650 h 773288"/>
                  <a:gd name="csX7" fmla="*/ 95250 w 695325"/>
                  <a:gd name="csY7" fmla="*/ 657225 h 773288"/>
                  <a:gd name="csX8" fmla="*/ 142875 w 695325"/>
                  <a:gd name="csY8" fmla="*/ 733425 h 773288"/>
                  <a:gd name="csX9" fmla="*/ 171450 w 695325"/>
                  <a:gd name="csY9" fmla="*/ 742950 h 773288"/>
                  <a:gd name="csX10" fmla="*/ 228600 w 695325"/>
                  <a:gd name="csY10" fmla="*/ 771525 h 773288"/>
                  <a:gd name="csX11" fmla="*/ 276225 w 695325"/>
                  <a:gd name="csY11" fmla="*/ 762000 h 773288"/>
                  <a:gd name="csX12" fmla="*/ 333375 w 695325"/>
                  <a:gd name="csY12" fmla="*/ 742950 h 773288"/>
                  <a:gd name="csX13" fmla="*/ 409575 w 695325"/>
                  <a:gd name="csY13" fmla="*/ 714375 h 773288"/>
                  <a:gd name="csX14" fmla="*/ 419100 w 695325"/>
                  <a:gd name="csY14" fmla="*/ 676275 h 773288"/>
                  <a:gd name="csX15" fmla="*/ 457200 w 695325"/>
                  <a:gd name="csY15" fmla="*/ 685800 h 773288"/>
                  <a:gd name="csX16" fmla="*/ 504825 w 695325"/>
                  <a:gd name="csY16" fmla="*/ 695325 h 773288"/>
                  <a:gd name="csX17" fmla="*/ 514350 w 695325"/>
                  <a:gd name="csY17" fmla="*/ 666750 h 773288"/>
                  <a:gd name="csX18" fmla="*/ 552450 w 695325"/>
                  <a:gd name="csY18" fmla="*/ 704850 h 773288"/>
                  <a:gd name="csX19" fmla="*/ 581025 w 695325"/>
                  <a:gd name="csY19" fmla="*/ 723900 h 773288"/>
                  <a:gd name="csX20" fmla="*/ 647700 w 695325"/>
                  <a:gd name="csY20" fmla="*/ 714375 h 773288"/>
                  <a:gd name="csX21" fmla="*/ 657225 w 695325"/>
                  <a:gd name="csY21" fmla="*/ 666750 h 773288"/>
                  <a:gd name="csX22" fmla="*/ 695325 w 695325"/>
                  <a:gd name="csY22" fmla="*/ 590550 h 773288"/>
                  <a:gd name="csX23" fmla="*/ 628650 w 695325"/>
                  <a:gd name="csY23" fmla="*/ 485775 h 773288"/>
                  <a:gd name="csX24" fmla="*/ 600075 w 695325"/>
                  <a:gd name="csY24" fmla="*/ 457200 h 773288"/>
                  <a:gd name="csX25" fmla="*/ 571500 w 695325"/>
                  <a:gd name="csY25" fmla="*/ 428625 h 773288"/>
                  <a:gd name="csX26" fmla="*/ 552450 w 695325"/>
                  <a:gd name="csY26" fmla="*/ 371475 h 773288"/>
                  <a:gd name="csX27" fmla="*/ 523875 w 695325"/>
                  <a:gd name="csY27" fmla="*/ 333375 h 773288"/>
                  <a:gd name="csX28" fmla="*/ 495300 w 695325"/>
                  <a:gd name="csY28" fmla="*/ 95250 h 773288"/>
                  <a:gd name="csX29" fmla="*/ 485775 w 695325"/>
                  <a:gd name="csY29" fmla="*/ 47625 h 773288"/>
                  <a:gd name="csX30" fmla="*/ 457200 w 695325"/>
                  <a:gd name="csY30" fmla="*/ 19050 h 773288"/>
                  <a:gd name="csX31" fmla="*/ 381000 w 695325"/>
                  <a:gd name="csY31" fmla="*/ 0 h 773288"/>
                  <a:gd name="csX32" fmla="*/ 161925 w 695325"/>
                  <a:gd name="csY32" fmla="*/ 19050 h 773288"/>
                  <a:gd name="csX33" fmla="*/ 133350 w 695325"/>
                  <a:gd name="csY33" fmla="*/ 28575 h 773288"/>
                  <a:gd name="csX34" fmla="*/ 76200 w 695325"/>
                  <a:gd name="csY34" fmla="*/ 66675 h 773288"/>
                  <a:gd name="csX35" fmla="*/ 0 w 695325"/>
                  <a:gd name="csY35" fmla="*/ 85725 h 773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695325" h="773288">
                    <a:moveTo>
                      <a:pt x="0" y="85725"/>
                    </a:moveTo>
                    <a:lnTo>
                      <a:pt x="0" y="85725"/>
                    </a:lnTo>
                    <a:cubicBezTo>
                      <a:pt x="28575" y="111125"/>
                      <a:pt x="57542" y="136091"/>
                      <a:pt x="85725" y="161925"/>
                    </a:cubicBezTo>
                    <a:cubicBezTo>
                      <a:pt x="95655" y="171027"/>
                      <a:pt x="107914" y="178640"/>
                      <a:pt x="114300" y="190500"/>
                    </a:cubicBezTo>
                    <a:cubicBezTo>
                      <a:pt x="132600" y="224486"/>
                      <a:pt x="148495" y="274034"/>
                      <a:pt x="161925" y="314325"/>
                    </a:cubicBezTo>
                    <a:cubicBezTo>
                      <a:pt x="158750" y="390525"/>
                      <a:pt x="158034" y="466867"/>
                      <a:pt x="152400" y="542925"/>
                    </a:cubicBezTo>
                    <a:cubicBezTo>
                      <a:pt x="149664" y="579858"/>
                      <a:pt x="116452" y="593618"/>
                      <a:pt x="104775" y="628650"/>
                    </a:cubicBezTo>
                    <a:lnTo>
                      <a:pt x="95250" y="657225"/>
                    </a:lnTo>
                    <a:cubicBezTo>
                      <a:pt x="112625" y="709349"/>
                      <a:pt x="100611" y="712293"/>
                      <a:pt x="142875" y="733425"/>
                    </a:cubicBezTo>
                    <a:cubicBezTo>
                      <a:pt x="151855" y="737915"/>
                      <a:pt x="161925" y="739775"/>
                      <a:pt x="171450" y="742950"/>
                    </a:cubicBezTo>
                    <a:cubicBezTo>
                      <a:pt x="276497" y="716688"/>
                      <a:pt x="146022" y="736135"/>
                      <a:pt x="228600" y="771525"/>
                    </a:cubicBezTo>
                    <a:cubicBezTo>
                      <a:pt x="243480" y="777902"/>
                      <a:pt x="260350" y="765175"/>
                      <a:pt x="276225" y="762000"/>
                    </a:cubicBezTo>
                    <a:cubicBezTo>
                      <a:pt x="346089" y="645560"/>
                      <a:pt x="266710" y="742950"/>
                      <a:pt x="333375" y="742950"/>
                    </a:cubicBezTo>
                    <a:cubicBezTo>
                      <a:pt x="360502" y="742950"/>
                      <a:pt x="384175" y="723900"/>
                      <a:pt x="409575" y="714375"/>
                    </a:cubicBezTo>
                    <a:cubicBezTo>
                      <a:pt x="412750" y="701675"/>
                      <a:pt x="407875" y="683010"/>
                      <a:pt x="419100" y="676275"/>
                    </a:cubicBezTo>
                    <a:cubicBezTo>
                      <a:pt x="430325" y="669540"/>
                      <a:pt x="444421" y="682960"/>
                      <a:pt x="457200" y="685800"/>
                    </a:cubicBezTo>
                    <a:cubicBezTo>
                      <a:pt x="473004" y="689312"/>
                      <a:pt x="488950" y="692150"/>
                      <a:pt x="504825" y="695325"/>
                    </a:cubicBezTo>
                    <a:cubicBezTo>
                      <a:pt x="508000" y="685800"/>
                      <a:pt x="504505" y="664781"/>
                      <a:pt x="514350" y="666750"/>
                    </a:cubicBezTo>
                    <a:cubicBezTo>
                      <a:pt x="531962" y="670272"/>
                      <a:pt x="538813" y="693161"/>
                      <a:pt x="552450" y="704850"/>
                    </a:cubicBezTo>
                    <a:cubicBezTo>
                      <a:pt x="561142" y="712300"/>
                      <a:pt x="571500" y="717550"/>
                      <a:pt x="581025" y="723900"/>
                    </a:cubicBezTo>
                    <a:cubicBezTo>
                      <a:pt x="603250" y="720725"/>
                      <a:pt x="629739" y="727845"/>
                      <a:pt x="647700" y="714375"/>
                    </a:cubicBezTo>
                    <a:cubicBezTo>
                      <a:pt x="660652" y="704661"/>
                      <a:pt x="653713" y="682554"/>
                      <a:pt x="657225" y="666750"/>
                    </a:cubicBezTo>
                    <a:cubicBezTo>
                      <a:pt x="668488" y="616065"/>
                      <a:pt x="661457" y="635708"/>
                      <a:pt x="695325" y="590550"/>
                    </a:cubicBezTo>
                    <a:cubicBezTo>
                      <a:pt x="680516" y="516507"/>
                      <a:pt x="697248" y="554373"/>
                      <a:pt x="628650" y="485775"/>
                    </a:cubicBezTo>
                    <a:lnTo>
                      <a:pt x="600075" y="457200"/>
                    </a:lnTo>
                    <a:lnTo>
                      <a:pt x="571500" y="428625"/>
                    </a:lnTo>
                    <a:cubicBezTo>
                      <a:pt x="565150" y="409575"/>
                      <a:pt x="561430" y="389436"/>
                      <a:pt x="552450" y="371475"/>
                    </a:cubicBezTo>
                    <a:cubicBezTo>
                      <a:pt x="545350" y="357276"/>
                      <a:pt x="527091" y="348921"/>
                      <a:pt x="523875" y="333375"/>
                    </a:cubicBezTo>
                    <a:cubicBezTo>
                      <a:pt x="507678" y="255089"/>
                      <a:pt x="510978" y="173642"/>
                      <a:pt x="495300" y="95250"/>
                    </a:cubicBezTo>
                    <a:cubicBezTo>
                      <a:pt x="492125" y="79375"/>
                      <a:pt x="493015" y="62105"/>
                      <a:pt x="485775" y="47625"/>
                    </a:cubicBezTo>
                    <a:cubicBezTo>
                      <a:pt x="479751" y="35577"/>
                      <a:pt x="469463" y="24624"/>
                      <a:pt x="457200" y="19050"/>
                    </a:cubicBezTo>
                    <a:cubicBezTo>
                      <a:pt x="433365" y="8216"/>
                      <a:pt x="381000" y="0"/>
                      <a:pt x="381000" y="0"/>
                    </a:cubicBezTo>
                    <a:cubicBezTo>
                      <a:pt x="287710" y="5183"/>
                      <a:pt x="238998" y="-218"/>
                      <a:pt x="161925" y="19050"/>
                    </a:cubicBezTo>
                    <a:cubicBezTo>
                      <a:pt x="152185" y="21485"/>
                      <a:pt x="142127" y="23699"/>
                      <a:pt x="133350" y="28575"/>
                    </a:cubicBezTo>
                    <a:cubicBezTo>
                      <a:pt x="113336" y="39694"/>
                      <a:pt x="97920" y="59435"/>
                      <a:pt x="76200" y="66675"/>
                    </a:cubicBezTo>
                    <a:lnTo>
                      <a:pt x="0" y="85725"/>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8" name="Freeform: Shape 137">
                <a:extLst>
                  <a:ext uri="{FF2B5EF4-FFF2-40B4-BE49-F238E27FC236}">
                    <a16:creationId xmlns:a16="http://schemas.microsoft.com/office/drawing/2014/main" id="{D37B2F2C-38E1-7FF2-D841-E9A36ABA5B2A}"/>
                  </a:ext>
                </a:extLst>
              </p:cNvPr>
              <p:cNvSpPr/>
              <p:nvPr/>
            </p:nvSpPr>
            <p:spPr>
              <a:xfrm>
                <a:off x="1344443" y="1294044"/>
                <a:ext cx="519185" cy="57476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9" name="Freeform: Shape 138">
                <a:extLst>
                  <a:ext uri="{FF2B5EF4-FFF2-40B4-BE49-F238E27FC236}">
                    <a16:creationId xmlns:a16="http://schemas.microsoft.com/office/drawing/2014/main" id="{F8A25CCB-8EAF-BEDD-D6E9-1CB09F6972B0}"/>
                  </a:ext>
                </a:extLst>
              </p:cNvPr>
              <p:cNvSpPr/>
              <p:nvPr/>
            </p:nvSpPr>
            <p:spPr>
              <a:xfrm rot="21156387">
                <a:off x="1247789" y="1179662"/>
                <a:ext cx="664463" cy="267962"/>
              </a:xfrm>
              <a:custGeom>
                <a:avLst/>
                <a:gdLst>
                  <a:gd name="csX0" fmla="*/ 19234 w 664463"/>
                  <a:gd name="csY0" fmla="*/ 123825 h 267962"/>
                  <a:gd name="csX1" fmla="*/ 19234 w 664463"/>
                  <a:gd name="csY1" fmla="*/ 123825 h 267962"/>
                  <a:gd name="csX2" fmla="*/ 28759 w 664463"/>
                  <a:gd name="csY2" fmla="*/ 266700 h 267962"/>
                  <a:gd name="csX3" fmla="*/ 114484 w 664463"/>
                  <a:gd name="csY3" fmla="*/ 238125 h 267962"/>
                  <a:gd name="csX4" fmla="*/ 181159 w 664463"/>
                  <a:gd name="csY4" fmla="*/ 257175 h 267962"/>
                  <a:gd name="csX5" fmla="*/ 219259 w 664463"/>
                  <a:gd name="csY5" fmla="*/ 238125 h 267962"/>
                  <a:gd name="csX6" fmla="*/ 228784 w 664463"/>
                  <a:gd name="csY6" fmla="*/ 200025 h 267962"/>
                  <a:gd name="csX7" fmla="*/ 257359 w 664463"/>
                  <a:gd name="csY7" fmla="*/ 228600 h 267962"/>
                  <a:gd name="csX8" fmla="*/ 295459 w 664463"/>
                  <a:gd name="csY8" fmla="*/ 257175 h 267962"/>
                  <a:gd name="csX9" fmla="*/ 343084 w 664463"/>
                  <a:gd name="csY9" fmla="*/ 247650 h 267962"/>
                  <a:gd name="csX10" fmla="*/ 352609 w 664463"/>
                  <a:gd name="csY10" fmla="*/ 219075 h 267962"/>
                  <a:gd name="csX11" fmla="*/ 371659 w 664463"/>
                  <a:gd name="csY11" fmla="*/ 190500 h 267962"/>
                  <a:gd name="csX12" fmla="*/ 419284 w 664463"/>
                  <a:gd name="csY12" fmla="*/ 209550 h 267962"/>
                  <a:gd name="csX13" fmla="*/ 533584 w 664463"/>
                  <a:gd name="csY13" fmla="*/ 180975 h 267962"/>
                  <a:gd name="csX14" fmla="*/ 581209 w 664463"/>
                  <a:gd name="csY14" fmla="*/ 171450 h 267962"/>
                  <a:gd name="csX15" fmla="*/ 609784 w 664463"/>
                  <a:gd name="csY15" fmla="*/ 180975 h 267962"/>
                  <a:gd name="csX16" fmla="*/ 647884 w 664463"/>
                  <a:gd name="csY16" fmla="*/ 66675 h 267962"/>
                  <a:gd name="csX17" fmla="*/ 638359 w 664463"/>
                  <a:gd name="csY17" fmla="*/ 57150 h 267962"/>
                  <a:gd name="csX18" fmla="*/ 647884 w 664463"/>
                  <a:gd name="csY18" fmla="*/ 0 h 267962"/>
                  <a:gd name="csX19" fmla="*/ 647884 w 664463"/>
                  <a:gd name="csY19" fmla="*/ 28575 h 267962"/>
                  <a:gd name="csX20" fmla="*/ 19234 w 664463"/>
                  <a:gd name="csY20" fmla="*/ 123825 h 267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64463" h="267962">
                    <a:moveTo>
                      <a:pt x="19234" y="123825"/>
                    </a:moveTo>
                    <a:lnTo>
                      <a:pt x="19234" y="123825"/>
                    </a:lnTo>
                    <a:cubicBezTo>
                      <a:pt x="16661" y="135403"/>
                      <a:pt x="-28257" y="252446"/>
                      <a:pt x="28759" y="266700"/>
                    </a:cubicBezTo>
                    <a:cubicBezTo>
                      <a:pt x="57980" y="274005"/>
                      <a:pt x="85909" y="247650"/>
                      <a:pt x="114484" y="238125"/>
                    </a:cubicBezTo>
                    <a:cubicBezTo>
                      <a:pt x="125457" y="241783"/>
                      <a:pt x="172461" y="258262"/>
                      <a:pt x="181159" y="257175"/>
                    </a:cubicBezTo>
                    <a:cubicBezTo>
                      <a:pt x="195248" y="255414"/>
                      <a:pt x="206559" y="244475"/>
                      <a:pt x="219259" y="238125"/>
                    </a:cubicBezTo>
                    <a:cubicBezTo>
                      <a:pt x="222434" y="225425"/>
                      <a:pt x="216084" y="203200"/>
                      <a:pt x="228784" y="200025"/>
                    </a:cubicBezTo>
                    <a:cubicBezTo>
                      <a:pt x="241852" y="196758"/>
                      <a:pt x="247132" y="219834"/>
                      <a:pt x="257359" y="228600"/>
                    </a:cubicBezTo>
                    <a:cubicBezTo>
                      <a:pt x="269412" y="238931"/>
                      <a:pt x="282759" y="247650"/>
                      <a:pt x="295459" y="257175"/>
                    </a:cubicBezTo>
                    <a:cubicBezTo>
                      <a:pt x="311334" y="254000"/>
                      <a:pt x="329614" y="256630"/>
                      <a:pt x="343084" y="247650"/>
                    </a:cubicBezTo>
                    <a:cubicBezTo>
                      <a:pt x="351438" y="242081"/>
                      <a:pt x="348119" y="228055"/>
                      <a:pt x="352609" y="219075"/>
                    </a:cubicBezTo>
                    <a:cubicBezTo>
                      <a:pt x="357729" y="208836"/>
                      <a:pt x="365309" y="200025"/>
                      <a:pt x="371659" y="190500"/>
                    </a:cubicBezTo>
                    <a:cubicBezTo>
                      <a:pt x="387534" y="196850"/>
                      <a:pt x="402216" y="210554"/>
                      <a:pt x="419284" y="209550"/>
                    </a:cubicBezTo>
                    <a:cubicBezTo>
                      <a:pt x="458489" y="207244"/>
                      <a:pt x="495355" y="189970"/>
                      <a:pt x="533584" y="180975"/>
                    </a:cubicBezTo>
                    <a:cubicBezTo>
                      <a:pt x="549343" y="177267"/>
                      <a:pt x="565334" y="174625"/>
                      <a:pt x="581209" y="171450"/>
                    </a:cubicBezTo>
                    <a:cubicBezTo>
                      <a:pt x="590734" y="174625"/>
                      <a:pt x="599744" y="180975"/>
                      <a:pt x="609784" y="180975"/>
                    </a:cubicBezTo>
                    <a:cubicBezTo>
                      <a:pt x="690303" y="180975"/>
                      <a:pt x="662112" y="152042"/>
                      <a:pt x="647884" y="66675"/>
                    </a:cubicBezTo>
                    <a:cubicBezTo>
                      <a:pt x="647146" y="62246"/>
                      <a:pt x="641534" y="60325"/>
                      <a:pt x="638359" y="57150"/>
                    </a:cubicBezTo>
                    <a:lnTo>
                      <a:pt x="647884" y="0"/>
                    </a:lnTo>
                    <a:lnTo>
                      <a:pt x="647884" y="28575"/>
                    </a:lnTo>
                    <a:lnTo>
                      <a:pt x="19234" y="123825"/>
                    </a:lnTo>
                    <a:close/>
                  </a:path>
                </a:pathLst>
              </a:custGeom>
              <a:solidFill>
                <a:schemeClr val="bg1"/>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effectLst>
                    <a:outerShdw blurRad="50800" dist="38100" algn="l" rotWithShape="0">
                      <a:prstClr val="black">
                        <a:alpha val="40000"/>
                      </a:prstClr>
                    </a:outerShdw>
                  </a:effectLst>
                </a:endParaRPr>
              </a:p>
            </p:txBody>
          </p:sp>
          <p:sp>
            <p:nvSpPr>
              <p:cNvPr id="140" name="Freeform: Shape 139">
                <a:extLst>
                  <a:ext uri="{FF2B5EF4-FFF2-40B4-BE49-F238E27FC236}">
                    <a16:creationId xmlns:a16="http://schemas.microsoft.com/office/drawing/2014/main" id="{4E346179-179E-28DA-949A-141FB40EFE70}"/>
                  </a:ext>
                </a:extLst>
              </p:cNvPr>
              <p:cNvSpPr/>
              <p:nvPr/>
            </p:nvSpPr>
            <p:spPr>
              <a:xfrm>
                <a:off x="1247775" y="752475"/>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1" name="Freeform: Shape 140">
                <a:extLst>
                  <a:ext uri="{FF2B5EF4-FFF2-40B4-BE49-F238E27FC236}">
                    <a16:creationId xmlns:a16="http://schemas.microsoft.com/office/drawing/2014/main" id="{27AA4DF0-EE33-C2DC-A9D0-EF98865F6C29}"/>
                  </a:ext>
                </a:extLst>
              </p:cNvPr>
              <p:cNvSpPr/>
              <p:nvPr/>
            </p:nvSpPr>
            <p:spPr>
              <a:xfrm>
                <a:off x="1332473" y="69393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2" name="Freeform: Shape 141">
                <a:extLst>
                  <a:ext uri="{FF2B5EF4-FFF2-40B4-BE49-F238E27FC236}">
                    <a16:creationId xmlns:a16="http://schemas.microsoft.com/office/drawing/2014/main" id="{0D0D3882-3843-5AFC-3AA1-231C1BD07BFB}"/>
                  </a:ext>
                </a:extLst>
              </p:cNvPr>
              <p:cNvSpPr/>
              <p:nvPr/>
            </p:nvSpPr>
            <p:spPr>
              <a:xfrm>
                <a:off x="1410449" y="63724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143" name="Group 142">
              <a:extLst>
                <a:ext uri="{FF2B5EF4-FFF2-40B4-BE49-F238E27FC236}">
                  <a16:creationId xmlns:a16="http://schemas.microsoft.com/office/drawing/2014/main" id="{16EA623A-5849-31D2-89AA-F4D8B12662AD}"/>
                </a:ext>
              </a:extLst>
            </p:cNvPr>
            <p:cNvGrpSpPr/>
            <p:nvPr/>
          </p:nvGrpSpPr>
          <p:grpSpPr>
            <a:xfrm>
              <a:off x="332209" y="3280483"/>
              <a:ext cx="2428875" cy="1872378"/>
              <a:chOff x="409575" y="590378"/>
              <a:chExt cx="2428875" cy="1872378"/>
            </a:xfrm>
            <a:effectLst>
              <a:outerShdw blurRad="50800" dist="38100" dir="2700000" algn="tl" rotWithShape="0">
                <a:prstClr val="black">
                  <a:alpha val="40000"/>
                </a:prstClr>
              </a:outerShdw>
            </a:effectLst>
          </p:grpSpPr>
          <p:sp>
            <p:nvSpPr>
              <p:cNvPr id="144" name="Freeform: Shape 143">
                <a:extLst>
                  <a:ext uri="{FF2B5EF4-FFF2-40B4-BE49-F238E27FC236}">
                    <a16:creationId xmlns:a16="http://schemas.microsoft.com/office/drawing/2014/main" id="{F6AFA00F-CFEA-13B6-5335-35347D9080CD}"/>
                  </a:ext>
                </a:extLst>
              </p:cNvPr>
              <p:cNvSpPr/>
              <p:nvPr/>
            </p:nvSpPr>
            <p:spPr>
              <a:xfrm>
                <a:off x="409575" y="904848"/>
                <a:ext cx="2428875" cy="1557908"/>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5" name="Freeform: Shape 144">
                <a:extLst>
                  <a:ext uri="{FF2B5EF4-FFF2-40B4-BE49-F238E27FC236}">
                    <a16:creationId xmlns:a16="http://schemas.microsoft.com/office/drawing/2014/main" id="{0F760F3E-FFFD-2B38-9448-9CA5E77D3AA9}"/>
                  </a:ext>
                </a:extLst>
              </p:cNvPr>
              <p:cNvSpPr/>
              <p:nvPr/>
            </p:nvSpPr>
            <p:spPr>
              <a:xfrm>
                <a:off x="701721" y="1052736"/>
                <a:ext cx="1777608" cy="1257066"/>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6" name="Freeform: Shape 145">
                <a:extLst>
                  <a:ext uri="{FF2B5EF4-FFF2-40B4-BE49-F238E27FC236}">
                    <a16:creationId xmlns:a16="http://schemas.microsoft.com/office/drawing/2014/main" id="{6BC5662E-D6BA-15AD-DBD5-9076AA6BA128}"/>
                  </a:ext>
                </a:extLst>
              </p:cNvPr>
              <p:cNvSpPr/>
              <p:nvPr/>
            </p:nvSpPr>
            <p:spPr>
              <a:xfrm>
                <a:off x="709004" y="1028226"/>
                <a:ext cx="1643875" cy="1248475"/>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7" name="Freeform: Shape 146">
                <a:extLst>
                  <a:ext uri="{FF2B5EF4-FFF2-40B4-BE49-F238E27FC236}">
                    <a16:creationId xmlns:a16="http://schemas.microsoft.com/office/drawing/2014/main" id="{D191F4C5-F8B0-4BD7-0816-F49B773FF96E}"/>
                  </a:ext>
                </a:extLst>
              </p:cNvPr>
              <p:cNvSpPr/>
              <p:nvPr/>
            </p:nvSpPr>
            <p:spPr>
              <a:xfrm>
                <a:off x="768587" y="1130017"/>
                <a:ext cx="1524711" cy="1186259"/>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8" name="Freeform: Shape 147">
                <a:extLst>
                  <a:ext uri="{FF2B5EF4-FFF2-40B4-BE49-F238E27FC236}">
                    <a16:creationId xmlns:a16="http://schemas.microsoft.com/office/drawing/2014/main" id="{DAA2B95F-293E-0632-8E68-84D76E037DE4}"/>
                  </a:ext>
                </a:extLst>
              </p:cNvPr>
              <p:cNvSpPr/>
              <p:nvPr/>
            </p:nvSpPr>
            <p:spPr>
              <a:xfrm>
                <a:off x="898324" y="1074277"/>
                <a:ext cx="1491803" cy="115637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9" name="Freeform: Shape 148">
                <a:extLst>
                  <a:ext uri="{FF2B5EF4-FFF2-40B4-BE49-F238E27FC236}">
                    <a16:creationId xmlns:a16="http://schemas.microsoft.com/office/drawing/2014/main" id="{F5037630-6B53-9328-0158-E00619EBA307}"/>
                  </a:ext>
                </a:extLst>
              </p:cNvPr>
              <p:cNvSpPr/>
              <p:nvPr/>
            </p:nvSpPr>
            <p:spPr>
              <a:xfrm>
                <a:off x="1053340" y="1102608"/>
                <a:ext cx="1236253" cy="1015450"/>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0" name="Freeform: Shape 149">
                <a:extLst>
                  <a:ext uri="{FF2B5EF4-FFF2-40B4-BE49-F238E27FC236}">
                    <a16:creationId xmlns:a16="http://schemas.microsoft.com/office/drawing/2014/main" id="{FF78767B-4DB2-C509-6250-EFF850A9DBA4}"/>
                  </a:ext>
                </a:extLst>
              </p:cNvPr>
              <p:cNvSpPr/>
              <p:nvPr/>
            </p:nvSpPr>
            <p:spPr>
              <a:xfrm>
                <a:off x="1185092" y="1140294"/>
                <a:ext cx="1108424" cy="939863"/>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1" name="Freeform: Shape 150">
                <a:extLst>
                  <a:ext uri="{FF2B5EF4-FFF2-40B4-BE49-F238E27FC236}">
                    <a16:creationId xmlns:a16="http://schemas.microsoft.com/office/drawing/2014/main" id="{D2A58DA4-653A-6383-0F5B-AE5653344767}"/>
                  </a:ext>
                </a:extLst>
              </p:cNvPr>
              <p:cNvSpPr/>
              <p:nvPr/>
            </p:nvSpPr>
            <p:spPr>
              <a:xfrm>
                <a:off x="742250" y="733425"/>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2" name="Freeform: Shape 151">
                <a:extLst>
                  <a:ext uri="{FF2B5EF4-FFF2-40B4-BE49-F238E27FC236}">
                    <a16:creationId xmlns:a16="http://schemas.microsoft.com/office/drawing/2014/main" id="{FB857D16-C129-E0CF-B3E8-A47AB38112DF}"/>
                  </a:ext>
                </a:extLst>
              </p:cNvPr>
              <p:cNvSpPr/>
              <p:nvPr/>
            </p:nvSpPr>
            <p:spPr>
              <a:xfrm>
                <a:off x="835265" y="789721"/>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3" name="Freeform: Shape 152">
                <a:extLst>
                  <a:ext uri="{FF2B5EF4-FFF2-40B4-BE49-F238E27FC236}">
                    <a16:creationId xmlns:a16="http://schemas.microsoft.com/office/drawing/2014/main" id="{CC08688A-A2D6-8B74-D2BE-0399D6796684}"/>
                  </a:ext>
                </a:extLst>
              </p:cNvPr>
              <p:cNvSpPr/>
              <p:nvPr/>
            </p:nvSpPr>
            <p:spPr>
              <a:xfrm>
                <a:off x="694219" y="78056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4" name="Freeform: Shape 153">
                <a:extLst>
                  <a:ext uri="{FF2B5EF4-FFF2-40B4-BE49-F238E27FC236}">
                    <a16:creationId xmlns:a16="http://schemas.microsoft.com/office/drawing/2014/main" id="{9CE47274-ADED-3782-27FD-8AC969F64F55}"/>
                  </a:ext>
                </a:extLst>
              </p:cNvPr>
              <p:cNvSpPr/>
              <p:nvPr/>
            </p:nvSpPr>
            <p:spPr>
              <a:xfrm>
                <a:off x="1232009" y="667432"/>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5" name="Freeform: Shape 154">
                <a:extLst>
                  <a:ext uri="{FF2B5EF4-FFF2-40B4-BE49-F238E27FC236}">
                    <a16:creationId xmlns:a16="http://schemas.microsoft.com/office/drawing/2014/main" id="{867D85F8-1477-EBDA-61DF-963AEBCD50E0}"/>
                  </a:ext>
                </a:extLst>
              </p:cNvPr>
              <p:cNvSpPr/>
              <p:nvPr/>
            </p:nvSpPr>
            <p:spPr>
              <a:xfrm>
                <a:off x="1140579" y="590378"/>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6" name="Freeform: Shape 155">
                <a:extLst>
                  <a:ext uri="{FF2B5EF4-FFF2-40B4-BE49-F238E27FC236}">
                    <a16:creationId xmlns:a16="http://schemas.microsoft.com/office/drawing/2014/main" id="{36020C5A-6F47-F9A7-E24D-61582BC384FF}"/>
                  </a:ext>
                </a:extLst>
              </p:cNvPr>
              <p:cNvSpPr/>
              <p:nvPr/>
            </p:nvSpPr>
            <p:spPr>
              <a:xfrm>
                <a:off x="1521264" y="67674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7" name="Freeform: Shape 156">
                <a:extLst>
                  <a:ext uri="{FF2B5EF4-FFF2-40B4-BE49-F238E27FC236}">
                    <a16:creationId xmlns:a16="http://schemas.microsoft.com/office/drawing/2014/main" id="{C25A4807-8C8B-CDC9-DB01-C927A6B05EE5}"/>
                  </a:ext>
                </a:extLst>
              </p:cNvPr>
              <p:cNvSpPr/>
              <p:nvPr/>
            </p:nvSpPr>
            <p:spPr>
              <a:xfrm>
                <a:off x="768148" y="777904"/>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8" name="Freeform: Shape 157">
                <a:extLst>
                  <a:ext uri="{FF2B5EF4-FFF2-40B4-BE49-F238E27FC236}">
                    <a16:creationId xmlns:a16="http://schemas.microsoft.com/office/drawing/2014/main" id="{7C999552-303C-D4EF-B87C-07A38E0E14AF}"/>
                  </a:ext>
                </a:extLst>
              </p:cNvPr>
              <p:cNvSpPr/>
              <p:nvPr/>
            </p:nvSpPr>
            <p:spPr>
              <a:xfrm rot="21052740">
                <a:off x="1104125" y="590378"/>
                <a:ext cx="695325" cy="773288"/>
              </a:xfrm>
              <a:custGeom>
                <a:avLst/>
                <a:gdLst>
                  <a:gd name="csX0" fmla="*/ 0 w 695325"/>
                  <a:gd name="csY0" fmla="*/ 85725 h 773288"/>
                  <a:gd name="csX1" fmla="*/ 0 w 695325"/>
                  <a:gd name="csY1" fmla="*/ 85725 h 773288"/>
                  <a:gd name="csX2" fmla="*/ 85725 w 695325"/>
                  <a:gd name="csY2" fmla="*/ 161925 h 773288"/>
                  <a:gd name="csX3" fmla="*/ 114300 w 695325"/>
                  <a:gd name="csY3" fmla="*/ 190500 h 773288"/>
                  <a:gd name="csX4" fmla="*/ 161925 w 695325"/>
                  <a:gd name="csY4" fmla="*/ 314325 h 773288"/>
                  <a:gd name="csX5" fmla="*/ 152400 w 695325"/>
                  <a:gd name="csY5" fmla="*/ 542925 h 773288"/>
                  <a:gd name="csX6" fmla="*/ 104775 w 695325"/>
                  <a:gd name="csY6" fmla="*/ 628650 h 773288"/>
                  <a:gd name="csX7" fmla="*/ 95250 w 695325"/>
                  <a:gd name="csY7" fmla="*/ 657225 h 773288"/>
                  <a:gd name="csX8" fmla="*/ 142875 w 695325"/>
                  <a:gd name="csY8" fmla="*/ 733425 h 773288"/>
                  <a:gd name="csX9" fmla="*/ 171450 w 695325"/>
                  <a:gd name="csY9" fmla="*/ 742950 h 773288"/>
                  <a:gd name="csX10" fmla="*/ 228600 w 695325"/>
                  <a:gd name="csY10" fmla="*/ 771525 h 773288"/>
                  <a:gd name="csX11" fmla="*/ 276225 w 695325"/>
                  <a:gd name="csY11" fmla="*/ 762000 h 773288"/>
                  <a:gd name="csX12" fmla="*/ 333375 w 695325"/>
                  <a:gd name="csY12" fmla="*/ 742950 h 773288"/>
                  <a:gd name="csX13" fmla="*/ 409575 w 695325"/>
                  <a:gd name="csY13" fmla="*/ 714375 h 773288"/>
                  <a:gd name="csX14" fmla="*/ 419100 w 695325"/>
                  <a:gd name="csY14" fmla="*/ 676275 h 773288"/>
                  <a:gd name="csX15" fmla="*/ 457200 w 695325"/>
                  <a:gd name="csY15" fmla="*/ 685800 h 773288"/>
                  <a:gd name="csX16" fmla="*/ 504825 w 695325"/>
                  <a:gd name="csY16" fmla="*/ 695325 h 773288"/>
                  <a:gd name="csX17" fmla="*/ 514350 w 695325"/>
                  <a:gd name="csY17" fmla="*/ 666750 h 773288"/>
                  <a:gd name="csX18" fmla="*/ 552450 w 695325"/>
                  <a:gd name="csY18" fmla="*/ 704850 h 773288"/>
                  <a:gd name="csX19" fmla="*/ 581025 w 695325"/>
                  <a:gd name="csY19" fmla="*/ 723900 h 773288"/>
                  <a:gd name="csX20" fmla="*/ 647700 w 695325"/>
                  <a:gd name="csY20" fmla="*/ 714375 h 773288"/>
                  <a:gd name="csX21" fmla="*/ 657225 w 695325"/>
                  <a:gd name="csY21" fmla="*/ 666750 h 773288"/>
                  <a:gd name="csX22" fmla="*/ 695325 w 695325"/>
                  <a:gd name="csY22" fmla="*/ 590550 h 773288"/>
                  <a:gd name="csX23" fmla="*/ 628650 w 695325"/>
                  <a:gd name="csY23" fmla="*/ 485775 h 773288"/>
                  <a:gd name="csX24" fmla="*/ 600075 w 695325"/>
                  <a:gd name="csY24" fmla="*/ 457200 h 773288"/>
                  <a:gd name="csX25" fmla="*/ 571500 w 695325"/>
                  <a:gd name="csY25" fmla="*/ 428625 h 773288"/>
                  <a:gd name="csX26" fmla="*/ 552450 w 695325"/>
                  <a:gd name="csY26" fmla="*/ 371475 h 773288"/>
                  <a:gd name="csX27" fmla="*/ 523875 w 695325"/>
                  <a:gd name="csY27" fmla="*/ 333375 h 773288"/>
                  <a:gd name="csX28" fmla="*/ 495300 w 695325"/>
                  <a:gd name="csY28" fmla="*/ 95250 h 773288"/>
                  <a:gd name="csX29" fmla="*/ 485775 w 695325"/>
                  <a:gd name="csY29" fmla="*/ 47625 h 773288"/>
                  <a:gd name="csX30" fmla="*/ 457200 w 695325"/>
                  <a:gd name="csY30" fmla="*/ 19050 h 773288"/>
                  <a:gd name="csX31" fmla="*/ 381000 w 695325"/>
                  <a:gd name="csY31" fmla="*/ 0 h 773288"/>
                  <a:gd name="csX32" fmla="*/ 161925 w 695325"/>
                  <a:gd name="csY32" fmla="*/ 19050 h 773288"/>
                  <a:gd name="csX33" fmla="*/ 133350 w 695325"/>
                  <a:gd name="csY33" fmla="*/ 28575 h 773288"/>
                  <a:gd name="csX34" fmla="*/ 76200 w 695325"/>
                  <a:gd name="csY34" fmla="*/ 66675 h 773288"/>
                  <a:gd name="csX35" fmla="*/ 0 w 695325"/>
                  <a:gd name="csY35" fmla="*/ 85725 h 773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695325" h="773288">
                    <a:moveTo>
                      <a:pt x="0" y="85725"/>
                    </a:moveTo>
                    <a:lnTo>
                      <a:pt x="0" y="85725"/>
                    </a:lnTo>
                    <a:cubicBezTo>
                      <a:pt x="28575" y="111125"/>
                      <a:pt x="57542" y="136091"/>
                      <a:pt x="85725" y="161925"/>
                    </a:cubicBezTo>
                    <a:cubicBezTo>
                      <a:pt x="95655" y="171027"/>
                      <a:pt x="107914" y="178640"/>
                      <a:pt x="114300" y="190500"/>
                    </a:cubicBezTo>
                    <a:cubicBezTo>
                      <a:pt x="132600" y="224486"/>
                      <a:pt x="148495" y="274034"/>
                      <a:pt x="161925" y="314325"/>
                    </a:cubicBezTo>
                    <a:cubicBezTo>
                      <a:pt x="158750" y="390525"/>
                      <a:pt x="158034" y="466867"/>
                      <a:pt x="152400" y="542925"/>
                    </a:cubicBezTo>
                    <a:cubicBezTo>
                      <a:pt x="149664" y="579858"/>
                      <a:pt x="116452" y="593618"/>
                      <a:pt x="104775" y="628650"/>
                    </a:cubicBezTo>
                    <a:lnTo>
                      <a:pt x="95250" y="657225"/>
                    </a:lnTo>
                    <a:cubicBezTo>
                      <a:pt x="112625" y="709349"/>
                      <a:pt x="100611" y="712293"/>
                      <a:pt x="142875" y="733425"/>
                    </a:cubicBezTo>
                    <a:cubicBezTo>
                      <a:pt x="151855" y="737915"/>
                      <a:pt x="161925" y="739775"/>
                      <a:pt x="171450" y="742950"/>
                    </a:cubicBezTo>
                    <a:cubicBezTo>
                      <a:pt x="276497" y="716688"/>
                      <a:pt x="146022" y="736135"/>
                      <a:pt x="228600" y="771525"/>
                    </a:cubicBezTo>
                    <a:cubicBezTo>
                      <a:pt x="243480" y="777902"/>
                      <a:pt x="260350" y="765175"/>
                      <a:pt x="276225" y="762000"/>
                    </a:cubicBezTo>
                    <a:cubicBezTo>
                      <a:pt x="346089" y="645560"/>
                      <a:pt x="266710" y="742950"/>
                      <a:pt x="333375" y="742950"/>
                    </a:cubicBezTo>
                    <a:cubicBezTo>
                      <a:pt x="360502" y="742950"/>
                      <a:pt x="384175" y="723900"/>
                      <a:pt x="409575" y="714375"/>
                    </a:cubicBezTo>
                    <a:cubicBezTo>
                      <a:pt x="412750" y="701675"/>
                      <a:pt x="407875" y="683010"/>
                      <a:pt x="419100" y="676275"/>
                    </a:cubicBezTo>
                    <a:cubicBezTo>
                      <a:pt x="430325" y="669540"/>
                      <a:pt x="444421" y="682960"/>
                      <a:pt x="457200" y="685800"/>
                    </a:cubicBezTo>
                    <a:cubicBezTo>
                      <a:pt x="473004" y="689312"/>
                      <a:pt x="488950" y="692150"/>
                      <a:pt x="504825" y="695325"/>
                    </a:cubicBezTo>
                    <a:cubicBezTo>
                      <a:pt x="508000" y="685800"/>
                      <a:pt x="504505" y="664781"/>
                      <a:pt x="514350" y="666750"/>
                    </a:cubicBezTo>
                    <a:cubicBezTo>
                      <a:pt x="531962" y="670272"/>
                      <a:pt x="538813" y="693161"/>
                      <a:pt x="552450" y="704850"/>
                    </a:cubicBezTo>
                    <a:cubicBezTo>
                      <a:pt x="561142" y="712300"/>
                      <a:pt x="571500" y="717550"/>
                      <a:pt x="581025" y="723900"/>
                    </a:cubicBezTo>
                    <a:cubicBezTo>
                      <a:pt x="603250" y="720725"/>
                      <a:pt x="629739" y="727845"/>
                      <a:pt x="647700" y="714375"/>
                    </a:cubicBezTo>
                    <a:cubicBezTo>
                      <a:pt x="660652" y="704661"/>
                      <a:pt x="653713" y="682554"/>
                      <a:pt x="657225" y="666750"/>
                    </a:cubicBezTo>
                    <a:cubicBezTo>
                      <a:pt x="668488" y="616065"/>
                      <a:pt x="661457" y="635708"/>
                      <a:pt x="695325" y="590550"/>
                    </a:cubicBezTo>
                    <a:cubicBezTo>
                      <a:pt x="680516" y="516507"/>
                      <a:pt x="697248" y="554373"/>
                      <a:pt x="628650" y="485775"/>
                    </a:cubicBezTo>
                    <a:lnTo>
                      <a:pt x="600075" y="457200"/>
                    </a:lnTo>
                    <a:lnTo>
                      <a:pt x="571500" y="428625"/>
                    </a:lnTo>
                    <a:cubicBezTo>
                      <a:pt x="565150" y="409575"/>
                      <a:pt x="561430" y="389436"/>
                      <a:pt x="552450" y="371475"/>
                    </a:cubicBezTo>
                    <a:cubicBezTo>
                      <a:pt x="545350" y="357276"/>
                      <a:pt x="527091" y="348921"/>
                      <a:pt x="523875" y="333375"/>
                    </a:cubicBezTo>
                    <a:cubicBezTo>
                      <a:pt x="507678" y="255089"/>
                      <a:pt x="510978" y="173642"/>
                      <a:pt x="495300" y="95250"/>
                    </a:cubicBezTo>
                    <a:cubicBezTo>
                      <a:pt x="492125" y="79375"/>
                      <a:pt x="493015" y="62105"/>
                      <a:pt x="485775" y="47625"/>
                    </a:cubicBezTo>
                    <a:cubicBezTo>
                      <a:pt x="479751" y="35577"/>
                      <a:pt x="469463" y="24624"/>
                      <a:pt x="457200" y="19050"/>
                    </a:cubicBezTo>
                    <a:cubicBezTo>
                      <a:pt x="433365" y="8216"/>
                      <a:pt x="381000" y="0"/>
                      <a:pt x="381000" y="0"/>
                    </a:cubicBezTo>
                    <a:cubicBezTo>
                      <a:pt x="287710" y="5183"/>
                      <a:pt x="238998" y="-218"/>
                      <a:pt x="161925" y="19050"/>
                    </a:cubicBezTo>
                    <a:cubicBezTo>
                      <a:pt x="152185" y="21485"/>
                      <a:pt x="142127" y="23699"/>
                      <a:pt x="133350" y="28575"/>
                    </a:cubicBezTo>
                    <a:cubicBezTo>
                      <a:pt x="113336" y="39694"/>
                      <a:pt x="97920" y="59435"/>
                      <a:pt x="76200" y="66675"/>
                    </a:cubicBezTo>
                    <a:lnTo>
                      <a:pt x="0" y="85725"/>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9" name="Freeform: Shape 158">
                <a:extLst>
                  <a:ext uri="{FF2B5EF4-FFF2-40B4-BE49-F238E27FC236}">
                    <a16:creationId xmlns:a16="http://schemas.microsoft.com/office/drawing/2014/main" id="{02F3287B-C681-0A01-0F05-86ECE134C078}"/>
                  </a:ext>
                </a:extLst>
              </p:cNvPr>
              <p:cNvSpPr/>
              <p:nvPr/>
            </p:nvSpPr>
            <p:spPr>
              <a:xfrm>
                <a:off x="1344443" y="1294044"/>
                <a:ext cx="519185" cy="57476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0" name="Freeform: Shape 159">
                <a:extLst>
                  <a:ext uri="{FF2B5EF4-FFF2-40B4-BE49-F238E27FC236}">
                    <a16:creationId xmlns:a16="http://schemas.microsoft.com/office/drawing/2014/main" id="{1BD27DCD-66C5-03FA-3697-82CAAEB07F6C}"/>
                  </a:ext>
                </a:extLst>
              </p:cNvPr>
              <p:cNvSpPr/>
              <p:nvPr/>
            </p:nvSpPr>
            <p:spPr>
              <a:xfrm rot="21156387">
                <a:off x="1247789" y="1179662"/>
                <a:ext cx="664463" cy="267962"/>
              </a:xfrm>
              <a:custGeom>
                <a:avLst/>
                <a:gdLst>
                  <a:gd name="csX0" fmla="*/ 19234 w 664463"/>
                  <a:gd name="csY0" fmla="*/ 123825 h 267962"/>
                  <a:gd name="csX1" fmla="*/ 19234 w 664463"/>
                  <a:gd name="csY1" fmla="*/ 123825 h 267962"/>
                  <a:gd name="csX2" fmla="*/ 28759 w 664463"/>
                  <a:gd name="csY2" fmla="*/ 266700 h 267962"/>
                  <a:gd name="csX3" fmla="*/ 114484 w 664463"/>
                  <a:gd name="csY3" fmla="*/ 238125 h 267962"/>
                  <a:gd name="csX4" fmla="*/ 181159 w 664463"/>
                  <a:gd name="csY4" fmla="*/ 257175 h 267962"/>
                  <a:gd name="csX5" fmla="*/ 219259 w 664463"/>
                  <a:gd name="csY5" fmla="*/ 238125 h 267962"/>
                  <a:gd name="csX6" fmla="*/ 228784 w 664463"/>
                  <a:gd name="csY6" fmla="*/ 200025 h 267962"/>
                  <a:gd name="csX7" fmla="*/ 257359 w 664463"/>
                  <a:gd name="csY7" fmla="*/ 228600 h 267962"/>
                  <a:gd name="csX8" fmla="*/ 295459 w 664463"/>
                  <a:gd name="csY8" fmla="*/ 257175 h 267962"/>
                  <a:gd name="csX9" fmla="*/ 343084 w 664463"/>
                  <a:gd name="csY9" fmla="*/ 247650 h 267962"/>
                  <a:gd name="csX10" fmla="*/ 352609 w 664463"/>
                  <a:gd name="csY10" fmla="*/ 219075 h 267962"/>
                  <a:gd name="csX11" fmla="*/ 371659 w 664463"/>
                  <a:gd name="csY11" fmla="*/ 190500 h 267962"/>
                  <a:gd name="csX12" fmla="*/ 419284 w 664463"/>
                  <a:gd name="csY12" fmla="*/ 209550 h 267962"/>
                  <a:gd name="csX13" fmla="*/ 533584 w 664463"/>
                  <a:gd name="csY13" fmla="*/ 180975 h 267962"/>
                  <a:gd name="csX14" fmla="*/ 581209 w 664463"/>
                  <a:gd name="csY14" fmla="*/ 171450 h 267962"/>
                  <a:gd name="csX15" fmla="*/ 609784 w 664463"/>
                  <a:gd name="csY15" fmla="*/ 180975 h 267962"/>
                  <a:gd name="csX16" fmla="*/ 647884 w 664463"/>
                  <a:gd name="csY16" fmla="*/ 66675 h 267962"/>
                  <a:gd name="csX17" fmla="*/ 638359 w 664463"/>
                  <a:gd name="csY17" fmla="*/ 57150 h 267962"/>
                  <a:gd name="csX18" fmla="*/ 647884 w 664463"/>
                  <a:gd name="csY18" fmla="*/ 0 h 267962"/>
                  <a:gd name="csX19" fmla="*/ 647884 w 664463"/>
                  <a:gd name="csY19" fmla="*/ 28575 h 267962"/>
                  <a:gd name="csX20" fmla="*/ 19234 w 664463"/>
                  <a:gd name="csY20" fmla="*/ 123825 h 267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64463" h="267962">
                    <a:moveTo>
                      <a:pt x="19234" y="123825"/>
                    </a:moveTo>
                    <a:lnTo>
                      <a:pt x="19234" y="123825"/>
                    </a:lnTo>
                    <a:cubicBezTo>
                      <a:pt x="16661" y="135403"/>
                      <a:pt x="-28257" y="252446"/>
                      <a:pt x="28759" y="266700"/>
                    </a:cubicBezTo>
                    <a:cubicBezTo>
                      <a:pt x="57980" y="274005"/>
                      <a:pt x="85909" y="247650"/>
                      <a:pt x="114484" y="238125"/>
                    </a:cubicBezTo>
                    <a:cubicBezTo>
                      <a:pt x="125457" y="241783"/>
                      <a:pt x="172461" y="258262"/>
                      <a:pt x="181159" y="257175"/>
                    </a:cubicBezTo>
                    <a:cubicBezTo>
                      <a:pt x="195248" y="255414"/>
                      <a:pt x="206559" y="244475"/>
                      <a:pt x="219259" y="238125"/>
                    </a:cubicBezTo>
                    <a:cubicBezTo>
                      <a:pt x="222434" y="225425"/>
                      <a:pt x="216084" y="203200"/>
                      <a:pt x="228784" y="200025"/>
                    </a:cubicBezTo>
                    <a:cubicBezTo>
                      <a:pt x="241852" y="196758"/>
                      <a:pt x="247132" y="219834"/>
                      <a:pt x="257359" y="228600"/>
                    </a:cubicBezTo>
                    <a:cubicBezTo>
                      <a:pt x="269412" y="238931"/>
                      <a:pt x="282759" y="247650"/>
                      <a:pt x="295459" y="257175"/>
                    </a:cubicBezTo>
                    <a:cubicBezTo>
                      <a:pt x="311334" y="254000"/>
                      <a:pt x="329614" y="256630"/>
                      <a:pt x="343084" y="247650"/>
                    </a:cubicBezTo>
                    <a:cubicBezTo>
                      <a:pt x="351438" y="242081"/>
                      <a:pt x="348119" y="228055"/>
                      <a:pt x="352609" y="219075"/>
                    </a:cubicBezTo>
                    <a:cubicBezTo>
                      <a:pt x="357729" y="208836"/>
                      <a:pt x="365309" y="200025"/>
                      <a:pt x="371659" y="190500"/>
                    </a:cubicBezTo>
                    <a:cubicBezTo>
                      <a:pt x="387534" y="196850"/>
                      <a:pt x="402216" y="210554"/>
                      <a:pt x="419284" y="209550"/>
                    </a:cubicBezTo>
                    <a:cubicBezTo>
                      <a:pt x="458489" y="207244"/>
                      <a:pt x="495355" y="189970"/>
                      <a:pt x="533584" y="180975"/>
                    </a:cubicBezTo>
                    <a:cubicBezTo>
                      <a:pt x="549343" y="177267"/>
                      <a:pt x="565334" y="174625"/>
                      <a:pt x="581209" y="171450"/>
                    </a:cubicBezTo>
                    <a:cubicBezTo>
                      <a:pt x="590734" y="174625"/>
                      <a:pt x="599744" y="180975"/>
                      <a:pt x="609784" y="180975"/>
                    </a:cubicBezTo>
                    <a:cubicBezTo>
                      <a:pt x="690303" y="180975"/>
                      <a:pt x="662112" y="152042"/>
                      <a:pt x="647884" y="66675"/>
                    </a:cubicBezTo>
                    <a:cubicBezTo>
                      <a:pt x="647146" y="62246"/>
                      <a:pt x="641534" y="60325"/>
                      <a:pt x="638359" y="57150"/>
                    </a:cubicBezTo>
                    <a:lnTo>
                      <a:pt x="647884" y="0"/>
                    </a:lnTo>
                    <a:lnTo>
                      <a:pt x="647884" y="28575"/>
                    </a:lnTo>
                    <a:lnTo>
                      <a:pt x="19234" y="123825"/>
                    </a:lnTo>
                    <a:close/>
                  </a:path>
                </a:pathLst>
              </a:custGeom>
              <a:solidFill>
                <a:schemeClr val="bg1"/>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effectLst>
                    <a:outerShdw blurRad="50800" dist="38100" algn="l" rotWithShape="0">
                      <a:prstClr val="black">
                        <a:alpha val="40000"/>
                      </a:prstClr>
                    </a:outerShdw>
                  </a:effectLst>
                </a:endParaRPr>
              </a:p>
            </p:txBody>
          </p:sp>
          <p:sp>
            <p:nvSpPr>
              <p:cNvPr id="161" name="Freeform: Shape 160">
                <a:extLst>
                  <a:ext uri="{FF2B5EF4-FFF2-40B4-BE49-F238E27FC236}">
                    <a16:creationId xmlns:a16="http://schemas.microsoft.com/office/drawing/2014/main" id="{21E594C3-CDD3-545D-25F0-218D29AE048D}"/>
                  </a:ext>
                </a:extLst>
              </p:cNvPr>
              <p:cNvSpPr/>
              <p:nvPr/>
            </p:nvSpPr>
            <p:spPr>
              <a:xfrm>
                <a:off x="1247775" y="752475"/>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2" name="Freeform: Shape 161">
                <a:extLst>
                  <a:ext uri="{FF2B5EF4-FFF2-40B4-BE49-F238E27FC236}">
                    <a16:creationId xmlns:a16="http://schemas.microsoft.com/office/drawing/2014/main" id="{6E406B8E-26AD-F642-1BE2-1983050F16F8}"/>
                  </a:ext>
                </a:extLst>
              </p:cNvPr>
              <p:cNvSpPr/>
              <p:nvPr/>
            </p:nvSpPr>
            <p:spPr>
              <a:xfrm>
                <a:off x="1332473" y="69393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3" name="Freeform: Shape 162">
                <a:extLst>
                  <a:ext uri="{FF2B5EF4-FFF2-40B4-BE49-F238E27FC236}">
                    <a16:creationId xmlns:a16="http://schemas.microsoft.com/office/drawing/2014/main" id="{BA61D2B9-1F5E-2F3A-485A-BE007C2D0438}"/>
                  </a:ext>
                </a:extLst>
              </p:cNvPr>
              <p:cNvSpPr/>
              <p:nvPr/>
            </p:nvSpPr>
            <p:spPr>
              <a:xfrm>
                <a:off x="1410449" y="63724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164" name="Group 163">
              <a:extLst>
                <a:ext uri="{FF2B5EF4-FFF2-40B4-BE49-F238E27FC236}">
                  <a16:creationId xmlns:a16="http://schemas.microsoft.com/office/drawing/2014/main" id="{B701F475-9CD8-267E-EC77-FF8A01BED7A6}"/>
                </a:ext>
              </a:extLst>
            </p:cNvPr>
            <p:cNvGrpSpPr/>
            <p:nvPr/>
          </p:nvGrpSpPr>
          <p:grpSpPr>
            <a:xfrm flipH="1">
              <a:off x="7890165" y="3494645"/>
              <a:ext cx="1859858" cy="1619314"/>
              <a:chOff x="409575" y="590378"/>
              <a:chExt cx="2428875" cy="1872378"/>
            </a:xfrm>
            <a:effectLst>
              <a:outerShdw blurRad="50800" dist="38100" dir="2700000" algn="tl" rotWithShape="0">
                <a:prstClr val="black">
                  <a:alpha val="40000"/>
                </a:prstClr>
              </a:outerShdw>
            </a:effectLst>
          </p:grpSpPr>
          <p:sp>
            <p:nvSpPr>
              <p:cNvPr id="165" name="Freeform: Shape 164">
                <a:extLst>
                  <a:ext uri="{FF2B5EF4-FFF2-40B4-BE49-F238E27FC236}">
                    <a16:creationId xmlns:a16="http://schemas.microsoft.com/office/drawing/2014/main" id="{C555FAAD-92A6-1DAE-BCCB-3FAB5E3815AE}"/>
                  </a:ext>
                </a:extLst>
              </p:cNvPr>
              <p:cNvSpPr/>
              <p:nvPr/>
            </p:nvSpPr>
            <p:spPr>
              <a:xfrm>
                <a:off x="409575" y="904848"/>
                <a:ext cx="2428875" cy="1557908"/>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6" name="Freeform: Shape 165">
                <a:extLst>
                  <a:ext uri="{FF2B5EF4-FFF2-40B4-BE49-F238E27FC236}">
                    <a16:creationId xmlns:a16="http://schemas.microsoft.com/office/drawing/2014/main" id="{929AEB4E-9CC0-DF4C-A57D-1DD763C38653}"/>
                  </a:ext>
                </a:extLst>
              </p:cNvPr>
              <p:cNvSpPr/>
              <p:nvPr/>
            </p:nvSpPr>
            <p:spPr>
              <a:xfrm>
                <a:off x="701721" y="1052736"/>
                <a:ext cx="1777608" cy="1257066"/>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7" name="Freeform: Shape 166">
                <a:extLst>
                  <a:ext uri="{FF2B5EF4-FFF2-40B4-BE49-F238E27FC236}">
                    <a16:creationId xmlns:a16="http://schemas.microsoft.com/office/drawing/2014/main" id="{D52B6F50-680E-92F6-2734-335BEC223D31}"/>
                  </a:ext>
                </a:extLst>
              </p:cNvPr>
              <p:cNvSpPr/>
              <p:nvPr/>
            </p:nvSpPr>
            <p:spPr>
              <a:xfrm>
                <a:off x="709004" y="1028226"/>
                <a:ext cx="1643875" cy="1248475"/>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8" name="Freeform: Shape 167">
                <a:extLst>
                  <a:ext uri="{FF2B5EF4-FFF2-40B4-BE49-F238E27FC236}">
                    <a16:creationId xmlns:a16="http://schemas.microsoft.com/office/drawing/2014/main" id="{9B417B8C-D9C3-49BD-32B6-DD773456D7DF}"/>
                  </a:ext>
                </a:extLst>
              </p:cNvPr>
              <p:cNvSpPr/>
              <p:nvPr/>
            </p:nvSpPr>
            <p:spPr>
              <a:xfrm>
                <a:off x="768587" y="1130017"/>
                <a:ext cx="1524711" cy="1186259"/>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9" name="Freeform: Shape 168">
                <a:extLst>
                  <a:ext uri="{FF2B5EF4-FFF2-40B4-BE49-F238E27FC236}">
                    <a16:creationId xmlns:a16="http://schemas.microsoft.com/office/drawing/2014/main" id="{1AD317DF-BE3F-A00B-DDE7-F28E51DE895F}"/>
                  </a:ext>
                </a:extLst>
              </p:cNvPr>
              <p:cNvSpPr/>
              <p:nvPr/>
            </p:nvSpPr>
            <p:spPr>
              <a:xfrm>
                <a:off x="898324" y="1074277"/>
                <a:ext cx="1491803" cy="115637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0" name="Freeform: Shape 169">
                <a:extLst>
                  <a:ext uri="{FF2B5EF4-FFF2-40B4-BE49-F238E27FC236}">
                    <a16:creationId xmlns:a16="http://schemas.microsoft.com/office/drawing/2014/main" id="{6CB1E298-8B63-8759-CBE4-28D910A50546}"/>
                  </a:ext>
                </a:extLst>
              </p:cNvPr>
              <p:cNvSpPr/>
              <p:nvPr/>
            </p:nvSpPr>
            <p:spPr>
              <a:xfrm>
                <a:off x="1053340" y="1102608"/>
                <a:ext cx="1236253" cy="1015450"/>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1" name="Freeform: Shape 170">
                <a:extLst>
                  <a:ext uri="{FF2B5EF4-FFF2-40B4-BE49-F238E27FC236}">
                    <a16:creationId xmlns:a16="http://schemas.microsoft.com/office/drawing/2014/main" id="{092D63E7-FF3A-6986-8D8D-10D86428AB76}"/>
                  </a:ext>
                </a:extLst>
              </p:cNvPr>
              <p:cNvSpPr/>
              <p:nvPr/>
            </p:nvSpPr>
            <p:spPr>
              <a:xfrm>
                <a:off x="1185092" y="1140294"/>
                <a:ext cx="1108424" cy="939863"/>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2" name="Freeform: Shape 171">
                <a:extLst>
                  <a:ext uri="{FF2B5EF4-FFF2-40B4-BE49-F238E27FC236}">
                    <a16:creationId xmlns:a16="http://schemas.microsoft.com/office/drawing/2014/main" id="{688FFC28-31AE-BB96-7218-D0AE7011508F}"/>
                  </a:ext>
                </a:extLst>
              </p:cNvPr>
              <p:cNvSpPr/>
              <p:nvPr/>
            </p:nvSpPr>
            <p:spPr>
              <a:xfrm>
                <a:off x="742250" y="733425"/>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3" name="Freeform: Shape 172">
                <a:extLst>
                  <a:ext uri="{FF2B5EF4-FFF2-40B4-BE49-F238E27FC236}">
                    <a16:creationId xmlns:a16="http://schemas.microsoft.com/office/drawing/2014/main" id="{E6280913-DB3C-4DFA-41C2-6150A876952B}"/>
                  </a:ext>
                </a:extLst>
              </p:cNvPr>
              <p:cNvSpPr/>
              <p:nvPr/>
            </p:nvSpPr>
            <p:spPr>
              <a:xfrm>
                <a:off x="835265" y="789721"/>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4" name="Freeform: Shape 173">
                <a:extLst>
                  <a:ext uri="{FF2B5EF4-FFF2-40B4-BE49-F238E27FC236}">
                    <a16:creationId xmlns:a16="http://schemas.microsoft.com/office/drawing/2014/main" id="{0AFD486D-7302-BB8A-357A-165E2E7E2D74}"/>
                  </a:ext>
                </a:extLst>
              </p:cNvPr>
              <p:cNvSpPr/>
              <p:nvPr/>
            </p:nvSpPr>
            <p:spPr>
              <a:xfrm>
                <a:off x="694219" y="78056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5" name="Freeform: Shape 174">
                <a:extLst>
                  <a:ext uri="{FF2B5EF4-FFF2-40B4-BE49-F238E27FC236}">
                    <a16:creationId xmlns:a16="http://schemas.microsoft.com/office/drawing/2014/main" id="{6574C5D4-90DC-1CA7-0418-C5589C5B8DEA}"/>
                  </a:ext>
                </a:extLst>
              </p:cNvPr>
              <p:cNvSpPr/>
              <p:nvPr/>
            </p:nvSpPr>
            <p:spPr>
              <a:xfrm>
                <a:off x="1232009" y="667432"/>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6" name="Freeform: Shape 175">
                <a:extLst>
                  <a:ext uri="{FF2B5EF4-FFF2-40B4-BE49-F238E27FC236}">
                    <a16:creationId xmlns:a16="http://schemas.microsoft.com/office/drawing/2014/main" id="{752F0A92-E32B-3CA3-EE4F-21F9DD2963C7}"/>
                  </a:ext>
                </a:extLst>
              </p:cNvPr>
              <p:cNvSpPr/>
              <p:nvPr/>
            </p:nvSpPr>
            <p:spPr>
              <a:xfrm>
                <a:off x="1140579" y="590378"/>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7" name="Freeform: Shape 176">
                <a:extLst>
                  <a:ext uri="{FF2B5EF4-FFF2-40B4-BE49-F238E27FC236}">
                    <a16:creationId xmlns:a16="http://schemas.microsoft.com/office/drawing/2014/main" id="{CBAE2952-E478-5FED-4646-DDC301FA4AF2}"/>
                  </a:ext>
                </a:extLst>
              </p:cNvPr>
              <p:cNvSpPr/>
              <p:nvPr/>
            </p:nvSpPr>
            <p:spPr>
              <a:xfrm>
                <a:off x="1521264" y="67674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8" name="Freeform: Shape 177">
                <a:extLst>
                  <a:ext uri="{FF2B5EF4-FFF2-40B4-BE49-F238E27FC236}">
                    <a16:creationId xmlns:a16="http://schemas.microsoft.com/office/drawing/2014/main" id="{27FA40ED-AA66-B94B-BE01-C52F73B76ACE}"/>
                  </a:ext>
                </a:extLst>
              </p:cNvPr>
              <p:cNvSpPr/>
              <p:nvPr/>
            </p:nvSpPr>
            <p:spPr>
              <a:xfrm>
                <a:off x="768147" y="777904"/>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9" name="Freeform: Shape 178">
                <a:extLst>
                  <a:ext uri="{FF2B5EF4-FFF2-40B4-BE49-F238E27FC236}">
                    <a16:creationId xmlns:a16="http://schemas.microsoft.com/office/drawing/2014/main" id="{34AA5C92-8431-4D95-FA2D-5E28C91575F6}"/>
                  </a:ext>
                </a:extLst>
              </p:cNvPr>
              <p:cNvSpPr/>
              <p:nvPr/>
            </p:nvSpPr>
            <p:spPr>
              <a:xfrm rot="21052740">
                <a:off x="1104125" y="590378"/>
                <a:ext cx="695325" cy="773288"/>
              </a:xfrm>
              <a:custGeom>
                <a:avLst/>
                <a:gdLst>
                  <a:gd name="csX0" fmla="*/ 0 w 695325"/>
                  <a:gd name="csY0" fmla="*/ 85725 h 773288"/>
                  <a:gd name="csX1" fmla="*/ 0 w 695325"/>
                  <a:gd name="csY1" fmla="*/ 85725 h 773288"/>
                  <a:gd name="csX2" fmla="*/ 85725 w 695325"/>
                  <a:gd name="csY2" fmla="*/ 161925 h 773288"/>
                  <a:gd name="csX3" fmla="*/ 114300 w 695325"/>
                  <a:gd name="csY3" fmla="*/ 190500 h 773288"/>
                  <a:gd name="csX4" fmla="*/ 161925 w 695325"/>
                  <a:gd name="csY4" fmla="*/ 314325 h 773288"/>
                  <a:gd name="csX5" fmla="*/ 152400 w 695325"/>
                  <a:gd name="csY5" fmla="*/ 542925 h 773288"/>
                  <a:gd name="csX6" fmla="*/ 104775 w 695325"/>
                  <a:gd name="csY6" fmla="*/ 628650 h 773288"/>
                  <a:gd name="csX7" fmla="*/ 95250 w 695325"/>
                  <a:gd name="csY7" fmla="*/ 657225 h 773288"/>
                  <a:gd name="csX8" fmla="*/ 142875 w 695325"/>
                  <a:gd name="csY8" fmla="*/ 733425 h 773288"/>
                  <a:gd name="csX9" fmla="*/ 171450 w 695325"/>
                  <a:gd name="csY9" fmla="*/ 742950 h 773288"/>
                  <a:gd name="csX10" fmla="*/ 228600 w 695325"/>
                  <a:gd name="csY10" fmla="*/ 771525 h 773288"/>
                  <a:gd name="csX11" fmla="*/ 276225 w 695325"/>
                  <a:gd name="csY11" fmla="*/ 762000 h 773288"/>
                  <a:gd name="csX12" fmla="*/ 333375 w 695325"/>
                  <a:gd name="csY12" fmla="*/ 742950 h 773288"/>
                  <a:gd name="csX13" fmla="*/ 409575 w 695325"/>
                  <a:gd name="csY13" fmla="*/ 714375 h 773288"/>
                  <a:gd name="csX14" fmla="*/ 419100 w 695325"/>
                  <a:gd name="csY14" fmla="*/ 676275 h 773288"/>
                  <a:gd name="csX15" fmla="*/ 457200 w 695325"/>
                  <a:gd name="csY15" fmla="*/ 685800 h 773288"/>
                  <a:gd name="csX16" fmla="*/ 504825 w 695325"/>
                  <a:gd name="csY16" fmla="*/ 695325 h 773288"/>
                  <a:gd name="csX17" fmla="*/ 514350 w 695325"/>
                  <a:gd name="csY17" fmla="*/ 666750 h 773288"/>
                  <a:gd name="csX18" fmla="*/ 552450 w 695325"/>
                  <a:gd name="csY18" fmla="*/ 704850 h 773288"/>
                  <a:gd name="csX19" fmla="*/ 581025 w 695325"/>
                  <a:gd name="csY19" fmla="*/ 723900 h 773288"/>
                  <a:gd name="csX20" fmla="*/ 647700 w 695325"/>
                  <a:gd name="csY20" fmla="*/ 714375 h 773288"/>
                  <a:gd name="csX21" fmla="*/ 657225 w 695325"/>
                  <a:gd name="csY21" fmla="*/ 666750 h 773288"/>
                  <a:gd name="csX22" fmla="*/ 695325 w 695325"/>
                  <a:gd name="csY22" fmla="*/ 590550 h 773288"/>
                  <a:gd name="csX23" fmla="*/ 628650 w 695325"/>
                  <a:gd name="csY23" fmla="*/ 485775 h 773288"/>
                  <a:gd name="csX24" fmla="*/ 600075 w 695325"/>
                  <a:gd name="csY24" fmla="*/ 457200 h 773288"/>
                  <a:gd name="csX25" fmla="*/ 571500 w 695325"/>
                  <a:gd name="csY25" fmla="*/ 428625 h 773288"/>
                  <a:gd name="csX26" fmla="*/ 552450 w 695325"/>
                  <a:gd name="csY26" fmla="*/ 371475 h 773288"/>
                  <a:gd name="csX27" fmla="*/ 523875 w 695325"/>
                  <a:gd name="csY27" fmla="*/ 333375 h 773288"/>
                  <a:gd name="csX28" fmla="*/ 495300 w 695325"/>
                  <a:gd name="csY28" fmla="*/ 95250 h 773288"/>
                  <a:gd name="csX29" fmla="*/ 485775 w 695325"/>
                  <a:gd name="csY29" fmla="*/ 47625 h 773288"/>
                  <a:gd name="csX30" fmla="*/ 457200 w 695325"/>
                  <a:gd name="csY30" fmla="*/ 19050 h 773288"/>
                  <a:gd name="csX31" fmla="*/ 381000 w 695325"/>
                  <a:gd name="csY31" fmla="*/ 0 h 773288"/>
                  <a:gd name="csX32" fmla="*/ 161925 w 695325"/>
                  <a:gd name="csY32" fmla="*/ 19050 h 773288"/>
                  <a:gd name="csX33" fmla="*/ 133350 w 695325"/>
                  <a:gd name="csY33" fmla="*/ 28575 h 773288"/>
                  <a:gd name="csX34" fmla="*/ 76200 w 695325"/>
                  <a:gd name="csY34" fmla="*/ 66675 h 773288"/>
                  <a:gd name="csX35" fmla="*/ 0 w 695325"/>
                  <a:gd name="csY35" fmla="*/ 85725 h 773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695325" h="773288">
                    <a:moveTo>
                      <a:pt x="0" y="85725"/>
                    </a:moveTo>
                    <a:lnTo>
                      <a:pt x="0" y="85725"/>
                    </a:lnTo>
                    <a:cubicBezTo>
                      <a:pt x="28575" y="111125"/>
                      <a:pt x="57542" y="136091"/>
                      <a:pt x="85725" y="161925"/>
                    </a:cubicBezTo>
                    <a:cubicBezTo>
                      <a:pt x="95655" y="171027"/>
                      <a:pt x="107914" y="178640"/>
                      <a:pt x="114300" y="190500"/>
                    </a:cubicBezTo>
                    <a:cubicBezTo>
                      <a:pt x="132600" y="224486"/>
                      <a:pt x="148495" y="274034"/>
                      <a:pt x="161925" y="314325"/>
                    </a:cubicBezTo>
                    <a:cubicBezTo>
                      <a:pt x="158750" y="390525"/>
                      <a:pt x="158034" y="466867"/>
                      <a:pt x="152400" y="542925"/>
                    </a:cubicBezTo>
                    <a:cubicBezTo>
                      <a:pt x="149664" y="579858"/>
                      <a:pt x="116452" y="593618"/>
                      <a:pt x="104775" y="628650"/>
                    </a:cubicBezTo>
                    <a:lnTo>
                      <a:pt x="95250" y="657225"/>
                    </a:lnTo>
                    <a:cubicBezTo>
                      <a:pt x="112625" y="709349"/>
                      <a:pt x="100611" y="712293"/>
                      <a:pt x="142875" y="733425"/>
                    </a:cubicBezTo>
                    <a:cubicBezTo>
                      <a:pt x="151855" y="737915"/>
                      <a:pt x="161925" y="739775"/>
                      <a:pt x="171450" y="742950"/>
                    </a:cubicBezTo>
                    <a:cubicBezTo>
                      <a:pt x="276497" y="716688"/>
                      <a:pt x="146022" y="736135"/>
                      <a:pt x="228600" y="771525"/>
                    </a:cubicBezTo>
                    <a:cubicBezTo>
                      <a:pt x="243480" y="777902"/>
                      <a:pt x="260350" y="765175"/>
                      <a:pt x="276225" y="762000"/>
                    </a:cubicBezTo>
                    <a:cubicBezTo>
                      <a:pt x="346089" y="645560"/>
                      <a:pt x="266710" y="742950"/>
                      <a:pt x="333375" y="742950"/>
                    </a:cubicBezTo>
                    <a:cubicBezTo>
                      <a:pt x="360502" y="742950"/>
                      <a:pt x="384175" y="723900"/>
                      <a:pt x="409575" y="714375"/>
                    </a:cubicBezTo>
                    <a:cubicBezTo>
                      <a:pt x="412750" y="701675"/>
                      <a:pt x="407875" y="683010"/>
                      <a:pt x="419100" y="676275"/>
                    </a:cubicBezTo>
                    <a:cubicBezTo>
                      <a:pt x="430325" y="669540"/>
                      <a:pt x="444421" y="682960"/>
                      <a:pt x="457200" y="685800"/>
                    </a:cubicBezTo>
                    <a:cubicBezTo>
                      <a:pt x="473004" y="689312"/>
                      <a:pt x="488950" y="692150"/>
                      <a:pt x="504825" y="695325"/>
                    </a:cubicBezTo>
                    <a:cubicBezTo>
                      <a:pt x="508000" y="685800"/>
                      <a:pt x="504505" y="664781"/>
                      <a:pt x="514350" y="666750"/>
                    </a:cubicBezTo>
                    <a:cubicBezTo>
                      <a:pt x="531962" y="670272"/>
                      <a:pt x="538813" y="693161"/>
                      <a:pt x="552450" y="704850"/>
                    </a:cubicBezTo>
                    <a:cubicBezTo>
                      <a:pt x="561142" y="712300"/>
                      <a:pt x="571500" y="717550"/>
                      <a:pt x="581025" y="723900"/>
                    </a:cubicBezTo>
                    <a:cubicBezTo>
                      <a:pt x="603250" y="720725"/>
                      <a:pt x="629739" y="727845"/>
                      <a:pt x="647700" y="714375"/>
                    </a:cubicBezTo>
                    <a:cubicBezTo>
                      <a:pt x="660652" y="704661"/>
                      <a:pt x="653713" y="682554"/>
                      <a:pt x="657225" y="666750"/>
                    </a:cubicBezTo>
                    <a:cubicBezTo>
                      <a:pt x="668488" y="616065"/>
                      <a:pt x="661457" y="635708"/>
                      <a:pt x="695325" y="590550"/>
                    </a:cubicBezTo>
                    <a:cubicBezTo>
                      <a:pt x="680516" y="516507"/>
                      <a:pt x="697248" y="554373"/>
                      <a:pt x="628650" y="485775"/>
                    </a:cubicBezTo>
                    <a:lnTo>
                      <a:pt x="600075" y="457200"/>
                    </a:lnTo>
                    <a:lnTo>
                      <a:pt x="571500" y="428625"/>
                    </a:lnTo>
                    <a:cubicBezTo>
                      <a:pt x="565150" y="409575"/>
                      <a:pt x="561430" y="389436"/>
                      <a:pt x="552450" y="371475"/>
                    </a:cubicBezTo>
                    <a:cubicBezTo>
                      <a:pt x="545350" y="357276"/>
                      <a:pt x="527091" y="348921"/>
                      <a:pt x="523875" y="333375"/>
                    </a:cubicBezTo>
                    <a:cubicBezTo>
                      <a:pt x="507678" y="255089"/>
                      <a:pt x="510978" y="173642"/>
                      <a:pt x="495300" y="95250"/>
                    </a:cubicBezTo>
                    <a:cubicBezTo>
                      <a:pt x="492125" y="79375"/>
                      <a:pt x="493015" y="62105"/>
                      <a:pt x="485775" y="47625"/>
                    </a:cubicBezTo>
                    <a:cubicBezTo>
                      <a:pt x="479751" y="35577"/>
                      <a:pt x="469463" y="24624"/>
                      <a:pt x="457200" y="19050"/>
                    </a:cubicBezTo>
                    <a:cubicBezTo>
                      <a:pt x="433365" y="8216"/>
                      <a:pt x="381000" y="0"/>
                      <a:pt x="381000" y="0"/>
                    </a:cubicBezTo>
                    <a:cubicBezTo>
                      <a:pt x="287710" y="5183"/>
                      <a:pt x="238998" y="-218"/>
                      <a:pt x="161925" y="19050"/>
                    </a:cubicBezTo>
                    <a:cubicBezTo>
                      <a:pt x="152185" y="21485"/>
                      <a:pt x="142127" y="23699"/>
                      <a:pt x="133350" y="28575"/>
                    </a:cubicBezTo>
                    <a:cubicBezTo>
                      <a:pt x="113336" y="39694"/>
                      <a:pt x="97920" y="59435"/>
                      <a:pt x="76200" y="66675"/>
                    </a:cubicBezTo>
                    <a:lnTo>
                      <a:pt x="0" y="85725"/>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0" name="Freeform: Shape 179">
                <a:extLst>
                  <a:ext uri="{FF2B5EF4-FFF2-40B4-BE49-F238E27FC236}">
                    <a16:creationId xmlns:a16="http://schemas.microsoft.com/office/drawing/2014/main" id="{4E1D4D90-3A39-8B27-6029-4EB8971A3D65}"/>
                  </a:ext>
                </a:extLst>
              </p:cNvPr>
              <p:cNvSpPr/>
              <p:nvPr/>
            </p:nvSpPr>
            <p:spPr>
              <a:xfrm>
                <a:off x="1344443" y="1294044"/>
                <a:ext cx="519185" cy="57476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1" name="Freeform: Shape 180">
                <a:extLst>
                  <a:ext uri="{FF2B5EF4-FFF2-40B4-BE49-F238E27FC236}">
                    <a16:creationId xmlns:a16="http://schemas.microsoft.com/office/drawing/2014/main" id="{C6F70E04-E41B-4A00-7AE9-FE75691CC019}"/>
                  </a:ext>
                </a:extLst>
              </p:cNvPr>
              <p:cNvSpPr/>
              <p:nvPr/>
            </p:nvSpPr>
            <p:spPr>
              <a:xfrm rot="21156387">
                <a:off x="1247789" y="1179662"/>
                <a:ext cx="664463" cy="267962"/>
              </a:xfrm>
              <a:custGeom>
                <a:avLst/>
                <a:gdLst>
                  <a:gd name="csX0" fmla="*/ 19234 w 664463"/>
                  <a:gd name="csY0" fmla="*/ 123825 h 267962"/>
                  <a:gd name="csX1" fmla="*/ 19234 w 664463"/>
                  <a:gd name="csY1" fmla="*/ 123825 h 267962"/>
                  <a:gd name="csX2" fmla="*/ 28759 w 664463"/>
                  <a:gd name="csY2" fmla="*/ 266700 h 267962"/>
                  <a:gd name="csX3" fmla="*/ 114484 w 664463"/>
                  <a:gd name="csY3" fmla="*/ 238125 h 267962"/>
                  <a:gd name="csX4" fmla="*/ 181159 w 664463"/>
                  <a:gd name="csY4" fmla="*/ 257175 h 267962"/>
                  <a:gd name="csX5" fmla="*/ 219259 w 664463"/>
                  <a:gd name="csY5" fmla="*/ 238125 h 267962"/>
                  <a:gd name="csX6" fmla="*/ 228784 w 664463"/>
                  <a:gd name="csY6" fmla="*/ 200025 h 267962"/>
                  <a:gd name="csX7" fmla="*/ 257359 w 664463"/>
                  <a:gd name="csY7" fmla="*/ 228600 h 267962"/>
                  <a:gd name="csX8" fmla="*/ 295459 w 664463"/>
                  <a:gd name="csY8" fmla="*/ 257175 h 267962"/>
                  <a:gd name="csX9" fmla="*/ 343084 w 664463"/>
                  <a:gd name="csY9" fmla="*/ 247650 h 267962"/>
                  <a:gd name="csX10" fmla="*/ 352609 w 664463"/>
                  <a:gd name="csY10" fmla="*/ 219075 h 267962"/>
                  <a:gd name="csX11" fmla="*/ 371659 w 664463"/>
                  <a:gd name="csY11" fmla="*/ 190500 h 267962"/>
                  <a:gd name="csX12" fmla="*/ 419284 w 664463"/>
                  <a:gd name="csY12" fmla="*/ 209550 h 267962"/>
                  <a:gd name="csX13" fmla="*/ 533584 w 664463"/>
                  <a:gd name="csY13" fmla="*/ 180975 h 267962"/>
                  <a:gd name="csX14" fmla="*/ 581209 w 664463"/>
                  <a:gd name="csY14" fmla="*/ 171450 h 267962"/>
                  <a:gd name="csX15" fmla="*/ 609784 w 664463"/>
                  <a:gd name="csY15" fmla="*/ 180975 h 267962"/>
                  <a:gd name="csX16" fmla="*/ 647884 w 664463"/>
                  <a:gd name="csY16" fmla="*/ 66675 h 267962"/>
                  <a:gd name="csX17" fmla="*/ 638359 w 664463"/>
                  <a:gd name="csY17" fmla="*/ 57150 h 267962"/>
                  <a:gd name="csX18" fmla="*/ 647884 w 664463"/>
                  <a:gd name="csY18" fmla="*/ 0 h 267962"/>
                  <a:gd name="csX19" fmla="*/ 647884 w 664463"/>
                  <a:gd name="csY19" fmla="*/ 28575 h 267962"/>
                  <a:gd name="csX20" fmla="*/ 19234 w 664463"/>
                  <a:gd name="csY20" fmla="*/ 123825 h 267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64463" h="267962">
                    <a:moveTo>
                      <a:pt x="19234" y="123825"/>
                    </a:moveTo>
                    <a:lnTo>
                      <a:pt x="19234" y="123825"/>
                    </a:lnTo>
                    <a:cubicBezTo>
                      <a:pt x="16661" y="135403"/>
                      <a:pt x="-28257" y="252446"/>
                      <a:pt x="28759" y="266700"/>
                    </a:cubicBezTo>
                    <a:cubicBezTo>
                      <a:pt x="57980" y="274005"/>
                      <a:pt x="85909" y="247650"/>
                      <a:pt x="114484" y="238125"/>
                    </a:cubicBezTo>
                    <a:cubicBezTo>
                      <a:pt x="125457" y="241783"/>
                      <a:pt x="172461" y="258262"/>
                      <a:pt x="181159" y="257175"/>
                    </a:cubicBezTo>
                    <a:cubicBezTo>
                      <a:pt x="195248" y="255414"/>
                      <a:pt x="206559" y="244475"/>
                      <a:pt x="219259" y="238125"/>
                    </a:cubicBezTo>
                    <a:cubicBezTo>
                      <a:pt x="222434" y="225425"/>
                      <a:pt x="216084" y="203200"/>
                      <a:pt x="228784" y="200025"/>
                    </a:cubicBezTo>
                    <a:cubicBezTo>
                      <a:pt x="241852" y="196758"/>
                      <a:pt x="247132" y="219834"/>
                      <a:pt x="257359" y="228600"/>
                    </a:cubicBezTo>
                    <a:cubicBezTo>
                      <a:pt x="269412" y="238931"/>
                      <a:pt x="282759" y="247650"/>
                      <a:pt x="295459" y="257175"/>
                    </a:cubicBezTo>
                    <a:cubicBezTo>
                      <a:pt x="311334" y="254000"/>
                      <a:pt x="329614" y="256630"/>
                      <a:pt x="343084" y="247650"/>
                    </a:cubicBezTo>
                    <a:cubicBezTo>
                      <a:pt x="351438" y="242081"/>
                      <a:pt x="348119" y="228055"/>
                      <a:pt x="352609" y="219075"/>
                    </a:cubicBezTo>
                    <a:cubicBezTo>
                      <a:pt x="357729" y="208836"/>
                      <a:pt x="365309" y="200025"/>
                      <a:pt x="371659" y="190500"/>
                    </a:cubicBezTo>
                    <a:cubicBezTo>
                      <a:pt x="387534" y="196850"/>
                      <a:pt x="402216" y="210554"/>
                      <a:pt x="419284" y="209550"/>
                    </a:cubicBezTo>
                    <a:cubicBezTo>
                      <a:pt x="458489" y="207244"/>
                      <a:pt x="495355" y="189970"/>
                      <a:pt x="533584" y="180975"/>
                    </a:cubicBezTo>
                    <a:cubicBezTo>
                      <a:pt x="549343" y="177267"/>
                      <a:pt x="565334" y="174625"/>
                      <a:pt x="581209" y="171450"/>
                    </a:cubicBezTo>
                    <a:cubicBezTo>
                      <a:pt x="590734" y="174625"/>
                      <a:pt x="599744" y="180975"/>
                      <a:pt x="609784" y="180975"/>
                    </a:cubicBezTo>
                    <a:cubicBezTo>
                      <a:pt x="690303" y="180975"/>
                      <a:pt x="662112" y="152042"/>
                      <a:pt x="647884" y="66675"/>
                    </a:cubicBezTo>
                    <a:cubicBezTo>
                      <a:pt x="647146" y="62246"/>
                      <a:pt x="641534" y="60325"/>
                      <a:pt x="638359" y="57150"/>
                    </a:cubicBezTo>
                    <a:lnTo>
                      <a:pt x="647884" y="0"/>
                    </a:lnTo>
                    <a:lnTo>
                      <a:pt x="647884" y="28575"/>
                    </a:lnTo>
                    <a:lnTo>
                      <a:pt x="19234" y="123825"/>
                    </a:lnTo>
                    <a:close/>
                  </a:path>
                </a:pathLst>
              </a:custGeom>
              <a:solidFill>
                <a:schemeClr val="bg1"/>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effectLst>
                    <a:outerShdw blurRad="50800" dist="38100" algn="l" rotWithShape="0">
                      <a:prstClr val="black">
                        <a:alpha val="40000"/>
                      </a:prstClr>
                    </a:outerShdw>
                  </a:effectLst>
                </a:endParaRPr>
              </a:p>
            </p:txBody>
          </p:sp>
          <p:sp>
            <p:nvSpPr>
              <p:cNvPr id="182" name="Freeform: Shape 181">
                <a:extLst>
                  <a:ext uri="{FF2B5EF4-FFF2-40B4-BE49-F238E27FC236}">
                    <a16:creationId xmlns:a16="http://schemas.microsoft.com/office/drawing/2014/main" id="{6F63282D-EEF7-C750-49BB-986008F131BE}"/>
                  </a:ext>
                </a:extLst>
              </p:cNvPr>
              <p:cNvSpPr/>
              <p:nvPr/>
            </p:nvSpPr>
            <p:spPr>
              <a:xfrm>
                <a:off x="1247775" y="752475"/>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3" name="Freeform: Shape 182">
                <a:extLst>
                  <a:ext uri="{FF2B5EF4-FFF2-40B4-BE49-F238E27FC236}">
                    <a16:creationId xmlns:a16="http://schemas.microsoft.com/office/drawing/2014/main" id="{DA772780-084B-9975-286B-8447C0A4F34D}"/>
                  </a:ext>
                </a:extLst>
              </p:cNvPr>
              <p:cNvSpPr/>
              <p:nvPr/>
            </p:nvSpPr>
            <p:spPr>
              <a:xfrm>
                <a:off x="1332473" y="69393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4" name="Freeform: Shape 183">
                <a:extLst>
                  <a:ext uri="{FF2B5EF4-FFF2-40B4-BE49-F238E27FC236}">
                    <a16:creationId xmlns:a16="http://schemas.microsoft.com/office/drawing/2014/main" id="{53CA8858-7D9E-DF04-20A9-01FA25021275}"/>
                  </a:ext>
                </a:extLst>
              </p:cNvPr>
              <p:cNvSpPr/>
              <p:nvPr/>
            </p:nvSpPr>
            <p:spPr>
              <a:xfrm>
                <a:off x="1410449" y="63724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sp>
          <p:nvSpPr>
            <p:cNvPr id="24" name="Flowchart: Connector 23">
              <a:extLst>
                <a:ext uri="{FF2B5EF4-FFF2-40B4-BE49-F238E27FC236}">
                  <a16:creationId xmlns:a16="http://schemas.microsoft.com/office/drawing/2014/main" id="{2E168785-2A29-3965-CE46-9A2CA127A348}"/>
                </a:ext>
              </a:extLst>
            </p:cNvPr>
            <p:cNvSpPr/>
            <p:nvPr/>
          </p:nvSpPr>
          <p:spPr>
            <a:xfrm>
              <a:off x="3532412" y="2400531"/>
              <a:ext cx="1368152" cy="1224136"/>
            </a:xfrm>
            <a:prstGeom prst="flowChartConnector">
              <a:avLst/>
            </a:prstGeom>
            <a:solidFill>
              <a:schemeClr val="accent3"/>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Flowchart: Connector 21">
              <a:extLst>
                <a:ext uri="{FF2B5EF4-FFF2-40B4-BE49-F238E27FC236}">
                  <a16:creationId xmlns:a16="http://schemas.microsoft.com/office/drawing/2014/main" id="{28E4147C-5327-FF11-5ED6-02A143E51A21}"/>
                </a:ext>
              </a:extLst>
            </p:cNvPr>
            <p:cNvSpPr/>
            <p:nvPr/>
          </p:nvSpPr>
          <p:spPr>
            <a:xfrm>
              <a:off x="6425718" y="1478522"/>
              <a:ext cx="1368152" cy="1224136"/>
            </a:xfrm>
            <a:prstGeom prst="flowChartConnector">
              <a:avLst/>
            </a:prstGeom>
            <a:solidFill>
              <a:schemeClr val="accent3"/>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8" name="Flowchart: Connector 27">
              <a:extLst>
                <a:ext uri="{FF2B5EF4-FFF2-40B4-BE49-F238E27FC236}">
                  <a16:creationId xmlns:a16="http://schemas.microsoft.com/office/drawing/2014/main" id="{2FC149A1-F083-B0D7-855D-C07EB4150799}"/>
                </a:ext>
              </a:extLst>
            </p:cNvPr>
            <p:cNvSpPr/>
            <p:nvPr/>
          </p:nvSpPr>
          <p:spPr>
            <a:xfrm>
              <a:off x="3188437" y="4077072"/>
              <a:ext cx="1368152" cy="1224136"/>
            </a:xfrm>
            <a:prstGeom prst="flowChartConnector">
              <a:avLst/>
            </a:prstGeom>
            <a:solidFill>
              <a:schemeClr val="accent3"/>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2" name="Flowchart: Connector 31">
              <a:extLst>
                <a:ext uri="{FF2B5EF4-FFF2-40B4-BE49-F238E27FC236}">
                  <a16:creationId xmlns:a16="http://schemas.microsoft.com/office/drawing/2014/main" id="{61AD0FC9-5F8F-F09A-5130-23EE367B3324}"/>
                </a:ext>
              </a:extLst>
            </p:cNvPr>
            <p:cNvSpPr/>
            <p:nvPr/>
          </p:nvSpPr>
          <p:spPr>
            <a:xfrm>
              <a:off x="5057566" y="3774762"/>
              <a:ext cx="1368152" cy="1224136"/>
            </a:xfrm>
            <a:prstGeom prst="flowChartConnector">
              <a:avLst/>
            </a:prstGeom>
            <a:solidFill>
              <a:schemeClr val="accent3"/>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86" name="Graphic 185" descr="Fish with solid fill">
              <a:extLst>
                <a:ext uri="{FF2B5EF4-FFF2-40B4-BE49-F238E27FC236}">
                  <a16:creationId xmlns:a16="http://schemas.microsoft.com/office/drawing/2014/main" id="{BD7FB9E8-A248-4BA7-17F4-1B4036BFB5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42356" y="1079897"/>
              <a:ext cx="914400" cy="914400"/>
            </a:xfrm>
            <a:prstGeom prst="rect">
              <a:avLst/>
            </a:prstGeom>
          </p:spPr>
        </p:pic>
        <p:pic>
          <p:nvPicPr>
            <p:cNvPr id="188" name="Graphic 187" descr="Fish with solid fill">
              <a:extLst>
                <a:ext uri="{FF2B5EF4-FFF2-40B4-BE49-F238E27FC236}">
                  <a16:creationId xmlns:a16="http://schemas.microsoft.com/office/drawing/2014/main" id="{FEA22A4A-7A7F-31A9-88E2-CCF25D1A0B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8137" y="1285892"/>
              <a:ext cx="914400" cy="914400"/>
            </a:xfrm>
            <a:prstGeom prst="rect">
              <a:avLst/>
            </a:prstGeom>
          </p:spPr>
        </p:pic>
        <p:pic>
          <p:nvPicPr>
            <p:cNvPr id="190" name="Graphic 189" descr="Fish with solid fill">
              <a:extLst>
                <a:ext uri="{FF2B5EF4-FFF2-40B4-BE49-F238E27FC236}">
                  <a16:creationId xmlns:a16="http://schemas.microsoft.com/office/drawing/2014/main" id="{F28EB29E-5104-6E39-EBDD-0971C7CE6F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5794" y="1659016"/>
              <a:ext cx="914400" cy="914400"/>
            </a:xfrm>
            <a:prstGeom prst="rect">
              <a:avLst/>
            </a:prstGeom>
          </p:spPr>
        </p:pic>
        <p:pic>
          <p:nvPicPr>
            <p:cNvPr id="192" name="Graphic 191" descr="Fish with solid fill">
              <a:extLst>
                <a:ext uri="{FF2B5EF4-FFF2-40B4-BE49-F238E27FC236}">
                  <a16:creationId xmlns:a16="http://schemas.microsoft.com/office/drawing/2014/main" id="{FAB312F1-08D8-ED53-28D1-41C116200A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225" y="3743309"/>
              <a:ext cx="914400" cy="914400"/>
            </a:xfrm>
            <a:prstGeom prst="rect">
              <a:avLst/>
            </a:prstGeom>
          </p:spPr>
        </p:pic>
        <p:pic>
          <p:nvPicPr>
            <p:cNvPr id="194" name="Graphic 193" descr="Fish with solid fill">
              <a:extLst>
                <a:ext uri="{FF2B5EF4-FFF2-40B4-BE49-F238E27FC236}">
                  <a16:creationId xmlns:a16="http://schemas.microsoft.com/office/drawing/2014/main" id="{5BEC60F2-4916-1E30-D44C-7153529633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70377" y="3675105"/>
              <a:ext cx="914400" cy="914400"/>
            </a:xfrm>
            <a:prstGeom prst="rect">
              <a:avLst/>
            </a:prstGeom>
          </p:spPr>
        </p:pic>
        <p:pic>
          <p:nvPicPr>
            <p:cNvPr id="196" name="Graphic 195" descr="Fish with solid fill">
              <a:extLst>
                <a:ext uri="{FF2B5EF4-FFF2-40B4-BE49-F238E27FC236}">
                  <a16:creationId xmlns:a16="http://schemas.microsoft.com/office/drawing/2014/main" id="{267BEB4F-CDC4-6790-118A-53EB0A7F94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2200" y="4256343"/>
              <a:ext cx="914400" cy="914400"/>
            </a:xfrm>
            <a:prstGeom prst="rect">
              <a:avLst/>
            </a:prstGeom>
          </p:spPr>
        </p:pic>
        <p:pic>
          <p:nvPicPr>
            <p:cNvPr id="198" name="Graphic 197" descr="Fish with solid fill">
              <a:extLst>
                <a:ext uri="{FF2B5EF4-FFF2-40B4-BE49-F238E27FC236}">
                  <a16:creationId xmlns:a16="http://schemas.microsoft.com/office/drawing/2014/main" id="{62E3D059-E834-5ADD-F1EB-BA7A17287F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20285" y="4210109"/>
              <a:ext cx="914400" cy="914400"/>
            </a:xfrm>
            <a:prstGeom prst="rect">
              <a:avLst/>
            </a:prstGeom>
          </p:spPr>
        </p:pic>
        <p:pic>
          <p:nvPicPr>
            <p:cNvPr id="200" name="Graphic 199" descr="Fish with solid fill">
              <a:extLst>
                <a:ext uri="{FF2B5EF4-FFF2-40B4-BE49-F238E27FC236}">
                  <a16:creationId xmlns:a16="http://schemas.microsoft.com/office/drawing/2014/main" id="{21B08FB6-EB70-7D51-0525-D2F31C9EF2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14468" y="933847"/>
              <a:ext cx="914400" cy="914400"/>
            </a:xfrm>
            <a:prstGeom prst="rect">
              <a:avLst/>
            </a:prstGeom>
          </p:spPr>
        </p:pic>
        <p:pic>
          <p:nvPicPr>
            <p:cNvPr id="201" name="Graphic 200" descr="Fish with solid fill">
              <a:extLst>
                <a:ext uri="{FF2B5EF4-FFF2-40B4-BE49-F238E27FC236}">
                  <a16:creationId xmlns:a16="http://schemas.microsoft.com/office/drawing/2014/main" id="{4D62398B-4BB7-EA68-1268-3565051412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28742" y="3698143"/>
              <a:ext cx="914400" cy="914400"/>
            </a:xfrm>
            <a:prstGeom prst="rect">
              <a:avLst/>
            </a:prstGeom>
          </p:spPr>
        </p:pic>
        <p:pic>
          <p:nvPicPr>
            <p:cNvPr id="203" name="Graphic 202" descr="Fish with solid fill">
              <a:extLst>
                <a:ext uri="{FF2B5EF4-FFF2-40B4-BE49-F238E27FC236}">
                  <a16:creationId xmlns:a16="http://schemas.microsoft.com/office/drawing/2014/main" id="{B057296E-95F8-8F42-2D3D-7A4238B5FB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94709" y="4340675"/>
              <a:ext cx="914400" cy="914400"/>
            </a:xfrm>
            <a:prstGeom prst="rect">
              <a:avLst/>
            </a:prstGeom>
          </p:spPr>
        </p:pic>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32CEF28F-B373-16C8-5344-9416F43359A5}"/>
                    </a:ext>
                  </a:extLst>
                </p:cNvPr>
                <p:cNvSpPr txBox="1"/>
                <p:nvPr/>
              </p:nvSpPr>
              <p:spPr>
                <a:xfrm>
                  <a:off x="2670194" y="692696"/>
                  <a:ext cx="1337574" cy="361959"/>
                </a:xfrm>
                <a:prstGeom prst="rect">
                  <a:avLst/>
                </a:prstGeom>
                <a:noFill/>
              </p:spPr>
              <p:txBody>
                <a:bodyPr wrap="square" lIns="0" tIns="0" rIns="0" bIns="0" rtlCol="0">
                  <a:spAutoFit/>
                </a:bodyPr>
                <a:lstStyle/>
                <a:p>
                  <a:pPr/>
                  <a14:m>
                    <m:oMathPara xmlns:m="http://schemas.openxmlformats.org/officeDocument/2006/math">
                      <m:oMath>
                        <m:sSub>
                          <m:sSubPr>
                            <m:ctrlPr>
                              <a:rPr lang="en-US" sz="2400" b="1" i="1">
                                <a:latin typeface="Cambria Math" panose="02040503050406030204" pitchFamily="18" charset="0"/>
                              </a:rPr>
                            </m:ctrlPr>
                          </m:sSubPr>
                          <m:e>
                            <m:r>
                              <a:rPr lang="en-US" sz="2400" b="1" i="1">
                                <a:latin typeface="Cambria Math" panose="02040503050406030204" pitchFamily="18" charset="0"/>
                              </a:rPr>
                              <m:t>𝑵</m:t>
                            </m:r>
                          </m:e>
                          <m:sub>
                            <m:r>
                              <a:rPr lang="en-US" sz="2400" b="1" i="1">
                                <a:latin typeface="Cambria Math" panose="02040503050406030204" pitchFamily="18" charset="0"/>
                              </a:rPr>
                              <m:t>𝒆</m:t>
                            </m:r>
                          </m:sub>
                        </m:sSub>
                        <m:r>
                          <a:rPr lang="en-US" sz="2400" b="1" i="1">
                            <a:latin typeface="Cambria Math" panose="02040503050406030204" pitchFamily="18" charset="0"/>
                          </a:rPr>
                          <m:t>&gt;</m:t>
                        </m:r>
                        <m:r>
                          <a:rPr lang="en-US" sz="2400" b="1" i="1">
                            <a:latin typeface="Cambria Math" panose="02040503050406030204" pitchFamily="18" charset="0"/>
                          </a:rPr>
                          <m:t>𝟓𝟎𝟎</m:t>
                        </m:r>
                      </m:oMath>
                    </m:oMathPara>
                  </a14:m>
                  <a:endParaRPr lang="en-CH" sz="2400" b="1" dirty="0"/>
                </a:p>
              </p:txBody>
            </p:sp>
          </mc:Choice>
          <mc:Fallback xmlns="">
            <p:sp>
              <p:nvSpPr>
                <p:cNvPr id="208" name="TextBox 207">
                  <a:extLst>
                    <a:ext uri="{FF2B5EF4-FFF2-40B4-BE49-F238E27FC236}">
                      <a16:creationId xmlns:a16="http://schemas.microsoft.com/office/drawing/2014/main" id="{4C28FE66-4CE6-7E5F-FB4F-7609A9CA0679}"/>
                    </a:ext>
                  </a:extLst>
                </p:cNvPr>
                <p:cNvSpPr txBox="1">
                  <a:spLocks noRot="1" noChangeAspect="1" noMove="1" noResize="1" noEditPoints="1" noAdjustHandles="1" noChangeArrowheads="1" noChangeShapeType="1" noTextEdit="1"/>
                </p:cNvSpPr>
                <p:nvPr/>
              </p:nvSpPr>
              <p:spPr>
                <a:xfrm>
                  <a:off x="2670194" y="692696"/>
                  <a:ext cx="1337574" cy="361959"/>
                </a:xfrm>
                <a:prstGeom prst="rect">
                  <a:avLst/>
                </a:prstGeom>
                <a:blipFill>
                  <a:blip r:embed="rId4"/>
                  <a:stretch>
                    <a:fillRect l="-6393" r="-7763" b="-10169"/>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01847581-00C9-8330-4433-942FCDA33262}"/>
                    </a:ext>
                  </a:extLst>
                </p:cNvPr>
                <p:cNvSpPr txBox="1"/>
                <p:nvPr/>
              </p:nvSpPr>
              <p:spPr>
                <a:xfrm>
                  <a:off x="1504020" y="2997277"/>
                  <a:ext cx="1337574" cy="361959"/>
                </a:xfrm>
                <a:prstGeom prst="rect">
                  <a:avLst/>
                </a:prstGeom>
                <a:noFill/>
              </p:spPr>
              <p:txBody>
                <a:bodyPr wrap="square" lIns="0" tIns="0" rIns="0" bIns="0" rtlCol="0">
                  <a:spAutoFit/>
                </a:bodyPr>
                <a:lstStyle/>
                <a:p>
                  <a:pPr/>
                  <a14:m>
                    <m:oMathPara xmlns:m="http://schemas.openxmlformats.org/officeDocument/2006/math">
                      <m:oMath>
                        <m:sSub>
                          <m:sSubPr>
                            <m:ctrlPr>
                              <a:rPr lang="en-US" sz="2400" b="1" i="1">
                                <a:latin typeface="Cambria Math" panose="02040503050406030204" pitchFamily="18" charset="0"/>
                              </a:rPr>
                            </m:ctrlPr>
                          </m:sSubPr>
                          <m:e>
                            <m:r>
                              <a:rPr lang="en-US" sz="2400" b="1" i="1">
                                <a:latin typeface="Cambria Math" panose="02040503050406030204" pitchFamily="18" charset="0"/>
                              </a:rPr>
                              <m:t>𝑵</m:t>
                            </m:r>
                          </m:e>
                          <m:sub>
                            <m:r>
                              <a:rPr lang="en-US" sz="2400" b="1" i="1">
                                <a:latin typeface="Cambria Math" panose="02040503050406030204" pitchFamily="18" charset="0"/>
                              </a:rPr>
                              <m:t>𝒆</m:t>
                            </m:r>
                          </m:sub>
                        </m:sSub>
                        <m:r>
                          <a:rPr lang="en-US" sz="2400" b="1" i="1">
                            <a:latin typeface="Cambria Math" panose="02040503050406030204" pitchFamily="18" charset="0"/>
                          </a:rPr>
                          <m:t>&gt;</m:t>
                        </m:r>
                        <m:r>
                          <a:rPr lang="en-US" sz="2400" b="1" i="1">
                            <a:latin typeface="Cambria Math" panose="02040503050406030204" pitchFamily="18" charset="0"/>
                          </a:rPr>
                          <m:t>𝟓𝟎𝟎</m:t>
                        </m:r>
                      </m:oMath>
                    </m:oMathPara>
                  </a14:m>
                  <a:endParaRPr lang="en-CH" sz="2400" b="1" dirty="0"/>
                </a:p>
              </p:txBody>
            </p:sp>
          </mc:Choice>
          <mc:Fallback xmlns="">
            <p:sp>
              <p:nvSpPr>
                <p:cNvPr id="210" name="TextBox 209">
                  <a:extLst>
                    <a:ext uri="{FF2B5EF4-FFF2-40B4-BE49-F238E27FC236}">
                      <a16:creationId xmlns:a16="http://schemas.microsoft.com/office/drawing/2014/main" id="{35483549-C08A-AADC-9716-4F482303532D}"/>
                    </a:ext>
                  </a:extLst>
                </p:cNvPr>
                <p:cNvSpPr txBox="1">
                  <a:spLocks noRot="1" noChangeAspect="1" noMove="1" noResize="1" noEditPoints="1" noAdjustHandles="1" noChangeArrowheads="1" noChangeShapeType="1" noTextEdit="1"/>
                </p:cNvSpPr>
                <p:nvPr/>
              </p:nvSpPr>
              <p:spPr>
                <a:xfrm>
                  <a:off x="1504020" y="2997277"/>
                  <a:ext cx="1337574" cy="361959"/>
                </a:xfrm>
                <a:prstGeom prst="rect">
                  <a:avLst/>
                </a:prstGeom>
                <a:blipFill>
                  <a:blip r:embed="rId5"/>
                  <a:stretch>
                    <a:fillRect l="-6849" r="-7306" b="-10169"/>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212" name="TextBox 211">
                  <a:extLst>
                    <a:ext uri="{FF2B5EF4-FFF2-40B4-BE49-F238E27FC236}">
                      <a16:creationId xmlns:a16="http://schemas.microsoft.com/office/drawing/2014/main" id="{A8A68F4E-3003-C03E-539B-8414DB9C00DA}"/>
                    </a:ext>
                  </a:extLst>
                </p:cNvPr>
                <p:cNvSpPr txBox="1"/>
                <p:nvPr/>
              </p:nvSpPr>
              <p:spPr>
                <a:xfrm>
                  <a:off x="10138512" y="2279470"/>
                  <a:ext cx="1337574" cy="361959"/>
                </a:xfrm>
                <a:prstGeom prst="rect">
                  <a:avLst/>
                </a:prstGeom>
                <a:noFill/>
              </p:spPr>
              <p:txBody>
                <a:bodyPr wrap="square" lIns="0" tIns="0" rIns="0" bIns="0" rtlCol="0">
                  <a:spAutoFit/>
                </a:bodyPr>
                <a:lstStyle/>
                <a:p>
                  <a:pPr/>
                  <a14:m>
                    <m:oMathPara xmlns:m="http://schemas.openxmlformats.org/officeDocument/2006/math">
                      <m:oMath>
                        <m:sSub>
                          <m:sSubPr>
                            <m:ctrlPr>
                              <a:rPr lang="en-US" sz="2400" b="1" i="1">
                                <a:latin typeface="Cambria Math" panose="02040503050406030204" pitchFamily="18" charset="0"/>
                              </a:rPr>
                            </m:ctrlPr>
                          </m:sSubPr>
                          <m:e>
                            <m:r>
                              <a:rPr lang="en-US" sz="2400" b="1" i="1">
                                <a:latin typeface="Cambria Math" panose="02040503050406030204" pitchFamily="18" charset="0"/>
                              </a:rPr>
                              <m:t>𝑵</m:t>
                            </m:r>
                          </m:e>
                          <m:sub>
                            <m:r>
                              <a:rPr lang="en-US" sz="2400" b="1" i="1">
                                <a:latin typeface="Cambria Math" panose="02040503050406030204" pitchFamily="18" charset="0"/>
                              </a:rPr>
                              <m:t>𝒆</m:t>
                            </m:r>
                          </m:sub>
                        </m:sSub>
                        <m:r>
                          <a:rPr lang="en-US" sz="2400" b="1" i="1" smtClean="0">
                            <a:latin typeface="Cambria Math" panose="02040503050406030204" pitchFamily="18" charset="0"/>
                          </a:rPr>
                          <m:t>&lt;</m:t>
                        </m:r>
                        <m:r>
                          <a:rPr lang="en-US" sz="2400" b="1" i="1">
                            <a:latin typeface="Cambria Math" panose="02040503050406030204" pitchFamily="18" charset="0"/>
                          </a:rPr>
                          <m:t>𝟓𝟎𝟎</m:t>
                        </m:r>
                      </m:oMath>
                    </m:oMathPara>
                  </a14:m>
                  <a:endParaRPr lang="en-CH" sz="2400" b="1" dirty="0"/>
                </a:p>
              </p:txBody>
            </p:sp>
          </mc:Choice>
          <mc:Fallback xmlns="">
            <p:sp>
              <p:nvSpPr>
                <p:cNvPr id="212" name="TextBox 211">
                  <a:extLst>
                    <a:ext uri="{FF2B5EF4-FFF2-40B4-BE49-F238E27FC236}">
                      <a16:creationId xmlns:a16="http://schemas.microsoft.com/office/drawing/2014/main" id="{88CFFA78-8176-1BB7-82CF-0FB5F3EC3952}"/>
                    </a:ext>
                  </a:extLst>
                </p:cNvPr>
                <p:cNvSpPr txBox="1">
                  <a:spLocks noRot="1" noChangeAspect="1" noMove="1" noResize="1" noEditPoints="1" noAdjustHandles="1" noChangeArrowheads="1" noChangeShapeType="1" noTextEdit="1"/>
                </p:cNvSpPr>
                <p:nvPr/>
              </p:nvSpPr>
              <p:spPr>
                <a:xfrm>
                  <a:off x="10138512" y="2279470"/>
                  <a:ext cx="1337574" cy="361959"/>
                </a:xfrm>
                <a:prstGeom prst="rect">
                  <a:avLst/>
                </a:prstGeom>
                <a:blipFill>
                  <a:blip r:embed="rId6"/>
                  <a:stretch>
                    <a:fillRect l="-6364" r="-7273" b="-10169"/>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214" name="TextBox 213">
                  <a:extLst>
                    <a:ext uri="{FF2B5EF4-FFF2-40B4-BE49-F238E27FC236}">
                      <a16:creationId xmlns:a16="http://schemas.microsoft.com/office/drawing/2014/main" id="{20FE9E83-2926-234C-DDC9-64A662C4D4A3}"/>
                    </a:ext>
                  </a:extLst>
                </p:cNvPr>
                <p:cNvSpPr txBox="1"/>
                <p:nvPr/>
              </p:nvSpPr>
              <p:spPr>
                <a:xfrm>
                  <a:off x="9397193" y="3663730"/>
                  <a:ext cx="1337574" cy="361959"/>
                </a:xfrm>
                <a:prstGeom prst="rect">
                  <a:avLst/>
                </a:prstGeom>
                <a:noFill/>
              </p:spPr>
              <p:txBody>
                <a:bodyPr wrap="square" lIns="0" tIns="0" rIns="0" bIns="0" rtlCol="0">
                  <a:spAutoFit/>
                </a:bodyPr>
                <a:lstStyle/>
                <a:p>
                  <a:pPr/>
                  <a14:m>
                    <m:oMathPara xmlns:m="http://schemas.openxmlformats.org/officeDocument/2006/math">
                      <m:oMath>
                        <m:sSub>
                          <m:sSubPr>
                            <m:ctrlPr>
                              <a:rPr lang="en-US" sz="2400" b="1" i="1">
                                <a:latin typeface="Cambria Math" panose="02040503050406030204" pitchFamily="18" charset="0"/>
                              </a:rPr>
                            </m:ctrlPr>
                          </m:sSubPr>
                          <m:e>
                            <m:r>
                              <a:rPr lang="en-US" sz="2400" b="1" i="1">
                                <a:latin typeface="Cambria Math" panose="02040503050406030204" pitchFamily="18" charset="0"/>
                              </a:rPr>
                              <m:t>𝑵</m:t>
                            </m:r>
                          </m:e>
                          <m:sub>
                            <m:r>
                              <a:rPr lang="en-US" sz="2400" b="1" i="1">
                                <a:latin typeface="Cambria Math" panose="02040503050406030204" pitchFamily="18" charset="0"/>
                              </a:rPr>
                              <m:t>𝒆</m:t>
                            </m:r>
                          </m:sub>
                        </m:sSub>
                        <m:r>
                          <a:rPr lang="en-US" sz="2400" b="1" i="1" smtClean="0">
                            <a:latin typeface="Cambria Math" panose="02040503050406030204" pitchFamily="18" charset="0"/>
                          </a:rPr>
                          <m:t>&lt;</m:t>
                        </m:r>
                        <m:r>
                          <a:rPr lang="en-US" sz="2400" b="1" i="1">
                            <a:latin typeface="Cambria Math" panose="02040503050406030204" pitchFamily="18" charset="0"/>
                          </a:rPr>
                          <m:t>𝟓𝟎𝟎</m:t>
                        </m:r>
                      </m:oMath>
                    </m:oMathPara>
                  </a14:m>
                  <a:endParaRPr lang="en-CH" sz="2400" b="1" dirty="0"/>
                </a:p>
              </p:txBody>
            </p:sp>
          </mc:Choice>
          <mc:Fallback xmlns="">
            <p:sp>
              <p:nvSpPr>
                <p:cNvPr id="214" name="TextBox 213">
                  <a:extLst>
                    <a:ext uri="{FF2B5EF4-FFF2-40B4-BE49-F238E27FC236}">
                      <a16:creationId xmlns:a16="http://schemas.microsoft.com/office/drawing/2014/main" id="{98C98089-5D06-2B94-72B8-60CB35A6DD39}"/>
                    </a:ext>
                  </a:extLst>
                </p:cNvPr>
                <p:cNvSpPr txBox="1">
                  <a:spLocks noRot="1" noChangeAspect="1" noMove="1" noResize="1" noEditPoints="1" noAdjustHandles="1" noChangeArrowheads="1" noChangeShapeType="1" noTextEdit="1"/>
                </p:cNvSpPr>
                <p:nvPr/>
              </p:nvSpPr>
              <p:spPr>
                <a:xfrm>
                  <a:off x="9397193" y="3663730"/>
                  <a:ext cx="1337574" cy="361959"/>
                </a:xfrm>
                <a:prstGeom prst="rect">
                  <a:avLst/>
                </a:prstGeom>
                <a:blipFill>
                  <a:blip r:embed="rId7"/>
                  <a:stretch>
                    <a:fillRect l="-6849" r="-7306" b="-11864"/>
                  </a:stretch>
                </a:blipFill>
              </p:spPr>
              <p:txBody>
                <a:bodyPr/>
                <a:lstStyle/>
                <a:p>
                  <a:r>
                    <a:rPr lang="en-CH">
                      <a:noFill/>
                    </a:rPr>
                    <a:t> </a:t>
                  </a:r>
                </a:p>
              </p:txBody>
            </p:sp>
          </mc:Fallback>
        </mc:AlternateContent>
        <p:sp>
          <p:nvSpPr>
            <p:cNvPr id="219" name="Freeform: Shape 218">
              <a:extLst>
                <a:ext uri="{FF2B5EF4-FFF2-40B4-BE49-F238E27FC236}">
                  <a16:creationId xmlns:a16="http://schemas.microsoft.com/office/drawing/2014/main" id="{FD8099B2-79F6-1A86-1605-D6D1E5519787}"/>
                </a:ext>
              </a:extLst>
            </p:cNvPr>
            <p:cNvSpPr/>
            <p:nvPr/>
          </p:nvSpPr>
          <p:spPr>
            <a:xfrm flipH="1">
              <a:off x="654756" y="770185"/>
              <a:ext cx="97425"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1" name="Freeform: Shape 220">
              <a:extLst>
                <a:ext uri="{FF2B5EF4-FFF2-40B4-BE49-F238E27FC236}">
                  <a16:creationId xmlns:a16="http://schemas.microsoft.com/office/drawing/2014/main" id="{D6A75A8C-CEBA-39B4-EBF3-59D4775CE381}"/>
                </a:ext>
              </a:extLst>
            </p:cNvPr>
            <p:cNvSpPr/>
            <p:nvPr/>
          </p:nvSpPr>
          <p:spPr>
            <a:xfrm>
              <a:off x="736325" y="759154"/>
              <a:ext cx="83289"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nvGrpSpPr>
            <p:cNvPr id="223" name="Group 222">
              <a:extLst>
                <a:ext uri="{FF2B5EF4-FFF2-40B4-BE49-F238E27FC236}">
                  <a16:creationId xmlns:a16="http://schemas.microsoft.com/office/drawing/2014/main" id="{61DC7607-2107-2B45-5E2D-B9AF5E32A2FE}"/>
                </a:ext>
              </a:extLst>
            </p:cNvPr>
            <p:cNvGrpSpPr/>
            <p:nvPr/>
          </p:nvGrpSpPr>
          <p:grpSpPr>
            <a:xfrm>
              <a:off x="9778563" y="700952"/>
              <a:ext cx="197453" cy="415277"/>
              <a:chOff x="1507522" y="522415"/>
              <a:chExt cx="197453" cy="415277"/>
            </a:xfrm>
          </p:grpSpPr>
          <p:sp>
            <p:nvSpPr>
              <p:cNvPr id="224" name="Freeform: Shape 223">
                <a:extLst>
                  <a:ext uri="{FF2B5EF4-FFF2-40B4-BE49-F238E27FC236}">
                    <a16:creationId xmlns:a16="http://schemas.microsoft.com/office/drawing/2014/main" id="{3B9CA2D4-06BC-DE4C-6B29-E861CE897D4E}"/>
                  </a:ext>
                </a:extLst>
              </p:cNvPr>
              <p:cNvSpPr/>
              <p:nvPr/>
            </p:nvSpPr>
            <p:spPr>
              <a:xfrm>
                <a:off x="1571625" y="580617"/>
                <a:ext cx="133350"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5" name="Freeform: Shape 224">
                <a:extLst>
                  <a:ext uri="{FF2B5EF4-FFF2-40B4-BE49-F238E27FC236}">
                    <a16:creationId xmlns:a16="http://schemas.microsoft.com/office/drawing/2014/main" id="{82118A00-51EB-256B-1DE6-43DA559C566A}"/>
                  </a:ext>
                </a:extLst>
              </p:cNvPr>
              <p:cNvSpPr/>
              <p:nvPr/>
            </p:nvSpPr>
            <p:spPr>
              <a:xfrm flipH="1">
                <a:off x="1507522" y="522415"/>
                <a:ext cx="97425"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229" name="Group 228">
              <a:extLst>
                <a:ext uri="{FF2B5EF4-FFF2-40B4-BE49-F238E27FC236}">
                  <a16:creationId xmlns:a16="http://schemas.microsoft.com/office/drawing/2014/main" id="{D60906EF-4632-BF0F-1FF5-3E5CA2CB4CDD}"/>
                </a:ext>
              </a:extLst>
            </p:cNvPr>
            <p:cNvGrpSpPr/>
            <p:nvPr/>
          </p:nvGrpSpPr>
          <p:grpSpPr>
            <a:xfrm>
              <a:off x="8293858" y="3417687"/>
              <a:ext cx="200851" cy="431688"/>
              <a:chOff x="650439" y="327440"/>
              <a:chExt cx="200851" cy="431688"/>
            </a:xfrm>
          </p:grpSpPr>
          <p:sp>
            <p:nvSpPr>
              <p:cNvPr id="230" name="Freeform: Shape 229">
                <a:extLst>
                  <a:ext uri="{FF2B5EF4-FFF2-40B4-BE49-F238E27FC236}">
                    <a16:creationId xmlns:a16="http://schemas.microsoft.com/office/drawing/2014/main" id="{4B6080E0-EDF5-7A31-1474-976CF4FE32C0}"/>
                  </a:ext>
                </a:extLst>
              </p:cNvPr>
              <p:cNvSpPr/>
              <p:nvPr/>
            </p:nvSpPr>
            <p:spPr>
              <a:xfrm>
                <a:off x="717940" y="402053"/>
                <a:ext cx="133350"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1" name="Freeform: Shape 230">
                <a:extLst>
                  <a:ext uri="{FF2B5EF4-FFF2-40B4-BE49-F238E27FC236}">
                    <a16:creationId xmlns:a16="http://schemas.microsoft.com/office/drawing/2014/main" id="{54B1D686-A75D-A31F-6E71-57F5FD14D671}"/>
                  </a:ext>
                </a:extLst>
              </p:cNvPr>
              <p:cNvSpPr/>
              <p:nvPr/>
            </p:nvSpPr>
            <p:spPr>
              <a:xfrm flipH="1">
                <a:off x="650439" y="327440"/>
                <a:ext cx="97425"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232" name="Group 231">
              <a:extLst>
                <a:ext uri="{FF2B5EF4-FFF2-40B4-BE49-F238E27FC236}">
                  <a16:creationId xmlns:a16="http://schemas.microsoft.com/office/drawing/2014/main" id="{DA2B3D4C-7319-936D-7037-A3AABC403A75}"/>
                </a:ext>
              </a:extLst>
            </p:cNvPr>
            <p:cNvGrpSpPr/>
            <p:nvPr/>
          </p:nvGrpSpPr>
          <p:grpSpPr>
            <a:xfrm>
              <a:off x="1450501" y="3169707"/>
              <a:ext cx="197453" cy="415277"/>
              <a:chOff x="1507522" y="522415"/>
              <a:chExt cx="197453" cy="415277"/>
            </a:xfrm>
          </p:grpSpPr>
          <p:sp>
            <p:nvSpPr>
              <p:cNvPr id="233" name="Freeform: Shape 232">
                <a:extLst>
                  <a:ext uri="{FF2B5EF4-FFF2-40B4-BE49-F238E27FC236}">
                    <a16:creationId xmlns:a16="http://schemas.microsoft.com/office/drawing/2014/main" id="{D8B3421B-FC47-A056-B5E9-EDDC82E65613}"/>
                  </a:ext>
                </a:extLst>
              </p:cNvPr>
              <p:cNvSpPr/>
              <p:nvPr/>
            </p:nvSpPr>
            <p:spPr>
              <a:xfrm>
                <a:off x="1571625" y="580617"/>
                <a:ext cx="133350"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4" name="Freeform: Shape 233">
                <a:extLst>
                  <a:ext uri="{FF2B5EF4-FFF2-40B4-BE49-F238E27FC236}">
                    <a16:creationId xmlns:a16="http://schemas.microsoft.com/office/drawing/2014/main" id="{C693C51F-C656-200B-61A6-73A7EF715B01}"/>
                  </a:ext>
                </a:extLst>
              </p:cNvPr>
              <p:cNvSpPr/>
              <p:nvPr/>
            </p:nvSpPr>
            <p:spPr>
              <a:xfrm flipH="1">
                <a:off x="1507522" y="522415"/>
                <a:ext cx="97425"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p:spTree>
    <p:extLst>
      <p:ext uri="{BB962C8B-B14F-4D97-AF65-F5344CB8AC3E}">
        <p14:creationId xmlns:p14="http://schemas.microsoft.com/office/powerpoint/2010/main" val="273913045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EBAC4-A8E4-FF5C-E6E2-6E889C2390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071F1-21E7-B3F1-D19A-89CF07252FD7}"/>
              </a:ext>
            </a:extLst>
          </p:cNvPr>
          <p:cNvSpPr>
            <a:spLocks noGrp="1"/>
          </p:cNvSpPr>
          <p:nvPr>
            <p:ph type="title"/>
          </p:nvPr>
        </p:nvSpPr>
        <p:spPr>
          <a:xfrm>
            <a:off x="273600" y="244800"/>
            <a:ext cx="11650662" cy="625944"/>
          </a:xfrm>
        </p:spPr>
        <p:txBody>
          <a:bodyPr vert="horz" lIns="0" tIns="0" rIns="0" bIns="0" rtlCol="0" anchor="t">
            <a:normAutofit/>
          </a:bodyPr>
          <a:lstStyle/>
          <a:p>
            <a:r>
              <a:rPr lang="en-GB" dirty="0"/>
              <a:t>My Project – Problem</a:t>
            </a:r>
            <a:endParaRPr lang="en-GB" b="1" kern="1200" spc="0" baseline="0" dirty="0">
              <a:latin typeface="+mj-lt"/>
              <a:ea typeface="+mj-ea"/>
              <a:cs typeface="+mj-cs"/>
            </a:endParaRPr>
          </a:p>
        </p:txBody>
      </p:sp>
      <p:sp>
        <p:nvSpPr>
          <p:cNvPr id="5" name="Date Placeholder 3">
            <a:extLst>
              <a:ext uri="{FF2B5EF4-FFF2-40B4-BE49-F238E27FC236}">
                <a16:creationId xmlns:a16="http://schemas.microsoft.com/office/drawing/2014/main" id="{3F9A6CD8-8EAE-85A7-2C41-21A58EE15229}"/>
              </a:ext>
            </a:extLst>
          </p:cNvPr>
          <p:cNvSpPr>
            <a:spLocks noGrp="1"/>
          </p:cNvSpPr>
          <p:nvPr>
            <p:ph type="dt" sz="half" idx="10"/>
          </p:nvPr>
        </p:nvSpPr>
        <p:spPr>
          <a:xfrm>
            <a:off x="10416480" y="6424761"/>
            <a:ext cx="1189348" cy="144016"/>
          </a:xfrm>
        </p:spPr>
        <p:txBody>
          <a:bodyPr/>
          <a:lstStyle/>
          <a:p>
            <a:pPr>
              <a:spcAft>
                <a:spcPts val="600"/>
              </a:spcAft>
            </a:pPr>
            <a:fld id="{5A7E0A12-EA46-45D5-BB33-CBDEB5596C1F}" type="datetime1">
              <a:rPr lang="en-GB" noProof="0" smtClean="0"/>
              <a:t>16/09/2026</a:t>
            </a:fld>
            <a:endParaRPr lang="en-GB" noProof="0"/>
          </a:p>
        </p:txBody>
      </p:sp>
      <p:sp>
        <p:nvSpPr>
          <p:cNvPr id="14" name="Slide Number Placeholder 5">
            <a:extLst>
              <a:ext uri="{FF2B5EF4-FFF2-40B4-BE49-F238E27FC236}">
                <a16:creationId xmlns:a16="http://schemas.microsoft.com/office/drawing/2014/main" id="{C9666545-A201-9C56-F299-76089D84F1B1}"/>
              </a:ext>
            </a:extLst>
          </p:cNvPr>
          <p:cNvSpPr>
            <a:spLocks noGrp="1"/>
          </p:cNvSpPr>
          <p:nvPr>
            <p:ph type="sldNum" sz="quarter" idx="12"/>
          </p:nvPr>
        </p:nvSpPr>
        <p:spPr>
          <a:xfrm>
            <a:off x="11712624" y="6424761"/>
            <a:ext cx="209500" cy="144016"/>
          </a:xfrm>
        </p:spPr>
        <p:txBody>
          <a:bodyPr/>
          <a:lstStyle/>
          <a:p>
            <a:pPr>
              <a:spcAft>
                <a:spcPts val="600"/>
              </a:spcAft>
            </a:pPr>
            <a:fld id="{442AD375-037F-43D0-B059-5172DA06796A}" type="slidenum">
              <a:rPr lang="en-GB" noProof="0" smtClean="0"/>
              <a:pPr>
                <a:spcAft>
                  <a:spcPts val="600"/>
                </a:spcAft>
              </a:pPr>
              <a:t>112</a:t>
            </a:fld>
            <a:endParaRPr lang="en-GB" noProof="0"/>
          </a:p>
        </p:txBody>
      </p:sp>
      <p:grpSp>
        <p:nvGrpSpPr>
          <p:cNvPr id="3" name="Group 2">
            <a:extLst>
              <a:ext uri="{FF2B5EF4-FFF2-40B4-BE49-F238E27FC236}">
                <a16:creationId xmlns:a16="http://schemas.microsoft.com/office/drawing/2014/main" id="{34201174-2FF4-28D3-E12E-0CEC8D15B6E2}"/>
              </a:ext>
            </a:extLst>
          </p:cNvPr>
          <p:cNvGrpSpPr/>
          <p:nvPr/>
        </p:nvGrpSpPr>
        <p:grpSpPr>
          <a:xfrm>
            <a:off x="623392" y="1124744"/>
            <a:ext cx="5577751" cy="2770248"/>
            <a:chOff x="302225" y="586744"/>
            <a:chExt cx="11235019" cy="5105878"/>
          </a:xfrm>
        </p:grpSpPr>
        <p:sp>
          <p:nvSpPr>
            <p:cNvPr id="4" name="Freeform: Shape 3">
              <a:extLst>
                <a:ext uri="{FF2B5EF4-FFF2-40B4-BE49-F238E27FC236}">
                  <a16:creationId xmlns:a16="http://schemas.microsoft.com/office/drawing/2014/main" id="{D4A3205B-58DF-77CA-6CB2-A9317129DBC8}"/>
                </a:ext>
              </a:extLst>
            </p:cNvPr>
            <p:cNvSpPr/>
            <p:nvPr/>
          </p:nvSpPr>
          <p:spPr>
            <a:xfrm rot="19502397">
              <a:off x="1868618" y="1556713"/>
              <a:ext cx="7229413" cy="4135909"/>
            </a:xfrm>
            <a:custGeom>
              <a:avLst/>
              <a:gdLst>
                <a:gd name="csX0" fmla="*/ 619125 w 9745376"/>
                <a:gd name="csY0" fmla="*/ 2343150 h 5153025"/>
                <a:gd name="csX1" fmla="*/ 619125 w 9745376"/>
                <a:gd name="csY1" fmla="*/ 2343150 h 5153025"/>
                <a:gd name="csX2" fmla="*/ 742950 w 9745376"/>
                <a:gd name="csY2" fmla="*/ 2228850 h 5153025"/>
                <a:gd name="csX3" fmla="*/ 828675 w 9745376"/>
                <a:gd name="csY3" fmla="*/ 2181225 h 5153025"/>
                <a:gd name="csX4" fmla="*/ 895350 w 9745376"/>
                <a:gd name="csY4" fmla="*/ 2114550 h 5153025"/>
                <a:gd name="csX5" fmla="*/ 952500 w 9745376"/>
                <a:gd name="csY5" fmla="*/ 2066925 h 5153025"/>
                <a:gd name="csX6" fmla="*/ 1152525 w 9745376"/>
                <a:gd name="csY6" fmla="*/ 1885950 h 5153025"/>
                <a:gd name="csX7" fmla="*/ 1295400 w 9745376"/>
                <a:gd name="csY7" fmla="*/ 1704975 h 5153025"/>
                <a:gd name="csX8" fmla="*/ 1362075 w 9745376"/>
                <a:gd name="csY8" fmla="*/ 1619250 h 5153025"/>
                <a:gd name="csX9" fmla="*/ 1428750 w 9745376"/>
                <a:gd name="csY9" fmla="*/ 1552575 h 5153025"/>
                <a:gd name="csX10" fmla="*/ 1476375 w 9745376"/>
                <a:gd name="csY10" fmla="*/ 1485900 h 5153025"/>
                <a:gd name="csX11" fmla="*/ 1552575 w 9745376"/>
                <a:gd name="csY11" fmla="*/ 1409700 h 5153025"/>
                <a:gd name="csX12" fmla="*/ 1590675 w 9745376"/>
                <a:gd name="csY12" fmla="*/ 1362075 h 5153025"/>
                <a:gd name="csX13" fmla="*/ 1647825 w 9745376"/>
                <a:gd name="csY13" fmla="*/ 1314450 h 5153025"/>
                <a:gd name="csX14" fmla="*/ 1695450 w 9745376"/>
                <a:gd name="csY14" fmla="*/ 1266825 h 5153025"/>
                <a:gd name="csX15" fmla="*/ 1790700 w 9745376"/>
                <a:gd name="csY15" fmla="*/ 1181100 h 5153025"/>
                <a:gd name="csX16" fmla="*/ 1933575 w 9745376"/>
                <a:gd name="csY16" fmla="*/ 1019175 h 5153025"/>
                <a:gd name="csX17" fmla="*/ 2028825 w 9745376"/>
                <a:gd name="csY17" fmla="*/ 895350 h 5153025"/>
                <a:gd name="csX18" fmla="*/ 2124075 w 9745376"/>
                <a:gd name="csY18" fmla="*/ 809625 h 5153025"/>
                <a:gd name="csX19" fmla="*/ 2314575 w 9745376"/>
                <a:gd name="csY19" fmla="*/ 676275 h 5153025"/>
                <a:gd name="csX20" fmla="*/ 2409825 w 9745376"/>
                <a:gd name="csY20" fmla="*/ 600075 h 5153025"/>
                <a:gd name="csX21" fmla="*/ 2638425 w 9745376"/>
                <a:gd name="csY21" fmla="*/ 485775 h 5153025"/>
                <a:gd name="csX22" fmla="*/ 2733675 w 9745376"/>
                <a:gd name="csY22" fmla="*/ 438150 h 5153025"/>
                <a:gd name="csX23" fmla="*/ 2809875 w 9745376"/>
                <a:gd name="csY23" fmla="*/ 409575 h 5153025"/>
                <a:gd name="csX24" fmla="*/ 2876550 w 9745376"/>
                <a:gd name="csY24" fmla="*/ 381000 h 5153025"/>
                <a:gd name="csX25" fmla="*/ 2990850 w 9745376"/>
                <a:gd name="csY25" fmla="*/ 342900 h 5153025"/>
                <a:gd name="csX26" fmla="*/ 3048000 w 9745376"/>
                <a:gd name="csY26" fmla="*/ 314325 h 5153025"/>
                <a:gd name="csX27" fmla="*/ 3143250 w 9745376"/>
                <a:gd name="csY27" fmla="*/ 295275 h 5153025"/>
                <a:gd name="csX28" fmla="*/ 3314700 w 9745376"/>
                <a:gd name="csY28" fmla="*/ 238125 h 5153025"/>
                <a:gd name="csX29" fmla="*/ 3419475 w 9745376"/>
                <a:gd name="csY29" fmla="*/ 209550 h 5153025"/>
                <a:gd name="csX30" fmla="*/ 3514725 w 9745376"/>
                <a:gd name="csY30" fmla="*/ 180975 h 5153025"/>
                <a:gd name="csX31" fmla="*/ 3629025 w 9745376"/>
                <a:gd name="csY31" fmla="*/ 142875 h 5153025"/>
                <a:gd name="csX32" fmla="*/ 3905250 w 9745376"/>
                <a:gd name="csY32" fmla="*/ 66675 h 5153025"/>
                <a:gd name="csX33" fmla="*/ 4019550 w 9745376"/>
                <a:gd name="csY33" fmla="*/ 57150 h 5153025"/>
                <a:gd name="csX34" fmla="*/ 4371975 w 9745376"/>
                <a:gd name="csY34" fmla="*/ 66675 h 5153025"/>
                <a:gd name="csX35" fmla="*/ 4505325 w 9745376"/>
                <a:gd name="csY35" fmla="*/ 104775 h 5153025"/>
                <a:gd name="csX36" fmla="*/ 4695825 w 9745376"/>
                <a:gd name="csY36" fmla="*/ 133350 h 5153025"/>
                <a:gd name="csX37" fmla="*/ 6372225 w 9745376"/>
                <a:gd name="csY37" fmla="*/ 104775 h 5153025"/>
                <a:gd name="csX38" fmla="*/ 6648450 w 9745376"/>
                <a:gd name="csY38" fmla="*/ 57150 h 5153025"/>
                <a:gd name="csX39" fmla="*/ 6762750 w 9745376"/>
                <a:gd name="csY39" fmla="*/ 47625 h 5153025"/>
                <a:gd name="csX40" fmla="*/ 6962775 w 9745376"/>
                <a:gd name="csY40" fmla="*/ 19050 h 5153025"/>
                <a:gd name="csX41" fmla="*/ 7191375 w 9745376"/>
                <a:gd name="csY41" fmla="*/ 9525 h 5153025"/>
                <a:gd name="csX42" fmla="*/ 7353300 w 9745376"/>
                <a:gd name="csY42" fmla="*/ 0 h 5153025"/>
                <a:gd name="csX43" fmla="*/ 8505825 w 9745376"/>
                <a:gd name="csY43" fmla="*/ 28575 h 5153025"/>
                <a:gd name="csX44" fmla="*/ 8629650 w 9745376"/>
                <a:gd name="csY44" fmla="*/ 66675 h 5153025"/>
                <a:gd name="csX45" fmla="*/ 8829675 w 9745376"/>
                <a:gd name="csY45" fmla="*/ 200025 h 5153025"/>
                <a:gd name="csX46" fmla="*/ 9010650 w 9745376"/>
                <a:gd name="csY46" fmla="*/ 371475 h 5153025"/>
                <a:gd name="csX47" fmla="*/ 9182100 w 9745376"/>
                <a:gd name="csY47" fmla="*/ 581025 h 5153025"/>
                <a:gd name="csX48" fmla="*/ 9248775 w 9745376"/>
                <a:gd name="csY48" fmla="*/ 685800 h 5153025"/>
                <a:gd name="csX49" fmla="*/ 9363075 w 9745376"/>
                <a:gd name="csY49" fmla="*/ 942975 h 5153025"/>
                <a:gd name="csX50" fmla="*/ 9410700 w 9745376"/>
                <a:gd name="csY50" fmla="*/ 1038225 h 5153025"/>
                <a:gd name="csX51" fmla="*/ 9496425 w 9745376"/>
                <a:gd name="csY51" fmla="*/ 1200150 h 5153025"/>
                <a:gd name="csX52" fmla="*/ 9591675 w 9745376"/>
                <a:gd name="csY52" fmla="*/ 1409700 h 5153025"/>
                <a:gd name="csX53" fmla="*/ 9639300 w 9745376"/>
                <a:gd name="csY53" fmla="*/ 1647825 h 5153025"/>
                <a:gd name="csX54" fmla="*/ 9686925 w 9745376"/>
                <a:gd name="csY54" fmla="*/ 1895475 h 5153025"/>
                <a:gd name="csX55" fmla="*/ 9705975 w 9745376"/>
                <a:gd name="csY55" fmla="*/ 1981200 h 5153025"/>
                <a:gd name="csX56" fmla="*/ 9734550 w 9745376"/>
                <a:gd name="csY56" fmla="*/ 2152650 h 5153025"/>
                <a:gd name="csX57" fmla="*/ 9705975 w 9745376"/>
                <a:gd name="csY57" fmla="*/ 2809875 h 5153025"/>
                <a:gd name="csX58" fmla="*/ 9658350 w 9745376"/>
                <a:gd name="csY58" fmla="*/ 2867025 h 5153025"/>
                <a:gd name="csX59" fmla="*/ 9477375 w 9745376"/>
                <a:gd name="csY59" fmla="*/ 3000375 h 5153025"/>
                <a:gd name="csX60" fmla="*/ 9401175 w 9745376"/>
                <a:gd name="csY60" fmla="*/ 3038475 h 5153025"/>
                <a:gd name="csX61" fmla="*/ 9210675 w 9745376"/>
                <a:gd name="csY61" fmla="*/ 3143250 h 5153025"/>
                <a:gd name="csX62" fmla="*/ 8943975 w 9745376"/>
                <a:gd name="csY62" fmla="*/ 3190875 h 5153025"/>
                <a:gd name="csX63" fmla="*/ 8820150 w 9745376"/>
                <a:gd name="csY63" fmla="*/ 3219450 h 5153025"/>
                <a:gd name="csX64" fmla="*/ 8439150 w 9745376"/>
                <a:gd name="csY64" fmla="*/ 3286125 h 5153025"/>
                <a:gd name="csX65" fmla="*/ 7953375 w 9745376"/>
                <a:gd name="csY65" fmla="*/ 3371850 h 5153025"/>
                <a:gd name="csX66" fmla="*/ 7600950 w 9745376"/>
                <a:gd name="csY66" fmla="*/ 3429000 h 5153025"/>
                <a:gd name="csX67" fmla="*/ 7410450 w 9745376"/>
                <a:gd name="csY67" fmla="*/ 3476625 h 5153025"/>
                <a:gd name="csX68" fmla="*/ 7153275 w 9745376"/>
                <a:gd name="csY68" fmla="*/ 3505200 h 5153025"/>
                <a:gd name="csX69" fmla="*/ 6915150 w 9745376"/>
                <a:gd name="csY69" fmla="*/ 3552825 h 5153025"/>
                <a:gd name="csX70" fmla="*/ 6638925 w 9745376"/>
                <a:gd name="csY70" fmla="*/ 3581400 h 5153025"/>
                <a:gd name="csX71" fmla="*/ 6248400 w 9745376"/>
                <a:gd name="csY71" fmla="*/ 3638550 h 5153025"/>
                <a:gd name="csX72" fmla="*/ 5972175 w 9745376"/>
                <a:gd name="csY72" fmla="*/ 3771900 h 5153025"/>
                <a:gd name="csX73" fmla="*/ 5886450 w 9745376"/>
                <a:gd name="csY73" fmla="*/ 3829050 h 5153025"/>
                <a:gd name="csX74" fmla="*/ 5505450 w 9745376"/>
                <a:gd name="csY74" fmla="*/ 4067175 h 5153025"/>
                <a:gd name="csX75" fmla="*/ 5372100 w 9745376"/>
                <a:gd name="csY75" fmla="*/ 4200525 h 5153025"/>
                <a:gd name="csX76" fmla="*/ 5324475 w 9745376"/>
                <a:gd name="csY76" fmla="*/ 4248150 h 5153025"/>
                <a:gd name="csX77" fmla="*/ 5238750 w 9745376"/>
                <a:gd name="csY77" fmla="*/ 4371975 h 5153025"/>
                <a:gd name="csX78" fmla="*/ 5172075 w 9745376"/>
                <a:gd name="csY78" fmla="*/ 4438650 h 5153025"/>
                <a:gd name="csX79" fmla="*/ 5114925 w 9745376"/>
                <a:gd name="csY79" fmla="*/ 4486275 h 5153025"/>
                <a:gd name="csX80" fmla="*/ 5067300 w 9745376"/>
                <a:gd name="csY80" fmla="*/ 4552950 h 5153025"/>
                <a:gd name="csX81" fmla="*/ 5000625 w 9745376"/>
                <a:gd name="csY81" fmla="*/ 4619625 h 5153025"/>
                <a:gd name="csX82" fmla="*/ 4924425 w 9745376"/>
                <a:gd name="csY82" fmla="*/ 4714875 h 5153025"/>
                <a:gd name="csX83" fmla="*/ 4867275 w 9745376"/>
                <a:gd name="csY83" fmla="*/ 4781550 h 5153025"/>
                <a:gd name="csX84" fmla="*/ 4819650 w 9745376"/>
                <a:gd name="csY84" fmla="*/ 4819650 h 5153025"/>
                <a:gd name="csX85" fmla="*/ 4705350 w 9745376"/>
                <a:gd name="csY85" fmla="*/ 4953000 h 5153025"/>
                <a:gd name="csX86" fmla="*/ 4667250 w 9745376"/>
                <a:gd name="csY86" fmla="*/ 4991100 h 5153025"/>
                <a:gd name="csX87" fmla="*/ 4629150 w 9745376"/>
                <a:gd name="csY87" fmla="*/ 5038725 h 5153025"/>
                <a:gd name="csX88" fmla="*/ 4524375 w 9745376"/>
                <a:gd name="csY88" fmla="*/ 5095875 h 5153025"/>
                <a:gd name="csX89" fmla="*/ 4467225 w 9745376"/>
                <a:gd name="csY89" fmla="*/ 5133975 h 5153025"/>
                <a:gd name="csX90" fmla="*/ 4352925 w 9745376"/>
                <a:gd name="csY90" fmla="*/ 5153025 h 5153025"/>
                <a:gd name="csX91" fmla="*/ 4019550 w 9745376"/>
                <a:gd name="csY91" fmla="*/ 5133975 h 5153025"/>
                <a:gd name="csX92" fmla="*/ 3933825 w 9745376"/>
                <a:gd name="csY92" fmla="*/ 5105400 h 5153025"/>
                <a:gd name="csX93" fmla="*/ 3629025 w 9745376"/>
                <a:gd name="csY93" fmla="*/ 4924425 h 5153025"/>
                <a:gd name="csX94" fmla="*/ 3438525 w 9745376"/>
                <a:gd name="csY94" fmla="*/ 4619625 h 5153025"/>
                <a:gd name="csX95" fmla="*/ 3371850 w 9745376"/>
                <a:gd name="csY95" fmla="*/ 4524375 h 5153025"/>
                <a:gd name="csX96" fmla="*/ 3314700 w 9745376"/>
                <a:gd name="csY96" fmla="*/ 4419600 h 5153025"/>
                <a:gd name="csX97" fmla="*/ 3162300 w 9745376"/>
                <a:gd name="csY97" fmla="*/ 4219575 h 5153025"/>
                <a:gd name="csX98" fmla="*/ 3114675 w 9745376"/>
                <a:gd name="csY98" fmla="*/ 4171950 h 5153025"/>
                <a:gd name="csX99" fmla="*/ 2952750 w 9745376"/>
                <a:gd name="csY99" fmla="*/ 4067175 h 5153025"/>
                <a:gd name="csX100" fmla="*/ 2733675 w 9745376"/>
                <a:gd name="csY100" fmla="*/ 3962400 h 5153025"/>
                <a:gd name="csX101" fmla="*/ 2619375 w 9745376"/>
                <a:gd name="csY101" fmla="*/ 3914775 h 5153025"/>
                <a:gd name="csX102" fmla="*/ 2305050 w 9745376"/>
                <a:gd name="csY102" fmla="*/ 3829050 h 5153025"/>
                <a:gd name="csX103" fmla="*/ 2124075 w 9745376"/>
                <a:gd name="csY103" fmla="*/ 3790950 h 5153025"/>
                <a:gd name="csX104" fmla="*/ 1971675 w 9745376"/>
                <a:gd name="csY104" fmla="*/ 3733800 h 5153025"/>
                <a:gd name="csX105" fmla="*/ 1809750 w 9745376"/>
                <a:gd name="csY105" fmla="*/ 3686175 h 5153025"/>
                <a:gd name="csX106" fmla="*/ 1590675 w 9745376"/>
                <a:gd name="csY106" fmla="*/ 3629025 h 5153025"/>
                <a:gd name="csX107" fmla="*/ 1066800 w 9745376"/>
                <a:gd name="csY107" fmla="*/ 3476625 h 5153025"/>
                <a:gd name="csX108" fmla="*/ 895350 w 9745376"/>
                <a:gd name="csY108" fmla="*/ 3429000 h 5153025"/>
                <a:gd name="csX109" fmla="*/ 266700 w 9745376"/>
                <a:gd name="csY109" fmla="*/ 3190875 h 5153025"/>
                <a:gd name="csX110" fmla="*/ 152400 w 9745376"/>
                <a:gd name="csY110" fmla="*/ 3076575 h 5153025"/>
                <a:gd name="csX111" fmla="*/ 0 w 9745376"/>
                <a:gd name="csY111" fmla="*/ 2838450 h 5153025"/>
                <a:gd name="csX112" fmla="*/ 47625 w 9745376"/>
                <a:gd name="csY112" fmla="*/ 2552700 h 5153025"/>
                <a:gd name="csX113" fmla="*/ 190500 w 9745376"/>
                <a:gd name="csY113" fmla="*/ 2428875 h 5153025"/>
                <a:gd name="csX114" fmla="*/ 276225 w 9745376"/>
                <a:gd name="csY114" fmla="*/ 2381250 h 5153025"/>
                <a:gd name="csX115" fmla="*/ 504825 w 9745376"/>
                <a:gd name="csY115" fmla="*/ 2314575 h 5153025"/>
                <a:gd name="csX116" fmla="*/ 723900 w 9745376"/>
                <a:gd name="csY116" fmla="*/ 2247900 h 5153025"/>
                <a:gd name="csX117" fmla="*/ 800100 w 9745376"/>
                <a:gd name="csY117" fmla="*/ 2228850 h 5153025"/>
                <a:gd name="csX118" fmla="*/ 971550 w 9745376"/>
                <a:gd name="csY118" fmla="*/ 2038350 h 5153025"/>
                <a:gd name="csX119" fmla="*/ 962025 w 9745376"/>
                <a:gd name="csY119" fmla="*/ 2047875 h 5153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9745376" h="5153025">
                  <a:moveTo>
                    <a:pt x="619125" y="2343150"/>
                  </a:moveTo>
                  <a:lnTo>
                    <a:pt x="619125" y="2343150"/>
                  </a:lnTo>
                  <a:cubicBezTo>
                    <a:pt x="660400" y="2305050"/>
                    <a:pt x="698502" y="2263196"/>
                    <a:pt x="742950" y="2228850"/>
                  </a:cubicBezTo>
                  <a:cubicBezTo>
                    <a:pt x="768816" y="2208863"/>
                    <a:pt x="802524" y="2200838"/>
                    <a:pt x="828675" y="2181225"/>
                  </a:cubicBezTo>
                  <a:cubicBezTo>
                    <a:pt x="853820" y="2162366"/>
                    <a:pt x="872254" y="2135869"/>
                    <a:pt x="895350" y="2114550"/>
                  </a:cubicBezTo>
                  <a:cubicBezTo>
                    <a:pt x="913571" y="2097730"/>
                    <a:pt x="933001" y="2082245"/>
                    <a:pt x="952500" y="2066925"/>
                  </a:cubicBezTo>
                  <a:cubicBezTo>
                    <a:pt x="1040409" y="1997854"/>
                    <a:pt x="1070575" y="1989754"/>
                    <a:pt x="1152525" y="1885950"/>
                  </a:cubicBezTo>
                  <a:lnTo>
                    <a:pt x="1295400" y="1704975"/>
                  </a:lnTo>
                  <a:cubicBezTo>
                    <a:pt x="1317765" y="1676510"/>
                    <a:pt x="1336477" y="1644848"/>
                    <a:pt x="1362075" y="1619250"/>
                  </a:cubicBezTo>
                  <a:cubicBezTo>
                    <a:pt x="1384300" y="1597025"/>
                    <a:pt x="1408295" y="1576439"/>
                    <a:pt x="1428750" y="1552575"/>
                  </a:cubicBezTo>
                  <a:cubicBezTo>
                    <a:pt x="1446525" y="1531838"/>
                    <a:pt x="1458487" y="1506540"/>
                    <a:pt x="1476375" y="1485900"/>
                  </a:cubicBezTo>
                  <a:cubicBezTo>
                    <a:pt x="1499901" y="1458755"/>
                    <a:pt x="1528210" y="1436095"/>
                    <a:pt x="1552575" y="1409700"/>
                  </a:cubicBezTo>
                  <a:cubicBezTo>
                    <a:pt x="1566364" y="1394762"/>
                    <a:pt x="1576300" y="1376450"/>
                    <a:pt x="1590675" y="1362075"/>
                  </a:cubicBezTo>
                  <a:cubicBezTo>
                    <a:pt x="1608210" y="1344540"/>
                    <a:pt x="1629476" y="1331131"/>
                    <a:pt x="1647825" y="1314450"/>
                  </a:cubicBezTo>
                  <a:cubicBezTo>
                    <a:pt x="1664437" y="1299348"/>
                    <a:pt x="1678838" y="1281927"/>
                    <a:pt x="1695450" y="1266825"/>
                  </a:cubicBezTo>
                  <a:cubicBezTo>
                    <a:pt x="1752579" y="1214889"/>
                    <a:pt x="1745074" y="1231529"/>
                    <a:pt x="1790700" y="1181100"/>
                  </a:cubicBezTo>
                  <a:cubicBezTo>
                    <a:pt x="1838994" y="1127723"/>
                    <a:pt x="1891736" y="1077749"/>
                    <a:pt x="1933575" y="1019175"/>
                  </a:cubicBezTo>
                  <a:cubicBezTo>
                    <a:pt x="1959757" y="982521"/>
                    <a:pt x="1996270" y="927905"/>
                    <a:pt x="2028825" y="895350"/>
                  </a:cubicBezTo>
                  <a:cubicBezTo>
                    <a:pt x="2059029" y="865146"/>
                    <a:pt x="2090176" y="835614"/>
                    <a:pt x="2124075" y="809625"/>
                  </a:cubicBezTo>
                  <a:cubicBezTo>
                    <a:pt x="2185589" y="762464"/>
                    <a:pt x="2255029" y="725897"/>
                    <a:pt x="2314575" y="676275"/>
                  </a:cubicBezTo>
                  <a:cubicBezTo>
                    <a:pt x="2320037" y="671724"/>
                    <a:pt x="2392784" y="609447"/>
                    <a:pt x="2409825" y="600075"/>
                  </a:cubicBezTo>
                  <a:lnTo>
                    <a:pt x="2638425" y="485775"/>
                  </a:lnTo>
                  <a:cubicBezTo>
                    <a:pt x="2670175" y="469900"/>
                    <a:pt x="2700438" y="450614"/>
                    <a:pt x="2733675" y="438150"/>
                  </a:cubicBezTo>
                  <a:cubicBezTo>
                    <a:pt x="2759075" y="428625"/>
                    <a:pt x="2784688" y="419650"/>
                    <a:pt x="2809875" y="409575"/>
                  </a:cubicBezTo>
                  <a:cubicBezTo>
                    <a:pt x="2832326" y="400595"/>
                    <a:pt x="2853861" y="389359"/>
                    <a:pt x="2876550" y="381000"/>
                  </a:cubicBezTo>
                  <a:cubicBezTo>
                    <a:pt x="2914235" y="367116"/>
                    <a:pt x="2954929" y="360861"/>
                    <a:pt x="2990850" y="342900"/>
                  </a:cubicBezTo>
                  <a:cubicBezTo>
                    <a:pt x="3009900" y="333375"/>
                    <a:pt x="3027671" y="320678"/>
                    <a:pt x="3048000" y="314325"/>
                  </a:cubicBezTo>
                  <a:cubicBezTo>
                    <a:pt x="3078905" y="304667"/>
                    <a:pt x="3112117" y="304170"/>
                    <a:pt x="3143250" y="295275"/>
                  </a:cubicBezTo>
                  <a:cubicBezTo>
                    <a:pt x="3201174" y="278725"/>
                    <a:pt x="3256581" y="253976"/>
                    <a:pt x="3314700" y="238125"/>
                  </a:cubicBezTo>
                  <a:lnTo>
                    <a:pt x="3419475" y="209550"/>
                  </a:lnTo>
                  <a:cubicBezTo>
                    <a:pt x="3451348" y="200444"/>
                    <a:pt x="3483137" y="191026"/>
                    <a:pt x="3514725" y="180975"/>
                  </a:cubicBezTo>
                  <a:cubicBezTo>
                    <a:pt x="3552995" y="168798"/>
                    <a:pt x="3590481" y="154156"/>
                    <a:pt x="3629025" y="142875"/>
                  </a:cubicBezTo>
                  <a:cubicBezTo>
                    <a:pt x="3720694" y="116045"/>
                    <a:pt x="3810066" y="74607"/>
                    <a:pt x="3905250" y="66675"/>
                  </a:cubicBezTo>
                  <a:lnTo>
                    <a:pt x="4019550" y="57150"/>
                  </a:lnTo>
                  <a:cubicBezTo>
                    <a:pt x="4137025" y="60325"/>
                    <a:pt x="4255018" y="55209"/>
                    <a:pt x="4371975" y="66675"/>
                  </a:cubicBezTo>
                  <a:cubicBezTo>
                    <a:pt x="4417983" y="71186"/>
                    <a:pt x="4459842" y="96505"/>
                    <a:pt x="4505325" y="104775"/>
                  </a:cubicBezTo>
                  <a:cubicBezTo>
                    <a:pt x="4638387" y="128968"/>
                    <a:pt x="4574820" y="119905"/>
                    <a:pt x="4695825" y="133350"/>
                  </a:cubicBezTo>
                  <a:lnTo>
                    <a:pt x="6372225" y="104775"/>
                  </a:lnTo>
                  <a:cubicBezTo>
                    <a:pt x="6533936" y="100564"/>
                    <a:pt x="6501815" y="80612"/>
                    <a:pt x="6648450" y="57150"/>
                  </a:cubicBezTo>
                  <a:cubicBezTo>
                    <a:pt x="6686202" y="51110"/>
                    <a:pt x="6724796" y="52226"/>
                    <a:pt x="6762750" y="47625"/>
                  </a:cubicBezTo>
                  <a:cubicBezTo>
                    <a:pt x="6829613" y="39520"/>
                    <a:pt x="6895688" y="25013"/>
                    <a:pt x="6962775" y="19050"/>
                  </a:cubicBezTo>
                  <a:cubicBezTo>
                    <a:pt x="7038742" y="12297"/>
                    <a:pt x="7115199" y="13241"/>
                    <a:pt x="7191375" y="9525"/>
                  </a:cubicBezTo>
                  <a:cubicBezTo>
                    <a:pt x="7245379" y="6891"/>
                    <a:pt x="7299325" y="3175"/>
                    <a:pt x="7353300" y="0"/>
                  </a:cubicBezTo>
                  <a:cubicBezTo>
                    <a:pt x="7737475" y="9525"/>
                    <a:pt x="8122055" y="8527"/>
                    <a:pt x="8505825" y="28575"/>
                  </a:cubicBezTo>
                  <a:cubicBezTo>
                    <a:pt x="8548951" y="30828"/>
                    <a:pt x="8589957" y="49664"/>
                    <a:pt x="8629650" y="66675"/>
                  </a:cubicBezTo>
                  <a:cubicBezTo>
                    <a:pt x="8659934" y="79654"/>
                    <a:pt x="8829526" y="199910"/>
                    <a:pt x="8829675" y="200025"/>
                  </a:cubicBezTo>
                  <a:cubicBezTo>
                    <a:pt x="8879878" y="238818"/>
                    <a:pt x="8969499" y="328158"/>
                    <a:pt x="9010650" y="371475"/>
                  </a:cubicBezTo>
                  <a:cubicBezTo>
                    <a:pt x="9083336" y="447987"/>
                    <a:pt x="9120805" y="492913"/>
                    <a:pt x="9182100" y="581025"/>
                  </a:cubicBezTo>
                  <a:cubicBezTo>
                    <a:pt x="9205740" y="615008"/>
                    <a:pt x="9230262" y="648773"/>
                    <a:pt x="9248775" y="685800"/>
                  </a:cubicBezTo>
                  <a:cubicBezTo>
                    <a:pt x="9290728" y="769707"/>
                    <a:pt x="9323909" y="857732"/>
                    <a:pt x="9363075" y="942975"/>
                  </a:cubicBezTo>
                  <a:cubicBezTo>
                    <a:pt x="9377895" y="975231"/>
                    <a:pt x="9394167" y="1006813"/>
                    <a:pt x="9410700" y="1038225"/>
                  </a:cubicBezTo>
                  <a:cubicBezTo>
                    <a:pt x="9461709" y="1135142"/>
                    <a:pt x="9452748" y="1106555"/>
                    <a:pt x="9496425" y="1200150"/>
                  </a:cubicBezTo>
                  <a:cubicBezTo>
                    <a:pt x="9528872" y="1269679"/>
                    <a:pt x="9571487" y="1335676"/>
                    <a:pt x="9591675" y="1409700"/>
                  </a:cubicBezTo>
                  <a:cubicBezTo>
                    <a:pt x="9644300" y="1602657"/>
                    <a:pt x="9599954" y="1422992"/>
                    <a:pt x="9639300" y="1647825"/>
                  </a:cubicBezTo>
                  <a:cubicBezTo>
                    <a:pt x="9653791" y="1730629"/>
                    <a:pt x="9668689" y="1813414"/>
                    <a:pt x="9686925" y="1895475"/>
                  </a:cubicBezTo>
                  <a:cubicBezTo>
                    <a:pt x="9693275" y="1924050"/>
                    <a:pt x="9700645" y="1952417"/>
                    <a:pt x="9705975" y="1981200"/>
                  </a:cubicBezTo>
                  <a:cubicBezTo>
                    <a:pt x="9716525" y="2038170"/>
                    <a:pt x="9725025" y="2095500"/>
                    <a:pt x="9734550" y="2152650"/>
                  </a:cubicBezTo>
                  <a:cubicBezTo>
                    <a:pt x="9747116" y="2416532"/>
                    <a:pt x="9759317" y="2489824"/>
                    <a:pt x="9705975" y="2809875"/>
                  </a:cubicBezTo>
                  <a:cubicBezTo>
                    <a:pt x="9701898" y="2834335"/>
                    <a:pt x="9675106" y="2848745"/>
                    <a:pt x="9658350" y="2867025"/>
                  </a:cubicBezTo>
                  <a:cubicBezTo>
                    <a:pt x="9589833" y="2941771"/>
                    <a:pt x="9582946" y="2940049"/>
                    <a:pt x="9477375" y="3000375"/>
                  </a:cubicBezTo>
                  <a:cubicBezTo>
                    <a:pt x="9452719" y="3014464"/>
                    <a:pt x="9425526" y="3023864"/>
                    <a:pt x="9401175" y="3038475"/>
                  </a:cubicBezTo>
                  <a:cubicBezTo>
                    <a:pt x="9279197" y="3111662"/>
                    <a:pt x="9389777" y="3076087"/>
                    <a:pt x="9210675" y="3143250"/>
                  </a:cubicBezTo>
                  <a:cubicBezTo>
                    <a:pt x="9099629" y="3184892"/>
                    <a:pt x="9072551" y="3169446"/>
                    <a:pt x="8943975" y="3190875"/>
                  </a:cubicBezTo>
                  <a:cubicBezTo>
                    <a:pt x="8902192" y="3197839"/>
                    <a:pt x="8861775" y="3211596"/>
                    <a:pt x="8820150" y="3219450"/>
                  </a:cubicBezTo>
                  <a:cubicBezTo>
                    <a:pt x="8693455" y="3243355"/>
                    <a:pt x="8566461" y="3265755"/>
                    <a:pt x="8439150" y="3286125"/>
                  </a:cubicBezTo>
                  <a:cubicBezTo>
                    <a:pt x="7739395" y="3398086"/>
                    <a:pt x="8675910" y="3245693"/>
                    <a:pt x="7953375" y="3371850"/>
                  </a:cubicBezTo>
                  <a:cubicBezTo>
                    <a:pt x="7836139" y="3392320"/>
                    <a:pt x="7717804" y="3406449"/>
                    <a:pt x="7600950" y="3429000"/>
                  </a:cubicBezTo>
                  <a:cubicBezTo>
                    <a:pt x="7536682" y="3441403"/>
                    <a:pt x="7474976" y="3465642"/>
                    <a:pt x="7410450" y="3476625"/>
                  </a:cubicBezTo>
                  <a:cubicBezTo>
                    <a:pt x="7325420" y="3491098"/>
                    <a:pt x="7238525" y="3492085"/>
                    <a:pt x="7153275" y="3505200"/>
                  </a:cubicBezTo>
                  <a:cubicBezTo>
                    <a:pt x="7073269" y="3517509"/>
                    <a:pt x="6995223" y="3540962"/>
                    <a:pt x="6915150" y="3552825"/>
                  </a:cubicBezTo>
                  <a:cubicBezTo>
                    <a:pt x="6823583" y="3566390"/>
                    <a:pt x="6730881" y="3570790"/>
                    <a:pt x="6638925" y="3581400"/>
                  </a:cubicBezTo>
                  <a:cubicBezTo>
                    <a:pt x="6443553" y="3603943"/>
                    <a:pt x="6428644" y="3608509"/>
                    <a:pt x="6248400" y="3638550"/>
                  </a:cubicBezTo>
                  <a:cubicBezTo>
                    <a:pt x="6145624" y="3679660"/>
                    <a:pt x="6072234" y="3705194"/>
                    <a:pt x="5972175" y="3771900"/>
                  </a:cubicBezTo>
                  <a:cubicBezTo>
                    <a:pt x="5943600" y="3790950"/>
                    <a:pt x="5915969" y="3811498"/>
                    <a:pt x="5886450" y="3829050"/>
                  </a:cubicBezTo>
                  <a:cubicBezTo>
                    <a:pt x="5686224" y="3948103"/>
                    <a:pt x="5651510" y="3946517"/>
                    <a:pt x="5505450" y="4067175"/>
                  </a:cubicBezTo>
                  <a:cubicBezTo>
                    <a:pt x="5303385" y="4234098"/>
                    <a:pt x="5457766" y="4104151"/>
                    <a:pt x="5372100" y="4200525"/>
                  </a:cubicBezTo>
                  <a:cubicBezTo>
                    <a:pt x="5357185" y="4217305"/>
                    <a:pt x="5337945" y="4230189"/>
                    <a:pt x="5324475" y="4248150"/>
                  </a:cubicBezTo>
                  <a:cubicBezTo>
                    <a:pt x="5220903" y="4386246"/>
                    <a:pt x="5354269" y="4246829"/>
                    <a:pt x="5238750" y="4371975"/>
                  </a:cubicBezTo>
                  <a:cubicBezTo>
                    <a:pt x="5217431" y="4395071"/>
                    <a:pt x="5195171" y="4417331"/>
                    <a:pt x="5172075" y="4438650"/>
                  </a:cubicBezTo>
                  <a:cubicBezTo>
                    <a:pt x="5153854" y="4455470"/>
                    <a:pt x="5131681" y="4467995"/>
                    <a:pt x="5114925" y="4486275"/>
                  </a:cubicBezTo>
                  <a:cubicBezTo>
                    <a:pt x="5096469" y="4506408"/>
                    <a:pt x="5085075" y="4532213"/>
                    <a:pt x="5067300" y="4552950"/>
                  </a:cubicBezTo>
                  <a:cubicBezTo>
                    <a:pt x="5046845" y="4576814"/>
                    <a:pt x="5021420" y="4596057"/>
                    <a:pt x="5000625" y="4619625"/>
                  </a:cubicBezTo>
                  <a:cubicBezTo>
                    <a:pt x="4973724" y="4650113"/>
                    <a:pt x="4950273" y="4683488"/>
                    <a:pt x="4924425" y="4714875"/>
                  </a:cubicBezTo>
                  <a:cubicBezTo>
                    <a:pt x="4905817" y="4737471"/>
                    <a:pt x="4890133" y="4763264"/>
                    <a:pt x="4867275" y="4781550"/>
                  </a:cubicBezTo>
                  <a:cubicBezTo>
                    <a:pt x="4851400" y="4794250"/>
                    <a:pt x="4833609" y="4804870"/>
                    <a:pt x="4819650" y="4819650"/>
                  </a:cubicBezTo>
                  <a:cubicBezTo>
                    <a:pt x="4779452" y="4862212"/>
                    <a:pt x="4746747" y="4911603"/>
                    <a:pt x="4705350" y="4953000"/>
                  </a:cubicBezTo>
                  <a:cubicBezTo>
                    <a:pt x="4692650" y="4965700"/>
                    <a:pt x="4679182" y="4977676"/>
                    <a:pt x="4667250" y="4991100"/>
                  </a:cubicBezTo>
                  <a:cubicBezTo>
                    <a:pt x="4653744" y="5006295"/>
                    <a:pt x="4644261" y="5025125"/>
                    <a:pt x="4629150" y="5038725"/>
                  </a:cubicBezTo>
                  <a:cubicBezTo>
                    <a:pt x="4566906" y="5094744"/>
                    <a:pt x="4586438" y="5062023"/>
                    <a:pt x="4524375" y="5095875"/>
                  </a:cubicBezTo>
                  <a:cubicBezTo>
                    <a:pt x="4504275" y="5106838"/>
                    <a:pt x="4488945" y="5126735"/>
                    <a:pt x="4467225" y="5133975"/>
                  </a:cubicBezTo>
                  <a:cubicBezTo>
                    <a:pt x="4430582" y="5146189"/>
                    <a:pt x="4391025" y="5146675"/>
                    <a:pt x="4352925" y="5153025"/>
                  </a:cubicBezTo>
                  <a:cubicBezTo>
                    <a:pt x="4241800" y="5146675"/>
                    <a:pt x="4130145" y="5146543"/>
                    <a:pt x="4019550" y="5133975"/>
                  </a:cubicBezTo>
                  <a:cubicBezTo>
                    <a:pt x="3989622" y="5130574"/>
                    <a:pt x="3961310" y="5117721"/>
                    <a:pt x="3933825" y="5105400"/>
                  </a:cubicBezTo>
                  <a:cubicBezTo>
                    <a:pt x="3826430" y="5057257"/>
                    <a:pt x="3715798" y="5006859"/>
                    <a:pt x="3629025" y="4924425"/>
                  </a:cubicBezTo>
                  <a:cubicBezTo>
                    <a:pt x="3524229" y="4824869"/>
                    <a:pt x="3530990" y="4751717"/>
                    <a:pt x="3438525" y="4619625"/>
                  </a:cubicBezTo>
                  <a:cubicBezTo>
                    <a:pt x="3416300" y="4587875"/>
                    <a:pt x="3392249" y="4557328"/>
                    <a:pt x="3371850" y="4524375"/>
                  </a:cubicBezTo>
                  <a:cubicBezTo>
                    <a:pt x="3350910" y="4490549"/>
                    <a:pt x="3337238" y="4452383"/>
                    <a:pt x="3314700" y="4419600"/>
                  </a:cubicBezTo>
                  <a:cubicBezTo>
                    <a:pt x="3267212" y="4350527"/>
                    <a:pt x="3221571" y="4278846"/>
                    <a:pt x="3162300" y="4219575"/>
                  </a:cubicBezTo>
                  <a:cubicBezTo>
                    <a:pt x="3146425" y="4203700"/>
                    <a:pt x="3132832" y="4185155"/>
                    <a:pt x="3114675" y="4171950"/>
                  </a:cubicBezTo>
                  <a:cubicBezTo>
                    <a:pt x="3062682" y="4134137"/>
                    <a:pt x="3010747" y="4094913"/>
                    <a:pt x="2952750" y="4067175"/>
                  </a:cubicBezTo>
                  <a:cubicBezTo>
                    <a:pt x="2879725" y="4032250"/>
                    <a:pt x="2807294" y="3996054"/>
                    <a:pt x="2733675" y="3962400"/>
                  </a:cubicBezTo>
                  <a:cubicBezTo>
                    <a:pt x="2696136" y="3945240"/>
                    <a:pt x="2659196" y="3925635"/>
                    <a:pt x="2619375" y="3914775"/>
                  </a:cubicBezTo>
                  <a:cubicBezTo>
                    <a:pt x="2514600" y="3886200"/>
                    <a:pt x="2411322" y="3851423"/>
                    <a:pt x="2305050" y="3829050"/>
                  </a:cubicBezTo>
                  <a:cubicBezTo>
                    <a:pt x="2244725" y="3816350"/>
                    <a:pt x="2183350" y="3807886"/>
                    <a:pt x="2124075" y="3790950"/>
                  </a:cubicBezTo>
                  <a:cubicBezTo>
                    <a:pt x="2071908" y="3776045"/>
                    <a:pt x="2023145" y="3750957"/>
                    <a:pt x="1971675" y="3733800"/>
                  </a:cubicBezTo>
                  <a:cubicBezTo>
                    <a:pt x="1918301" y="3716009"/>
                    <a:pt x="1863997" y="3701093"/>
                    <a:pt x="1809750" y="3686175"/>
                  </a:cubicBezTo>
                  <a:cubicBezTo>
                    <a:pt x="1736982" y="3666164"/>
                    <a:pt x="1663310" y="3649512"/>
                    <a:pt x="1590675" y="3629025"/>
                  </a:cubicBezTo>
                  <a:lnTo>
                    <a:pt x="1066800" y="3476625"/>
                  </a:lnTo>
                  <a:cubicBezTo>
                    <a:pt x="1009798" y="3460227"/>
                    <a:pt x="951964" y="3446692"/>
                    <a:pt x="895350" y="3429000"/>
                  </a:cubicBezTo>
                  <a:cubicBezTo>
                    <a:pt x="696637" y="3366902"/>
                    <a:pt x="446335" y="3322607"/>
                    <a:pt x="266700" y="3190875"/>
                  </a:cubicBezTo>
                  <a:cubicBezTo>
                    <a:pt x="223250" y="3159011"/>
                    <a:pt x="187340" y="3117592"/>
                    <a:pt x="152400" y="3076575"/>
                  </a:cubicBezTo>
                  <a:cubicBezTo>
                    <a:pt x="55517" y="2962843"/>
                    <a:pt x="56676" y="2951801"/>
                    <a:pt x="0" y="2838450"/>
                  </a:cubicBezTo>
                  <a:cubicBezTo>
                    <a:pt x="15875" y="2743200"/>
                    <a:pt x="6901" y="2640256"/>
                    <a:pt x="47625" y="2552700"/>
                  </a:cubicBezTo>
                  <a:cubicBezTo>
                    <a:pt x="74203" y="2495557"/>
                    <a:pt x="135409" y="2459481"/>
                    <a:pt x="190500" y="2428875"/>
                  </a:cubicBezTo>
                  <a:cubicBezTo>
                    <a:pt x="219075" y="2413000"/>
                    <a:pt x="245970" y="2393627"/>
                    <a:pt x="276225" y="2381250"/>
                  </a:cubicBezTo>
                  <a:cubicBezTo>
                    <a:pt x="327430" y="2360302"/>
                    <a:pt x="448266" y="2331210"/>
                    <a:pt x="504825" y="2314575"/>
                  </a:cubicBezTo>
                  <a:cubicBezTo>
                    <a:pt x="578055" y="2293037"/>
                    <a:pt x="649050" y="2262870"/>
                    <a:pt x="723900" y="2247900"/>
                  </a:cubicBezTo>
                  <a:cubicBezTo>
                    <a:pt x="781370" y="2236406"/>
                    <a:pt x="756166" y="2243495"/>
                    <a:pt x="800100" y="2228850"/>
                  </a:cubicBezTo>
                  <a:lnTo>
                    <a:pt x="971550" y="2038350"/>
                  </a:lnTo>
                  <a:lnTo>
                    <a:pt x="962025" y="2047875"/>
                  </a:lnTo>
                </a:path>
              </a:pathLst>
            </a:custGeom>
            <a:solidFill>
              <a:schemeClr val="accent3">
                <a:lumMod val="75000"/>
              </a:schemeClr>
            </a:solidFill>
            <a:ln>
              <a:solidFill>
                <a:schemeClr val="accent3">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7" name="Straight Connector 6">
              <a:extLst>
                <a:ext uri="{FF2B5EF4-FFF2-40B4-BE49-F238E27FC236}">
                  <a16:creationId xmlns:a16="http://schemas.microsoft.com/office/drawing/2014/main" id="{21C86B11-E6F4-FD49-7C6E-097E1CA6BD70}"/>
                </a:ext>
              </a:extLst>
            </p:cNvPr>
            <p:cNvCxnSpPr>
              <a:cxnSpLocks/>
              <a:stCxn id="17" idx="0"/>
            </p:cNvCxnSpPr>
            <p:nvPr/>
          </p:nvCxnSpPr>
          <p:spPr>
            <a:xfrm flipH="1" flipV="1">
              <a:off x="2783632" y="1914396"/>
              <a:ext cx="1432856" cy="4861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917F44F-DDBF-66E7-B167-410F1863F284}"/>
                </a:ext>
              </a:extLst>
            </p:cNvPr>
            <p:cNvCxnSpPr>
              <a:cxnSpLocks/>
              <a:stCxn id="19" idx="1"/>
            </p:cNvCxnSpPr>
            <p:nvPr/>
          </p:nvCxnSpPr>
          <p:spPr>
            <a:xfrm flipH="1" flipV="1">
              <a:off x="2248155" y="3774762"/>
              <a:ext cx="1140643" cy="48158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632C1F8-EA91-0A6E-25CF-3077D4D747BF}"/>
                </a:ext>
              </a:extLst>
            </p:cNvPr>
            <p:cNvCxnSpPr>
              <a:cxnSpLocks/>
              <a:stCxn id="20" idx="6"/>
            </p:cNvCxnSpPr>
            <p:nvPr/>
          </p:nvCxnSpPr>
          <p:spPr>
            <a:xfrm>
              <a:off x="6425718" y="4386830"/>
              <a:ext cx="175851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01715C9-48C1-3500-14B7-970DC210DD79}"/>
                </a:ext>
              </a:extLst>
            </p:cNvPr>
            <p:cNvCxnSpPr>
              <a:cxnSpLocks/>
              <a:stCxn id="18" idx="7"/>
            </p:cNvCxnSpPr>
            <p:nvPr/>
          </p:nvCxnSpPr>
          <p:spPr>
            <a:xfrm flipV="1">
              <a:off x="7593509" y="1304113"/>
              <a:ext cx="2341507" cy="35368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ADFA2FB1-443E-F1C1-36BA-C22CF9EE5EE8}"/>
                </a:ext>
              </a:extLst>
            </p:cNvPr>
            <p:cNvGrpSpPr/>
            <p:nvPr/>
          </p:nvGrpSpPr>
          <p:grpSpPr>
            <a:xfrm>
              <a:off x="409575" y="590378"/>
              <a:ext cx="2428875" cy="1872378"/>
              <a:chOff x="409575" y="590378"/>
              <a:chExt cx="2428875" cy="1872378"/>
            </a:xfrm>
            <a:effectLst>
              <a:outerShdw blurRad="50800" dist="38100" dir="2700000" algn="tl" rotWithShape="0">
                <a:prstClr val="black">
                  <a:alpha val="40000"/>
                </a:prstClr>
              </a:outerShdw>
            </a:effectLst>
          </p:grpSpPr>
          <p:sp>
            <p:nvSpPr>
              <p:cNvPr id="209" name="Freeform: Shape 208">
                <a:extLst>
                  <a:ext uri="{FF2B5EF4-FFF2-40B4-BE49-F238E27FC236}">
                    <a16:creationId xmlns:a16="http://schemas.microsoft.com/office/drawing/2014/main" id="{5A34CD57-1BC9-A3A2-6156-1171DB213023}"/>
                  </a:ext>
                </a:extLst>
              </p:cNvPr>
              <p:cNvSpPr/>
              <p:nvPr/>
            </p:nvSpPr>
            <p:spPr>
              <a:xfrm>
                <a:off x="409575" y="904848"/>
                <a:ext cx="2428875" cy="1557908"/>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1" name="Freeform: Shape 210">
                <a:extLst>
                  <a:ext uri="{FF2B5EF4-FFF2-40B4-BE49-F238E27FC236}">
                    <a16:creationId xmlns:a16="http://schemas.microsoft.com/office/drawing/2014/main" id="{FEEC1212-843E-021C-4671-D875A101E51B}"/>
                  </a:ext>
                </a:extLst>
              </p:cNvPr>
              <p:cNvSpPr/>
              <p:nvPr/>
            </p:nvSpPr>
            <p:spPr>
              <a:xfrm>
                <a:off x="701721" y="1052736"/>
                <a:ext cx="1777608" cy="1257066"/>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3" name="Freeform: Shape 212">
                <a:extLst>
                  <a:ext uri="{FF2B5EF4-FFF2-40B4-BE49-F238E27FC236}">
                    <a16:creationId xmlns:a16="http://schemas.microsoft.com/office/drawing/2014/main" id="{261B09B2-1FEF-361A-699C-90343F2D3208}"/>
                  </a:ext>
                </a:extLst>
              </p:cNvPr>
              <p:cNvSpPr/>
              <p:nvPr/>
            </p:nvSpPr>
            <p:spPr>
              <a:xfrm>
                <a:off x="709004" y="1028226"/>
                <a:ext cx="1643875" cy="1248475"/>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6" name="Freeform: Shape 215">
                <a:extLst>
                  <a:ext uri="{FF2B5EF4-FFF2-40B4-BE49-F238E27FC236}">
                    <a16:creationId xmlns:a16="http://schemas.microsoft.com/office/drawing/2014/main" id="{0AA4FFE3-F203-6E96-40E7-01DC7B279A3B}"/>
                  </a:ext>
                </a:extLst>
              </p:cNvPr>
              <p:cNvSpPr/>
              <p:nvPr/>
            </p:nvSpPr>
            <p:spPr>
              <a:xfrm>
                <a:off x="768587" y="1130017"/>
                <a:ext cx="1524711" cy="1186259"/>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8" name="Freeform: Shape 217">
                <a:extLst>
                  <a:ext uri="{FF2B5EF4-FFF2-40B4-BE49-F238E27FC236}">
                    <a16:creationId xmlns:a16="http://schemas.microsoft.com/office/drawing/2014/main" id="{47828E0D-659F-7035-EA81-74DD263CD9AF}"/>
                  </a:ext>
                </a:extLst>
              </p:cNvPr>
              <p:cNvSpPr/>
              <p:nvPr/>
            </p:nvSpPr>
            <p:spPr>
              <a:xfrm>
                <a:off x="898324" y="1074277"/>
                <a:ext cx="1491803" cy="115637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0" name="Freeform: Shape 219">
                <a:extLst>
                  <a:ext uri="{FF2B5EF4-FFF2-40B4-BE49-F238E27FC236}">
                    <a16:creationId xmlns:a16="http://schemas.microsoft.com/office/drawing/2014/main" id="{FB3EB73D-2EDB-9AAE-AA88-97474434AE2B}"/>
                  </a:ext>
                </a:extLst>
              </p:cNvPr>
              <p:cNvSpPr/>
              <p:nvPr/>
            </p:nvSpPr>
            <p:spPr>
              <a:xfrm>
                <a:off x="1053340" y="1102608"/>
                <a:ext cx="1236253" cy="1015450"/>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6" name="Freeform: Shape 235">
                <a:extLst>
                  <a:ext uri="{FF2B5EF4-FFF2-40B4-BE49-F238E27FC236}">
                    <a16:creationId xmlns:a16="http://schemas.microsoft.com/office/drawing/2014/main" id="{27B1C2B2-6F23-69BB-E71B-3F86D0856ADD}"/>
                  </a:ext>
                </a:extLst>
              </p:cNvPr>
              <p:cNvSpPr/>
              <p:nvPr/>
            </p:nvSpPr>
            <p:spPr>
              <a:xfrm>
                <a:off x="1185092" y="1140294"/>
                <a:ext cx="1108424" cy="939863"/>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7" name="Freeform: Shape 236">
                <a:extLst>
                  <a:ext uri="{FF2B5EF4-FFF2-40B4-BE49-F238E27FC236}">
                    <a16:creationId xmlns:a16="http://schemas.microsoft.com/office/drawing/2014/main" id="{84410BC2-21B8-59C2-8614-9868513A0E99}"/>
                  </a:ext>
                </a:extLst>
              </p:cNvPr>
              <p:cNvSpPr/>
              <p:nvPr/>
            </p:nvSpPr>
            <p:spPr>
              <a:xfrm>
                <a:off x="742250" y="733425"/>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8" name="Freeform: Shape 237">
                <a:extLst>
                  <a:ext uri="{FF2B5EF4-FFF2-40B4-BE49-F238E27FC236}">
                    <a16:creationId xmlns:a16="http://schemas.microsoft.com/office/drawing/2014/main" id="{0846398E-D07B-0131-4C78-B735B0AFA975}"/>
                  </a:ext>
                </a:extLst>
              </p:cNvPr>
              <p:cNvSpPr/>
              <p:nvPr/>
            </p:nvSpPr>
            <p:spPr>
              <a:xfrm>
                <a:off x="835265" y="789721"/>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9" name="Freeform: Shape 238">
                <a:extLst>
                  <a:ext uri="{FF2B5EF4-FFF2-40B4-BE49-F238E27FC236}">
                    <a16:creationId xmlns:a16="http://schemas.microsoft.com/office/drawing/2014/main" id="{1AFA545D-3C74-BEE6-03D3-7DAA3A947136}"/>
                  </a:ext>
                </a:extLst>
              </p:cNvPr>
              <p:cNvSpPr/>
              <p:nvPr/>
            </p:nvSpPr>
            <p:spPr>
              <a:xfrm>
                <a:off x="694219" y="78056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0" name="Freeform: Shape 239">
                <a:extLst>
                  <a:ext uri="{FF2B5EF4-FFF2-40B4-BE49-F238E27FC236}">
                    <a16:creationId xmlns:a16="http://schemas.microsoft.com/office/drawing/2014/main" id="{3920FCB5-0779-FA37-F059-D7F5CDA475E4}"/>
                  </a:ext>
                </a:extLst>
              </p:cNvPr>
              <p:cNvSpPr/>
              <p:nvPr/>
            </p:nvSpPr>
            <p:spPr>
              <a:xfrm>
                <a:off x="1232009" y="667432"/>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1" name="Freeform: Shape 240">
                <a:extLst>
                  <a:ext uri="{FF2B5EF4-FFF2-40B4-BE49-F238E27FC236}">
                    <a16:creationId xmlns:a16="http://schemas.microsoft.com/office/drawing/2014/main" id="{F9D19386-904D-77CB-CED6-1C2EE19A1808}"/>
                  </a:ext>
                </a:extLst>
              </p:cNvPr>
              <p:cNvSpPr/>
              <p:nvPr/>
            </p:nvSpPr>
            <p:spPr>
              <a:xfrm>
                <a:off x="1140579" y="590378"/>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2" name="Freeform: Shape 241">
                <a:extLst>
                  <a:ext uri="{FF2B5EF4-FFF2-40B4-BE49-F238E27FC236}">
                    <a16:creationId xmlns:a16="http://schemas.microsoft.com/office/drawing/2014/main" id="{9722F293-B359-107C-1DA5-5604BF0F7075}"/>
                  </a:ext>
                </a:extLst>
              </p:cNvPr>
              <p:cNvSpPr/>
              <p:nvPr/>
            </p:nvSpPr>
            <p:spPr>
              <a:xfrm>
                <a:off x="1521264" y="67674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3" name="Freeform: Shape 242">
                <a:extLst>
                  <a:ext uri="{FF2B5EF4-FFF2-40B4-BE49-F238E27FC236}">
                    <a16:creationId xmlns:a16="http://schemas.microsoft.com/office/drawing/2014/main" id="{BD62A290-96BC-6A6A-E175-ADF7DB26A3D9}"/>
                  </a:ext>
                </a:extLst>
              </p:cNvPr>
              <p:cNvSpPr/>
              <p:nvPr/>
            </p:nvSpPr>
            <p:spPr>
              <a:xfrm>
                <a:off x="768148" y="777904"/>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4" name="Freeform: Shape 243">
                <a:extLst>
                  <a:ext uri="{FF2B5EF4-FFF2-40B4-BE49-F238E27FC236}">
                    <a16:creationId xmlns:a16="http://schemas.microsoft.com/office/drawing/2014/main" id="{AD6BBEE6-E326-1064-651B-0816E9391DB7}"/>
                  </a:ext>
                </a:extLst>
              </p:cNvPr>
              <p:cNvSpPr/>
              <p:nvPr/>
            </p:nvSpPr>
            <p:spPr>
              <a:xfrm rot="21052740">
                <a:off x="1104125" y="590378"/>
                <a:ext cx="695325" cy="773288"/>
              </a:xfrm>
              <a:custGeom>
                <a:avLst/>
                <a:gdLst>
                  <a:gd name="csX0" fmla="*/ 0 w 695325"/>
                  <a:gd name="csY0" fmla="*/ 85725 h 773288"/>
                  <a:gd name="csX1" fmla="*/ 0 w 695325"/>
                  <a:gd name="csY1" fmla="*/ 85725 h 773288"/>
                  <a:gd name="csX2" fmla="*/ 85725 w 695325"/>
                  <a:gd name="csY2" fmla="*/ 161925 h 773288"/>
                  <a:gd name="csX3" fmla="*/ 114300 w 695325"/>
                  <a:gd name="csY3" fmla="*/ 190500 h 773288"/>
                  <a:gd name="csX4" fmla="*/ 161925 w 695325"/>
                  <a:gd name="csY4" fmla="*/ 314325 h 773288"/>
                  <a:gd name="csX5" fmla="*/ 152400 w 695325"/>
                  <a:gd name="csY5" fmla="*/ 542925 h 773288"/>
                  <a:gd name="csX6" fmla="*/ 104775 w 695325"/>
                  <a:gd name="csY6" fmla="*/ 628650 h 773288"/>
                  <a:gd name="csX7" fmla="*/ 95250 w 695325"/>
                  <a:gd name="csY7" fmla="*/ 657225 h 773288"/>
                  <a:gd name="csX8" fmla="*/ 142875 w 695325"/>
                  <a:gd name="csY8" fmla="*/ 733425 h 773288"/>
                  <a:gd name="csX9" fmla="*/ 171450 w 695325"/>
                  <a:gd name="csY9" fmla="*/ 742950 h 773288"/>
                  <a:gd name="csX10" fmla="*/ 228600 w 695325"/>
                  <a:gd name="csY10" fmla="*/ 771525 h 773288"/>
                  <a:gd name="csX11" fmla="*/ 276225 w 695325"/>
                  <a:gd name="csY11" fmla="*/ 762000 h 773288"/>
                  <a:gd name="csX12" fmla="*/ 333375 w 695325"/>
                  <a:gd name="csY12" fmla="*/ 742950 h 773288"/>
                  <a:gd name="csX13" fmla="*/ 409575 w 695325"/>
                  <a:gd name="csY13" fmla="*/ 714375 h 773288"/>
                  <a:gd name="csX14" fmla="*/ 419100 w 695325"/>
                  <a:gd name="csY14" fmla="*/ 676275 h 773288"/>
                  <a:gd name="csX15" fmla="*/ 457200 w 695325"/>
                  <a:gd name="csY15" fmla="*/ 685800 h 773288"/>
                  <a:gd name="csX16" fmla="*/ 504825 w 695325"/>
                  <a:gd name="csY16" fmla="*/ 695325 h 773288"/>
                  <a:gd name="csX17" fmla="*/ 514350 w 695325"/>
                  <a:gd name="csY17" fmla="*/ 666750 h 773288"/>
                  <a:gd name="csX18" fmla="*/ 552450 w 695325"/>
                  <a:gd name="csY18" fmla="*/ 704850 h 773288"/>
                  <a:gd name="csX19" fmla="*/ 581025 w 695325"/>
                  <a:gd name="csY19" fmla="*/ 723900 h 773288"/>
                  <a:gd name="csX20" fmla="*/ 647700 w 695325"/>
                  <a:gd name="csY20" fmla="*/ 714375 h 773288"/>
                  <a:gd name="csX21" fmla="*/ 657225 w 695325"/>
                  <a:gd name="csY21" fmla="*/ 666750 h 773288"/>
                  <a:gd name="csX22" fmla="*/ 695325 w 695325"/>
                  <a:gd name="csY22" fmla="*/ 590550 h 773288"/>
                  <a:gd name="csX23" fmla="*/ 628650 w 695325"/>
                  <a:gd name="csY23" fmla="*/ 485775 h 773288"/>
                  <a:gd name="csX24" fmla="*/ 600075 w 695325"/>
                  <a:gd name="csY24" fmla="*/ 457200 h 773288"/>
                  <a:gd name="csX25" fmla="*/ 571500 w 695325"/>
                  <a:gd name="csY25" fmla="*/ 428625 h 773288"/>
                  <a:gd name="csX26" fmla="*/ 552450 w 695325"/>
                  <a:gd name="csY26" fmla="*/ 371475 h 773288"/>
                  <a:gd name="csX27" fmla="*/ 523875 w 695325"/>
                  <a:gd name="csY27" fmla="*/ 333375 h 773288"/>
                  <a:gd name="csX28" fmla="*/ 495300 w 695325"/>
                  <a:gd name="csY28" fmla="*/ 95250 h 773288"/>
                  <a:gd name="csX29" fmla="*/ 485775 w 695325"/>
                  <a:gd name="csY29" fmla="*/ 47625 h 773288"/>
                  <a:gd name="csX30" fmla="*/ 457200 w 695325"/>
                  <a:gd name="csY30" fmla="*/ 19050 h 773288"/>
                  <a:gd name="csX31" fmla="*/ 381000 w 695325"/>
                  <a:gd name="csY31" fmla="*/ 0 h 773288"/>
                  <a:gd name="csX32" fmla="*/ 161925 w 695325"/>
                  <a:gd name="csY32" fmla="*/ 19050 h 773288"/>
                  <a:gd name="csX33" fmla="*/ 133350 w 695325"/>
                  <a:gd name="csY33" fmla="*/ 28575 h 773288"/>
                  <a:gd name="csX34" fmla="*/ 76200 w 695325"/>
                  <a:gd name="csY34" fmla="*/ 66675 h 773288"/>
                  <a:gd name="csX35" fmla="*/ 0 w 695325"/>
                  <a:gd name="csY35" fmla="*/ 85725 h 773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695325" h="773288">
                    <a:moveTo>
                      <a:pt x="0" y="85725"/>
                    </a:moveTo>
                    <a:lnTo>
                      <a:pt x="0" y="85725"/>
                    </a:lnTo>
                    <a:cubicBezTo>
                      <a:pt x="28575" y="111125"/>
                      <a:pt x="57542" y="136091"/>
                      <a:pt x="85725" y="161925"/>
                    </a:cubicBezTo>
                    <a:cubicBezTo>
                      <a:pt x="95655" y="171027"/>
                      <a:pt x="107914" y="178640"/>
                      <a:pt x="114300" y="190500"/>
                    </a:cubicBezTo>
                    <a:cubicBezTo>
                      <a:pt x="132600" y="224486"/>
                      <a:pt x="148495" y="274034"/>
                      <a:pt x="161925" y="314325"/>
                    </a:cubicBezTo>
                    <a:cubicBezTo>
                      <a:pt x="158750" y="390525"/>
                      <a:pt x="158034" y="466867"/>
                      <a:pt x="152400" y="542925"/>
                    </a:cubicBezTo>
                    <a:cubicBezTo>
                      <a:pt x="149664" y="579858"/>
                      <a:pt x="116452" y="593618"/>
                      <a:pt x="104775" y="628650"/>
                    </a:cubicBezTo>
                    <a:lnTo>
                      <a:pt x="95250" y="657225"/>
                    </a:lnTo>
                    <a:cubicBezTo>
                      <a:pt x="112625" y="709349"/>
                      <a:pt x="100611" y="712293"/>
                      <a:pt x="142875" y="733425"/>
                    </a:cubicBezTo>
                    <a:cubicBezTo>
                      <a:pt x="151855" y="737915"/>
                      <a:pt x="161925" y="739775"/>
                      <a:pt x="171450" y="742950"/>
                    </a:cubicBezTo>
                    <a:cubicBezTo>
                      <a:pt x="276497" y="716688"/>
                      <a:pt x="146022" y="736135"/>
                      <a:pt x="228600" y="771525"/>
                    </a:cubicBezTo>
                    <a:cubicBezTo>
                      <a:pt x="243480" y="777902"/>
                      <a:pt x="260350" y="765175"/>
                      <a:pt x="276225" y="762000"/>
                    </a:cubicBezTo>
                    <a:cubicBezTo>
                      <a:pt x="346089" y="645560"/>
                      <a:pt x="266710" y="742950"/>
                      <a:pt x="333375" y="742950"/>
                    </a:cubicBezTo>
                    <a:cubicBezTo>
                      <a:pt x="360502" y="742950"/>
                      <a:pt x="384175" y="723900"/>
                      <a:pt x="409575" y="714375"/>
                    </a:cubicBezTo>
                    <a:cubicBezTo>
                      <a:pt x="412750" y="701675"/>
                      <a:pt x="407875" y="683010"/>
                      <a:pt x="419100" y="676275"/>
                    </a:cubicBezTo>
                    <a:cubicBezTo>
                      <a:pt x="430325" y="669540"/>
                      <a:pt x="444421" y="682960"/>
                      <a:pt x="457200" y="685800"/>
                    </a:cubicBezTo>
                    <a:cubicBezTo>
                      <a:pt x="473004" y="689312"/>
                      <a:pt x="488950" y="692150"/>
                      <a:pt x="504825" y="695325"/>
                    </a:cubicBezTo>
                    <a:cubicBezTo>
                      <a:pt x="508000" y="685800"/>
                      <a:pt x="504505" y="664781"/>
                      <a:pt x="514350" y="666750"/>
                    </a:cubicBezTo>
                    <a:cubicBezTo>
                      <a:pt x="531962" y="670272"/>
                      <a:pt x="538813" y="693161"/>
                      <a:pt x="552450" y="704850"/>
                    </a:cubicBezTo>
                    <a:cubicBezTo>
                      <a:pt x="561142" y="712300"/>
                      <a:pt x="571500" y="717550"/>
                      <a:pt x="581025" y="723900"/>
                    </a:cubicBezTo>
                    <a:cubicBezTo>
                      <a:pt x="603250" y="720725"/>
                      <a:pt x="629739" y="727845"/>
                      <a:pt x="647700" y="714375"/>
                    </a:cubicBezTo>
                    <a:cubicBezTo>
                      <a:pt x="660652" y="704661"/>
                      <a:pt x="653713" y="682554"/>
                      <a:pt x="657225" y="666750"/>
                    </a:cubicBezTo>
                    <a:cubicBezTo>
                      <a:pt x="668488" y="616065"/>
                      <a:pt x="661457" y="635708"/>
                      <a:pt x="695325" y="590550"/>
                    </a:cubicBezTo>
                    <a:cubicBezTo>
                      <a:pt x="680516" y="516507"/>
                      <a:pt x="697248" y="554373"/>
                      <a:pt x="628650" y="485775"/>
                    </a:cubicBezTo>
                    <a:lnTo>
                      <a:pt x="600075" y="457200"/>
                    </a:lnTo>
                    <a:lnTo>
                      <a:pt x="571500" y="428625"/>
                    </a:lnTo>
                    <a:cubicBezTo>
                      <a:pt x="565150" y="409575"/>
                      <a:pt x="561430" y="389436"/>
                      <a:pt x="552450" y="371475"/>
                    </a:cubicBezTo>
                    <a:cubicBezTo>
                      <a:pt x="545350" y="357276"/>
                      <a:pt x="527091" y="348921"/>
                      <a:pt x="523875" y="333375"/>
                    </a:cubicBezTo>
                    <a:cubicBezTo>
                      <a:pt x="507678" y="255089"/>
                      <a:pt x="510978" y="173642"/>
                      <a:pt x="495300" y="95250"/>
                    </a:cubicBezTo>
                    <a:cubicBezTo>
                      <a:pt x="492125" y="79375"/>
                      <a:pt x="493015" y="62105"/>
                      <a:pt x="485775" y="47625"/>
                    </a:cubicBezTo>
                    <a:cubicBezTo>
                      <a:pt x="479751" y="35577"/>
                      <a:pt x="469463" y="24624"/>
                      <a:pt x="457200" y="19050"/>
                    </a:cubicBezTo>
                    <a:cubicBezTo>
                      <a:pt x="433365" y="8216"/>
                      <a:pt x="381000" y="0"/>
                      <a:pt x="381000" y="0"/>
                    </a:cubicBezTo>
                    <a:cubicBezTo>
                      <a:pt x="287710" y="5183"/>
                      <a:pt x="238998" y="-218"/>
                      <a:pt x="161925" y="19050"/>
                    </a:cubicBezTo>
                    <a:cubicBezTo>
                      <a:pt x="152185" y="21485"/>
                      <a:pt x="142127" y="23699"/>
                      <a:pt x="133350" y="28575"/>
                    </a:cubicBezTo>
                    <a:cubicBezTo>
                      <a:pt x="113336" y="39694"/>
                      <a:pt x="97920" y="59435"/>
                      <a:pt x="76200" y="66675"/>
                    </a:cubicBezTo>
                    <a:lnTo>
                      <a:pt x="0" y="85725"/>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5" name="Freeform: Shape 244">
                <a:extLst>
                  <a:ext uri="{FF2B5EF4-FFF2-40B4-BE49-F238E27FC236}">
                    <a16:creationId xmlns:a16="http://schemas.microsoft.com/office/drawing/2014/main" id="{9855C030-F679-0D3A-9AEC-C218C5DD9187}"/>
                  </a:ext>
                </a:extLst>
              </p:cNvPr>
              <p:cNvSpPr/>
              <p:nvPr/>
            </p:nvSpPr>
            <p:spPr>
              <a:xfrm>
                <a:off x="1344443" y="1294044"/>
                <a:ext cx="519185" cy="57476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6" name="Freeform: Shape 245">
                <a:extLst>
                  <a:ext uri="{FF2B5EF4-FFF2-40B4-BE49-F238E27FC236}">
                    <a16:creationId xmlns:a16="http://schemas.microsoft.com/office/drawing/2014/main" id="{C9CCFEE4-1968-FA75-39B7-760E5E0001BD}"/>
                  </a:ext>
                </a:extLst>
              </p:cNvPr>
              <p:cNvSpPr/>
              <p:nvPr/>
            </p:nvSpPr>
            <p:spPr>
              <a:xfrm rot="21156387">
                <a:off x="1247789" y="1179662"/>
                <a:ext cx="664463" cy="267962"/>
              </a:xfrm>
              <a:custGeom>
                <a:avLst/>
                <a:gdLst>
                  <a:gd name="csX0" fmla="*/ 19234 w 664463"/>
                  <a:gd name="csY0" fmla="*/ 123825 h 267962"/>
                  <a:gd name="csX1" fmla="*/ 19234 w 664463"/>
                  <a:gd name="csY1" fmla="*/ 123825 h 267962"/>
                  <a:gd name="csX2" fmla="*/ 28759 w 664463"/>
                  <a:gd name="csY2" fmla="*/ 266700 h 267962"/>
                  <a:gd name="csX3" fmla="*/ 114484 w 664463"/>
                  <a:gd name="csY3" fmla="*/ 238125 h 267962"/>
                  <a:gd name="csX4" fmla="*/ 181159 w 664463"/>
                  <a:gd name="csY4" fmla="*/ 257175 h 267962"/>
                  <a:gd name="csX5" fmla="*/ 219259 w 664463"/>
                  <a:gd name="csY5" fmla="*/ 238125 h 267962"/>
                  <a:gd name="csX6" fmla="*/ 228784 w 664463"/>
                  <a:gd name="csY6" fmla="*/ 200025 h 267962"/>
                  <a:gd name="csX7" fmla="*/ 257359 w 664463"/>
                  <a:gd name="csY7" fmla="*/ 228600 h 267962"/>
                  <a:gd name="csX8" fmla="*/ 295459 w 664463"/>
                  <a:gd name="csY8" fmla="*/ 257175 h 267962"/>
                  <a:gd name="csX9" fmla="*/ 343084 w 664463"/>
                  <a:gd name="csY9" fmla="*/ 247650 h 267962"/>
                  <a:gd name="csX10" fmla="*/ 352609 w 664463"/>
                  <a:gd name="csY10" fmla="*/ 219075 h 267962"/>
                  <a:gd name="csX11" fmla="*/ 371659 w 664463"/>
                  <a:gd name="csY11" fmla="*/ 190500 h 267962"/>
                  <a:gd name="csX12" fmla="*/ 419284 w 664463"/>
                  <a:gd name="csY12" fmla="*/ 209550 h 267962"/>
                  <a:gd name="csX13" fmla="*/ 533584 w 664463"/>
                  <a:gd name="csY13" fmla="*/ 180975 h 267962"/>
                  <a:gd name="csX14" fmla="*/ 581209 w 664463"/>
                  <a:gd name="csY14" fmla="*/ 171450 h 267962"/>
                  <a:gd name="csX15" fmla="*/ 609784 w 664463"/>
                  <a:gd name="csY15" fmla="*/ 180975 h 267962"/>
                  <a:gd name="csX16" fmla="*/ 647884 w 664463"/>
                  <a:gd name="csY16" fmla="*/ 66675 h 267962"/>
                  <a:gd name="csX17" fmla="*/ 638359 w 664463"/>
                  <a:gd name="csY17" fmla="*/ 57150 h 267962"/>
                  <a:gd name="csX18" fmla="*/ 647884 w 664463"/>
                  <a:gd name="csY18" fmla="*/ 0 h 267962"/>
                  <a:gd name="csX19" fmla="*/ 647884 w 664463"/>
                  <a:gd name="csY19" fmla="*/ 28575 h 267962"/>
                  <a:gd name="csX20" fmla="*/ 19234 w 664463"/>
                  <a:gd name="csY20" fmla="*/ 123825 h 267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64463" h="267962">
                    <a:moveTo>
                      <a:pt x="19234" y="123825"/>
                    </a:moveTo>
                    <a:lnTo>
                      <a:pt x="19234" y="123825"/>
                    </a:lnTo>
                    <a:cubicBezTo>
                      <a:pt x="16661" y="135403"/>
                      <a:pt x="-28257" y="252446"/>
                      <a:pt x="28759" y="266700"/>
                    </a:cubicBezTo>
                    <a:cubicBezTo>
                      <a:pt x="57980" y="274005"/>
                      <a:pt x="85909" y="247650"/>
                      <a:pt x="114484" y="238125"/>
                    </a:cubicBezTo>
                    <a:cubicBezTo>
                      <a:pt x="125457" y="241783"/>
                      <a:pt x="172461" y="258262"/>
                      <a:pt x="181159" y="257175"/>
                    </a:cubicBezTo>
                    <a:cubicBezTo>
                      <a:pt x="195248" y="255414"/>
                      <a:pt x="206559" y="244475"/>
                      <a:pt x="219259" y="238125"/>
                    </a:cubicBezTo>
                    <a:cubicBezTo>
                      <a:pt x="222434" y="225425"/>
                      <a:pt x="216084" y="203200"/>
                      <a:pt x="228784" y="200025"/>
                    </a:cubicBezTo>
                    <a:cubicBezTo>
                      <a:pt x="241852" y="196758"/>
                      <a:pt x="247132" y="219834"/>
                      <a:pt x="257359" y="228600"/>
                    </a:cubicBezTo>
                    <a:cubicBezTo>
                      <a:pt x="269412" y="238931"/>
                      <a:pt x="282759" y="247650"/>
                      <a:pt x="295459" y="257175"/>
                    </a:cubicBezTo>
                    <a:cubicBezTo>
                      <a:pt x="311334" y="254000"/>
                      <a:pt x="329614" y="256630"/>
                      <a:pt x="343084" y="247650"/>
                    </a:cubicBezTo>
                    <a:cubicBezTo>
                      <a:pt x="351438" y="242081"/>
                      <a:pt x="348119" y="228055"/>
                      <a:pt x="352609" y="219075"/>
                    </a:cubicBezTo>
                    <a:cubicBezTo>
                      <a:pt x="357729" y="208836"/>
                      <a:pt x="365309" y="200025"/>
                      <a:pt x="371659" y="190500"/>
                    </a:cubicBezTo>
                    <a:cubicBezTo>
                      <a:pt x="387534" y="196850"/>
                      <a:pt x="402216" y="210554"/>
                      <a:pt x="419284" y="209550"/>
                    </a:cubicBezTo>
                    <a:cubicBezTo>
                      <a:pt x="458489" y="207244"/>
                      <a:pt x="495355" y="189970"/>
                      <a:pt x="533584" y="180975"/>
                    </a:cubicBezTo>
                    <a:cubicBezTo>
                      <a:pt x="549343" y="177267"/>
                      <a:pt x="565334" y="174625"/>
                      <a:pt x="581209" y="171450"/>
                    </a:cubicBezTo>
                    <a:cubicBezTo>
                      <a:pt x="590734" y="174625"/>
                      <a:pt x="599744" y="180975"/>
                      <a:pt x="609784" y="180975"/>
                    </a:cubicBezTo>
                    <a:cubicBezTo>
                      <a:pt x="690303" y="180975"/>
                      <a:pt x="662112" y="152042"/>
                      <a:pt x="647884" y="66675"/>
                    </a:cubicBezTo>
                    <a:cubicBezTo>
                      <a:pt x="647146" y="62246"/>
                      <a:pt x="641534" y="60325"/>
                      <a:pt x="638359" y="57150"/>
                    </a:cubicBezTo>
                    <a:lnTo>
                      <a:pt x="647884" y="0"/>
                    </a:lnTo>
                    <a:lnTo>
                      <a:pt x="647884" y="28575"/>
                    </a:lnTo>
                    <a:lnTo>
                      <a:pt x="19234" y="123825"/>
                    </a:lnTo>
                    <a:close/>
                  </a:path>
                </a:pathLst>
              </a:custGeom>
              <a:solidFill>
                <a:schemeClr val="bg1"/>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effectLst>
                    <a:outerShdw blurRad="50800" dist="38100" algn="l" rotWithShape="0">
                      <a:prstClr val="black">
                        <a:alpha val="40000"/>
                      </a:prstClr>
                    </a:outerShdw>
                  </a:effectLst>
                </a:endParaRPr>
              </a:p>
            </p:txBody>
          </p:sp>
          <p:sp>
            <p:nvSpPr>
              <p:cNvPr id="247" name="Freeform: Shape 246">
                <a:extLst>
                  <a:ext uri="{FF2B5EF4-FFF2-40B4-BE49-F238E27FC236}">
                    <a16:creationId xmlns:a16="http://schemas.microsoft.com/office/drawing/2014/main" id="{43657E22-5982-DC03-C9EB-CF4CB97F67B5}"/>
                  </a:ext>
                </a:extLst>
              </p:cNvPr>
              <p:cNvSpPr/>
              <p:nvPr/>
            </p:nvSpPr>
            <p:spPr>
              <a:xfrm>
                <a:off x="1247775" y="752475"/>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8" name="Freeform: Shape 247">
                <a:extLst>
                  <a:ext uri="{FF2B5EF4-FFF2-40B4-BE49-F238E27FC236}">
                    <a16:creationId xmlns:a16="http://schemas.microsoft.com/office/drawing/2014/main" id="{CBA1BD2C-E83B-DF17-33E5-A8828256821D}"/>
                  </a:ext>
                </a:extLst>
              </p:cNvPr>
              <p:cNvSpPr/>
              <p:nvPr/>
            </p:nvSpPr>
            <p:spPr>
              <a:xfrm>
                <a:off x="1332473" y="69393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9" name="Freeform: Shape 248">
                <a:extLst>
                  <a:ext uri="{FF2B5EF4-FFF2-40B4-BE49-F238E27FC236}">
                    <a16:creationId xmlns:a16="http://schemas.microsoft.com/office/drawing/2014/main" id="{823FF119-632C-5E59-DA7F-F12FEA6276E1}"/>
                  </a:ext>
                </a:extLst>
              </p:cNvPr>
              <p:cNvSpPr/>
              <p:nvPr/>
            </p:nvSpPr>
            <p:spPr>
              <a:xfrm>
                <a:off x="1410449" y="63724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13" name="Group 12">
              <a:extLst>
                <a:ext uri="{FF2B5EF4-FFF2-40B4-BE49-F238E27FC236}">
                  <a16:creationId xmlns:a16="http://schemas.microsoft.com/office/drawing/2014/main" id="{599AABEA-8F98-10BF-9CA2-0D79DB494841}"/>
                </a:ext>
              </a:extLst>
            </p:cNvPr>
            <p:cNvGrpSpPr/>
            <p:nvPr/>
          </p:nvGrpSpPr>
          <p:grpSpPr>
            <a:xfrm>
              <a:off x="9617753" y="586744"/>
              <a:ext cx="1919491" cy="1636994"/>
              <a:chOff x="409575" y="590378"/>
              <a:chExt cx="2428875" cy="1872378"/>
            </a:xfrm>
            <a:effectLst>
              <a:outerShdw blurRad="50800" dist="38100" dir="2700000" algn="tl" rotWithShape="0">
                <a:prstClr val="black">
                  <a:alpha val="40000"/>
                </a:prstClr>
              </a:outerShdw>
            </a:effectLst>
          </p:grpSpPr>
          <p:sp>
            <p:nvSpPr>
              <p:cNvPr id="107" name="Freeform: Shape 106">
                <a:extLst>
                  <a:ext uri="{FF2B5EF4-FFF2-40B4-BE49-F238E27FC236}">
                    <a16:creationId xmlns:a16="http://schemas.microsoft.com/office/drawing/2014/main" id="{B834CF66-3FD2-C9A9-5A42-856F965F4391}"/>
                  </a:ext>
                </a:extLst>
              </p:cNvPr>
              <p:cNvSpPr/>
              <p:nvPr/>
            </p:nvSpPr>
            <p:spPr>
              <a:xfrm>
                <a:off x="409575" y="904848"/>
                <a:ext cx="2428875" cy="1557908"/>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1" name="Freeform: Shape 110">
                <a:extLst>
                  <a:ext uri="{FF2B5EF4-FFF2-40B4-BE49-F238E27FC236}">
                    <a16:creationId xmlns:a16="http://schemas.microsoft.com/office/drawing/2014/main" id="{F248E8E6-C34F-0467-2C28-24F6F333626B}"/>
                  </a:ext>
                </a:extLst>
              </p:cNvPr>
              <p:cNvSpPr/>
              <p:nvPr/>
            </p:nvSpPr>
            <p:spPr>
              <a:xfrm>
                <a:off x="701721" y="1052736"/>
                <a:ext cx="1777608" cy="1257066"/>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2" name="Freeform: Shape 111">
                <a:extLst>
                  <a:ext uri="{FF2B5EF4-FFF2-40B4-BE49-F238E27FC236}">
                    <a16:creationId xmlns:a16="http://schemas.microsoft.com/office/drawing/2014/main" id="{BC9335BE-EDC2-4572-6026-2BF6C6A0A78F}"/>
                  </a:ext>
                </a:extLst>
              </p:cNvPr>
              <p:cNvSpPr/>
              <p:nvPr/>
            </p:nvSpPr>
            <p:spPr>
              <a:xfrm>
                <a:off x="709004" y="1028226"/>
                <a:ext cx="1643875" cy="1248475"/>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3" name="Freeform: Shape 112">
                <a:extLst>
                  <a:ext uri="{FF2B5EF4-FFF2-40B4-BE49-F238E27FC236}">
                    <a16:creationId xmlns:a16="http://schemas.microsoft.com/office/drawing/2014/main" id="{27386261-804D-2C85-D089-6AF085A2038E}"/>
                  </a:ext>
                </a:extLst>
              </p:cNvPr>
              <p:cNvSpPr/>
              <p:nvPr/>
            </p:nvSpPr>
            <p:spPr>
              <a:xfrm>
                <a:off x="768587" y="1130017"/>
                <a:ext cx="1524711" cy="1186259"/>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6" name="Freeform: Shape 115">
                <a:extLst>
                  <a:ext uri="{FF2B5EF4-FFF2-40B4-BE49-F238E27FC236}">
                    <a16:creationId xmlns:a16="http://schemas.microsoft.com/office/drawing/2014/main" id="{AFBE429D-CD31-3088-75C1-5C19600F86FE}"/>
                  </a:ext>
                </a:extLst>
              </p:cNvPr>
              <p:cNvSpPr/>
              <p:nvPr/>
            </p:nvSpPr>
            <p:spPr>
              <a:xfrm>
                <a:off x="898324" y="1074277"/>
                <a:ext cx="1491803" cy="115637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8" name="Freeform: Shape 117">
                <a:extLst>
                  <a:ext uri="{FF2B5EF4-FFF2-40B4-BE49-F238E27FC236}">
                    <a16:creationId xmlns:a16="http://schemas.microsoft.com/office/drawing/2014/main" id="{3DB3C572-9811-7384-F14D-9930BBC4D82F}"/>
                  </a:ext>
                </a:extLst>
              </p:cNvPr>
              <p:cNvSpPr/>
              <p:nvPr/>
            </p:nvSpPr>
            <p:spPr>
              <a:xfrm>
                <a:off x="1053340" y="1102608"/>
                <a:ext cx="1236253" cy="1015450"/>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0" name="Freeform: Shape 119">
                <a:extLst>
                  <a:ext uri="{FF2B5EF4-FFF2-40B4-BE49-F238E27FC236}">
                    <a16:creationId xmlns:a16="http://schemas.microsoft.com/office/drawing/2014/main" id="{886585FD-21AB-10EB-BFA7-CA93B593B5E0}"/>
                  </a:ext>
                </a:extLst>
              </p:cNvPr>
              <p:cNvSpPr/>
              <p:nvPr/>
            </p:nvSpPr>
            <p:spPr>
              <a:xfrm>
                <a:off x="1185092" y="1140294"/>
                <a:ext cx="1108424" cy="939863"/>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5" name="Freeform: Shape 184">
                <a:extLst>
                  <a:ext uri="{FF2B5EF4-FFF2-40B4-BE49-F238E27FC236}">
                    <a16:creationId xmlns:a16="http://schemas.microsoft.com/office/drawing/2014/main" id="{8E503EBA-5E4B-E602-9D27-1CE0E7198AE9}"/>
                  </a:ext>
                </a:extLst>
              </p:cNvPr>
              <p:cNvSpPr/>
              <p:nvPr/>
            </p:nvSpPr>
            <p:spPr>
              <a:xfrm>
                <a:off x="742250" y="733425"/>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7" name="Freeform: Shape 186">
                <a:extLst>
                  <a:ext uri="{FF2B5EF4-FFF2-40B4-BE49-F238E27FC236}">
                    <a16:creationId xmlns:a16="http://schemas.microsoft.com/office/drawing/2014/main" id="{4CD640A8-5BD1-8FEA-17BD-041C92CC97A2}"/>
                  </a:ext>
                </a:extLst>
              </p:cNvPr>
              <p:cNvSpPr/>
              <p:nvPr/>
            </p:nvSpPr>
            <p:spPr>
              <a:xfrm>
                <a:off x="835265" y="789721"/>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9" name="Freeform: Shape 188">
                <a:extLst>
                  <a:ext uri="{FF2B5EF4-FFF2-40B4-BE49-F238E27FC236}">
                    <a16:creationId xmlns:a16="http://schemas.microsoft.com/office/drawing/2014/main" id="{96650E1D-6E1D-02BB-6FB9-4675C68BB339}"/>
                  </a:ext>
                </a:extLst>
              </p:cNvPr>
              <p:cNvSpPr/>
              <p:nvPr/>
            </p:nvSpPr>
            <p:spPr>
              <a:xfrm>
                <a:off x="694219" y="78056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1" name="Freeform: Shape 190">
                <a:extLst>
                  <a:ext uri="{FF2B5EF4-FFF2-40B4-BE49-F238E27FC236}">
                    <a16:creationId xmlns:a16="http://schemas.microsoft.com/office/drawing/2014/main" id="{4275197B-7BBA-7427-A845-A3F86210ED3A}"/>
                  </a:ext>
                </a:extLst>
              </p:cNvPr>
              <p:cNvSpPr/>
              <p:nvPr/>
            </p:nvSpPr>
            <p:spPr>
              <a:xfrm>
                <a:off x="1232009" y="667432"/>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3" name="Freeform: Shape 192">
                <a:extLst>
                  <a:ext uri="{FF2B5EF4-FFF2-40B4-BE49-F238E27FC236}">
                    <a16:creationId xmlns:a16="http://schemas.microsoft.com/office/drawing/2014/main" id="{F161EA90-DF9A-1047-DAEE-503877B891FD}"/>
                  </a:ext>
                </a:extLst>
              </p:cNvPr>
              <p:cNvSpPr/>
              <p:nvPr/>
            </p:nvSpPr>
            <p:spPr>
              <a:xfrm>
                <a:off x="1140579" y="590378"/>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5" name="Freeform: Shape 194">
                <a:extLst>
                  <a:ext uri="{FF2B5EF4-FFF2-40B4-BE49-F238E27FC236}">
                    <a16:creationId xmlns:a16="http://schemas.microsoft.com/office/drawing/2014/main" id="{D0D58834-CD3B-750F-E569-2A43ABCC2589}"/>
                  </a:ext>
                </a:extLst>
              </p:cNvPr>
              <p:cNvSpPr/>
              <p:nvPr/>
            </p:nvSpPr>
            <p:spPr>
              <a:xfrm>
                <a:off x="1521264" y="67674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7" name="Freeform: Shape 196">
                <a:extLst>
                  <a:ext uri="{FF2B5EF4-FFF2-40B4-BE49-F238E27FC236}">
                    <a16:creationId xmlns:a16="http://schemas.microsoft.com/office/drawing/2014/main" id="{EDAE0220-54B7-DF56-16CE-FEE1E91776AB}"/>
                  </a:ext>
                </a:extLst>
              </p:cNvPr>
              <p:cNvSpPr/>
              <p:nvPr/>
            </p:nvSpPr>
            <p:spPr>
              <a:xfrm>
                <a:off x="768148" y="777904"/>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9" name="Freeform: Shape 198">
                <a:extLst>
                  <a:ext uri="{FF2B5EF4-FFF2-40B4-BE49-F238E27FC236}">
                    <a16:creationId xmlns:a16="http://schemas.microsoft.com/office/drawing/2014/main" id="{9F66BAFD-990B-62E9-BDBD-BB89C384CE84}"/>
                  </a:ext>
                </a:extLst>
              </p:cNvPr>
              <p:cNvSpPr/>
              <p:nvPr/>
            </p:nvSpPr>
            <p:spPr>
              <a:xfrm rot="21052740">
                <a:off x="1104125" y="590378"/>
                <a:ext cx="695325" cy="773288"/>
              </a:xfrm>
              <a:custGeom>
                <a:avLst/>
                <a:gdLst>
                  <a:gd name="csX0" fmla="*/ 0 w 695325"/>
                  <a:gd name="csY0" fmla="*/ 85725 h 773288"/>
                  <a:gd name="csX1" fmla="*/ 0 w 695325"/>
                  <a:gd name="csY1" fmla="*/ 85725 h 773288"/>
                  <a:gd name="csX2" fmla="*/ 85725 w 695325"/>
                  <a:gd name="csY2" fmla="*/ 161925 h 773288"/>
                  <a:gd name="csX3" fmla="*/ 114300 w 695325"/>
                  <a:gd name="csY3" fmla="*/ 190500 h 773288"/>
                  <a:gd name="csX4" fmla="*/ 161925 w 695325"/>
                  <a:gd name="csY4" fmla="*/ 314325 h 773288"/>
                  <a:gd name="csX5" fmla="*/ 152400 w 695325"/>
                  <a:gd name="csY5" fmla="*/ 542925 h 773288"/>
                  <a:gd name="csX6" fmla="*/ 104775 w 695325"/>
                  <a:gd name="csY6" fmla="*/ 628650 h 773288"/>
                  <a:gd name="csX7" fmla="*/ 95250 w 695325"/>
                  <a:gd name="csY7" fmla="*/ 657225 h 773288"/>
                  <a:gd name="csX8" fmla="*/ 142875 w 695325"/>
                  <a:gd name="csY8" fmla="*/ 733425 h 773288"/>
                  <a:gd name="csX9" fmla="*/ 171450 w 695325"/>
                  <a:gd name="csY9" fmla="*/ 742950 h 773288"/>
                  <a:gd name="csX10" fmla="*/ 228600 w 695325"/>
                  <a:gd name="csY10" fmla="*/ 771525 h 773288"/>
                  <a:gd name="csX11" fmla="*/ 276225 w 695325"/>
                  <a:gd name="csY11" fmla="*/ 762000 h 773288"/>
                  <a:gd name="csX12" fmla="*/ 333375 w 695325"/>
                  <a:gd name="csY12" fmla="*/ 742950 h 773288"/>
                  <a:gd name="csX13" fmla="*/ 409575 w 695325"/>
                  <a:gd name="csY13" fmla="*/ 714375 h 773288"/>
                  <a:gd name="csX14" fmla="*/ 419100 w 695325"/>
                  <a:gd name="csY14" fmla="*/ 676275 h 773288"/>
                  <a:gd name="csX15" fmla="*/ 457200 w 695325"/>
                  <a:gd name="csY15" fmla="*/ 685800 h 773288"/>
                  <a:gd name="csX16" fmla="*/ 504825 w 695325"/>
                  <a:gd name="csY16" fmla="*/ 695325 h 773288"/>
                  <a:gd name="csX17" fmla="*/ 514350 w 695325"/>
                  <a:gd name="csY17" fmla="*/ 666750 h 773288"/>
                  <a:gd name="csX18" fmla="*/ 552450 w 695325"/>
                  <a:gd name="csY18" fmla="*/ 704850 h 773288"/>
                  <a:gd name="csX19" fmla="*/ 581025 w 695325"/>
                  <a:gd name="csY19" fmla="*/ 723900 h 773288"/>
                  <a:gd name="csX20" fmla="*/ 647700 w 695325"/>
                  <a:gd name="csY20" fmla="*/ 714375 h 773288"/>
                  <a:gd name="csX21" fmla="*/ 657225 w 695325"/>
                  <a:gd name="csY21" fmla="*/ 666750 h 773288"/>
                  <a:gd name="csX22" fmla="*/ 695325 w 695325"/>
                  <a:gd name="csY22" fmla="*/ 590550 h 773288"/>
                  <a:gd name="csX23" fmla="*/ 628650 w 695325"/>
                  <a:gd name="csY23" fmla="*/ 485775 h 773288"/>
                  <a:gd name="csX24" fmla="*/ 600075 w 695325"/>
                  <a:gd name="csY24" fmla="*/ 457200 h 773288"/>
                  <a:gd name="csX25" fmla="*/ 571500 w 695325"/>
                  <a:gd name="csY25" fmla="*/ 428625 h 773288"/>
                  <a:gd name="csX26" fmla="*/ 552450 w 695325"/>
                  <a:gd name="csY26" fmla="*/ 371475 h 773288"/>
                  <a:gd name="csX27" fmla="*/ 523875 w 695325"/>
                  <a:gd name="csY27" fmla="*/ 333375 h 773288"/>
                  <a:gd name="csX28" fmla="*/ 495300 w 695325"/>
                  <a:gd name="csY28" fmla="*/ 95250 h 773288"/>
                  <a:gd name="csX29" fmla="*/ 485775 w 695325"/>
                  <a:gd name="csY29" fmla="*/ 47625 h 773288"/>
                  <a:gd name="csX30" fmla="*/ 457200 w 695325"/>
                  <a:gd name="csY30" fmla="*/ 19050 h 773288"/>
                  <a:gd name="csX31" fmla="*/ 381000 w 695325"/>
                  <a:gd name="csY31" fmla="*/ 0 h 773288"/>
                  <a:gd name="csX32" fmla="*/ 161925 w 695325"/>
                  <a:gd name="csY32" fmla="*/ 19050 h 773288"/>
                  <a:gd name="csX33" fmla="*/ 133350 w 695325"/>
                  <a:gd name="csY33" fmla="*/ 28575 h 773288"/>
                  <a:gd name="csX34" fmla="*/ 76200 w 695325"/>
                  <a:gd name="csY34" fmla="*/ 66675 h 773288"/>
                  <a:gd name="csX35" fmla="*/ 0 w 695325"/>
                  <a:gd name="csY35" fmla="*/ 85725 h 773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695325" h="773288">
                    <a:moveTo>
                      <a:pt x="0" y="85725"/>
                    </a:moveTo>
                    <a:lnTo>
                      <a:pt x="0" y="85725"/>
                    </a:lnTo>
                    <a:cubicBezTo>
                      <a:pt x="28575" y="111125"/>
                      <a:pt x="57542" y="136091"/>
                      <a:pt x="85725" y="161925"/>
                    </a:cubicBezTo>
                    <a:cubicBezTo>
                      <a:pt x="95655" y="171027"/>
                      <a:pt x="107914" y="178640"/>
                      <a:pt x="114300" y="190500"/>
                    </a:cubicBezTo>
                    <a:cubicBezTo>
                      <a:pt x="132600" y="224486"/>
                      <a:pt x="148495" y="274034"/>
                      <a:pt x="161925" y="314325"/>
                    </a:cubicBezTo>
                    <a:cubicBezTo>
                      <a:pt x="158750" y="390525"/>
                      <a:pt x="158034" y="466867"/>
                      <a:pt x="152400" y="542925"/>
                    </a:cubicBezTo>
                    <a:cubicBezTo>
                      <a:pt x="149664" y="579858"/>
                      <a:pt x="116452" y="593618"/>
                      <a:pt x="104775" y="628650"/>
                    </a:cubicBezTo>
                    <a:lnTo>
                      <a:pt x="95250" y="657225"/>
                    </a:lnTo>
                    <a:cubicBezTo>
                      <a:pt x="112625" y="709349"/>
                      <a:pt x="100611" y="712293"/>
                      <a:pt x="142875" y="733425"/>
                    </a:cubicBezTo>
                    <a:cubicBezTo>
                      <a:pt x="151855" y="737915"/>
                      <a:pt x="161925" y="739775"/>
                      <a:pt x="171450" y="742950"/>
                    </a:cubicBezTo>
                    <a:cubicBezTo>
                      <a:pt x="276497" y="716688"/>
                      <a:pt x="146022" y="736135"/>
                      <a:pt x="228600" y="771525"/>
                    </a:cubicBezTo>
                    <a:cubicBezTo>
                      <a:pt x="243480" y="777902"/>
                      <a:pt x="260350" y="765175"/>
                      <a:pt x="276225" y="762000"/>
                    </a:cubicBezTo>
                    <a:cubicBezTo>
                      <a:pt x="346089" y="645560"/>
                      <a:pt x="266710" y="742950"/>
                      <a:pt x="333375" y="742950"/>
                    </a:cubicBezTo>
                    <a:cubicBezTo>
                      <a:pt x="360502" y="742950"/>
                      <a:pt x="384175" y="723900"/>
                      <a:pt x="409575" y="714375"/>
                    </a:cubicBezTo>
                    <a:cubicBezTo>
                      <a:pt x="412750" y="701675"/>
                      <a:pt x="407875" y="683010"/>
                      <a:pt x="419100" y="676275"/>
                    </a:cubicBezTo>
                    <a:cubicBezTo>
                      <a:pt x="430325" y="669540"/>
                      <a:pt x="444421" y="682960"/>
                      <a:pt x="457200" y="685800"/>
                    </a:cubicBezTo>
                    <a:cubicBezTo>
                      <a:pt x="473004" y="689312"/>
                      <a:pt x="488950" y="692150"/>
                      <a:pt x="504825" y="695325"/>
                    </a:cubicBezTo>
                    <a:cubicBezTo>
                      <a:pt x="508000" y="685800"/>
                      <a:pt x="504505" y="664781"/>
                      <a:pt x="514350" y="666750"/>
                    </a:cubicBezTo>
                    <a:cubicBezTo>
                      <a:pt x="531962" y="670272"/>
                      <a:pt x="538813" y="693161"/>
                      <a:pt x="552450" y="704850"/>
                    </a:cubicBezTo>
                    <a:cubicBezTo>
                      <a:pt x="561142" y="712300"/>
                      <a:pt x="571500" y="717550"/>
                      <a:pt x="581025" y="723900"/>
                    </a:cubicBezTo>
                    <a:cubicBezTo>
                      <a:pt x="603250" y="720725"/>
                      <a:pt x="629739" y="727845"/>
                      <a:pt x="647700" y="714375"/>
                    </a:cubicBezTo>
                    <a:cubicBezTo>
                      <a:pt x="660652" y="704661"/>
                      <a:pt x="653713" y="682554"/>
                      <a:pt x="657225" y="666750"/>
                    </a:cubicBezTo>
                    <a:cubicBezTo>
                      <a:pt x="668488" y="616065"/>
                      <a:pt x="661457" y="635708"/>
                      <a:pt x="695325" y="590550"/>
                    </a:cubicBezTo>
                    <a:cubicBezTo>
                      <a:pt x="680516" y="516507"/>
                      <a:pt x="697248" y="554373"/>
                      <a:pt x="628650" y="485775"/>
                    </a:cubicBezTo>
                    <a:lnTo>
                      <a:pt x="600075" y="457200"/>
                    </a:lnTo>
                    <a:lnTo>
                      <a:pt x="571500" y="428625"/>
                    </a:lnTo>
                    <a:cubicBezTo>
                      <a:pt x="565150" y="409575"/>
                      <a:pt x="561430" y="389436"/>
                      <a:pt x="552450" y="371475"/>
                    </a:cubicBezTo>
                    <a:cubicBezTo>
                      <a:pt x="545350" y="357276"/>
                      <a:pt x="527091" y="348921"/>
                      <a:pt x="523875" y="333375"/>
                    </a:cubicBezTo>
                    <a:cubicBezTo>
                      <a:pt x="507678" y="255089"/>
                      <a:pt x="510978" y="173642"/>
                      <a:pt x="495300" y="95250"/>
                    </a:cubicBezTo>
                    <a:cubicBezTo>
                      <a:pt x="492125" y="79375"/>
                      <a:pt x="493015" y="62105"/>
                      <a:pt x="485775" y="47625"/>
                    </a:cubicBezTo>
                    <a:cubicBezTo>
                      <a:pt x="479751" y="35577"/>
                      <a:pt x="469463" y="24624"/>
                      <a:pt x="457200" y="19050"/>
                    </a:cubicBezTo>
                    <a:cubicBezTo>
                      <a:pt x="433365" y="8216"/>
                      <a:pt x="381000" y="0"/>
                      <a:pt x="381000" y="0"/>
                    </a:cubicBezTo>
                    <a:cubicBezTo>
                      <a:pt x="287710" y="5183"/>
                      <a:pt x="238998" y="-218"/>
                      <a:pt x="161925" y="19050"/>
                    </a:cubicBezTo>
                    <a:cubicBezTo>
                      <a:pt x="152185" y="21485"/>
                      <a:pt x="142127" y="23699"/>
                      <a:pt x="133350" y="28575"/>
                    </a:cubicBezTo>
                    <a:cubicBezTo>
                      <a:pt x="113336" y="39694"/>
                      <a:pt x="97920" y="59435"/>
                      <a:pt x="76200" y="66675"/>
                    </a:cubicBezTo>
                    <a:lnTo>
                      <a:pt x="0" y="85725"/>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2" name="Freeform: Shape 201">
                <a:extLst>
                  <a:ext uri="{FF2B5EF4-FFF2-40B4-BE49-F238E27FC236}">
                    <a16:creationId xmlns:a16="http://schemas.microsoft.com/office/drawing/2014/main" id="{23FE593E-B0E5-CF6C-1172-54E93BAED245}"/>
                  </a:ext>
                </a:extLst>
              </p:cNvPr>
              <p:cNvSpPr/>
              <p:nvPr/>
            </p:nvSpPr>
            <p:spPr>
              <a:xfrm>
                <a:off x="1344443" y="1294044"/>
                <a:ext cx="519185" cy="57476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4" name="Freeform: Shape 203">
                <a:extLst>
                  <a:ext uri="{FF2B5EF4-FFF2-40B4-BE49-F238E27FC236}">
                    <a16:creationId xmlns:a16="http://schemas.microsoft.com/office/drawing/2014/main" id="{C697EB17-7769-5B7F-212C-8E6710E6F0F0}"/>
                  </a:ext>
                </a:extLst>
              </p:cNvPr>
              <p:cNvSpPr/>
              <p:nvPr/>
            </p:nvSpPr>
            <p:spPr>
              <a:xfrm rot="21156387">
                <a:off x="1247789" y="1179662"/>
                <a:ext cx="664463" cy="267962"/>
              </a:xfrm>
              <a:custGeom>
                <a:avLst/>
                <a:gdLst>
                  <a:gd name="csX0" fmla="*/ 19234 w 664463"/>
                  <a:gd name="csY0" fmla="*/ 123825 h 267962"/>
                  <a:gd name="csX1" fmla="*/ 19234 w 664463"/>
                  <a:gd name="csY1" fmla="*/ 123825 h 267962"/>
                  <a:gd name="csX2" fmla="*/ 28759 w 664463"/>
                  <a:gd name="csY2" fmla="*/ 266700 h 267962"/>
                  <a:gd name="csX3" fmla="*/ 114484 w 664463"/>
                  <a:gd name="csY3" fmla="*/ 238125 h 267962"/>
                  <a:gd name="csX4" fmla="*/ 181159 w 664463"/>
                  <a:gd name="csY4" fmla="*/ 257175 h 267962"/>
                  <a:gd name="csX5" fmla="*/ 219259 w 664463"/>
                  <a:gd name="csY5" fmla="*/ 238125 h 267962"/>
                  <a:gd name="csX6" fmla="*/ 228784 w 664463"/>
                  <a:gd name="csY6" fmla="*/ 200025 h 267962"/>
                  <a:gd name="csX7" fmla="*/ 257359 w 664463"/>
                  <a:gd name="csY7" fmla="*/ 228600 h 267962"/>
                  <a:gd name="csX8" fmla="*/ 295459 w 664463"/>
                  <a:gd name="csY8" fmla="*/ 257175 h 267962"/>
                  <a:gd name="csX9" fmla="*/ 343084 w 664463"/>
                  <a:gd name="csY9" fmla="*/ 247650 h 267962"/>
                  <a:gd name="csX10" fmla="*/ 352609 w 664463"/>
                  <a:gd name="csY10" fmla="*/ 219075 h 267962"/>
                  <a:gd name="csX11" fmla="*/ 371659 w 664463"/>
                  <a:gd name="csY11" fmla="*/ 190500 h 267962"/>
                  <a:gd name="csX12" fmla="*/ 419284 w 664463"/>
                  <a:gd name="csY12" fmla="*/ 209550 h 267962"/>
                  <a:gd name="csX13" fmla="*/ 533584 w 664463"/>
                  <a:gd name="csY13" fmla="*/ 180975 h 267962"/>
                  <a:gd name="csX14" fmla="*/ 581209 w 664463"/>
                  <a:gd name="csY14" fmla="*/ 171450 h 267962"/>
                  <a:gd name="csX15" fmla="*/ 609784 w 664463"/>
                  <a:gd name="csY15" fmla="*/ 180975 h 267962"/>
                  <a:gd name="csX16" fmla="*/ 647884 w 664463"/>
                  <a:gd name="csY16" fmla="*/ 66675 h 267962"/>
                  <a:gd name="csX17" fmla="*/ 638359 w 664463"/>
                  <a:gd name="csY17" fmla="*/ 57150 h 267962"/>
                  <a:gd name="csX18" fmla="*/ 647884 w 664463"/>
                  <a:gd name="csY18" fmla="*/ 0 h 267962"/>
                  <a:gd name="csX19" fmla="*/ 647884 w 664463"/>
                  <a:gd name="csY19" fmla="*/ 28575 h 267962"/>
                  <a:gd name="csX20" fmla="*/ 19234 w 664463"/>
                  <a:gd name="csY20" fmla="*/ 123825 h 267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64463" h="267962">
                    <a:moveTo>
                      <a:pt x="19234" y="123825"/>
                    </a:moveTo>
                    <a:lnTo>
                      <a:pt x="19234" y="123825"/>
                    </a:lnTo>
                    <a:cubicBezTo>
                      <a:pt x="16661" y="135403"/>
                      <a:pt x="-28257" y="252446"/>
                      <a:pt x="28759" y="266700"/>
                    </a:cubicBezTo>
                    <a:cubicBezTo>
                      <a:pt x="57980" y="274005"/>
                      <a:pt x="85909" y="247650"/>
                      <a:pt x="114484" y="238125"/>
                    </a:cubicBezTo>
                    <a:cubicBezTo>
                      <a:pt x="125457" y="241783"/>
                      <a:pt x="172461" y="258262"/>
                      <a:pt x="181159" y="257175"/>
                    </a:cubicBezTo>
                    <a:cubicBezTo>
                      <a:pt x="195248" y="255414"/>
                      <a:pt x="206559" y="244475"/>
                      <a:pt x="219259" y="238125"/>
                    </a:cubicBezTo>
                    <a:cubicBezTo>
                      <a:pt x="222434" y="225425"/>
                      <a:pt x="216084" y="203200"/>
                      <a:pt x="228784" y="200025"/>
                    </a:cubicBezTo>
                    <a:cubicBezTo>
                      <a:pt x="241852" y="196758"/>
                      <a:pt x="247132" y="219834"/>
                      <a:pt x="257359" y="228600"/>
                    </a:cubicBezTo>
                    <a:cubicBezTo>
                      <a:pt x="269412" y="238931"/>
                      <a:pt x="282759" y="247650"/>
                      <a:pt x="295459" y="257175"/>
                    </a:cubicBezTo>
                    <a:cubicBezTo>
                      <a:pt x="311334" y="254000"/>
                      <a:pt x="329614" y="256630"/>
                      <a:pt x="343084" y="247650"/>
                    </a:cubicBezTo>
                    <a:cubicBezTo>
                      <a:pt x="351438" y="242081"/>
                      <a:pt x="348119" y="228055"/>
                      <a:pt x="352609" y="219075"/>
                    </a:cubicBezTo>
                    <a:cubicBezTo>
                      <a:pt x="357729" y="208836"/>
                      <a:pt x="365309" y="200025"/>
                      <a:pt x="371659" y="190500"/>
                    </a:cubicBezTo>
                    <a:cubicBezTo>
                      <a:pt x="387534" y="196850"/>
                      <a:pt x="402216" y="210554"/>
                      <a:pt x="419284" y="209550"/>
                    </a:cubicBezTo>
                    <a:cubicBezTo>
                      <a:pt x="458489" y="207244"/>
                      <a:pt x="495355" y="189970"/>
                      <a:pt x="533584" y="180975"/>
                    </a:cubicBezTo>
                    <a:cubicBezTo>
                      <a:pt x="549343" y="177267"/>
                      <a:pt x="565334" y="174625"/>
                      <a:pt x="581209" y="171450"/>
                    </a:cubicBezTo>
                    <a:cubicBezTo>
                      <a:pt x="590734" y="174625"/>
                      <a:pt x="599744" y="180975"/>
                      <a:pt x="609784" y="180975"/>
                    </a:cubicBezTo>
                    <a:cubicBezTo>
                      <a:pt x="690303" y="180975"/>
                      <a:pt x="662112" y="152042"/>
                      <a:pt x="647884" y="66675"/>
                    </a:cubicBezTo>
                    <a:cubicBezTo>
                      <a:pt x="647146" y="62246"/>
                      <a:pt x="641534" y="60325"/>
                      <a:pt x="638359" y="57150"/>
                    </a:cubicBezTo>
                    <a:lnTo>
                      <a:pt x="647884" y="0"/>
                    </a:lnTo>
                    <a:lnTo>
                      <a:pt x="647884" y="28575"/>
                    </a:lnTo>
                    <a:lnTo>
                      <a:pt x="19234" y="123825"/>
                    </a:lnTo>
                    <a:close/>
                  </a:path>
                </a:pathLst>
              </a:custGeom>
              <a:solidFill>
                <a:schemeClr val="bg1"/>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effectLst>
                    <a:outerShdw blurRad="50800" dist="38100" algn="l" rotWithShape="0">
                      <a:prstClr val="black">
                        <a:alpha val="40000"/>
                      </a:prstClr>
                    </a:outerShdw>
                  </a:effectLst>
                </a:endParaRPr>
              </a:p>
            </p:txBody>
          </p:sp>
          <p:sp>
            <p:nvSpPr>
              <p:cNvPr id="205" name="Freeform: Shape 204">
                <a:extLst>
                  <a:ext uri="{FF2B5EF4-FFF2-40B4-BE49-F238E27FC236}">
                    <a16:creationId xmlns:a16="http://schemas.microsoft.com/office/drawing/2014/main" id="{C2A654C9-5041-ED68-31D7-D7B74EFAA6E5}"/>
                  </a:ext>
                </a:extLst>
              </p:cNvPr>
              <p:cNvSpPr/>
              <p:nvPr/>
            </p:nvSpPr>
            <p:spPr>
              <a:xfrm>
                <a:off x="1247775" y="752475"/>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6" name="Freeform: Shape 205">
                <a:extLst>
                  <a:ext uri="{FF2B5EF4-FFF2-40B4-BE49-F238E27FC236}">
                    <a16:creationId xmlns:a16="http://schemas.microsoft.com/office/drawing/2014/main" id="{D1186208-7149-27C6-3D75-4CBDAE57B4DB}"/>
                  </a:ext>
                </a:extLst>
              </p:cNvPr>
              <p:cNvSpPr/>
              <p:nvPr/>
            </p:nvSpPr>
            <p:spPr>
              <a:xfrm>
                <a:off x="1332473" y="69393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7" name="Freeform: Shape 206">
                <a:extLst>
                  <a:ext uri="{FF2B5EF4-FFF2-40B4-BE49-F238E27FC236}">
                    <a16:creationId xmlns:a16="http://schemas.microsoft.com/office/drawing/2014/main" id="{C1840071-835F-92DD-5C3C-6FA48DDEB88B}"/>
                  </a:ext>
                </a:extLst>
              </p:cNvPr>
              <p:cNvSpPr/>
              <p:nvPr/>
            </p:nvSpPr>
            <p:spPr>
              <a:xfrm>
                <a:off x="1410449" y="63724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15" name="Group 14">
              <a:extLst>
                <a:ext uri="{FF2B5EF4-FFF2-40B4-BE49-F238E27FC236}">
                  <a16:creationId xmlns:a16="http://schemas.microsoft.com/office/drawing/2014/main" id="{96BA7CF4-00E0-18BE-70DD-F9CCBE1CA45F}"/>
                </a:ext>
              </a:extLst>
            </p:cNvPr>
            <p:cNvGrpSpPr/>
            <p:nvPr/>
          </p:nvGrpSpPr>
          <p:grpSpPr>
            <a:xfrm>
              <a:off x="332209" y="3280483"/>
              <a:ext cx="2428875" cy="1872378"/>
              <a:chOff x="409575" y="590378"/>
              <a:chExt cx="2428875" cy="1872378"/>
            </a:xfrm>
            <a:effectLst>
              <a:outerShdw blurRad="50800" dist="38100" dir="2700000" algn="tl" rotWithShape="0">
                <a:prstClr val="black">
                  <a:alpha val="40000"/>
                </a:prstClr>
              </a:outerShdw>
            </a:effectLst>
          </p:grpSpPr>
          <p:sp>
            <p:nvSpPr>
              <p:cNvPr id="74" name="Freeform: Shape 73">
                <a:extLst>
                  <a:ext uri="{FF2B5EF4-FFF2-40B4-BE49-F238E27FC236}">
                    <a16:creationId xmlns:a16="http://schemas.microsoft.com/office/drawing/2014/main" id="{F6537ED2-F0D1-7B5B-DDB0-58A261E9F170}"/>
                  </a:ext>
                </a:extLst>
              </p:cNvPr>
              <p:cNvSpPr/>
              <p:nvPr/>
            </p:nvSpPr>
            <p:spPr>
              <a:xfrm>
                <a:off x="409575" y="904848"/>
                <a:ext cx="2428875" cy="1557908"/>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5" name="Freeform: Shape 74">
                <a:extLst>
                  <a:ext uri="{FF2B5EF4-FFF2-40B4-BE49-F238E27FC236}">
                    <a16:creationId xmlns:a16="http://schemas.microsoft.com/office/drawing/2014/main" id="{905B9FF3-2DAA-2D3E-B360-00AD4FF162EB}"/>
                  </a:ext>
                </a:extLst>
              </p:cNvPr>
              <p:cNvSpPr/>
              <p:nvPr/>
            </p:nvSpPr>
            <p:spPr>
              <a:xfrm>
                <a:off x="701721" y="1052736"/>
                <a:ext cx="1777608" cy="1257066"/>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6" name="Freeform: Shape 75">
                <a:extLst>
                  <a:ext uri="{FF2B5EF4-FFF2-40B4-BE49-F238E27FC236}">
                    <a16:creationId xmlns:a16="http://schemas.microsoft.com/office/drawing/2014/main" id="{2B5E1770-5F2E-7261-1206-FFF9462B8EC5}"/>
                  </a:ext>
                </a:extLst>
              </p:cNvPr>
              <p:cNvSpPr/>
              <p:nvPr/>
            </p:nvSpPr>
            <p:spPr>
              <a:xfrm>
                <a:off x="709004" y="1028226"/>
                <a:ext cx="1643875" cy="1248475"/>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7" name="Freeform: Shape 76">
                <a:extLst>
                  <a:ext uri="{FF2B5EF4-FFF2-40B4-BE49-F238E27FC236}">
                    <a16:creationId xmlns:a16="http://schemas.microsoft.com/office/drawing/2014/main" id="{0698F153-72C2-3705-DDF2-287C48F07E7A}"/>
                  </a:ext>
                </a:extLst>
              </p:cNvPr>
              <p:cNvSpPr/>
              <p:nvPr/>
            </p:nvSpPr>
            <p:spPr>
              <a:xfrm>
                <a:off x="768587" y="1130017"/>
                <a:ext cx="1524711" cy="1186259"/>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8" name="Freeform: Shape 77">
                <a:extLst>
                  <a:ext uri="{FF2B5EF4-FFF2-40B4-BE49-F238E27FC236}">
                    <a16:creationId xmlns:a16="http://schemas.microsoft.com/office/drawing/2014/main" id="{A5C2AE26-EECB-4064-C9FD-CCB9CE4B0801}"/>
                  </a:ext>
                </a:extLst>
              </p:cNvPr>
              <p:cNvSpPr/>
              <p:nvPr/>
            </p:nvSpPr>
            <p:spPr>
              <a:xfrm>
                <a:off x="898324" y="1074277"/>
                <a:ext cx="1491803" cy="115637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9" name="Freeform: Shape 78">
                <a:extLst>
                  <a:ext uri="{FF2B5EF4-FFF2-40B4-BE49-F238E27FC236}">
                    <a16:creationId xmlns:a16="http://schemas.microsoft.com/office/drawing/2014/main" id="{3EFC032C-5530-EB2A-2300-9D69197C8433}"/>
                  </a:ext>
                </a:extLst>
              </p:cNvPr>
              <p:cNvSpPr/>
              <p:nvPr/>
            </p:nvSpPr>
            <p:spPr>
              <a:xfrm>
                <a:off x="1053340" y="1102608"/>
                <a:ext cx="1236253" cy="1015450"/>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0" name="Freeform: Shape 79">
                <a:extLst>
                  <a:ext uri="{FF2B5EF4-FFF2-40B4-BE49-F238E27FC236}">
                    <a16:creationId xmlns:a16="http://schemas.microsoft.com/office/drawing/2014/main" id="{1E6A5567-1B86-0627-B55A-0107A20969CC}"/>
                  </a:ext>
                </a:extLst>
              </p:cNvPr>
              <p:cNvSpPr/>
              <p:nvPr/>
            </p:nvSpPr>
            <p:spPr>
              <a:xfrm>
                <a:off x="1185092" y="1140294"/>
                <a:ext cx="1108424" cy="939863"/>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1" name="Freeform: Shape 80">
                <a:extLst>
                  <a:ext uri="{FF2B5EF4-FFF2-40B4-BE49-F238E27FC236}">
                    <a16:creationId xmlns:a16="http://schemas.microsoft.com/office/drawing/2014/main" id="{0E0E151D-1B30-43B5-4961-8656F1B1689E}"/>
                  </a:ext>
                </a:extLst>
              </p:cNvPr>
              <p:cNvSpPr/>
              <p:nvPr/>
            </p:nvSpPr>
            <p:spPr>
              <a:xfrm>
                <a:off x="742250" y="733425"/>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3" name="Freeform: Shape 82">
                <a:extLst>
                  <a:ext uri="{FF2B5EF4-FFF2-40B4-BE49-F238E27FC236}">
                    <a16:creationId xmlns:a16="http://schemas.microsoft.com/office/drawing/2014/main" id="{F634B397-7A99-B4FF-CD5D-88CCC8F64A38}"/>
                  </a:ext>
                </a:extLst>
              </p:cNvPr>
              <p:cNvSpPr/>
              <p:nvPr/>
            </p:nvSpPr>
            <p:spPr>
              <a:xfrm>
                <a:off x="835265" y="789721"/>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5" name="Freeform: Shape 84">
                <a:extLst>
                  <a:ext uri="{FF2B5EF4-FFF2-40B4-BE49-F238E27FC236}">
                    <a16:creationId xmlns:a16="http://schemas.microsoft.com/office/drawing/2014/main" id="{0CDEB975-8E65-1214-8F18-178E046AB030}"/>
                  </a:ext>
                </a:extLst>
              </p:cNvPr>
              <p:cNvSpPr/>
              <p:nvPr/>
            </p:nvSpPr>
            <p:spPr>
              <a:xfrm>
                <a:off x="694219" y="78056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7" name="Freeform: Shape 86">
                <a:extLst>
                  <a:ext uri="{FF2B5EF4-FFF2-40B4-BE49-F238E27FC236}">
                    <a16:creationId xmlns:a16="http://schemas.microsoft.com/office/drawing/2014/main" id="{A9DBE40A-5D91-F639-6BBC-9BFA45B65F0B}"/>
                  </a:ext>
                </a:extLst>
              </p:cNvPr>
              <p:cNvSpPr/>
              <p:nvPr/>
            </p:nvSpPr>
            <p:spPr>
              <a:xfrm>
                <a:off x="1232009" y="667432"/>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9" name="Freeform: Shape 88">
                <a:extLst>
                  <a:ext uri="{FF2B5EF4-FFF2-40B4-BE49-F238E27FC236}">
                    <a16:creationId xmlns:a16="http://schemas.microsoft.com/office/drawing/2014/main" id="{7FC820B7-865B-9D6C-ED35-7704A6643F61}"/>
                  </a:ext>
                </a:extLst>
              </p:cNvPr>
              <p:cNvSpPr/>
              <p:nvPr/>
            </p:nvSpPr>
            <p:spPr>
              <a:xfrm>
                <a:off x="1140579" y="590378"/>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1" name="Freeform: Shape 90">
                <a:extLst>
                  <a:ext uri="{FF2B5EF4-FFF2-40B4-BE49-F238E27FC236}">
                    <a16:creationId xmlns:a16="http://schemas.microsoft.com/office/drawing/2014/main" id="{FCDF12D6-F6E4-4F81-34C0-42CA4A05DDA4}"/>
                  </a:ext>
                </a:extLst>
              </p:cNvPr>
              <p:cNvSpPr/>
              <p:nvPr/>
            </p:nvSpPr>
            <p:spPr>
              <a:xfrm>
                <a:off x="1521264" y="67674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3" name="Freeform: Shape 92">
                <a:extLst>
                  <a:ext uri="{FF2B5EF4-FFF2-40B4-BE49-F238E27FC236}">
                    <a16:creationId xmlns:a16="http://schemas.microsoft.com/office/drawing/2014/main" id="{D1F7FEC9-34AF-DC38-9ED8-5706313A46A4}"/>
                  </a:ext>
                </a:extLst>
              </p:cNvPr>
              <p:cNvSpPr/>
              <p:nvPr/>
            </p:nvSpPr>
            <p:spPr>
              <a:xfrm>
                <a:off x="768148" y="777904"/>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5" name="Freeform: Shape 94">
                <a:extLst>
                  <a:ext uri="{FF2B5EF4-FFF2-40B4-BE49-F238E27FC236}">
                    <a16:creationId xmlns:a16="http://schemas.microsoft.com/office/drawing/2014/main" id="{70000B9B-37A6-AFDA-EF2D-CE2928D29A68}"/>
                  </a:ext>
                </a:extLst>
              </p:cNvPr>
              <p:cNvSpPr/>
              <p:nvPr/>
            </p:nvSpPr>
            <p:spPr>
              <a:xfrm rot="21052740">
                <a:off x="1104125" y="590378"/>
                <a:ext cx="695325" cy="773288"/>
              </a:xfrm>
              <a:custGeom>
                <a:avLst/>
                <a:gdLst>
                  <a:gd name="csX0" fmla="*/ 0 w 695325"/>
                  <a:gd name="csY0" fmla="*/ 85725 h 773288"/>
                  <a:gd name="csX1" fmla="*/ 0 w 695325"/>
                  <a:gd name="csY1" fmla="*/ 85725 h 773288"/>
                  <a:gd name="csX2" fmla="*/ 85725 w 695325"/>
                  <a:gd name="csY2" fmla="*/ 161925 h 773288"/>
                  <a:gd name="csX3" fmla="*/ 114300 w 695325"/>
                  <a:gd name="csY3" fmla="*/ 190500 h 773288"/>
                  <a:gd name="csX4" fmla="*/ 161925 w 695325"/>
                  <a:gd name="csY4" fmla="*/ 314325 h 773288"/>
                  <a:gd name="csX5" fmla="*/ 152400 w 695325"/>
                  <a:gd name="csY5" fmla="*/ 542925 h 773288"/>
                  <a:gd name="csX6" fmla="*/ 104775 w 695325"/>
                  <a:gd name="csY6" fmla="*/ 628650 h 773288"/>
                  <a:gd name="csX7" fmla="*/ 95250 w 695325"/>
                  <a:gd name="csY7" fmla="*/ 657225 h 773288"/>
                  <a:gd name="csX8" fmla="*/ 142875 w 695325"/>
                  <a:gd name="csY8" fmla="*/ 733425 h 773288"/>
                  <a:gd name="csX9" fmla="*/ 171450 w 695325"/>
                  <a:gd name="csY9" fmla="*/ 742950 h 773288"/>
                  <a:gd name="csX10" fmla="*/ 228600 w 695325"/>
                  <a:gd name="csY10" fmla="*/ 771525 h 773288"/>
                  <a:gd name="csX11" fmla="*/ 276225 w 695325"/>
                  <a:gd name="csY11" fmla="*/ 762000 h 773288"/>
                  <a:gd name="csX12" fmla="*/ 333375 w 695325"/>
                  <a:gd name="csY12" fmla="*/ 742950 h 773288"/>
                  <a:gd name="csX13" fmla="*/ 409575 w 695325"/>
                  <a:gd name="csY13" fmla="*/ 714375 h 773288"/>
                  <a:gd name="csX14" fmla="*/ 419100 w 695325"/>
                  <a:gd name="csY14" fmla="*/ 676275 h 773288"/>
                  <a:gd name="csX15" fmla="*/ 457200 w 695325"/>
                  <a:gd name="csY15" fmla="*/ 685800 h 773288"/>
                  <a:gd name="csX16" fmla="*/ 504825 w 695325"/>
                  <a:gd name="csY16" fmla="*/ 695325 h 773288"/>
                  <a:gd name="csX17" fmla="*/ 514350 w 695325"/>
                  <a:gd name="csY17" fmla="*/ 666750 h 773288"/>
                  <a:gd name="csX18" fmla="*/ 552450 w 695325"/>
                  <a:gd name="csY18" fmla="*/ 704850 h 773288"/>
                  <a:gd name="csX19" fmla="*/ 581025 w 695325"/>
                  <a:gd name="csY19" fmla="*/ 723900 h 773288"/>
                  <a:gd name="csX20" fmla="*/ 647700 w 695325"/>
                  <a:gd name="csY20" fmla="*/ 714375 h 773288"/>
                  <a:gd name="csX21" fmla="*/ 657225 w 695325"/>
                  <a:gd name="csY21" fmla="*/ 666750 h 773288"/>
                  <a:gd name="csX22" fmla="*/ 695325 w 695325"/>
                  <a:gd name="csY22" fmla="*/ 590550 h 773288"/>
                  <a:gd name="csX23" fmla="*/ 628650 w 695325"/>
                  <a:gd name="csY23" fmla="*/ 485775 h 773288"/>
                  <a:gd name="csX24" fmla="*/ 600075 w 695325"/>
                  <a:gd name="csY24" fmla="*/ 457200 h 773288"/>
                  <a:gd name="csX25" fmla="*/ 571500 w 695325"/>
                  <a:gd name="csY25" fmla="*/ 428625 h 773288"/>
                  <a:gd name="csX26" fmla="*/ 552450 w 695325"/>
                  <a:gd name="csY26" fmla="*/ 371475 h 773288"/>
                  <a:gd name="csX27" fmla="*/ 523875 w 695325"/>
                  <a:gd name="csY27" fmla="*/ 333375 h 773288"/>
                  <a:gd name="csX28" fmla="*/ 495300 w 695325"/>
                  <a:gd name="csY28" fmla="*/ 95250 h 773288"/>
                  <a:gd name="csX29" fmla="*/ 485775 w 695325"/>
                  <a:gd name="csY29" fmla="*/ 47625 h 773288"/>
                  <a:gd name="csX30" fmla="*/ 457200 w 695325"/>
                  <a:gd name="csY30" fmla="*/ 19050 h 773288"/>
                  <a:gd name="csX31" fmla="*/ 381000 w 695325"/>
                  <a:gd name="csY31" fmla="*/ 0 h 773288"/>
                  <a:gd name="csX32" fmla="*/ 161925 w 695325"/>
                  <a:gd name="csY32" fmla="*/ 19050 h 773288"/>
                  <a:gd name="csX33" fmla="*/ 133350 w 695325"/>
                  <a:gd name="csY33" fmla="*/ 28575 h 773288"/>
                  <a:gd name="csX34" fmla="*/ 76200 w 695325"/>
                  <a:gd name="csY34" fmla="*/ 66675 h 773288"/>
                  <a:gd name="csX35" fmla="*/ 0 w 695325"/>
                  <a:gd name="csY35" fmla="*/ 85725 h 773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695325" h="773288">
                    <a:moveTo>
                      <a:pt x="0" y="85725"/>
                    </a:moveTo>
                    <a:lnTo>
                      <a:pt x="0" y="85725"/>
                    </a:lnTo>
                    <a:cubicBezTo>
                      <a:pt x="28575" y="111125"/>
                      <a:pt x="57542" y="136091"/>
                      <a:pt x="85725" y="161925"/>
                    </a:cubicBezTo>
                    <a:cubicBezTo>
                      <a:pt x="95655" y="171027"/>
                      <a:pt x="107914" y="178640"/>
                      <a:pt x="114300" y="190500"/>
                    </a:cubicBezTo>
                    <a:cubicBezTo>
                      <a:pt x="132600" y="224486"/>
                      <a:pt x="148495" y="274034"/>
                      <a:pt x="161925" y="314325"/>
                    </a:cubicBezTo>
                    <a:cubicBezTo>
                      <a:pt x="158750" y="390525"/>
                      <a:pt x="158034" y="466867"/>
                      <a:pt x="152400" y="542925"/>
                    </a:cubicBezTo>
                    <a:cubicBezTo>
                      <a:pt x="149664" y="579858"/>
                      <a:pt x="116452" y="593618"/>
                      <a:pt x="104775" y="628650"/>
                    </a:cubicBezTo>
                    <a:lnTo>
                      <a:pt x="95250" y="657225"/>
                    </a:lnTo>
                    <a:cubicBezTo>
                      <a:pt x="112625" y="709349"/>
                      <a:pt x="100611" y="712293"/>
                      <a:pt x="142875" y="733425"/>
                    </a:cubicBezTo>
                    <a:cubicBezTo>
                      <a:pt x="151855" y="737915"/>
                      <a:pt x="161925" y="739775"/>
                      <a:pt x="171450" y="742950"/>
                    </a:cubicBezTo>
                    <a:cubicBezTo>
                      <a:pt x="276497" y="716688"/>
                      <a:pt x="146022" y="736135"/>
                      <a:pt x="228600" y="771525"/>
                    </a:cubicBezTo>
                    <a:cubicBezTo>
                      <a:pt x="243480" y="777902"/>
                      <a:pt x="260350" y="765175"/>
                      <a:pt x="276225" y="762000"/>
                    </a:cubicBezTo>
                    <a:cubicBezTo>
                      <a:pt x="346089" y="645560"/>
                      <a:pt x="266710" y="742950"/>
                      <a:pt x="333375" y="742950"/>
                    </a:cubicBezTo>
                    <a:cubicBezTo>
                      <a:pt x="360502" y="742950"/>
                      <a:pt x="384175" y="723900"/>
                      <a:pt x="409575" y="714375"/>
                    </a:cubicBezTo>
                    <a:cubicBezTo>
                      <a:pt x="412750" y="701675"/>
                      <a:pt x="407875" y="683010"/>
                      <a:pt x="419100" y="676275"/>
                    </a:cubicBezTo>
                    <a:cubicBezTo>
                      <a:pt x="430325" y="669540"/>
                      <a:pt x="444421" y="682960"/>
                      <a:pt x="457200" y="685800"/>
                    </a:cubicBezTo>
                    <a:cubicBezTo>
                      <a:pt x="473004" y="689312"/>
                      <a:pt x="488950" y="692150"/>
                      <a:pt x="504825" y="695325"/>
                    </a:cubicBezTo>
                    <a:cubicBezTo>
                      <a:pt x="508000" y="685800"/>
                      <a:pt x="504505" y="664781"/>
                      <a:pt x="514350" y="666750"/>
                    </a:cubicBezTo>
                    <a:cubicBezTo>
                      <a:pt x="531962" y="670272"/>
                      <a:pt x="538813" y="693161"/>
                      <a:pt x="552450" y="704850"/>
                    </a:cubicBezTo>
                    <a:cubicBezTo>
                      <a:pt x="561142" y="712300"/>
                      <a:pt x="571500" y="717550"/>
                      <a:pt x="581025" y="723900"/>
                    </a:cubicBezTo>
                    <a:cubicBezTo>
                      <a:pt x="603250" y="720725"/>
                      <a:pt x="629739" y="727845"/>
                      <a:pt x="647700" y="714375"/>
                    </a:cubicBezTo>
                    <a:cubicBezTo>
                      <a:pt x="660652" y="704661"/>
                      <a:pt x="653713" y="682554"/>
                      <a:pt x="657225" y="666750"/>
                    </a:cubicBezTo>
                    <a:cubicBezTo>
                      <a:pt x="668488" y="616065"/>
                      <a:pt x="661457" y="635708"/>
                      <a:pt x="695325" y="590550"/>
                    </a:cubicBezTo>
                    <a:cubicBezTo>
                      <a:pt x="680516" y="516507"/>
                      <a:pt x="697248" y="554373"/>
                      <a:pt x="628650" y="485775"/>
                    </a:cubicBezTo>
                    <a:lnTo>
                      <a:pt x="600075" y="457200"/>
                    </a:lnTo>
                    <a:lnTo>
                      <a:pt x="571500" y="428625"/>
                    </a:lnTo>
                    <a:cubicBezTo>
                      <a:pt x="565150" y="409575"/>
                      <a:pt x="561430" y="389436"/>
                      <a:pt x="552450" y="371475"/>
                    </a:cubicBezTo>
                    <a:cubicBezTo>
                      <a:pt x="545350" y="357276"/>
                      <a:pt x="527091" y="348921"/>
                      <a:pt x="523875" y="333375"/>
                    </a:cubicBezTo>
                    <a:cubicBezTo>
                      <a:pt x="507678" y="255089"/>
                      <a:pt x="510978" y="173642"/>
                      <a:pt x="495300" y="95250"/>
                    </a:cubicBezTo>
                    <a:cubicBezTo>
                      <a:pt x="492125" y="79375"/>
                      <a:pt x="493015" y="62105"/>
                      <a:pt x="485775" y="47625"/>
                    </a:cubicBezTo>
                    <a:cubicBezTo>
                      <a:pt x="479751" y="35577"/>
                      <a:pt x="469463" y="24624"/>
                      <a:pt x="457200" y="19050"/>
                    </a:cubicBezTo>
                    <a:cubicBezTo>
                      <a:pt x="433365" y="8216"/>
                      <a:pt x="381000" y="0"/>
                      <a:pt x="381000" y="0"/>
                    </a:cubicBezTo>
                    <a:cubicBezTo>
                      <a:pt x="287710" y="5183"/>
                      <a:pt x="238998" y="-218"/>
                      <a:pt x="161925" y="19050"/>
                    </a:cubicBezTo>
                    <a:cubicBezTo>
                      <a:pt x="152185" y="21485"/>
                      <a:pt x="142127" y="23699"/>
                      <a:pt x="133350" y="28575"/>
                    </a:cubicBezTo>
                    <a:cubicBezTo>
                      <a:pt x="113336" y="39694"/>
                      <a:pt x="97920" y="59435"/>
                      <a:pt x="76200" y="66675"/>
                    </a:cubicBezTo>
                    <a:lnTo>
                      <a:pt x="0" y="85725"/>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7" name="Freeform: Shape 96">
                <a:extLst>
                  <a:ext uri="{FF2B5EF4-FFF2-40B4-BE49-F238E27FC236}">
                    <a16:creationId xmlns:a16="http://schemas.microsoft.com/office/drawing/2014/main" id="{3E2FE27E-E465-7036-01B0-FB51CCDC23C5}"/>
                  </a:ext>
                </a:extLst>
              </p:cNvPr>
              <p:cNvSpPr/>
              <p:nvPr/>
            </p:nvSpPr>
            <p:spPr>
              <a:xfrm>
                <a:off x="1344443" y="1294044"/>
                <a:ext cx="519185" cy="57476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9" name="Freeform: Shape 98">
                <a:extLst>
                  <a:ext uri="{FF2B5EF4-FFF2-40B4-BE49-F238E27FC236}">
                    <a16:creationId xmlns:a16="http://schemas.microsoft.com/office/drawing/2014/main" id="{97EFA90A-8224-520F-CA2D-5B193AEC1F6D}"/>
                  </a:ext>
                </a:extLst>
              </p:cNvPr>
              <p:cNvSpPr/>
              <p:nvPr/>
            </p:nvSpPr>
            <p:spPr>
              <a:xfrm rot="21156387">
                <a:off x="1247789" y="1179662"/>
                <a:ext cx="664463" cy="267962"/>
              </a:xfrm>
              <a:custGeom>
                <a:avLst/>
                <a:gdLst>
                  <a:gd name="csX0" fmla="*/ 19234 w 664463"/>
                  <a:gd name="csY0" fmla="*/ 123825 h 267962"/>
                  <a:gd name="csX1" fmla="*/ 19234 w 664463"/>
                  <a:gd name="csY1" fmla="*/ 123825 h 267962"/>
                  <a:gd name="csX2" fmla="*/ 28759 w 664463"/>
                  <a:gd name="csY2" fmla="*/ 266700 h 267962"/>
                  <a:gd name="csX3" fmla="*/ 114484 w 664463"/>
                  <a:gd name="csY3" fmla="*/ 238125 h 267962"/>
                  <a:gd name="csX4" fmla="*/ 181159 w 664463"/>
                  <a:gd name="csY4" fmla="*/ 257175 h 267962"/>
                  <a:gd name="csX5" fmla="*/ 219259 w 664463"/>
                  <a:gd name="csY5" fmla="*/ 238125 h 267962"/>
                  <a:gd name="csX6" fmla="*/ 228784 w 664463"/>
                  <a:gd name="csY6" fmla="*/ 200025 h 267962"/>
                  <a:gd name="csX7" fmla="*/ 257359 w 664463"/>
                  <a:gd name="csY7" fmla="*/ 228600 h 267962"/>
                  <a:gd name="csX8" fmla="*/ 295459 w 664463"/>
                  <a:gd name="csY8" fmla="*/ 257175 h 267962"/>
                  <a:gd name="csX9" fmla="*/ 343084 w 664463"/>
                  <a:gd name="csY9" fmla="*/ 247650 h 267962"/>
                  <a:gd name="csX10" fmla="*/ 352609 w 664463"/>
                  <a:gd name="csY10" fmla="*/ 219075 h 267962"/>
                  <a:gd name="csX11" fmla="*/ 371659 w 664463"/>
                  <a:gd name="csY11" fmla="*/ 190500 h 267962"/>
                  <a:gd name="csX12" fmla="*/ 419284 w 664463"/>
                  <a:gd name="csY12" fmla="*/ 209550 h 267962"/>
                  <a:gd name="csX13" fmla="*/ 533584 w 664463"/>
                  <a:gd name="csY13" fmla="*/ 180975 h 267962"/>
                  <a:gd name="csX14" fmla="*/ 581209 w 664463"/>
                  <a:gd name="csY14" fmla="*/ 171450 h 267962"/>
                  <a:gd name="csX15" fmla="*/ 609784 w 664463"/>
                  <a:gd name="csY15" fmla="*/ 180975 h 267962"/>
                  <a:gd name="csX16" fmla="*/ 647884 w 664463"/>
                  <a:gd name="csY16" fmla="*/ 66675 h 267962"/>
                  <a:gd name="csX17" fmla="*/ 638359 w 664463"/>
                  <a:gd name="csY17" fmla="*/ 57150 h 267962"/>
                  <a:gd name="csX18" fmla="*/ 647884 w 664463"/>
                  <a:gd name="csY18" fmla="*/ 0 h 267962"/>
                  <a:gd name="csX19" fmla="*/ 647884 w 664463"/>
                  <a:gd name="csY19" fmla="*/ 28575 h 267962"/>
                  <a:gd name="csX20" fmla="*/ 19234 w 664463"/>
                  <a:gd name="csY20" fmla="*/ 123825 h 267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64463" h="267962">
                    <a:moveTo>
                      <a:pt x="19234" y="123825"/>
                    </a:moveTo>
                    <a:lnTo>
                      <a:pt x="19234" y="123825"/>
                    </a:lnTo>
                    <a:cubicBezTo>
                      <a:pt x="16661" y="135403"/>
                      <a:pt x="-28257" y="252446"/>
                      <a:pt x="28759" y="266700"/>
                    </a:cubicBezTo>
                    <a:cubicBezTo>
                      <a:pt x="57980" y="274005"/>
                      <a:pt x="85909" y="247650"/>
                      <a:pt x="114484" y="238125"/>
                    </a:cubicBezTo>
                    <a:cubicBezTo>
                      <a:pt x="125457" y="241783"/>
                      <a:pt x="172461" y="258262"/>
                      <a:pt x="181159" y="257175"/>
                    </a:cubicBezTo>
                    <a:cubicBezTo>
                      <a:pt x="195248" y="255414"/>
                      <a:pt x="206559" y="244475"/>
                      <a:pt x="219259" y="238125"/>
                    </a:cubicBezTo>
                    <a:cubicBezTo>
                      <a:pt x="222434" y="225425"/>
                      <a:pt x="216084" y="203200"/>
                      <a:pt x="228784" y="200025"/>
                    </a:cubicBezTo>
                    <a:cubicBezTo>
                      <a:pt x="241852" y="196758"/>
                      <a:pt x="247132" y="219834"/>
                      <a:pt x="257359" y="228600"/>
                    </a:cubicBezTo>
                    <a:cubicBezTo>
                      <a:pt x="269412" y="238931"/>
                      <a:pt x="282759" y="247650"/>
                      <a:pt x="295459" y="257175"/>
                    </a:cubicBezTo>
                    <a:cubicBezTo>
                      <a:pt x="311334" y="254000"/>
                      <a:pt x="329614" y="256630"/>
                      <a:pt x="343084" y="247650"/>
                    </a:cubicBezTo>
                    <a:cubicBezTo>
                      <a:pt x="351438" y="242081"/>
                      <a:pt x="348119" y="228055"/>
                      <a:pt x="352609" y="219075"/>
                    </a:cubicBezTo>
                    <a:cubicBezTo>
                      <a:pt x="357729" y="208836"/>
                      <a:pt x="365309" y="200025"/>
                      <a:pt x="371659" y="190500"/>
                    </a:cubicBezTo>
                    <a:cubicBezTo>
                      <a:pt x="387534" y="196850"/>
                      <a:pt x="402216" y="210554"/>
                      <a:pt x="419284" y="209550"/>
                    </a:cubicBezTo>
                    <a:cubicBezTo>
                      <a:pt x="458489" y="207244"/>
                      <a:pt x="495355" y="189970"/>
                      <a:pt x="533584" y="180975"/>
                    </a:cubicBezTo>
                    <a:cubicBezTo>
                      <a:pt x="549343" y="177267"/>
                      <a:pt x="565334" y="174625"/>
                      <a:pt x="581209" y="171450"/>
                    </a:cubicBezTo>
                    <a:cubicBezTo>
                      <a:pt x="590734" y="174625"/>
                      <a:pt x="599744" y="180975"/>
                      <a:pt x="609784" y="180975"/>
                    </a:cubicBezTo>
                    <a:cubicBezTo>
                      <a:pt x="690303" y="180975"/>
                      <a:pt x="662112" y="152042"/>
                      <a:pt x="647884" y="66675"/>
                    </a:cubicBezTo>
                    <a:cubicBezTo>
                      <a:pt x="647146" y="62246"/>
                      <a:pt x="641534" y="60325"/>
                      <a:pt x="638359" y="57150"/>
                    </a:cubicBezTo>
                    <a:lnTo>
                      <a:pt x="647884" y="0"/>
                    </a:lnTo>
                    <a:lnTo>
                      <a:pt x="647884" y="28575"/>
                    </a:lnTo>
                    <a:lnTo>
                      <a:pt x="19234" y="123825"/>
                    </a:lnTo>
                    <a:close/>
                  </a:path>
                </a:pathLst>
              </a:custGeom>
              <a:solidFill>
                <a:schemeClr val="bg1"/>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effectLst>
                    <a:outerShdw blurRad="50800" dist="38100" algn="l" rotWithShape="0">
                      <a:prstClr val="black">
                        <a:alpha val="40000"/>
                      </a:prstClr>
                    </a:outerShdw>
                  </a:effectLst>
                </a:endParaRPr>
              </a:p>
            </p:txBody>
          </p:sp>
          <p:sp>
            <p:nvSpPr>
              <p:cNvPr id="101" name="Freeform: Shape 100">
                <a:extLst>
                  <a:ext uri="{FF2B5EF4-FFF2-40B4-BE49-F238E27FC236}">
                    <a16:creationId xmlns:a16="http://schemas.microsoft.com/office/drawing/2014/main" id="{8894B56F-CC47-36D5-C5DB-3065524C794C}"/>
                  </a:ext>
                </a:extLst>
              </p:cNvPr>
              <p:cNvSpPr/>
              <p:nvPr/>
            </p:nvSpPr>
            <p:spPr>
              <a:xfrm>
                <a:off x="1247775" y="752475"/>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3" name="Freeform: Shape 102">
                <a:extLst>
                  <a:ext uri="{FF2B5EF4-FFF2-40B4-BE49-F238E27FC236}">
                    <a16:creationId xmlns:a16="http://schemas.microsoft.com/office/drawing/2014/main" id="{A314956E-2E0A-3B2D-E6FA-2BF3F6AA839A}"/>
                  </a:ext>
                </a:extLst>
              </p:cNvPr>
              <p:cNvSpPr/>
              <p:nvPr/>
            </p:nvSpPr>
            <p:spPr>
              <a:xfrm>
                <a:off x="1332473" y="69393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5" name="Freeform: Shape 104">
                <a:extLst>
                  <a:ext uri="{FF2B5EF4-FFF2-40B4-BE49-F238E27FC236}">
                    <a16:creationId xmlns:a16="http://schemas.microsoft.com/office/drawing/2014/main" id="{F36EB3FC-387C-B23A-BEB7-B8A848F2031E}"/>
                  </a:ext>
                </a:extLst>
              </p:cNvPr>
              <p:cNvSpPr/>
              <p:nvPr/>
            </p:nvSpPr>
            <p:spPr>
              <a:xfrm>
                <a:off x="1410449" y="63724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16" name="Group 15">
              <a:extLst>
                <a:ext uri="{FF2B5EF4-FFF2-40B4-BE49-F238E27FC236}">
                  <a16:creationId xmlns:a16="http://schemas.microsoft.com/office/drawing/2014/main" id="{FB8BC9C0-BED3-ECF7-63CF-942C11342219}"/>
                </a:ext>
              </a:extLst>
            </p:cNvPr>
            <p:cNvGrpSpPr/>
            <p:nvPr/>
          </p:nvGrpSpPr>
          <p:grpSpPr>
            <a:xfrm flipH="1">
              <a:off x="7890165" y="3494645"/>
              <a:ext cx="1859858" cy="1619314"/>
              <a:chOff x="409575" y="590378"/>
              <a:chExt cx="2428875" cy="1872378"/>
            </a:xfrm>
            <a:effectLst>
              <a:outerShdw blurRad="50800" dist="38100" dir="2700000" algn="tl" rotWithShape="0">
                <a:prstClr val="black">
                  <a:alpha val="40000"/>
                </a:prstClr>
              </a:outerShdw>
            </a:effectLst>
          </p:grpSpPr>
          <p:sp>
            <p:nvSpPr>
              <p:cNvPr id="52" name="Freeform: Shape 51">
                <a:extLst>
                  <a:ext uri="{FF2B5EF4-FFF2-40B4-BE49-F238E27FC236}">
                    <a16:creationId xmlns:a16="http://schemas.microsoft.com/office/drawing/2014/main" id="{0FE2621A-CD30-77D4-3924-40601734118F}"/>
                  </a:ext>
                </a:extLst>
              </p:cNvPr>
              <p:cNvSpPr/>
              <p:nvPr/>
            </p:nvSpPr>
            <p:spPr>
              <a:xfrm>
                <a:off x="409575" y="904848"/>
                <a:ext cx="2428875" cy="1557908"/>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3" name="Freeform: Shape 52">
                <a:extLst>
                  <a:ext uri="{FF2B5EF4-FFF2-40B4-BE49-F238E27FC236}">
                    <a16:creationId xmlns:a16="http://schemas.microsoft.com/office/drawing/2014/main" id="{EA50EB4D-9117-CB24-571C-B85BE8FC3B7D}"/>
                  </a:ext>
                </a:extLst>
              </p:cNvPr>
              <p:cNvSpPr/>
              <p:nvPr/>
            </p:nvSpPr>
            <p:spPr>
              <a:xfrm>
                <a:off x="701721" y="1052736"/>
                <a:ext cx="1777608" cy="1257066"/>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4" name="Freeform: Shape 53">
                <a:extLst>
                  <a:ext uri="{FF2B5EF4-FFF2-40B4-BE49-F238E27FC236}">
                    <a16:creationId xmlns:a16="http://schemas.microsoft.com/office/drawing/2014/main" id="{9B1C1ED1-3717-5430-08FA-1C01C367BB99}"/>
                  </a:ext>
                </a:extLst>
              </p:cNvPr>
              <p:cNvSpPr/>
              <p:nvPr/>
            </p:nvSpPr>
            <p:spPr>
              <a:xfrm>
                <a:off x="709004" y="1028226"/>
                <a:ext cx="1643875" cy="1248475"/>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5" name="Freeform: Shape 54">
                <a:extLst>
                  <a:ext uri="{FF2B5EF4-FFF2-40B4-BE49-F238E27FC236}">
                    <a16:creationId xmlns:a16="http://schemas.microsoft.com/office/drawing/2014/main" id="{5BF331B8-D045-F917-9598-F5EE8FEBCDE8}"/>
                  </a:ext>
                </a:extLst>
              </p:cNvPr>
              <p:cNvSpPr/>
              <p:nvPr/>
            </p:nvSpPr>
            <p:spPr>
              <a:xfrm>
                <a:off x="768587" y="1130017"/>
                <a:ext cx="1524711" cy="1186259"/>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6" name="Freeform: Shape 55">
                <a:extLst>
                  <a:ext uri="{FF2B5EF4-FFF2-40B4-BE49-F238E27FC236}">
                    <a16:creationId xmlns:a16="http://schemas.microsoft.com/office/drawing/2014/main" id="{94998C83-7D8A-D9AB-8B81-4A05F5823F44}"/>
                  </a:ext>
                </a:extLst>
              </p:cNvPr>
              <p:cNvSpPr/>
              <p:nvPr/>
            </p:nvSpPr>
            <p:spPr>
              <a:xfrm>
                <a:off x="898324" y="1074277"/>
                <a:ext cx="1491803" cy="115637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7" name="Freeform: Shape 56">
                <a:extLst>
                  <a:ext uri="{FF2B5EF4-FFF2-40B4-BE49-F238E27FC236}">
                    <a16:creationId xmlns:a16="http://schemas.microsoft.com/office/drawing/2014/main" id="{D55A6F59-24D5-D1F8-9A03-AE02CBF8BFE7}"/>
                  </a:ext>
                </a:extLst>
              </p:cNvPr>
              <p:cNvSpPr/>
              <p:nvPr/>
            </p:nvSpPr>
            <p:spPr>
              <a:xfrm>
                <a:off x="1053340" y="1102608"/>
                <a:ext cx="1236253" cy="1015450"/>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8" name="Freeform: Shape 57">
                <a:extLst>
                  <a:ext uri="{FF2B5EF4-FFF2-40B4-BE49-F238E27FC236}">
                    <a16:creationId xmlns:a16="http://schemas.microsoft.com/office/drawing/2014/main" id="{33CC243C-6EC3-94D4-7458-666ABAB5C45F}"/>
                  </a:ext>
                </a:extLst>
              </p:cNvPr>
              <p:cNvSpPr/>
              <p:nvPr/>
            </p:nvSpPr>
            <p:spPr>
              <a:xfrm>
                <a:off x="1185092" y="1140294"/>
                <a:ext cx="1108424" cy="939863"/>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9" name="Freeform: Shape 58">
                <a:extLst>
                  <a:ext uri="{FF2B5EF4-FFF2-40B4-BE49-F238E27FC236}">
                    <a16:creationId xmlns:a16="http://schemas.microsoft.com/office/drawing/2014/main" id="{FA548141-BBBA-79E7-7816-9FEA820BA524}"/>
                  </a:ext>
                </a:extLst>
              </p:cNvPr>
              <p:cNvSpPr/>
              <p:nvPr/>
            </p:nvSpPr>
            <p:spPr>
              <a:xfrm>
                <a:off x="742250" y="733425"/>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1" name="Freeform: Shape 60">
                <a:extLst>
                  <a:ext uri="{FF2B5EF4-FFF2-40B4-BE49-F238E27FC236}">
                    <a16:creationId xmlns:a16="http://schemas.microsoft.com/office/drawing/2014/main" id="{123CCD00-AFB7-E0C0-940A-9A2315F07CE4}"/>
                  </a:ext>
                </a:extLst>
              </p:cNvPr>
              <p:cNvSpPr/>
              <p:nvPr/>
            </p:nvSpPr>
            <p:spPr>
              <a:xfrm>
                <a:off x="835265" y="789721"/>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2" name="Freeform: Shape 61">
                <a:extLst>
                  <a:ext uri="{FF2B5EF4-FFF2-40B4-BE49-F238E27FC236}">
                    <a16:creationId xmlns:a16="http://schemas.microsoft.com/office/drawing/2014/main" id="{2D554488-35AF-8300-A2A3-6FF262FFA83A}"/>
                  </a:ext>
                </a:extLst>
              </p:cNvPr>
              <p:cNvSpPr/>
              <p:nvPr/>
            </p:nvSpPr>
            <p:spPr>
              <a:xfrm>
                <a:off x="694219" y="78056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3" name="Freeform: Shape 62">
                <a:extLst>
                  <a:ext uri="{FF2B5EF4-FFF2-40B4-BE49-F238E27FC236}">
                    <a16:creationId xmlns:a16="http://schemas.microsoft.com/office/drawing/2014/main" id="{F1D34177-70C3-3667-6F6F-AC421410F87D}"/>
                  </a:ext>
                </a:extLst>
              </p:cNvPr>
              <p:cNvSpPr/>
              <p:nvPr/>
            </p:nvSpPr>
            <p:spPr>
              <a:xfrm>
                <a:off x="1232009" y="667432"/>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5" name="Freeform: Shape 64">
                <a:extLst>
                  <a:ext uri="{FF2B5EF4-FFF2-40B4-BE49-F238E27FC236}">
                    <a16:creationId xmlns:a16="http://schemas.microsoft.com/office/drawing/2014/main" id="{F10EF820-4D08-1B11-8484-66B871A4662F}"/>
                  </a:ext>
                </a:extLst>
              </p:cNvPr>
              <p:cNvSpPr/>
              <p:nvPr/>
            </p:nvSpPr>
            <p:spPr>
              <a:xfrm>
                <a:off x="1140579" y="590378"/>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6" name="Freeform: Shape 65">
                <a:extLst>
                  <a:ext uri="{FF2B5EF4-FFF2-40B4-BE49-F238E27FC236}">
                    <a16:creationId xmlns:a16="http://schemas.microsoft.com/office/drawing/2014/main" id="{8D9540D7-D825-EF17-A228-DBFC4C988EB0}"/>
                  </a:ext>
                </a:extLst>
              </p:cNvPr>
              <p:cNvSpPr/>
              <p:nvPr/>
            </p:nvSpPr>
            <p:spPr>
              <a:xfrm>
                <a:off x="1521264" y="676749"/>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7" name="Freeform: Shape 66">
                <a:extLst>
                  <a:ext uri="{FF2B5EF4-FFF2-40B4-BE49-F238E27FC236}">
                    <a16:creationId xmlns:a16="http://schemas.microsoft.com/office/drawing/2014/main" id="{99C6E4E4-31B1-76DE-B1E4-460B9046D6CF}"/>
                  </a:ext>
                </a:extLst>
              </p:cNvPr>
              <p:cNvSpPr/>
              <p:nvPr/>
            </p:nvSpPr>
            <p:spPr>
              <a:xfrm>
                <a:off x="768148" y="777904"/>
                <a:ext cx="696025" cy="485775"/>
              </a:xfrm>
              <a:custGeom>
                <a:avLst/>
                <a:gdLst>
                  <a:gd name="csX0" fmla="*/ 76900 w 696025"/>
                  <a:gd name="csY0" fmla="*/ 219075 h 485775"/>
                  <a:gd name="csX1" fmla="*/ 76900 w 696025"/>
                  <a:gd name="csY1" fmla="*/ 219075 h 485775"/>
                  <a:gd name="csX2" fmla="*/ 10225 w 696025"/>
                  <a:gd name="csY2" fmla="*/ 266700 h 485775"/>
                  <a:gd name="csX3" fmla="*/ 700 w 696025"/>
                  <a:gd name="csY3" fmla="*/ 323850 h 485775"/>
                  <a:gd name="csX4" fmla="*/ 19750 w 696025"/>
                  <a:gd name="csY4" fmla="*/ 400050 h 485775"/>
                  <a:gd name="csX5" fmla="*/ 48325 w 696025"/>
                  <a:gd name="csY5" fmla="*/ 428625 h 485775"/>
                  <a:gd name="csX6" fmla="*/ 86425 w 696025"/>
                  <a:gd name="csY6" fmla="*/ 457200 h 485775"/>
                  <a:gd name="csX7" fmla="*/ 200725 w 696025"/>
                  <a:gd name="csY7" fmla="*/ 485775 h 485775"/>
                  <a:gd name="csX8" fmla="*/ 410275 w 696025"/>
                  <a:gd name="csY8" fmla="*/ 476250 h 485775"/>
                  <a:gd name="csX9" fmla="*/ 515050 w 696025"/>
                  <a:gd name="csY9" fmla="*/ 447675 h 485775"/>
                  <a:gd name="csX10" fmla="*/ 572200 w 696025"/>
                  <a:gd name="csY10" fmla="*/ 438150 h 485775"/>
                  <a:gd name="csX11" fmla="*/ 610300 w 696025"/>
                  <a:gd name="csY11" fmla="*/ 428625 h 485775"/>
                  <a:gd name="csX12" fmla="*/ 686500 w 696025"/>
                  <a:gd name="csY12" fmla="*/ 352425 h 485775"/>
                  <a:gd name="csX13" fmla="*/ 696025 w 696025"/>
                  <a:gd name="csY13" fmla="*/ 314325 h 485775"/>
                  <a:gd name="csX14" fmla="*/ 686500 w 696025"/>
                  <a:gd name="csY14" fmla="*/ 200025 h 485775"/>
                  <a:gd name="csX15" fmla="*/ 667450 w 696025"/>
                  <a:gd name="csY15" fmla="*/ 152400 h 485775"/>
                  <a:gd name="csX16" fmla="*/ 591250 w 696025"/>
                  <a:gd name="csY16" fmla="*/ 57150 h 485775"/>
                  <a:gd name="csX17" fmla="*/ 562675 w 696025"/>
                  <a:gd name="csY17" fmla="*/ 38100 h 485775"/>
                  <a:gd name="csX18" fmla="*/ 524575 w 696025"/>
                  <a:gd name="csY18" fmla="*/ 19050 h 485775"/>
                  <a:gd name="csX19" fmla="*/ 457900 w 696025"/>
                  <a:gd name="csY19" fmla="*/ 9525 h 485775"/>
                  <a:gd name="csX20" fmla="*/ 419800 w 696025"/>
                  <a:gd name="csY20" fmla="*/ 0 h 485775"/>
                  <a:gd name="csX21" fmla="*/ 191200 w 696025"/>
                  <a:gd name="csY21" fmla="*/ 38100 h 485775"/>
                  <a:gd name="csX22" fmla="*/ 115000 w 696025"/>
                  <a:gd name="csY22" fmla="*/ 104775 h 485775"/>
                  <a:gd name="csX23" fmla="*/ 105475 w 696025"/>
                  <a:gd name="csY23" fmla="*/ 142875 h 485775"/>
                  <a:gd name="csX24" fmla="*/ 86425 w 696025"/>
                  <a:gd name="csY24" fmla="*/ 171450 h 485775"/>
                  <a:gd name="csX25" fmla="*/ 76900 w 696025"/>
                  <a:gd name="csY25" fmla="*/ 219075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96025" h="485775">
                    <a:moveTo>
                      <a:pt x="76900" y="219075"/>
                    </a:moveTo>
                    <a:lnTo>
                      <a:pt x="76900" y="219075"/>
                    </a:lnTo>
                    <a:cubicBezTo>
                      <a:pt x="54675" y="234950"/>
                      <a:pt x="26289" y="244611"/>
                      <a:pt x="10225" y="266700"/>
                    </a:cubicBezTo>
                    <a:cubicBezTo>
                      <a:pt x="-1134" y="282319"/>
                      <a:pt x="-676" y="304586"/>
                      <a:pt x="700" y="323850"/>
                    </a:cubicBezTo>
                    <a:cubicBezTo>
                      <a:pt x="2565" y="349965"/>
                      <a:pt x="8916" y="376215"/>
                      <a:pt x="19750" y="400050"/>
                    </a:cubicBezTo>
                    <a:cubicBezTo>
                      <a:pt x="25324" y="412313"/>
                      <a:pt x="38098" y="419859"/>
                      <a:pt x="48325" y="428625"/>
                    </a:cubicBezTo>
                    <a:cubicBezTo>
                      <a:pt x="60378" y="438956"/>
                      <a:pt x="72226" y="450100"/>
                      <a:pt x="86425" y="457200"/>
                    </a:cubicBezTo>
                    <a:cubicBezTo>
                      <a:pt x="124161" y="476068"/>
                      <a:pt x="160061" y="478998"/>
                      <a:pt x="200725" y="485775"/>
                    </a:cubicBezTo>
                    <a:cubicBezTo>
                      <a:pt x="270575" y="482600"/>
                      <a:pt x="340531" y="481232"/>
                      <a:pt x="410275" y="476250"/>
                    </a:cubicBezTo>
                    <a:cubicBezTo>
                      <a:pt x="496090" y="470120"/>
                      <a:pt x="439047" y="468403"/>
                      <a:pt x="515050" y="447675"/>
                    </a:cubicBezTo>
                    <a:cubicBezTo>
                      <a:pt x="533682" y="442593"/>
                      <a:pt x="553262" y="441938"/>
                      <a:pt x="572200" y="438150"/>
                    </a:cubicBezTo>
                    <a:cubicBezTo>
                      <a:pt x="585037" y="435583"/>
                      <a:pt x="597600" y="431800"/>
                      <a:pt x="610300" y="428625"/>
                    </a:cubicBezTo>
                    <a:cubicBezTo>
                      <a:pt x="641313" y="403815"/>
                      <a:pt x="668379" y="388668"/>
                      <a:pt x="686500" y="352425"/>
                    </a:cubicBezTo>
                    <a:cubicBezTo>
                      <a:pt x="692354" y="340716"/>
                      <a:pt x="692850" y="327025"/>
                      <a:pt x="696025" y="314325"/>
                    </a:cubicBezTo>
                    <a:cubicBezTo>
                      <a:pt x="692850" y="276225"/>
                      <a:pt x="693144" y="237675"/>
                      <a:pt x="686500" y="200025"/>
                    </a:cubicBezTo>
                    <a:cubicBezTo>
                      <a:pt x="683529" y="183187"/>
                      <a:pt x="675637" y="167410"/>
                      <a:pt x="667450" y="152400"/>
                    </a:cubicBezTo>
                    <a:cubicBezTo>
                      <a:pt x="645927" y="112940"/>
                      <a:pt x="624720" y="85839"/>
                      <a:pt x="591250" y="57150"/>
                    </a:cubicBezTo>
                    <a:cubicBezTo>
                      <a:pt x="582558" y="49700"/>
                      <a:pt x="572614" y="43780"/>
                      <a:pt x="562675" y="38100"/>
                    </a:cubicBezTo>
                    <a:cubicBezTo>
                      <a:pt x="550347" y="31055"/>
                      <a:pt x="538274" y="22786"/>
                      <a:pt x="524575" y="19050"/>
                    </a:cubicBezTo>
                    <a:cubicBezTo>
                      <a:pt x="502915" y="13143"/>
                      <a:pt x="479989" y="13541"/>
                      <a:pt x="457900" y="9525"/>
                    </a:cubicBezTo>
                    <a:cubicBezTo>
                      <a:pt x="445020" y="7183"/>
                      <a:pt x="432500" y="3175"/>
                      <a:pt x="419800" y="0"/>
                    </a:cubicBezTo>
                    <a:cubicBezTo>
                      <a:pt x="365476" y="6036"/>
                      <a:pt x="255029" y="6185"/>
                      <a:pt x="191200" y="38100"/>
                    </a:cubicBezTo>
                    <a:cubicBezTo>
                      <a:pt x="164966" y="51217"/>
                      <a:pt x="134645" y="85130"/>
                      <a:pt x="115000" y="104775"/>
                    </a:cubicBezTo>
                    <a:cubicBezTo>
                      <a:pt x="111825" y="117475"/>
                      <a:pt x="110632" y="130843"/>
                      <a:pt x="105475" y="142875"/>
                    </a:cubicBezTo>
                    <a:cubicBezTo>
                      <a:pt x="100966" y="153397"/>
                      <a:pt x="91545" y="161211"/>
                      <a:pt x="86425" y="171450"/>
                    </a:cubicBezTo>
                    <a:cubicBezTo>
                      <a:pt x="75896" y="192508"/>
                      <a:pt x="78488" y="211137"/>
                      <a:pt x="76900" y="219075"/>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8" name="Freeform: Shape 67">
                <a:extLst>
                  <a:ext uri="{FF2B5EF4-FFF2-40B4-BE49-F238E27FC236}">
                    <a16:creationId xmlns:a16="http://schemas.microsoft.com/office/drawing/2014/main" id="{4B37940E-51F9-DA6B-418C-FE633997608B}"/>
                  </a:ext>
                </a:extLst>
              </p:cNvPr>
              <p:cNvSpPr/>
              <p:nvPr/>
            </p:nvSpPr>
            <p:spPr>
              <a:xfrm rot="21052740">
                <a:off x="1104125" y="590378"/>
                <a:ext cx="695325" cy="773288"/>
              </a:xfrm>
              <a:custGeom>
                <a:avLst/>
                <a:gdLst>
                  <a:gd name="csX0" fmla="*/ 0 w 695325"/>
                  <a:gd name="csY0" fmla="*/ 85725 h 773288"/>
                  <a:gd name="csX1" fmla="*/ 0 w 695325"/>
                  <a:gd name="csY1" fmla="*/ 85725 h 773288"/>
                  <a:gd name="csX2" fmla="*/ 85725 w 695325"/>
                  <a:gd name="csY2" fmla="*/ 161925 h 773288"/>
                  <a:gd name="csX3" fmla="*/ 114300 w 695325"/>
                  <a:gd name="csY3" fmla="*/ 190500 h 773288"/>
                  <a:gd name="csX4" fmla="*/ 161925 w 695325"/>
                  <a:gd name="csY4" fmla="*/ 314325 h 773288"/>
                  <a:gd name="csX5" fmla="*/ 152400 w 695325"/>
                  <a:gd name="csY5" fmla="*/ 542925 h 773288"/>
                  <a:gd name="csX6" fmla="*/ 104775 w 695325"/>
                  <a:gd name="csY6" fmla="*/ 628650 h 773288"/>
                  <a:gd name="csX7" fmla="*/ 95250 w 695325"/>
                  <a:gd name="csY7" fmla="*/ 657225 h 773288"/>
                  <a:gd name="csX8" fmla="*/ 142875 w 695325"/>
                  <a:gd name="csY8" fmla="*/ 733425 h 773288"/>
                  <a:gd name="csX9" fmla="*/ 171450 w 695325"/>
                  <a:gd name="csY9" fmla="*/ 742950 h 773288"/>
                  <a:gd name="csX10" fmla="*/ 228600 w 695325"/>
                  <a:gd name="csY10" fmla="*/ 771525 h 773288"/>
                  <a:gd name="csX11" fmla="*/ 276225 w 695325"/>
                  <a:gd name="csY11" fmla="*/ 762000 h 773288"/>
                  <a:gd name="csX12" fmla="*/ 333375 w 695325"/>
                  <a:gd name="csY12" fmla="*/ 742950 h 773288"/>
                  <a:gd name="csX13" fmla="*/ 409575 w 695325"/>
                  <a:gd name="csY13" fmla="*/ 714375 h 773288"/>
                  <a:gd name="csX14" fmla="*/ 419100 w 695325"/>
                  <a:gd name="csY14" fmla="*/ 676275 h 773288"/>
                  <a:gd name="csX15" fmla="*/ 457200 w 695325"/>
                  <a:gd name="csY15" fmla="*/ 685800 h 773288"/>
                  <a:gd name="csX16" fmla="*/ 504825 w 695325"/>
                  <a:gd name="csY16" fmla="*/ 695325 h 773288"/>
                  <a:gd name="csX17" fmla="*/ 514350 w 695325"/>
                  <a:gd name="csY17" fmla="*/ 666750 h 773288"/>
                  <a:gd name="csX18" fmla="*/ 552450 w 695325"/>
                  <a:gd name="csY18" fmla="*/ 704850 h 773288"/>
                  <a:gd name="csX19" fmla="*/ 581025 w 695325"/>
                  <a:gd name="csY19" fmla="*/ 723900 h 773288"/>
                  <a:gd name="csX20" fmla="*/ 647700 w 695325"/>
                  <a:gd name="csY20" fmla="*/ 714375 h 773288"/>
                  <a:gd name="csX21" fmla="*/ 657225 w 695325"/>
                  <a:gd name="csY21" fmla="*/ 666750 h 773288"/>
                  <a:gd name="csX22" fmla="*/ 695325 w 695325"/>
                  <a:gd name="csY22" fmla="*/ 590550 h 773288"/>
                  <a:gd name="csX23" fmla="*/ 628650 w 695325"/>
                  <a:gd name="csY23" fmla="*/ 485775 h 773288"/>
                  <a:gd name="csX24" fmla="*/ 600075 w 695325"/>
                  <a:gd name="csY24" fmla="*/ 457200 h 773288"/>
                  <a:gd name="csX25" fmla="*/ 571500 w 695325"/>
                  <a:gd name="csY25" fmla="*/ 428625 h 773288"/>
                  <a:gd name="csX26" fmla="*/ 552450 w 695325"/>
                  <a:gd name="csY26" fmla="*/ 371475 h 773288"/>
                  <a:gd name="csX27" fmla="*/ 523875 w 695325"/>
                  <a:gd name="csY27" fmla="*/ 333375 h 773288"/>
                  <a:gd name="csX28" fmla="*/ 495300 w 695325"/>
                  <a:gd name="csY28" fmla="*/ 95250 h 773288"/>
                  <a:gd name="csX29" fmla="*/ 485775 w 695325"/>
                  <a:gd name="csY29" fmla="*/ 47625 h 773288"/>
                  <a:gd name="csX30" fmla="*/ 457200 w 695325"/>
                  <a:gd name="csY30" fmla="*/ 19050 h 773288"/>
                  <a:gd name="csX31" fmla="*/ 381000 w 695325"/>
                  <a:gd name="csY31" fmla="*/ 0 h 773288"/>
                  <a:gd name="csX32" fmla="*/ 161925 w 695325"/>
                  <a:gd name="csY32" fmla="*/ 19050 h 773288"/>
                  <a:gd name="csX33" fmla="*/ 133350 w 695325"/>
                  <a:gd name="csY33" fmla="*/ 28575 h 773288"/>
                  <a:gd name="csX34" fmla="*/ 76200 w 695325"/>
                  <a:gd name="csY34" fmla="*/ 66675 h 773288"/>
                  <a:gd name="csX35" fmla="*/ 0 w 695325"/>
                  <a:gd name="csY35" fmla="*/ 85725 h 773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695325" h="773288">
                    <a:moveTo>
                      <a:pt x="0" y="85725"/>
                    </a:moveTo>
                    <a:lnTo>
                      <a:pt x="0" y="85725"/>
                    </a:lnTo>
                    <a:cubicBezTo>
                      <a:pt x="28575" y="111125"/>
                      <a:pt x="57542" y="136091"/>
                      <a:pt x="85725" y="161925"/>
                    </a:cubicBezTo>
                    <a:cubicBezTo>
                      <a:pt x="95655" y="171027"/>
                      <a:pt x="107914" y="178640"/>
                      <a:pt x="114300" y="190500"/>
                    </a:cubicBezTo>
                    <a:cubicBezTo>
                      <a:pt x="132600" y="224486"/>
                      <a:pt x="148495" y="274034"/>
                      <a:pt x="161925" y="314325"/>
                    </a:cubicBezTo>
                    <a:cubicBezTo>
                      <a:pt x="158750" y="390525"/>
                      <a:pt x="158034" y="466867"/>
                      <a:pt x="152400" y="542925"/>
                    </a:cubicBezTo>
                    <a:cubicBezTo>
                      <a:pt x="149664" y="579858"/>
                      <a:pt x="116452" y="593618"/>
                      <a:pt x="104775" y="628650"/>
                    </a:cubicBezTo>
                    <a:lnTo>
                      <a:pt x="95250" y="657225"/>
                    </a:lnTo>
                    <a:cubicBezTo>
                      <a:pt x="112625" y="709349"/>
                      <a:pt x="100611" y="712293"/>
                      <a:pt x="142875" y="733425"/>
                    </a:cubicBezTo>
                    <a:cubicBezTo>
                      <a:pt x="151855" y="737915"/>
                      <a:pt x="161925" y="739775"/>
                      <a:pt x="171450" y="742950"/>
                    </a:cubicBezTo>
                    <a:cubicBezTo>
                      <a:pt x="276497" y="716688"/>
                      <a:pt x="146022" y="736135"/>
                      <a:pt x="228600" y="771525"/>
                    </a:cubicBezTo>
                    <a:cubicBezTo>
                      <a:pt x="243480" y="777902"/>
                      <a:pt x="260350" y="765175"/>
                      <a:pt x="276225" y="762000"/>
                    </a:cubicBezTo>
                    <a:cubicBezTo>
                      <a:pt x="346089" y="645560"/>
                      <a:pt x="266710" y="742950"/>
                      <a:pt x="333375" y="742950"/>
                    </a:cubicBezTo>
                    <a:cubicBezTo>
                      <a:pt x="360502" y="742950"/>
                      <a:pt x="384175" y="723900"/>
                      <a:pt x="409575" y="714375"/>
                    </a:cubicBezTo>
                    <a:cubicBezTo>
                      <a:pt x="412750" y="701675"/>
                      <a:pt x="407875" y="683010"/>
                      <a:pt x="419100" y="676275"/>
                    </a:cubicBezTo>
                    <a:cubicBezTo>
                      <a:pt x="430325" y="669540"/>
                      <a:pt x="444421" y="682960"/>
                      <a:pt x="457200" y="685800"/>
                    </a:cubicBezTo>
                    <a:cubicBezTo>
                      <a:pt x="473004" y="689312"/>
                      <a:pt x="488950" y="692150"/>
                      <a:pt x="504825" y="695325"/>
                    </a:cubicBezTo>
                    <a:cubicBezTo>
                      <a:pt x="508000" y="685800"/>
                      <a:pt x="504505" y="664781"/>
                      <a:pt x="514350" y="666750"/>
                    </a:cubicBezTo>
                    <a:cubicBezTo>
                      <a:pt x="531962" y="670272"/>
                      <a:pt x="538813" y="693161"/>
                      <a:pt x="552450" y="704850"/>
                    </a:cubicBezTo>
                    <a:cubicBezTo>
                      <a:pt x="561142" y="712300"/>
                      <a:pt x="571500" y="717550"/>
                      <a:pt x="581025" y="723900"/>
                    </a:cubicBezTo>
                    <a:cubicBezTo>
                      <a:pt x="603250" y="720725"/>
                      <a:pt x="629739" y="727845"/>
                      <a:pt x="647700" y="714375"/>
                    </a:cubicBezTo>
                    <a:cubicBezTo>
                      <a:pt x="660652" y="704661"/>
                      <a:pt x="653713" y="682554"/>
                      <a:pt x="657225" y="666750"/>
                    </a:cubicBezTo>
                    <a:cubicBezTo>
                      <a:pt x="668488" y="616065"/>
                      <a:pt x="661457" y="635708"/>
                      <a:pt x="695325" y="590550"/>
                    </a:cubicBezTo>
                    <a:cubicBezTo>
                      <a:pt x="680516" y="516507"/>
                      <a:pt x="697248" y="554373"/>
                      <a:pt x="628650" y="485775"/>
                    </a:cubicBezTo>
                    <a:lnTo>
                      <a:pt x="600075" y="457200"/>
                    </a:lnTo>
                    <a:lnTo>
                      <a:pt x="571500" y="428625"/>
                    </a:lnTo>
                    <a:cubicBezTo>
                      <a:pt x="565150" y="409575"/>
                      <a:pt x="561430" y="389436"/>
                      <a:pt x="552450" y="371475"/>
                    </a:cubicBezTo>
                    <a:cubicBezTo>
                      <a:pt x="545350" y="357276"/>
                      <a:pt x="527091" y="348921"/>
                      <a:pt x="523875" y="333375"/>
                    </a:cubicBezTo>
                    <a:cubicBezTo>
                      <a:pt x="507678" y="255089"/>
                      <a:pt x="510978" y="173642"/>
                      <a:pt x="495300" y="95250"/>
                    </a:cubicBezTo>
                    <a:cubicBezTo>
                      <a:pt x="492125" y="79375"/>
                      <a:pt x="493015" y="62105"/>
                      <a:pt x="485775" y="47625"/>
                    </a:cubicBezTo>
                    <a:cubicBezTo>
                      <a:pt x="479751" y="35577"/>
                      <a:pt x="469463" y="24624"/>
                      <a:pt x="457200" y="19050"/>
                    </a:cubicBezTo>
                    <a:cubicBezTo>
                      <a:pt x="433365" y="8216"/>
                      <a:pt x="381000" y="0"/>
                      <a:pt x="381000" y="0"/>
                    </a:cubicBezTo>
                    <a:cubicBezTo>
                      <a:pt x="287710" y="5183"/>
                      <a:pt x="238998" y="-218"/>
                      <a:pt x="161925" y="19050"/>
                    </a:cubicBezTo>
                    <a:cubicBezTo>
                      <a:pt x="152185" y="21485"/>
                      <a:pt x="142127" y="23699"/>
                      <a:pt x="133350" y="28575"/>
                    </a:cubicBezTo>
                    <a:cubicBezTo>
                      <a:pt x="113336" y="39694"/>
                      <a:pt x="97920" y="59435"/>
                      <a:pt x="76200" y="66675"/>
                    </a:cubicBezTo>
                    <a:lnTo>
                      <a:pt x="0" y="85725"/>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9" name="Freeform: Shape 68">
                <a:extLst>
                  <a:ext uri="{FF2B5EF4-FFF2-40B4-BE49-F238E27FC236}">
                    <a16:creationId xmlns:a16="http://schemas.microsoft.com/office/drawing/2014/main" id="{9E162E60-E5BD-FDD9-12FA-5CCC8AE24A54}"/>
                  </a:ext>
                </a:extLst>
              </p:cNvPr>
              <p:cNvSpPr/>
              <p:nvPr/>
            </p:nvSpPr>
            <p:spPr>
              <a:xfrm>
                <a:off x="1344443" y="1294044"/>
                <a:ext cx="519185" cy="574764"/>
              </a:xfrm>
              <a:custGeom>
                <a:avLst/>
                <a:gdLst>
                  <a:gd name="csX0" fmla="*/ 819150 w 2428875"/>
                  <a:gd name="csY0" fmla="*/ 1543077 h 1557908"/>
                  <a:gd name="csX1" fmla="*/ 819150 w 2428875"/>
                  <a:gd name="csY1" fmla="*/ 1543077 h 1557908"/>
                  <a:gd name="csX2" fmla="*/ 542925 w 2428875"/>
                  <a:gd name="csY2" fmla="*/ 1533552 h 1557908"/>
                  <a:gd name="csX3" fmla="*/ 476250 w 2428875"/>
                  <a:gd name="csY3" fmla="*/ 1514502 h 1557908"/>
                  <a:gd name="csX4" fmla="*/ 323850 w 2428875"/>
                  <a:gd name="csY4" fmla="*/ 1495452 h 1557908"/>
                  <a:gd name="csX5" fmla="*/ 266700 w 2428875"/>
                  <a:gd name="csY5" fmla="*/ 1485927 h 1557908"/>
                  <a:gd name="csX6" fmla="*/ 152400 w 2428875"/>
                  <a:gd name="csY6" fmla="*/ 1447827 h 1557908"/>
                  <a:gd name="csX7" fmla="*/ 114300 w 2428875"/>
                  <a:gd name="csY7" fmla="*/ 1419252 h 1557908"/>
                  <a:gd name="csX8" fmla="*/ 66675 w 2428875"/>
                  <a:gd name="csY8" fmla="*/ 1400202 h 1557908"/>
                  <a:gd name="csX9" fmla="*/ 57150 w 2428875"/>
                  <a:gd name="csY9" fmla="*/ 1324002 h 1557908"/>
                  <a:gd name="csX10" fmla="*/ 95250 w 2428875"/>
                  <a:gd name="csY10" fmla="*/ 1209702 h 1557908"/>
                  <a:gd name="csX11" fmla="*/ 133350 w 2428875"/>
                  <a:gd name="csY11" fmla="*/ 1181127 h 1557908"/>
                  <a:gd name="csX12" fmla="*/ 228600 w 2428875"/>
                  <a:gd name="csY12" fmla="*/ 1152552 h 1557908"/>
                  <a:gd name="csX13" fmla="*/ 352425 w 2428875"/>
                  <a:gd name="csY13" fmla="*/ 1114452 h 1557908"/>
                  <a:gd name="csX14" fmla="*/ 409575 w 2428875"/>
                  <a:gd name="csY14" fmla="*/ 1057302 h 1557908"/>
                  <a:gd name="csX15" fmla="*/ 428625 w 2428875"/>
                  <a:gd name="csY15" fmla="*/ 981102 h 1557908"/>
                  <a:gd name="csX16" fmla="*/ 400050 w 2428875"/>
                  <a:gd name="csY16" fmla="*/ 895377 h 1557908"/>
                  <a:gd name="csX17" fmla="*/ 323850 w 2428875"/>
                  <a:gd name="csY17" fmla="*/ 857277 h 1557908"/>
                  <a:gd name="csX18" fmla="*/ 285750 w 2428875"/>
                  <a:gd name="csY18" fmla="*/ 838227 h 1557908"/>
                  <a:gd name="csX19" fmla="*/ 228600 w 2428875"/>
                  <a:gd name="csY19" fmla="*/ 809652 h 1557908"/>
                  <a:gd name="csX20" fmla="*/ 190500 w 2428875"/>
                  <a:gd name="csY20" fmla="*/ 800127 h 1557908"/>
                  <a:gd name="csX21" fmla="*/ 104775 w 2428875"/>
                  <a:gd name="csY21" fmla="*/ 733452 h 1557908"/>
                  <a:gd name="csX22" fmla="*/ 66675 w 2428875"/>
                  <a:gd name="csY22" fmla="*/ 704877 h 1557908"/>
                  <a:gd name="csX23" fmla="*/ 57150 w 2428875"/>
                  <a:gd name="csY23" fmla="*/ 676302 h 1557908"/>
                  <a:gd name="csX24" fmla="*/ 28575 w 2428875"/>
                  <a:gd name="csY24" fmla="*/ 638202 h 1557908"/>
                  <a:gd name="csX25" fmla="*/ 19050 w 2428875"/>
                  <a:gd name="csY25" fmla="*/ 590577 h 1557908"/>
                  <a:gd name="csX26" fmla="*/ 0 w 2428875"/>
                  <a:gd name="csY26" fmla="*/ 533427 h 1557908"/>
                  <a:gd name="csX27" fmla="*/ 28575 w 2428875"/>
                  <a:gd name="csY27" fmla="*/ 333402 h 1557908"/>
                  <a:gd name="csX28" fmla="*/ 114300 w 2428875"/>
                  <a:gd name="csY28" fmla="*/ 266727 h 1557908"/>
                  <a:gd name="csX29" fmla="*/ 152400 w 2428875"/>
                  <a:gd name="csY29" fmla="*/ 238152 h 1557908"/>
                  <a:gd name="csX30" fmla="*/ 266700 w 2428875"/>
                  <a:gd name="csY30" fmla="*/ 200052 h 1557908"/>
                  <a:gd name="csX31" fmla="*/ 323850 w 2428875"/>
                  <a:gd name="csY31" fmla="*/ 190527 h 1557908"/>
                  <a:gd name="csX32" fmla="*/ 542925 w 2428875"/>
                  <a:gd name="csY32" fmla="*/ 152427 h 1557908"/>
                  <a:gd name="csX33" fmla="*/ 723900 w 2428875"/>
                  <a:gd name="csY33" fmla="*/ 133377 h 1557908"/>
                  <a:gd name="csX34" fmla="*/ 838200 w 2428875"/>
                  <a:gd name="csY34" fmla="*/ 114327 h 1557908"/>
                  <a:gd name="csX35" fmla="*/ 914400 w 2428875"/>
                  <a:gd name="csY35" fmla="*/ 104802 h 1557908"/>
                  <a:gd name="csX36" fmla="*/ 1085850 w 2428875"/>
                  <a:gd name="csY36" fmla="*/ 66702 h 1557908"/>
                  <a:gd name="csX37" fmla="*/ 1152525 w 2428875"/>
                  <a:gd name="csY37" fmla="*/ 47652 h 1557908"/>
                  <a:gd name="csX38" fmla="*/ 1276350 w 2428875"/>
                  <a:gd name="csY38" fmla="*/ 38127 h 1557908"/>
                  <a:gd name="csX39" fmla="*/ 2019300 w 2428875"/>
                  <a:gd name="csY39" fmla="*/ 28602 h 1557908"/>
                  <a:gd name="csX40" fmla="*/ 2095500 w 2428875"/>
                  <a:gd name="csY40" fmla="*/ 57177 h 1557908"/>
                  <a:gd name="csX41" fmla="*/ 2209800 w 2428875"/>
                  <a:gd name="csY41" fmla="*/ 104802 h 1557908"/>
                  <a:gd name="csX42" fmla="*/ 2200275 w 2428875"/>
                  <a:gd name="csY42" fmla="*/ 304827 h 1557908"/>
                  <a:gd name="csX43" fmla="*/ 2095500 w 2428875"/>
                  <a:gd name="csY43" fmla="*/ 361977 h 1557908"/>
                  <a:gd name="csX44" fmla="*/ 2000250 w 2428875"/>
                  <a:gd name="csY44" fmla="*/ 409602 h 1557908"/>
                  <a:gd name="csX45" fmla="*/ 1914525 w 2428875"/>
                  <a:gd name="csY45" fmla="*/ 457227 h 1557908"/>
                  <a:gd name="csX46" fmla="*/ 1895475 w 2428875"/>
                  <a:gd name="csY46" fmla="*/ 485802 h 1557908"/>
                  <a:gd name="csX47" fmla="*/ 1943100 w 2428875"/>
                  <a:gd name="csY47" fmla="*/ 628677 h 1557908"/>
                  <a:gd name="csX48" fmla="*/ 1971675 w 2428875"/>
                  <a:gd name="csY48" fmla="*/ 647727 h 1557908"/>
                  <a:gd name="csX49" fmla="*/ 2009775 w 2428875"/>
                  <a:gd name="csY49" fmla="*/ 676302 h 1557908"/>
                  <a:gd name="csX50" fmla="*/ 2152650 w 2428875"/>
                  <a:gd name="csY50" fmla="*/ 714402 h 1557908"/>
                  <a:gd name="csX51" fmla="*/ 2247900 w 2428875"/>
                  <a:gd name="csY51" fmla="*/ 762027 h 1557908"/>
                  <a:gd name="csX52" fmla="*/ 2305050 w 2428875"/>
                  <a:gd name="csY52" fmla="*/ 790602 h 1557908"/>
                  <a:gd name="csX53" fmla="*/ 2381250 w 2428875"/>
                  <a:gd name="csY53" fmla="*/ 847752 h 1557908"/>
                  <a:gd name="csX54" fmla="*/ 2419350 w 2428875"/>
                  <a:gd name="csY54" fmla="*/ 933477 h 1557908"/>
                  <a:gd name="csX55" fmla="*/ 2428875 w 2428875"/>
                  <a:gd name="csY55" fmla="*/ 981102 h 1557908"/>
                  <a:gd name="csX56" fmla="*/ 2390775 w 2428875"/>
                  <a:gd name="csY56" fmla="*/ 1143027 h 1557908"/>
                  <a:gd name="csX57" fmla="*/ 2276475 w 2428875"/>
                  <a:gd name="csY57" fmla="*/ 1238277 h 1557908"/>
                  <a:gd name="csX58" fmla="*/ 2247900 w 2428875"/>
                  <a:gd name="csY58" fmla="*/ 1247802 h 1557908"/>
                  <a:gd name="csX59" fmla="*/ 2209800 w 2428875"/>
                  <a:gd name="csY59" fmla="*/ 1276377 h 1557908"/>
                  <a:gd name="csX60" fmla="*/ 2133600 w 2428875"/>
                  <a:gd name="csY60" fmla="*/ 1295427 h 1557908"/>
                  <a:gd name="csX61" fmla="*/ 2038350 w 2428875"/>
                  <a:gd name="csY61" fmla="*/ 1324002 h 1557908"/>
                  <a:gd name="csX62" fmla="*/ 1695450 w 2428875"/>
                  <a:gd name="csY62" fmla="*/ 1400202 h 1557908"/>
                  <a:gd name="csX63" fmla="*/ 1476375 w 2428875"/>
                  <a:gd name="csY63" fmla="*/ 1419252 h 1557908"/>
                  <a:gd name="csX64" fmla="*/ 1304925 w 2428875"/>
                  <a:gd name="csY64" fmla="*/ 1466877 h 1557908"/>
                  <a:gd name="csX65" fmla="*/ 1209675 w 2428875"/>
                  <a:gd name="csY65" fmla="*/ 1504977 h 1557908"/>
                  <a:gd name="csX66" fmla="*/ 1123950 w 2428875"/>
                  <a:gd name="csY66" fmla="*/ 1543077 h 1557908"/>
                  <a:gd name="csX67" fmla="*/ 819150 w 2428875"/>
                  <a:gd name="csY67" fmla="*/ 1543077 h 1557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428875" h="1557908">
                    <a:moveTo>
                      <a:pt x="819150" y="1543077"/>
                    </a:moveTo>
                    <a:lnTo>
                      <a:pt x="819150" y="1543077"/>
                    </a:lnTo>
                    <a:cubicBezTo>
                      <a:pt x="727075" y="1539902"/>
                      <a:pt x="634736" y="1541203"/>
                      <a:pt x="542925" y="1533552"/>
                    </a:cubicBezTo>
                    <a:cubicBezTo>
                      <a:pt x="519890" y="1531632"/>
                      <a:pt x="499023" y="1518462"/>
                      <a:pt x="476250" y="1514502"/>
                    </a:cubicBezTo>
                    <a:cubicBezTo>
                      <a:pt x="425812" y="1505730"/>
                      <a:pt x="374576" y="1502369"/>
                      <a:pt x="323850" y="1495452"/>
                    </a:cubicBezTo>
                    <a:cubicBezTo>
                      <a:pt x="304714" y="1492843"/>
                      <a:pt x="285308" y="1491096"/>
                      <a:pt x="266700" y="1485927"/>
                    </a:cubicBezTo>
                    <a:cubicBezTo>
                      <a:pt x="228004" y="1475178"/>
                      <a:pt x="152400" y="1447827"/>
                      <a:pt x="152400" y="1447827"/>
                    </a:cubicBezTo>
                    <a:cubicBezTo>
                      <a:pt x="139700" y="1438302"/>
                      <a:pt x="128177" y="1426962"/>
                      <a:pt x="114300" y="1419252"/>
                    </a:cubicBezTo>
                    <a:cubicBezTo>
                      <a:pt x="99354" y="1410949"/>
                      <a:pt x="75472" y="1414863"/>
                      <a:pt x="66675" y="1400202"/>
                    </a:cubicBezTo>
                    <a:cubicBezTo>
                      <a:pt x="53505" y="1378252"/>
                      <a:pt x="60325" y="1349402"/>
                      <a:pt x="57150" y="1324002"/>
                    </a:cubicBezTo>
                    <a:cubicBezTo>
                      <a:pt x="69850" y="1285902"/>
                      <a:pt x="76351" y="1245138"/>
                      <a:pt x="95250" y="1209702"/>
                    </a:cubicBezTo>
                    <a:cubicBezTo>
                      <a:pt x="102721" y="1195695"/>
                      <a:pt x="119151" y="1188227"/>
                      <a:pt x="133350" y="1181127"/>
                    </a:cubicBezTo>
                    <a:cubicBezTo>
                      <a:pt x="169123" y="1163240"/>
                      <a:pt x="193051" y="1163490"/>
                      <a:pt x="228600" y="1152552"/>
                    </a:cubicBezTo>
                    <a:cubicBezTo>
                      <a:pt x="370364" y="1108932"/>
                      <a:pt x="266146" y="1136022"/>
                      <a:pt x="352425" y="1114452"/>
                    </a:cubicBezTo>
                    <a:cubicBezTo>
                      <a:pt x="375540" y="1097116"/>
                      <a:pt x="399129" y="1086028"/>
                      <a:pt x="409575" y="1057302"/>
                    </a:cubicBezTo>
                    <a:cubicBezTo>
                      <a:pt x="418522" y="1032697"/>
                      <a:pt x="428625" y="981102"/>
                      <a:pt x="428625" y="981102"/>
                    </a:cubicBezTo>
                    <a:cubicBezTo>
                      <a:pt x="419100" y="952527"/>
                      <a:pt x="419506" y="918371"/>
                      <a:pt x="400050" y="895377"/>
                    </a:cubicBezTo>
                    <a:cubicBezTo>
                      <a:pt x="381706" y="873698"/>
                      <a:pt x="349250" y="869977"/>
                      <a:pt x="323850" y="857277"/>
                    </a:cubicBezTo>
                    <a:lnTo>
                      <a:pt x="285750" y="838227"/>
                    </a:lnTo>
                    <a:cubicBezTo>
                      <a:pt x="266700" y="828702"/>
                      <a:pt x="249263" y="814818"/>
                      <a:pt x="228600" y="809652"/>
                    </a:cubicBezTo>
                    <a:lnTo>
                      <a:pt x="190500" y="800127"/>
                    </a:lnTo>
                    <a:lnTo>
                      <a:pt x="104775" y="733452"/>
                    </a:lnTo>
                    <a:cubicBezTo>
                      <a:pt x="92192" y="723773"/>
                      <a:pt x="66675" y="704877"/>
                      <a:pt x="66675" y="704877"/>
                    </a:cubicBezTo>
                    <a:cubicBezTo>
                      <a:pt x="63500" y="695352"/>
                      <a:pt x="62131" y="685019"/>
                      <a:pt x="57150" y="676302"/>
                    </a:cubicBezTo>
                    <a:cubicBezTo>
                      <a:pt x="49274" y="662519"/>
                      <a:pt x="35022" y="652709"/>
                      <a:pt x="28575" y="638202"/>
                    </a:cubicBezTo>
                    <a:cubicBezTo>
                      <a:pt x="22000" y="623408"/>
                      <a:pt x="23310" y="606196"/>
                      <a:pt x="19050" y="590577"/>
                    </a:cubicBezTo>
                    <a:cubicBezTo>
                      <a:pt x="13766" y="571204"/>
                      <a:pt x="6350" y="552477"/>
                      <a:pt x="0" y="533427"/>
                    </a:cubicBezTo>
                    <a:cubicBezTo>
                      <a:pt x="9525" y="466752"/>
                      <a:pt x="10415" y="398259"/>
                      <a:pt x="28575" y="333402"/>
                    </a:cubicBezTo>
                    <a:cubicBezTo>
                      <a:pt x="35853" y="307410"/>
                      <a:pt x="96539" y="278568"/>
                      <a:pt x="114300" y="266727"/>
                    </a:cubicBezTo>
                    <a:cubicBezTo>
                      <a:pt x="127509" y="257921"/>
                      <a:pt x="138523" y="245862"/>
                      <a:pt x="152400" y="238152"/>
                    </a:cubicBezTo>
                    <a:cubicBezTo>
                      <a:pt x="177997" y="223932"/>
                      <a:pt x="242378" y="205665"/>
                      <a:pt x="266700" y="200052"/>
                    </a:cubicBezTo>
                    <a:cubicBezTo>
                      <a:pt x="285518" y="195709"/>
                      <a:pt x="304966" y="194574"/>
                      <a:pt x="323850" y="190527"/>
                    </a:cubicBezTo>
                    <a:cubicBezTo>
                      <a:pt x="477116" y="157684"/>
                      <a:pt x="318211" y="178864"/>
                      <a:pt x="542925" y="152427"/>
                    </a:cubicBezTo>
                    <a:cubicBezTo>
                      <a:pt x="603168" y="145340"/>
                      <a:pt x="663740" y="141140"/>
                      <a:pt x="723900" y="133377"/>
                    </a:cubicBezTo>
                    <a:cubicBezTo>
                      <a:pt x="762208" y="128434"/>
                      <a:pt x="800002" y="120057"/>
                      <a:pt x="838200" y="114327"/>
                    </a:cubicBezTo>
                    <a:cubicBezTo>
                      <a:pt x="863514" y="110530"/>
                      <a:pt x="889000" y="107977"/>
                      <a:pt x="914400" y="104802"/>
                    </a:cubicBezTo>
                    <a:cubicBezTo>
                      <a:pt x="1140121" y="37086"/>
                      <a:pt x="894939" y="104884"/>
                      <a:pt x="1085850" y="66702"/>
                    </a:cubicBezTo>
                    <a:cubicBezTo>
                      <a:pt x="1108515" y="62169"/>
                      <a:pt x="1129666" y="51081"/>
                      <a:pt x="1152525" y="47652"/>
                    </a:cubicBezTo>
                    <a:cubicBezTo>
                      <a:pt x="1193464" y="41511"/>
                      <a:pt x="1235075" y="41302"/>
                      <a:pt x="1276350" y="38127"/>
                    </a:cubicBezTo>
                    <a:cubicBezTo>
                      <a:pt x="1568021" y="-20207"/>
                      <a:pt x="1441319" y="-1818"/>
                      <a:pt x="2019300" y="28602"/>
                    </a:cubicBezTo>
                    <a:cubicBezTo>
                      <a:pt x="2046390" y="30028"/>
                      <a:pt x="2069953" y="48053"/>
                      <a:pt x="2095500" y="57177"/>
                    </a:cubicBezTo>
                    <a:cubicBezTo>
                      <a:pt x="2185748" y="89408"/>
                      <a:pt x="2121015" y="60409"/>
                      <a:pt x="2209800" y="104802"/>
                    </a:cubicBezTo>
                    <a:cubicBezTo>
                      <a:pt x="2255564" y="173448"/>
                      <a:pt x="2258186" y="163266"/>
                      <a:pt x="2200275" y="304827"/>
                    </a:cubicBezTo>
                    <a:cubicBezTo>
                      <a:pt x="2189948" y="330071"/>
                      <a:pt x="2118792" y="351107"/>
                      <a:pt x="2095500" y="361977"/>
                    </a:cubicBezTo>
                    <a:cubicBezTo>
                      <a:pt x="2063333" y="376988"/>
                      <a:pt x="2030689" y="391339"/>
                      <a:pt x="2000250" y="409602"/>
                    </a:cubicBezTo>
                    <a:cubicBezTo>
                      <a:pt x="1940449" y="445482"/>
                      <a:pt x="1969184" y="429898"/>
                      <a:pt x="1914525" y="457227"/>
                    </a:cubicBezTo>
                    <a:cubicBezTo>
                      <a:pt x="1908175" y="466752"/>
                      <a:pt x="1896426" y="474394"/>
                      <a:pt x="1895475" y="485802"/>
                    </a:cubicBezTo>
                    <a:cubicBezTo>
                      <a:pt x="1892010" y="527378"/>
                      <a:pt x="1901409" y="600883"/>
                      <a:pt x="1943100" y="628677"/>
                    </a:cubicBezTo>
                    <a:cubicBezTo>
                      <a:pt x="1952625" y="635027"/>
                      <a:pt x="1962360" y="641073"/>
                      <a:pt x="1971675" y="647727"/>
                    </a:cubicBezTo>
                    <a:cubicBezTo>
                      <a:pt x="1984593" y="656954"/>
                      <a:pt x="1995323" y="669733"/>
                      <a:pt x="2009775" y="676302"/>
                    </a:cubicBezTo>
                    <a:cubicBezTo>
                      <a:pt x="2049626" y="694416"/>
                      <a:pt x="2112924" y="698953"/>
                      <a:pt x="2152650" y="714402"/>
                    </a:cubicBezTo>
                    <a:cubicBezTo>
                      <a:pt x="2185734" y="727268"/>
                      <a:pt x="2216150" y="746152"/>
                      <a:pt x="2247900" y="762027"/>
                    </a:cubicBezTo>
                    <a:cubicBezTo>
                      <a:pt x="2266950" y="771552"/>
                      <a:pt x="2287329" y="778788"/>
                      <a:pt x="2305050" y="790602"/>
                    </a:cubicBezTo>
                    <a:cubicBezTo>
                      <a:pt x="2350541" y="820929"/>
                      <a:pt x="2324686" y="802501"/>
                      <a:pt x="2381250" y="847752"/>
                    </a:cubicBezTo>
                    <a:cubicBezTo>
                      <a:pt x="2395322" y="875895"/>
                      <a:pt x="2410229" y="903073"/>
                      <a:pt x="2419350" y="933477"/>
                    </a:cubicBezTo>
                    <a:cubicBezTo>
                      <a:pt x="2424002" y="948984"/>
                      <a:pt x="2425700" y="965227"/>
                      <a:pt x="2428875" y="981102"/>
                    </a:cubicBezTo>
                    <a:cubicBezTo>
                      <a:pt x="2425365" y="1002162"/>
                      <a:pt x="2416047" y="1108278"/>
                      <a:pt x="2390775" y="1143027"/>
                    </a:cubicBezTo>
                    <a:cubicBezTo>
                      <a:pt x="2363693" y="1180265"/>
                      <a:pt x="2316730" y="1215913"/>
                      <a:pt x="2276475" y="1238277"/>
                    </a:cubicBezTo>
                    <a:cubicBezTo>
                      <a:pt x="2267698" y="1243153"/>
                      <a:pt x="2257425" y="1244627"/>
                      <a:pt x="2247900" y="1247802"/>
                    </a:cubicBezTo>
                    <a:cubicBezTo>
                      <a:pt x="2235200" y="1257327"/>
                      <a:pt x="2224454" y="1270271"/>
                      <a:pt x="2209800" y="1276377"/>
                    </a:cubicBezTo>
                    <a:cubicBezTo>
                      <a:pt x="2185632" y="1286447"/>
                      <a:pt x="2158827" y="1288420"/>
                      <a:pt x="2133600" y="1295427"/>
                    </a:cubicBezTo>
                    <a:cubicBezTo>
                      <a:pt x="2101661" y="1304299"/>
                      <a:pt x="2070454" y="1315747"/>
                      <a:pt x="2038350" y="1324002"/>
                    </a:cubicBezTo>
                    <a:cubicBezTo>
                      <a:pt x="1991639" y="1336013"/>
                      <a:pt x="1782287" y="1389782"/>
                      <a:pt x="1695450" y="1400202"/>
                    </a:cubicBezTo>
                    <a:cubicBezTo>
                      <a:pt x="1604688" y="1411093"/>
                      <a:pt x="1560412" y="1405246"/>
                      <a:pt x="1476375" y="1419252"/>
                    </a:cubicBezTo>
                    <a:cubicBezTo>
                      <a:pt x="1412131" y="1429959"/>
                      <a:pt x="1366061" y="1444353"/>
                      <a:pt x="1304925" y="1466877"/>
                    </a:cubicBezTo>
                    <a:cubicBezTo>
                      <a:pt x="1272838" y="1478699"/>
                      <a:pt x="1241004" y="1491271"/>
                      <a:pt x="1209675" y="1504977"/>
                    </a:cubicBezTo>
                    <a:cubicBezTo>
                      <a:pt x="1174890" y="1520195"/>
                      <a:pt x="1157954" y="1535230"/>
                      <a:pt x="1123950" y="1543077"/>
                    </a:cubicBezTo>
                    <a:cubicBezTo>
                      <a:pt x="979341" y="1576448"/>
                      <a:pt x="869950" y="1543077"/>
                      <a:pt x="819150" y="1543077"/>
                    </a:cubicBez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0" name="Freeform: Shape 69">
                <a:extLst>
                  <a:ext uri="{FF2B5EF4-FFF2-40B4-BE49-F238E27FC236}">
                    <a16:creationId xmlns:a16="http://schemas.microsoft.com/office/drawing/2014/main" id="{1B7D180D-CFBB-72D5-9063-B7ADB912BBEF}"/>
                  </a:ext>
                </a:extLst>
              </p:cNvPr>
              <p:cNvSpPr/>
              <p:nvPr/>
            </p:nvSpPr>
            <p:spPr>
              <a:xfrm rot="21156387">
                <a:off x="1247789" y="1179662"/>
                <a:ext cx="664463" cy="267962"/>
              </a:xfrm>
              <a:custGeom>
                <a:avLst/>
                <a:gdLst>
                  <a:gd name="csX0" fmla="*/ 19234 w 664463"/>
                  <a:gd name="csY0" fmla="*/ 123825 h 267962"/>
                  <a:gd name="csX1" fmla="*/ 19234 w 664463"/>
                  <a:gd name="csY1" fmla="*/ 123825 h 267962"/>
                  <a:gd name="csX2" fmla="*/ 28759 w 664463"/>
                  <a:gd name="csY2" fmla="*/ 266700 h 267962"/>
                  <a:gd name="csX3" fmla="*/ 114484 w 664463"/>
                  <a:gd name="csY3" fmla="*/ 238125 h 267962"/>
                  <a:gd name="csX4" fmla="*/ 181159 w 664463"/>
                  <a:gd name="csY4" fmla="*/ 257175 h 267962"/>
                  <a:gd name="csX5" fmla="*/ 219259 w 664463"/>
                  <a:gd name="csY5" fmla="*/ 238125 h 267962"/>
                  <a:gd name="csX6" fmla="*/ 228784 w 664463"/>
                  <a:gd name="csY6" fmla="*/ 200025 h 267962"/>
                  <a:gd name="csX7" fmla="*/ 257359 w 664463"/>
                  <a:gd name="csY7" fmla="*/ 228600 h 267962"/>
                  <a:gd name="csX8" fmla="*/ 295459 w 664463"/>
                  <a:gd name="csY8" fmla="*/ 257175 h 267962"/>
                  <a:gd name="csX9" fmla="*/ 343084 w 664463"/>
                  <a:gd name="csY9" fmla="*/ 247650 h 267962"/>
                  <a:gd name="csX10" fmla="*/ 352609 w 664463"/>
                  <a:gd name="csY10" fmla="*/ 219075 h 267962"/>
                  <a:gd name="csX11" fmla="*/ 371659 w 664463"/>
                  <a:gd name="csY11" fmla="*/ 190500 h 267962"/>
                  <a:gd name="csX12" fmla="*/ 419284 w 664463"/>
                  <a:gd name="csY12" fmla="*/ 209550 h 267962"/>
                  <a:gd name="csX13" fmla="*/ 533584 w 664463"/>
                  <a:gd name="csY13" fmla="*/ 180975 h 267962"/>
                  <a:gd name="csX14" fmla="*/ 581209 w 664463"/>
                  <a:gd name="csY14" fmla="*/ 171450 h 267962"/>
                  <a:gd name="csX15" fmla="*/ 609784 w 664463"/>
                  <a:gd name="csY15" fmla="*/ 180975 h 267962"/>
                  <a:gd name="csX16" fmla="*/ 647884 w 664463"/>
                  <a:gd name="csY16" fmla="*/ 66675 h 267962"/>
                  <a:gd name="csX17" fmla="*/ 638359 w 664463"/>
                  <a:gd name="csY17" fmla="*/ 57150 h 267962"/>
                  <a:gd name="csX18" fmla="*/ 647884 w 664463"/>
                  <a:gd name="csY18" fmla="*/ 0 h 267962"/>
                  <a:gd name="csX19" fmla="*/ 647884 w 664463"/>
                  <a:gd name="csY19" fmla="*/ 28575 h 267962"/>
                  <a:gd name="csX20" fmla="*/ 19234 w 664463"/>
                  <a:gd name="csY20" fmla="*/ 123825 h 267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64463" h="267962">
                    <a:moveTo>
                      <a:pt x="19234" y="123825"/>
                    </a:moveTo>
                    <a:lnTo>
                      <a:pt x="19234" y="123825"/>
                    </a:lnTo>
                    <a:cubicBezTo>
                      <a:pt x="16661" y="135403"/>
                      <a:pt x="-28257" y="252446"/>
                      <a:pt x="28759" y="266700"/>
                    </a:cubicBezTo>
                    <a:cubicBezTo>
                      <a:pt x="57980" y="274005"/>
                      <a:pt x="85909" y="247650"/>
                      <a:pt x="114484" y="238125"/>
                    </a:cubicBezTo>
                    <a:cubicBezTo>
                      <a:pt x="125457" y="241783"/>
                      <a:pt x="172461" y="258262"/>
                      <a:pt x="181159" y="257175"/>
                    </a:cubicBezTo>
                    <a:cubicBezTo>
                      <a:pt x="195248" y="255414"/>
                      <a:pt x="206559" y="244475"/>
                      <a:pt x="219259" y="238125"/>
                    </a:cubicBezTo>
                    <a:cubicBezTo>
                      <a:pt x="222434" y="225425"/>
                      <a:pt x="216084" y="203200"/>
                      <a:pt x="228784" y="200025"/>
                    </a:cubicBezTo>
                    <a:cubicBezTo>
                      <a:pt x="241852" y="196758"/>
                      <a:pt x="247132" y="219834"/>
                      <a:pt x="257359" y="228600"/>
                    </a:cubicBezTo>
                    <a:cubicBezTo>
                      <a:pt x="269412" y="238931"/>
                      <a:pt x="282759" y="247650"/>
                      <a:pt x="295459" y="257175"/>
                    </a:cubicBezTo>
                    <a:cubicBezTo>
                      <a:pt x="311334" y="254000"/>
                      <a:pt x="329614" y="256630"/>
                      <a:pt x="343084" y="247650"/>
                    </a:cubicBezTo>
                    <a:cubicBezTo>
                      <a:pt x="351438" y="242081"/>
                      <a:pt x="348119" y="228055"/>
                      <a:pt x="352609" y="219075"/>
                    </a:cubicBezTo>
                    <a:cubicBezTo>
                      <a:pt x="357729" y="208836"/>
                      <a:pt x="365309" y="200025"/>
                      <a:pt x="371659" y="190500"/>
                    </a:cubicBezTo>
                    <a:cubicBezTo>
                      <a:pt x="387534" y="196850"/>
                      <a:pt x="402216" y="210554"/>
                      <a:pt x="419284" y="209550"/>
                    </a:cubicBezTo>
                    <a:cubicBezTo>
                      <a:pt x="458489" y="207244"/>
                      <a:pt x="495355" y="189970"/>
                      <a:pt x="533584" y="180975"/>
                    </a:cubicBezTo>
                    <a:cubicBezTo>
                      <a:pt x="549343" y="177267"/>
                      <a:pt x="565334" y="174625"/>
                      <a:pt x="581209" y="171450"/>
                    </a:cubicBezTo>
                    <a:cubicBezTo>
                      <a:pt x="590734" y="174625"/>
                      <a:pt x="599744" y="180975"/>
                      <a:pt x="609784" y="180975"/>
                    </a:cubicBezTo>
                    <a:cubicBezTo>
                      <a:pt x="690303" y="180975"/>
                      <a:pt x="662112" y="152042"/>
                      <a:pt x="647884" y="66675"/>
                    </a:cubicBezTo>
                    <a:cubicBezTo>
                      <a:pt x="647146" y="62246"/>
                      <a:pt x="641534" y="60325"/>
                      <a:pt x="638359" y="57150"/>
                    </a:cubicBezTo>
                    <a:lnTo>
                      <a:pt x="647884" y="0"/>
                    </a:lnTo>
                    <a:lnTo>
                      <a:pt x="647884" y="28575"/>
                    </a:lnTo>
                    <a:lnTo>
                      <a:pt x="19234" y="123825"/>
                    </a:lnTo>
                    <a:close/>
                  </a:path>
                </a:pathLst>
              </a:custGeom>
              <a:solidFill>
                <a:schemeClr val="bg1"/>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effectLst>
                    <a:outerShdw blurRad="50800" dist="38100" algn="l" rotWithShape="0">
                      <a:prstClr val="black">
                        <a:alpha val="40000"/>
                      </a:prstClr>
                    </a:outerShdw>
                  </a:effectLst>
                </a:endParaRPr>
              </a:p>
            </p:txBody>
          </p:sp>
          <p:sp>
            <p:nvSpPr>
              <p:cNvPr id="71" name="Freeform: Shape 70">
                <a:extLst>
                  <a:ext uri="{FF2B5EF4-FFF2-40B4-BE49-F238E27FC236}">
                    <a16:creationId xmlns:a16="http://schemas.microsoft.com/office/drawing/2014/main" id="{263859B9-5EA8-020E-EB2A-9497166C29C4}"/>
                  </a:ext>
                </a:extLst>
              </p:cNvPr>
              <p:cNvSpPr/>
              <p:nvPr/>
            </p:nvSpPr>
            <p:spPr>
              <a:xfrm>
                <a:off x="1247775" y="752475"/>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2" name="Freeform: Shape 71">
                <a:extLst>
                  <a:ext uri="{FF2B5EF4-FFF2-40B4-BE49-F238E27FC236}">
                    <a16:creationId xmlns:a16="http://schemas.microsoft.com/office/drawing/2014/main" id="{0005E436-321D-CB7C-2469-188660648995}"/>
                  </a:ext>
                </a:extLst>
              </p:cNvPr>
              <p:cNvSpPr/>
              <p:nvPr/>
            </p:nvSpPr>
            <p:spPr>
              <a:xfrm>
                <a:off x="1332473" y="69393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3" name="Freeform: Shape 72">
                <a:extLst>
                  <a:ext uri="{FF2B5EF4-FFF2-40B4-BE49-F238E27FC236}">
                    <a16:creationId xmlns:a16="http://schemas.microsoft.com/office/drawing/2014/main" id="{9C6483C3-D04D-762E-D1AF-8249F6505F54}"/>
                  </a:ext>
                </a:extLst>
              </p:cNvPr>
              <p:cNvSpPr/>
              <p:nvPr/>
            </p:nvSpPr>
            <p:spPr>
              <a:xfrm>
                <a:off x="1410449" y="637246"/>
                <a:ext cx="191227" cy="470451"/>
              </a:xfrm>
              <a:custGeom>
                <a:avLst/>
                <a:gdLst>
                  <a:gd name="csX0" fmla="*/ 0 w 191227"/>
                  <a:gd name="csY0" fmla="*/ 0 h 470451"/>
                  <a:gd name="csX1" fmla="*/ 0 w 191227"/>
                  <a:gd name="csY1" fmla="*/ 0 h 470451"/>
                  <a:gd name="csX2" fmla="*/ 19050 w 191227"/>
                  <a:gd name="csY2" fmla="*/ 133350 h 470451"/>
                  <a:gd name="csX3" fmla="*/ 38100 w 191227"/>
                  <a:gd name="csY3" fmla="*/ 161925 h 470451"/>
                  <a:gd name="csX4" fmla="*/ 47625 w 191227"/>
                  <a:gd name="csY4" fmla="*/ 200025 h 470451"/>
                  <a:gd name="csX5" fmla="*/ 76200 w 191227"/>
                  <a:gd name="csY5" fmla="*/ 276225 h 470451"/>
                  <a:gd name="csX6" fmla="*/ 104775 w 191227"/>
                  <a:gd name="csY6" fmla="*/ 352425 h 470451"/>
                  <a:gd name="csX7" fmla="*/ 123825 w 191227"/>
                  <a:gd name="csY7" fmla="*/ 400050 h 470451"/>
                  <a:gd name="csX8" fmla="*/ 152400 w 191227"/>
                  <a:gd name="csY8" fmla="*/ 428625 h 470451"/>
                  <a:gd name="csX9" fmla="*/ 161925 w 191227"/>
                  <a:gd name="csY9" fmla="*/ 457200 h 470451"/>
                  <a:gd name="csX10" fmla="*/ 190500 w 191227"/>
                  <a:gd name="csY10" fmla="*/ 466725 h 470451"/>
                  <a:gd name="csX11" fmla="*/ 171450 w 191227"/>
                  <a:gd name="csY11" fmla="*/ 266700 h 470451"/>
                  <a:gd name="csX12" fmla="*/ 95250 w 191227"/>
                  <a:gd name="csY12" fmla="*/ 142875 h 470451"/>
                  <a:gd name="csX13" fmla="*/ 66675 w 191227"/>
                  <a:gd name="csY13" fmla="*/ 95250 h 470451"/>
                  <a:gd name="csX14" fmla="*/ 38100 w 191227"/>
                  <a:gd name="csY14" fmla="*/ 66675 h 470451"/>
                  <a:gd name="csX15" fmla="*/ 19050 w 191227"/>
                  <a:gd name="csY15" fmla="*/ 38100 h 470451"/>
                  <a:gd name="csX16" fmla="*/ 0 w 191227"/>
                  <a:gd name="csY16" fmla="*/ 0 h 470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27" h="470451">
                    <a:moveTo>
                      <a:pt x="0" y="0"/>
                    </a:moveTo>
                    <a:lnTo>
                      <a:pt x="0" y="0"/>
                    </a:lnTo>
                    <a:cubicBezTo>
                      <a:pt x="1680" y="16798"/>
                      <a:pt x="5539" y="101825"/>
                      <a:pt x="19050" y="133350"/>
                    </a:cubicBezTo>
                    <a:cubicBezTo>
                      <a:pt x="23559" y="143872"/>
                      <a:pt x="31750" y="152400"/>
                      <a:pt x="38100" y="161925"/>
                    </a:cubicBezTo>
                    <a:cubicBezTo>
                      <a:pt x="41275" y="174625"/>
                      <a:pt x="43485" y="187606"/>
                      <a:pt x="47625" y="200025"/>
                    </a:cubicBezTo>
                    <a:cubicBezTo>
                      <a:pt x="67755" y="260414"/>
                      <a:pt x="62824" y="229408"/>
                      <a:pt x="76200" y="276225"/>
                    </a:cubicBezTo>
                    <a:cubicBezTo>
                      <a:pt x="98948" y="355844"/>
                      <a:pt x="69263" y="272523"/>
                      <a:pt x="104775" y="352425"/>
                    </a:cubicBezTo>
                    <a:cubicBezTo>
                      <a:pt x="111719" y="368049"/>
                      <a:pt x="114763" y="385551"/>
                      <a:pt x="123825" y="400050"/>
                    </a:cubicBezTo>
                    <a:cubicBezTo>
                      <a:pt x="130964" y="411473"/>
                      <a:pt x="142875" y="419100"/>
                      <a:pt x="152400" y="428625"/>
                    </a:cubicBezTo>
                    <a:cubicBezTo>
                      <a:pt x="155575" y="438150"/>
                      <a:pt x="154825" y="450100"/>
                      <a:pt x="161925" y="457200"/>
                    </a:cubicBezTo>
                    <a:cubicBezTo>
                      <a:pt x="169025" y="464300"/>
                      <a:pt x="189255" y="476688"/>
                      <a:pt x="190500" y="466725"/>
                    </a:cubicBezTo>
                    <a:cubicBezTo>
                      <a:pt x="192644" y="449570"/>
                      <a:pt x="191077" y="319039"/>
                      <a:pt x="171450" y="266700"/>
                    </a:cubicBezTo>
                    <a:cubicBezTo>
                      <a:pt x="155500" y="224166"/>
                      <a:pt x="115632" y="176845"/>
                      <a:pt x="95250" y="142875"/>
                    </a:cubicBezTo>
                    <a:cubicBezTo>
                      <a:pt x="85725" y="127000"/>
                      <a:pt x="77783" y="110061"/>
                      <a:pt x="66675" y="95250"/>
                    </a:cubicBezTo>
                    <a:cubicBezTo>
                      <a:pt x="58593" y="84474"/>
                      <a:pt x="46724" y="77023"/>
                      <a:pt x="38100" y="66675"/>
                    </a:cubicBezTo>
                    <a:cubicBezTo>
                      <a:pt x="30771" y="57881"/>
                      <a:pt x="27989" y="45251"/>
                      <a:pt x="19050" y="38100"/>
                    </a:cubicBezTo>
                    <a:cubicBezTo>
                      <a:pt x="11210" y="31828"/>
                      <a:pt x="3175" y="6350"/>
                      <a:pt x="0" y="0"/>
                    </a:cubicBezTo>
                    <a:close/>
                  </a:path>
                </a:pathLst>
              </a:custGeom>
              <a:solidFill>
                <a:schemeClr val="accent2">
                  <a:lumMod val="40000"/>
                  <a:lumOff val="6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sp>
          <p:nvSpPr>
            <p:cNvPr id="17" name="Flowchart: Connector 16">
              <a:extLst>
                <a:ext uri="{FF2B5EF4-FFF2-40B4-BE49-F238E27FC236}">
                  <a16:creationId xmlns:a16="http://schemas.microsoft.com/office/drawing/2014/main" id="{C3FE199D-EA8E-2D90-A7CD-85EDCB17C33F}"/>
                </a:ext>
              </a:extLst>
            </p:cNvPr>
            <p:cNvSpPr/>
            <p:nvPr/>
          </p:nvSpPr>
          <p:spPr>
            <a:xfrm>
              <a:off x="3532412" y="2400531"/>
              <a:ext cx="1368152" cy="1224136"/>
            </a:xfrm>
            <a:prstGeom prst="flowChartConnector">
              <a:avLst/>
            </a:prstGeom>
            <a:solidFill>
              <a:schemeClr val="accent3"/>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Flowchart: Connector 17">
              <a:extLst>
                <a:ext uri="{FF2B5EF4-FFF2-40B4-BE49-F238E27FC236}">
                  <a16:creationId xmlns:a16="http://schemas.microsoft.com/office/drawing/2014/main" id="{B744B1B7-3744-2072-B866-5176A836C0D7}"/>
                </a:ext>
              </a:extLst>
            </p:cNvPr>
            <p:cNvSpPr/>
            <p:nvPr/>
          </p:nvSpPr>
          <p:spPr>
            <a:xfrm>
              <a:off x="6425718" y="1478522"/>
              <a:ext cx="1368152" cy="1224136"/>
            </a:xfrm>
            <a:prstGeom prst="flowChartConnector">
              <a:avLst/>
            </a:prstGeom>
            <a:solidFill>
              <a:schemeClr val="accent3"/>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 name="Flowchart: Connector 18">
              <a:extLst>
                <a:ext uri="{FF2B5EF4-FFF2-40B4-BE49-F238E27FC236}">
                  <a16:creationId xmlns:a16="http://schemas.microsoft.com/office/drawing/2014/main" id="{FF5FAF62-6C9B-6C8A-E3C9-EB1D5FE651DB}"/>
                </a:ext>
              </a:extLst>
            </p:cNvPr>
            <p:cNvSpPr/>
            <p:nvPr/>
          </p:nvSpPr>
          <p:spPr>
            <a:xfrm>
              <a:off x="3188437" y="4077072"/>
              <a:ext cx="1368152" cy="1224136"/>
            </a:xfrm>
            <a:prstGeom prst="flowChartConnector">
              <a:avLst/>
            </a:prstGeom>
            <a:solidFill>
              <a:schemeClr val="accent3"/>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Flowchart: Connector 19">
              <a:extLst>
                <a:ext uri="{FF2B5EF4-FFF2-40B4-BE49-F238E27FC236}">
                  <a16:creationId xmlns:a16="http://schemas.microsoft.com/office/drawing/2014/main" id="{3AA9B9DB-39F6-51BD-73B2-D5368CA517A7}"/>
                </a:ext>
              </a:extLst>
            </p:cNvPr>
            <p:cNvSpPr/>
            <p:nvPr/>
          </p:nvSpPr>
          <p:spPr>
            <a:xfrm>
              <a:off x="5057566" y="3774762"/>
              <a:ext cx="1368152" cy="1224136"/>
            </a:xfrm>
            <a:prstGeom prst="flowChartConnector">
              <a:avLst/>
            </a:prstGeom>
            <a:solidFill>
              <a:schemeClr val="accent3"/>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21" name="Graphic 20" descr="Fish with solid fill">
              <a:extLst>
                <a:ext uri="{FF2B5EF4-FFF2-40B4-BE49-F238E27FC236}">
                  <a16:creationId xmlns:a16="http://schemas.microsoft.com/office/drawing/2014/main" id="{E92C422F-9E4A-5438-04AA-A298C7D447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42356" y="1079897"/>
              <a:ext cx="914400" cy="914400"/>
            </a:xfrm>
            <a:prstGeom prst="rect">
              <a:avLst/>
            </a:prstGeom>
          </p:spPr>
        </p:pic>
        <p:pic>
          <p:nvPicPr>
            <p:cNvPr id="23" name="Graphic 22" descr="Fish with solid fill">
              <a:extLst>
                <a:ext uri="{FF2B5EF4-FFF2-40B4-BE49-F238E27FC236}">
                  <a16:creationId xmlns:a16="http://schemas.microsoft.com/office/drawing/2014/main" id="{1E393A57-D415-8C49-2866-798D32F4A5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8137" y="1285892"/>
              <a:ext cx="914400" cy="914400"/>
            </a:xfrm>
            <a:prstGeom prst="rect">
              <a:avLst/>
            </a:prstGeom>
          </p:spPr>
        </p:pic>
        <p:pic>
          <p:nvPicPr>
            <p:cNvPr id="25" name="Graphic 24" descr="Fish with solid fill">
              <a:extLst>
                <a:ext uri="{FF2B5EF4-FFF2-40B4-BE49-F238E27FC236}">
                  <a16:creationId xmlns:a16="http://schemas.microsoft.com/office/drawing/2014/main" id="{E2D45651-FA79-E3EC-837F-B937F46CC7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5794" y="1659016"/>
              <a:ext cx="914400" cy="914400"/>
            </a:xfrm>
            <a:prstGeom prst="rect">
              <a:avLst/>
            </a:prstGeom>
          </p:spPr>
        </p:pic>
        <p:pic>
          <p:nvPicPr>
            <p:cNvPr id="26" name="Graphic 25" descr="Fish with solid fill">
              <a:extLst>
                <a:ext uri="{FF2B5EF4-FFF2-40B4-BE49-F238E27FC236}">
                  <a16:creationId xmlns:a16="http://schemas.microsoft.com/office/drawing/2014/main" id="{A53A1F75-0608-947C-6845-D9128399E3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225" y="3743309"/>
              <a:ext cx="914400" cy="914400"/>
            </a:xfrm>
            <a:prstGeom prst="rect">
              <a:avLst/>
            </a:prstGeom>
          </p:spPr>
        </p:pic>
        <p:pic>
          <p:nvPicPr>
            <p:cNvPr id="27" name="Graphic 26" descr="Fish with solid fill">
              <a:extLst>
                <a:ext uri="{FF2B5EF4-FFF2-40B4-BE49-F238E27FC236}">
                  <a16:creationId xmlns:a16="http://schemas.microsoft.com/office/drawing/2014/main" id="{54D0BB30-C712-FC9C-A458-3CF696DDB5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70377" y="3675105"/>
              <a:ext cx="914400" cy="914400"/>
            </a:xfrm>
            <a:prstGeom prst="rect">
              <a:avLst/>
            </a:prstGeom>
          </p:spPr>
        </p:pic>
        <p:pic>
          <p:nvPicPr>
            <p:cNvPr id="29" name="Graphic 28" descr="Fish with solid fill">
              <a:extLst>
                <a:ext uri="{FF2B5EF4-FFF2-40B4-BE49-F238E27FC236}">
                  <a16:creationId xmlns:a16="http://schemas.microsoft.com/office/drawing/2014/main" id="{D512F333-C304-7CD3-10C2-2A9FBEE2CB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2200" y="4256343"/>
              <a:ext cx="914400" cy="914400"/>
            </a:xfrm>
            <a:prstGeom prst="rect">
              <a:avLst/>
            </a:prstGeom>
          </p:spPr>
        </p:pic>
        <p:pic>
          <p:nvPicPr>
            <p:cNvPr id="30" name="Graphic 29" descr="Fish with solid fill">
              <a:extLst>
                <a:ext uri="{FF2B5EF4-FFF2-40B4-BE49-F238E27FC236}">
                  <a16:creationId xmlns:a16="http://schemas.microsoft.com/office/drawing/2014/main" id="{2424C1A4-A381-F4B4-B8E1-447A60D3F2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20285" y="4210109"/>
              <a:ext cx="914400" cy="914400"/>
            </a:xfrm>
            <a:prstGeom prst="rect">
              <a:avLst/>
            </a:prstGeom>
          </p:spPr>
        </p:pic>
        <p:pic>
          <p:nvPicPr>
            <p:cNvPr id="31" name="Graphic 30" descr="Fish with solid fill">
              <a:extLst>
                <a:ext uri="{FF2B5EF4-FFF2-40B4-BE49-F238E27FC236}">
                  <a16:creationId xmlns:a16="http://schemas.microsoft.com/office/drawing/2014/main" id="{CAAD87AE-FFCB-C717-773B-1C9C8E85AE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14468" y="933847"/>
              <a:ext cx="914400" cy="914400"/>
            </a:xfrm>
            <a:prstGeom prst="rect">
              <a:avLst/>
            </a:prstGeom>
          </p:spPr>
        </p:pic>
        <p:pic>
          <p:nvPicPr>
            <p:cNvPr id="33" name="Graphic 32" descr="Fish with solid fill">
              <a:extLst>
                <a:ext uri="{FF2B5EF4-FFF2-40B4-BE49-F238E27FC236}">
                  <a16:creationId xmlns:a16="http://schemas.microsoft.com/office/drawing/2014/main" id="{AF985F8C-C1DC-720A-783A-8B2F676F0A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28742" y="3698143"/>
              <a:ext cx="914400" cy="914400"/>
            </a:xfrm>
            <a:prstGeom prst="rect">
              <a:avLst/>
            </a:prstGeom>
          </p:spPr>
        </p:pic>
        <p:pic>
          <p:nvPicPr>
            <p:cNvPr id="34" name="Graphic 33" descr="Fish with solid fill">
              <a:extLst>
                <a:ext uri="{FF2B5EF4-FFF2-40B4-BE49-F238E27FC236}">
                  <a16:creationId xmlns:a16="http://schemas.microsoft.com/office/drawing/2014/main" id="{A0BFF7DB-1C75-A2B2-B26C-FA63023E8C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94709" y="4340675"/>
              <a:ext cx="914400" cy="914400"/>
            </a:xfrm>
            <a:prstGeom prst="rect">
              <a:avLst/>
            </a:prstGeom>
          </p:spPr>
        </p:pic>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21E3A33-97CB-890F-ECCE-E5F7B22F088A}"/>
                    </a:ext>
                  </a:extLst>
                </p:cNvPr>
                <p:cNvSpPr txBox="1"/>
                <p:nvPr/>
              </p:nvSpPr>
              <p:spPr>
                <a:xfrm>
                  <a:off x="2670194" y="692696"/>
                  <a:ext cx="1337574" cy="361959"/>
                </a:xfrm>
                <a:prstGeom prst="rect">
                  <a:avLst/>
                </a:prstGeom>
                <a:noFill/>
              </p:spPr>
              <p:txBody>
                <a:bodyPr wrap="square" lIns="0" tIns="0" rIns="0" bIns="0" rtlCol="0">
                  <a:spAutoFit/>
                </a:bodyPr>
                <a:lstStyle/>
                <a:p>
                  <a:pPr/>
                  <a14:m>
                    <m:oMathPara xmlns:m="http://schemas.openxmlformats.org/officeDocument/2006/math">
                      <m:oMath>
                        <m:sSub>
                          <m:sSubPr>
                            <m:ctrlPr>
                              <a:rPr lang="en-US" sz="1000" b="1" i="1">
                                <a:latin typeface="Cambria Math" panose="02040503050406030204" pitchFamily="18" charset="0"/>
                              </a:rPr>
                            </m:ctrlPr>
                          </m:sSubPr>
                          <m:e>
                            <m:r>
                              <a:rPr lang="en-US" sz="1000" b="1" i="1">
                                <a:latin typeface="Cambria Math" panose="02040503050406030204" pitchFamily="18" charset="0"/>
                              </a:rPr>
                              <m:t>𝑵</m:t>
                            </m:r>
                          </m:e>
                          <m:sub>
                            <m:r>
                              <a:rPr lang="en-US" sz="1000" b="1" i="1">
                                <a:latin typeface="Cambria Math" panose="02040503050406030204" pitchFamily="18" charset="0"/>
                              </a:rPr>
                              <m:t>𝒆</m:t>
                            </m:r>
                          </m:sub>
                        </m:sSub>
                        <m:r>
                          <a:rPr lang="en-US" sz="1000" b="1" i="1">
                            <a:latin typeface="Cambria Math" panose="02040503050406030204" pitchFamily="18" charset="0"/>
                          </a:rPr>
                          <m:t>&gt;</m:t>
                        </m:r>
                        <m:r>
                          <a:rPr lang="en-US" sz="1000" b="1" i="1">
                            <a:latin typeface="Cambria Math" panose="02040503050406030204" pitchFamily="18" charset="0"/>
                          </a:rPr>
                          <m:t>𝟓𝟎𝟎</m:t>
                        </m:r>
                      </m:oMath>
                    </m:oMathPara>
                  </a14:m>
                  <a:endParaRPr lang="en-CH" sz="1000" b="1" dirty="0"/>
                </a:p>
              </p:txBody>
            </p:sp>
          </mc:Choice>
          <mc:Fallback xmlns="">
            <p:sp>
              <p:nvSpPr>
                <p:cNvPr id="35" name="TextBox 34">
                  <a:extLst>
                    <a:ext uri="{FF2B5EF4-FFF2-40B4-BE49-F238E27FC236}">
                      <a16:creationId xmlns:a16="http://schemas.microsoft.com/office/drawing/2014/main" id="{CD646384-1A91-B1F7-7F81-C6B7A83F5DE1}"/>
                    </a:ext>
                  </a:extLst>
                </p:cNvPr>
                <p:cNvSpPr txBox="1">
                  <a:spLocks noRot="1" noChangeAspect="1" noMove="1" noResize="1" noEditPoints="1" noAdjustHandles="1" noChangeArrowheads="1" noChangeShapeType="1" noTextEdit="1"/>
                </p:cNvSpPr>
                <p:nvPr/>
              </p:nvSpPr>
              <p:spPr>
                <a:xfrm>
                  <a:off x="2670194" y="692696"/>
                  <a:ext cx="1337574" cy="361959"/>
                </a:xfrm>
                <a:prstGeom prst="rect">
                  <a:avLst/>
                </a:prstGeom>
                <a:blipFill>
                  <a:blip r:embed="rId4"/>
                  <a:stretch>
                    <a:fillRect/>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11CEDF2-B4B3-7CE2-C7E8-C4D57A19F76F}"/>
                    </a:ext>
                  </a:extLst>
                </p:cNvPr>
                <p:cNvSpPr txBox="1"/>
                <p:nvPr/>
              </p:nvSpPr>
              <p:spPr>
                <a:xfrm>
                  <a:off x="1504020" y="2997277"/>
                  <a:ext cx="1337574" cy="361959"/>
                </a:xfrm>
                <a:prstGeom prst="rect">
                  <a:avLst/>
                </a:prstGeom>
                <a:noFill/>
              </p:spPr>
              <p:txBody>
                <a:bodyPr wrap="square" lIns="0" tIns="0" rIns="0" bIns="0" rtlCol="0">
                  <a:spAutoFit/>
                </a:bodyPr>
                <a:lstStyle/>
                <a:p>
                  <a:pPr/>
                  <a14:m>
                    <m:oMathPara xmlns:m="http://schemas.openxmlformats.org/officeDocument/2006/math">
                      <m:oMath>
                        <m:sSub>
                          <m:sSubPr>
                            <m:ctrlPr>
                              <a:rPr lang="en-US" sz="1000" b="1" i="1">
                                <a:latin typeface="Cambria Math" panose="02040503050406030204" pitchFamily="18" charset="0"/>
                              </a:rPr>
                            </m:ctrlPr>
                          </m:sSubPr>
                          <m:e>
                            <m:r>
                              <a:rPr lang="en-US" sz="1000" b="1" i="1">
                                <a:latin typeface="Cambria Math" panose="02040503050406030204" pitchFamily="18" charset="0"/>
                              </a:rPr>
                              <m:t>𝑵</m:t>
                            </m:r>
                          </m:e>
                          <m:sub>
                            <m:r>
                              <a:rPr lang="en-US" sz="1000" b="1" i="1">
                                <a:latin typeface="Cambria Math" panose="02040503050406030204" pitchFamily="18" charset="0"/>
                              </a:rPr>
                              <m:t>𝒆</m:t>
                            </m:r>
                          </m:sub>
                        </m:sSub>
                        <m:r>
                          <a:rPr lang="en-US" sz="1000" b="1" i="1">
                            <a:latin typeface="Cambria Math" panose="02040503050406030204" pitchFamily="18" charset="0"/>
                          </a:rPr>
                          <m:t>&gt;</m:t>
                        </m:r>
                        <m:r>
                          <a:rPr lang="en-US" sz="1000" b="1" i="1">
                            <a:latin typeface="Cambria Math" panose="02040503050406030204" pitchFamily="18" charset="0"/>
                          </a:rPr>
                          <m:t>𝟓𝟎𝟎</m:t>
                        </m:r>
                      </m:oMath>
                    </m:oMathPara>
                  </a14:m>
                  <a:endParaRPr lang="en-CH" sz="1000" b="1" dirty="0"/>
                </a:p>
              </p:txBody>
            </p:sp>
          </mc:Choice>
          <mc:Fallback xmlns="">
            <p:sp>
              <p:nvSpPr>
                <p:cNvPr id="37" name="TextBox 36">
                  <a:extLst>
                    <a:ext uri="{FF2B5EF4-FFF2-40B4-BE49-F238E27FC236}">
                      <a16:creationId xmlns:a16="http://schemas.microsoft.com/office/drawing/2014/main" id="{6672C789-2F08-965A-4491-E9B30F7B47EB}"/>
                    </a:ext>
                  </a:extLst>
                </p:cNvPr>
                <p:cNvSpPr txBox="1">
                  <a:spLocks noRot="1" noChangeAspect="1" noMove="1" noResize="1" noEditPoints="1" noAdjustHandles="1" noChangeArrowheads="1" noChangeShapeType="1" noTextEdit="1"/>
                </p:cNvSpPr>
                <p:nvPr/>
              </p:nvSpPr>
              <p:spPr>
                <a:xfrm>
                  <a:off x="1504020" y="2997277"/>
                  <a:ext cx="1337574" cy="361959"/>
                </a:xfrm>
                <a:prstGeom prst="rect">
                  <a:avLst/>
                </a:prstGeom>
                <a:blipFill>
                  <a:blip r:embed="rId4"/>
                  <a:stretch>
                    <a:fillRect/>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682D531-7EC4-93AC-2544-D442B22BAA19}"/>
                    </a:ext>
                  </a:extLst>
                </p:cNvPr>
                <p:cNvSpPr txBox="1"/>
                <p:nvPr/>
              </p:nvSpPr>
              <p:spPr>
                <a:xfrm>
                  <a:off x="10138512" y="2279470"/>
                  <a:ext cx="1337574" cy="361959"/>
                </a:xfrm>
                <a:prstGeom prst="rect">
                  <a:avLst/>
                </a:prstGeom>
                <a:noFill/>
              </p:spPr>
              <p:txBody>
                <a:bodyPr wrap="square" lIns="0" tIns="0" rIns="0" bIns="0" rtlCol="0">
                  <a:spAutoFit/>
                </a:bodyPr>
                <a:lstStyle/>
                <a:p>
                  <a:pPr/>
                  <a14:m>
                    <m:oMathPara xmlns:m="http://schemas.openxmlformats.org/officeDocument/2006/math">
                      <m:oMath>
                        <m:sSub>
                          <m:sSubPr>
                            <m:ctrlPr>
                              <a:rPr lang="en-US" sz="1000" b="1" i="1">
                                <a:latin typeface="Cambria Math" panose="02040503050406030204" pitchFamily="18" charset="0"/>
                              </a:rPr>
                            </m:ctrlPr>
                          </m:sSubPr>
                          <m:e>
                            <m:r>
                              <a:rPr lang="en-US" sz="1000" b="1" i="1">
                                <a:latin typeface="Cambria Math" panose="02040503050406030204" pitchFamily="18" charset="0"/>
                              </a:rPr>
                              <m:t>𝑵</m:t>
                            </m:r>
                          </m:e>
                          <m:sub>
                            <m:r>
                              <a:rPr lang="en-US" sz="1000" b="1" i="1">
                                <a:latin typeface="Cambria Math" panose="02040503050406030204" pitchFamily="18" charset="0"/>
                              </a:rPr>
                              <m:t>𝒆</m:t>
                            </m:r>
                          </m:sub>
                        </m:sSub>
                        <m:r>
                          <a:rPr lang="en-US" sz="1000" b="1" i="1" smtClean="0">
                            <a:latin typeface="Cambria Math" panose="02040503050406030204" pitchFamily="18" charset="0"/>
                          </a:rPr>
                          <m:t>&lt;</m:t>
                        </m:r>
                        <m:r>
                          <a:rPr lang="en-US" sz="1000" b="1" i="1">
                            <a:latin typeface="Cambria Math" panose="02040503050406030204" pitchFamily="18" charset="0"/>
                          </a:rPr>
                          <m:t>𝟓𝟎𝟎</m:t>
                        </m:r>
                      </m:oMath>
                    </m:oMathPara>
                  </a14:m>
                  <a:endParaRPr lang="en-CH" sz="1000" b="1" dirty="0"/>
                </a:p>
              </p:txBody>
            </p:sp>
          </mc:Choice>
          <mc:Fallback xmlns="">
            <p:sp>
              <p:nvSpPr>
                <p:cNvPr id="38" name="TextBox 37">
                  <a:extLst>
                    <a:ext uri="{FF2B5EF4-FFF2-40B4-BE49-F238E27FC236}">
                      <a16:creationId xmlns:a16="http://schemas.microsoft.com/office/drawing/2014/main" id="{EC897E30-839E-88B7-2F84-925A5D6BCE61}"/>
                    </a:ext>
                  </a:extLst>
                </p:cNvPr>
                <p:cNvSpPr txBox="1">
                  <a:spLocks noRot="1" noChangeAspect="1" noMove="1" noResize="1" noEditPoints="1" noAdjustHandles="1" noChangeArrowheads="1" noChangeShapeType="1" noTextEdit="1"/>
                </p:cNvSpPr>
                <p:nvPr/>
              </p:nvSpPr>
              <p:spPr>
                <a:xfrm>
                  <a:off x="10138512" y="2279470"/>
                  <a:ext cx="1337574" cy="361959"/>
                </a:xfrm>
                <a:prstGeom prst="rect">
                  <a:avLst/>
                </a:prstGeom>
                <a:blipFill>
                  <a:blip r:embed="rId5"/>
                  <a:stretch>
                    <a:fillRect/>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027013B-9E48-13DB-1DD0-D48C410B97CA}"/>
                    </a:ext>
                  </a:extLst>
                </p:cNvPr>
                <p:cNvSpPr txBox="1"/>
                <p:nvPr/>
              </p:nvSpPr>
              <p:spPr>
                <a:xfrm>
                  <a:off x="9397193" y="3663730"/>
                  <a:ext cx="1337574" cy="361959"/>
                </a:xfrm>
                <a:prstGeom prst="rect">
                  <a:avLst/>
                </a:prstGeom>
                <a:noFill/>
              </p:spPr>
              <p:txBody>
                <a:bodyPr wrap="square" lIns="0" tIns="0" rIns="0" bIns="0" rtlCol="0">
                  <a:spAutoFit/>
                </a:bodyPr>
                <a:lstStyle/>
                <a:p>
                  <a:pPr/>
                  <a14:m>
                    <m:oMathPara xmlns:m="http://schemas.openxmlformats.org/officeDocument/2006/math">
                      <m:oMath>
                        <m:sSub>
                          <m:sSubPr>
                            <m:ctrlPr>
                              <a:rPr lang="en-US" sz="1000" b="1" i="1">
                                <a:latin typeface="Cambria Math" panose="02040503050406030204" pitchFamily="18" charset="0"/>
                              </a:rPr>
                            </m:ctrlPr>
                          </m:sSubPr>
                          <m:e>
                            <m:r>
                              <a:rPr lang="en-US" sz="1000" b="1" i="1">
                                <a:latin typeface="Cambria Math" panose="02040503050406030204" pitchFamily="18" charset="0"/>
                              </a:rPr>
                              <m:t>𝑵</m:t>
                            </m:r>
                          </m:e>
                          <m:sub>
                            <m:r>
                              <a:rPr lang="en-US" sz="1000" b="1" i="1">
                                <a:latin typeface="Cambria Math" panose="02040503050406030204" pitchFamily="18" charset="0"/>
                              </a:rPr>
                              <m:t>𝒆</m:t>
                            </m:r>
                          </m:sub>
                        </m:sSub>
                        <m:r>
                          <a:rPr lang="en-US" sz="1000" b="1" i="1" smtClean="0">
                            <a:latin typeface="Cambria Math" panose="02040503050406030204" pitchFamily="18" charset="0"/>
                          </a:rPr>
                          <m:t>&lt;</m:t>
                        </m:r>
                        <m:r>
                          <a:rPr lang="en-US" sz="1000" b="1" i="1">
                            <a:latin typeface="Cambria Math" panose="02040503050406030204" pitchFamily="18" charset="0"/>
                          </a:rPr>
                          <m:t>𝟓𝟎𝟎</m:t>
                        </m:r>
                      </m:oMath>
                    </m:oMathPara>
                  </a14:m>
                  <a:endParaRPr lang="en-CH" sz="1000" b="1" dirty="0"/>
                </a:p>
              </p:txBody>
            </p:sp>
          </mc:Choice>
          <mc:Fallback xmlns="">
            <p:sp>
              <p:nvSpPr>
                <p:cNvPr id="39" name="TextBox 38">
                  <a:extLst>
                    <a:ext uri="{FF2B5EF4-FFF2-40B4-BE49-F238E27FC236}">
                      <a16:creationId xmlns:a16="http://schemas.microsoft.com/office/drawing/2014/main" id="{3E90741A-DCBC-72D2-85A9-08B0B9D330B6}"/>
                    </a:ext>
                  </a:extLst>
                </p:cNvPr>
                <p:cNvSpPr txBox="1">
                  <a:spLocks noRot="1" noChangeAspect="1" noMove="1" noResize="1" noEditPoints="1" noAdjustHandles="1" noChangeArrowheads="1" noChangeShapeType="1" noTextEdit="1"/>
                </p:cNvSpPr>
                <p:nvPr/>
              </p:nvSpPr>
              <p:spPr>
                <a:xfrm>
                  <a:off x="9397193" y="3663730"/>
                  <a:ext cx="1337574" cy="361959"/>
                </a:xfrm>
                <a:prstGeom prst="rect">
                  <a:avLst/>
                </a:prstGeom>
                <a:blipFill>
                  <a:blip r:embed="rId6"/>
                  <a:stretch>
                    <a:fillRect/>
                  </a:stretch>
                </a:blipFill>
              </p:spPr>
              <p:txBody>
                <a:bodyPr/>
                <a:lstStyle/>
                <a:p>
                  <a:r>
                    <a:rPr lang="en-CH">
                      <a:noFill/>
                    </a:rPr>
                    <a:t> </a:t>
                  </a:r>
                </a:p>
              </p:txBody>
            </p:sp>
          </mc:Fallback>
        </mc:AlternateContent>
        <p:sp>
          <p:nvSpPr>
            <p:cNvPr id="41" name="Freeform: Shape 40">
              <a:extLst>
                <a:ext uri="{FF2B5EF4-FFF2-40B4-BE49-F238E27FC236}">
                  <a16:creationId xmlns:a16="http://schemas.microsoft.com/office/drawing/2014/main" id="{061041ED-239B-8008-3640-8BF4C59C4282}"/>
                </a:ext>
              </a:extLst>
            </p:cNvPr>
            <p:cNvSpPr/>
            <p:nvPr/>
          </p:nvSpPr>
          <p:spPr>
            <a:xfrm flipH="1">
              <a:off x="654756" y="770185"/>
              <a:ext cx="97425"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2" name="Freeform: Shape 41">
              <a:extLst>
                <a:ext uri="{FF2B5EF4-FFF2-40B4-BE49-F238E27FC236}">
                  <a16:creationId xmlns:a16="http://schemas.microsoft.com/office/drawing/2014/main" id="{188F43B9-4A71-EECE-E794-9CD8F9EDD141}"/>
                </a:ext>
              </a:extLst>
            </p:cNvPr>
            <p:cNvSpPr/>
            <p:nvPr/>
          </p:nvSpPr>
          <p:spPr>
            <a:xfrm>
              <a:off x="736325" y="759154"/>
              <a:ext cx="83289"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nvGrpSpPr>
            <p:cNvPr id="43" name="Group 42">
              <a:extLst>
                <a:ext uri="{FF2B5EF4-FFF2-40B4-BE49-F238E27FC236}">
                  <a16:creationId xmlns:a16="http://schemas.microsoft.com/office/drawing/2014/main" id="{E7969D04-0151-4BC4-168D-B1727A40F919}"/>
                </a:ext>
              </a:extLst>
            </p:cNvPr>
            <p:cNvGrpSpPr/>
            <p:nvPr/>
          </p:nvGrpSpPr>
          <p:grpSpPr>
            <a:xfrm>
              <a:off x="9778563" y="700952"/>
              <a:ext cx="197453" cy="415277"/>
              <a:chOff x="1507522" y="522415"/>
              <a:chExt cx="197453" cy="415277"/>
            </a:xfrm>
          </p:grpSpPr>
          <p:sp>
            <p:nvSpPr>
              <p:cNvPr id="50" name="Freeform: Shape 49">
                <a:extLst>
                  <a:ext uri="{FF2B5EF4-FFF2-40B4-BE49-F238E27FC236}">
                    <a16:creationId xmlns:a16="http://schemas.microsoft.com/office/drawing/2014/main" id="{6320F652-5DCF-DC70-32A5-629FE981D600}"/>
                  </a:ext>
                </a:extLst>
              </p:cNvPr>
              <p:cNvSpPr/>
              <p:nvPr/>
            </p:nvSpPr>
            <p:spPr>
              <a:xfrm>
                <a:off x="1571625" y="580617"/>
                <a:ext cx="133350"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1" name="Freeform: Shape 50">
                <a:extLst>
                  <a:ext uri="{FF2B5EF4-FFF2-40B4-BE49-F238E27FC236}">
                    <a16:creationId xmlns:a16="http://schemas.microsoft.com/office/drawing/2014/main" id="{0D1B73AB-0962-1D1C-2316-CFA58BC3DD89}"/>
                  </a:ext>
                </a:extLst>
              </p:cNvPr>
              <p:cNvSpPr/>
              <p:nvPr/>
            </p:nvSpPr>
            <p:spPr>
              <a:xfrm flipH="1">
                <a:off x="1507522" y="522415"/>
                <a:ext cx="97425"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44" name="Group 43">
              <a:extLst>
                <a:ext uri="{FF2B5EF4-FFF2-40B4-BE49-F238E27FC236}">
                  <a16:creationId xmlns:a16="http://schemas.microsoft.com/office/drawing/2014/main" id="{A6859762-7F6F-08C9-058F-731BFCD087F0}"/>
                </a:ext>
              </a:extLst>
            </p:cNvPr>
            <p:cNvGrpSpPr/>
            <p:nvPr/>
          </p:nvGrpSpPr>
          <p:grpSpPr>
            <a:xfrm>
              <a:off x="9150941" y="3612662"/>
              <a:ext cx="197453" cy="415277"/>
              <a:chOff x="1507522" y="522415"/>
              <a:chExt cx="197453" cy="415277"/>
            </a:xfrm>
          </p:grpSpPr>
          <p:sp>
            <p:nvSpPr>
              <p:cNvPr id="48" name="Freeform: Shape 47">
                <a:extLst>
                  <a:ext uri="{FF2B5EF4-FFF2-40B4-BE49-F238E27FC236}">
                    <a16:creationId xmlns:a16="http://schemas.microsoft.com/office/drawing/2014/main" id="{48184058-EA90-F3A7-1F51-40E5A0B0C849}"/>
                  </a:ext>
                </a:extLst>
              </p:cNvPr>
              <p:cNvSpPr/>
              <p:nvPr/>
            </p:nvSpPr>
            <p:spPr>
              <a:xfrm>
                <a:off x="1571625" y="580617"/>
                <a:ext cx="133350"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9" name="Freeform: Shape 48">
                <a:extLst>
                  <a:ext uri="{FF2B5EF4-FFF2-40B4-BE49-F238E27FC236}">
                    <a16:creationId xmlns:a16="http://schemas.microsoft.com/office/drawing/2014/main" id="{220DE28D-1539-5483-B504-11CB09BD7A5B}"/>
                  </a:ext>
                </a:extLst>
              </p:cNvPr>
              <p:cNvSpPr/>
              <p:nvPr/>
            </p:nvSpPr>
            <p:spPr>
              <a:xfrm flipH="1">
                <a:off x="1507522" y="522415"/>
                <a:ext cx="97425"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p:nvGrpSpPr>
            <p:cNvPr id="45" name="Group 44">
              <a:extLst>
                <a:ext uri="{FF2B5EF4-FFF2-40B4-BE49-F238E27FC236}">
                  <a16:creationId xmlns:a16="http://schemas.microsoft.com/office/drawing/2014/main" id="{4341276E-C514-D8CC-D505-3097BD888A09}"/>
                </a:ext>
              </a:extLst>
            </p:cNvPr>
            <p:cNvGrpSpPr/>
            <p:nvPr/>
          </p:nvGrpSpPr>
          <p:grpSpPr>
            <a:xfrm>
              <a:off x="1450501" y="3169707"/>
              <a:ext cx="197453" cy="415277"/>
              <a:chOff x="1507522" y="522415"/>
              <a:chExt cx="197453" cy="415277"/>
            </a:xfrm>
          </p:grpSpPr>
          <p:sp>
            <p:nvSpPr>
              <p:cNvPr id="46" name="Freeform: Shape 45">
                <a:extLst>
                  <a:ext uri="{FF2B5EF4-FFF2-40B4-BE49-F238E27FC236}">
                    <a16:creationId xmlns:a16="http://schemas.microsoft.com/office/drawing/2014/main" id="{CA3A4439-6F00-0350-A236-3E44453094D6}"/>
                  </a:ext>
                </a:extLst>
              </p:cNvPr>
              <p:cNvSpPr/>
              <p:nvPr/>
            </p:nvSpPr>
            <p:spPr>
              <a:xfrm>
                <a:off x="1571625" y="580617"/>
                <a:ext cx="133350"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7" name="Freeform: Shape 46">
                <a:extLst>
                  <a:ext uri="{FF2B5EF4-FFF2-40B4-BE49-F238E27FC236}">
                    <a16:creationId xmlns:a16="http://schemas.microsoft.com/office/drawing/2014/main" id="{1BA0ADD3-FAFD-1923-B631-AFAADB9FCE59}"/>
                  </a:ext>
                </a:extLst>
              </p:cNvPr>
              <p:cNvSpPr/>
              <p:nvPr/>
            </p:nvSpPr>
            <p:spPr>
              <a:xfrm flipH="1">
                <a:off x="1507522" y="522415"/>
                <a:ext cx="97425" cy="357075"/>
              </a:xfrm>
              <a:custGeom>
                <a:avLst/>
                <a:gdLst>
                  <a:gd name="csX0" fmla="*/ 47625 w 133350"/>
                  <a:gd name="csY0" fmla="*/ 352833 h 357075"/>
                  <a:gd name="csX1" fmla="*/ 47625 w 133350"/>
                  <a:gd name="csY1" fmla="*/ 352833 h 357075"/>
                  <a:gd name="csX2" fmla="*/ 57150 w 133350"/>
                  <a:gd name="csY2" fmla="*/ 152808 h 357075"/>
                  <a:gd name="csX3" fmla="*/ 95250 w 133350"/>
                  <a:gd name="csY3" fmla="*/ 86133 h 357075"/>
                  <a:gd name="csX4" fmla="*/ 133350 w 133350"/>
                  <a:gd name="csY4" fmla="*/ 19458 h 357075"/>
                  <a:gd name="csX5" fmla="*/ 104775 w 133350"/>
                  <a:gd name="csY5" fmla="*/ 408 h 357075"/>
                  <a:gd name="csX6" fmla="*/ 47625 w 133350"/>
                  <a:gd name="csY6" fmla="*/ 48033 h 357075"/>
                  <a:gd name="csX7" fmla="*/ 19050 w 133350"/>
                  <a:gd name="csY7" fmla="*/ 124233 h 357075"/>
                  <a:gd name="csX8" fmla="*/ 0 w 133350"/>
                  <a:gd name="csY8" fmla="*/ 162333 h 357075"/>
                  <a:gd name="csX9" fmla="*/ 9525 w 133350"/>
                  <a:gd name="csY9" fmla="*/ 286158 h 357075"/>
                  <a:gd name="csX10" fmla="*/ 47625 w 133350"/>
                  <a:gd name="csY10" fmla="*/ 352833 h 357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3350" h="357075">
                    <a:moveTo>
                      <a:pt x="47625" y="352833"/>
                    </a:moveTo>
                    <a:lnTo>
                      <a:pt x="47625" y="352833"/>
                    </a:lnTo>
                    <a:cubicBezTo>
                      <a:pt x="50800" y="286158"/>
                      <a:pt x="49197" y="219083"/>
                      <a:pt x="57150" y="152808"/>
                    </a:cubicBezTo>
                    <a:cubicBezTo>
                      <a:pt x="59336" y="134590"/>
                      <a:pt x="86047" y="102238"/>
                      <a:pt x="95250" y="86133"/>
                    </a:cubicBezTo>
                    <a:cubicBezTo>
                      <a:pt x="143589" y="1540"/>
                      <a:pt x="86938" y="89076"/>
                      <a:pt x="133350" y="19458"/>
                    </a:cubicBezTo>
                    <a:cubicBezTo>
                      <a:pt x="123825" y="13108"/>
                      <a:pt x="116067" y="2290"/>
                      <a:pt x="104775" y="408"/>
                    </a:cubicBezTo>
                    <a:cubicBezTo>
                      <a:pt x="76792" y="-4256"/>
                      <a:pt x="57475" y="32273"/>
                      <a:pt x="47625" y="48033"/>
                    </a:cubicBezTo>
                    <a:cubicBezTo>
                      <a:pt x="14476" y="101071"/>
                      <a:pt x="39619" y="69381"/>
                      <a:pt x="19050" y="124233"/>
                    </a:cubicBezTo>
                    <a:cubicBezTo>
                      <a:pt x="14064" y="137528"/>
                      <a:pt x="6350" y="149633"/>
                      <a:pt x="0" y="162333"/>
                    </a:cubicBezTo>
                    <a:cubicBezTo>
                      <a:pt x="3175" y="203608"/>
                      <a:pt x="1896" y="245470"/>
                      <a:pt x="9525" y="286158"/>
                    </a:cubicBezTo>
                    <a:cubicBezTo>
                      <a:pt x="30336" y="397151"/>
                      <a:pt x="41275" y="341721"/>
                      <a:pt x="47625" y="352833"/>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grpSp>
      </p:grpSp>
      <mc:AlternateContent xmlns:mc="http://schemas.openxmlformats.org/markup-compatibility/2006" xmlns:a14="http://schemas.microsoft.com/office/drawing/2010/main">
        <mc:Choice Requires="a14">
          <p:graphicFrame>
            <p:nvGraphicFramePr>
              <p:cNvPr id="252" name="Table 251">
                <a:extLst>
                  <a:ext uri="{FF2B5EF4-FFF2-40B4-BE49-F238E27FC236}">
                    <a16:creationId xmlns:a16="http://schemas.microsoft.com/office/drawing/2014/main" id="{3C9BA731-4FC7-D852-0B2F-41A57712A91B}"/>
                  </a:ext>
                </a:extLst>
              </p:cNvPr>
              <p:cNvGraphicFramePr>
                <a:graphicFrameLocks noGrp="1"/>
              </p:cNvGraphicFramePr>
              <p:nvPr/>
            </p:nvGraphicFramePr>
            <p:xfrm>
              <a:off x="6283569" y="2574681"/>
              <a:ext cx="4292534" cy="2671441"/>
            </p:xfrm>
            <a:graphic>
              <a:graphicData uri="http://schemas.openxmlformats.org/drawingml/2006/table">
                <a:tbl>
                  <a:tblPr firstRow="1" bandRow="1">
                    <a:tableStyleId>{7E9639D4-E3E2-4D34-9284-5A2195B3D0D7}</a:tableStyleId>
                  </a:tblPr>
                  <a:tblGrid>
                    <a:gridCol w="2146267">
                      <a:extLst>
                        <a:ext uri="{9D8B030D-6E8A-4147-A177-3AD203B41FA5}">
                          <a16:colId xmlns:a16="http://schemas.microsoft.com/office/drawing/2014/main" val="1816744880"/>
                        </a:ext>
                      </a:extLst>
                    </a:gridCol>
                    <a:gridCol w="2146267">
                      <a:extLst>
                        <a:ext uri="{9D8B030D-6E8A-4147-A177-3AD203B41FA5}">
                          <a16:colId xmlns:a16="http://schemas.microsoft.com/office/drawing/2014/main" val="3586817383"/>
                        </a:ext>
                      </a:extLst>
                    </a:gridCol>
                  </a:tblGrid>
                  <a:tr h="871821">
                    <a:tc>
                      <a:txBody>
                        <a:bodyPr/>
                        <a:lstStyle/>
                        <a:p>
                          <a:endParaRPr lang="en-CH" dirty="0"/>
                        </a:p>
                      </a:txBody>
                      <a:tcPr>
                        <a:lnL w="6350" cap="flat" cmpd="sng" algn="ctr">
                          <a:noFill/>
                          <a:prstDash val="solid"/>
                          <a:miter lim="800000"/>
                        </a:lnL>
                        <a:lnR>
                          <a:noFill/>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14:m>
                            <m:oMath xmlns:m="http://schemas.openxmlformats.org/officeDocument/2006/math">
                              <m:sSub>
                                <m:sSubPr>
                                  <m:ctrlPr>
                                    <a:rPr lang="en-US" sz="2400" b="1" smtClean="0">
                                      <a:latin typeface="Cambria Math" panose="02040503050406030204" pitchFamily="18" charset="0"/>
                                    </a:rPr>
                                  </m:ctrlPr>
                                </m:sSubPr>
                                <m:e>
                                  <m:r>
                                    <a:rPr lang="en-US" sz="2400" b="1" smtClean="0">
                                      <a:latin typeface="Cambria Math" panose="02040503050406030204" pitchFamily="18" charset="0"/>
                                    </a:rPr>
                                    <m:t>𝑵</m:t>
                                  </m:r>
                                </m:e>
                                <m:sub>
                                  <m:r>
                                    <a:rPr lang="en-US" sz="2400" b="1" smtClean="0">
                                      <a:latin typeface="Cambria Math" panose="02040503050406030204" pitchFamily="18" charset="0"/>
                                    </a:rPr>
                                    <m:t>𝒆</m:t>
                                  </m:r>
                                </m:sub>
                              </m:sSub>
                            </m:oMath>
                          </a14:m>
                          <a:r>
                            <a:rPr lang="en-US" sz="2400" dirty="0"/>
                            <a:t> &gt; 500 Indicator</a:t>
                          </a:r>
                          <a:endParaRPr lang="en-CH" sz="2400" dirty="0"/>
                        </a:p>
                      </a:txBody>
                      <a:tcPr>
                        <a:lnL>
                          <a:noFill/>
                        </a:lnL>
                      </a:tcPr>
                    </a:tc>
                    <a:extLst>
                      <a:ext uri="{0D108BD9-81ED-4DB2-BD59-A6C34878D82A}">
                        <a16:rowId xmlns:a16="http://schemas.microsoft.com/office/drawing/2014/main" val="1229095281"/>
                      </a:ext>
                    </a:extLst>
                  </a:tr>
                  <a:tr h="871821">
                    <a:tc>
                      <a:txBody>
                        <a:bodyPr/>
                        <a:lstStyle/>
                        <a:p>
                          <a:r>
                            <a:rPr lang="en-US" sz="2400" b="1" dirty="0">
                              <a:solidFill>
                                <a:schemeClr val="bg1"/>
                              </a:solidFill>
                            </a:rPr>
                            <a:t>Prop. of Populations</a:t>
                          </a:r>
                          <a:endParaRPr lang="en-CH" sz="2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endParaRPr lang="en-US" dirty="0"/>
                        </a:p>
                        <a:p>
                          <a:pPr algn="ctr"/>
                          <a:r>
                            <a:rPr lang="en-US" sz="2400" b="1" dirty="0"/>
                            <a:t>2 of 4</a:t>
                          </a:r>
                          <a:endParaRPr lang="en-CH" sz="2400" b="1"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73027928"/>
                      </a:ext>
                    </a:extLst>
                  </a:tr>
                  <a:tr h="871821">
                    <a:tc>
                      <a:txBody>
                        <a:bodyPr/>
                        <a:lstStyle/>
                        <a:p>
                          <a:pPr marL="0" marR="0" lvl="0" indent="0" algn="l" defTabSz="914400" rtl="0" eaLnBrk="1" fontAlgn="auto" latinLnBrk="0" hangingPunct="1">
                            <a:lnSpc>
                              <a:spcPct val="98000"/>
                            </a:lnSpc>
                            <a:spcBef>
                              <a:spcPts val="0"/>
                            </a:spcBef>
                            <a:spcAft>
                              <a:spcPts val="0"/>
                            </a:spcAft>
                            <a:buClrTx/>
                            <a:buSzTx/>
                            <a:buFont typeface="+mj-lt"/>
                            <a:buNone/>
                            <a:tabLst/>
                            <a:defRPr/>
                          </a:pPr>
                          <a:r>
                            <a:rPr lang="en-US" sz="2400" b="1" dirty="0">
                              <a:solidFill>
                                <a:schemeClr val="bg1"/>
                              </a:solidFill>
                            </a:rPr>
                            <a:t>Indicator Value</a:t>
                          </a:r>
                          <a:endParaRPr lang="en-CH" sz="2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endParaRPr lang="en-US" dirty="0"/>
                        </a:p>
                        <a:p>
                          <a:pPr algn="ctr"/>
                          <a:r>
                            <a:rPr lang="en-US" sz="2400" b="1" dirty="0"/>
                            <a:t>0.50</a:t>
                          </a:r>
                        </a:p>
                        <a:p>
                          <a:pPr algn="ctr"/>
                          <a:endParaRPr lang="en-CH"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58277099"/>
                      </a:ext>
                    </a:extLst>
                  </a:tr>
                </a:tbl>
              </a:graphicData>
            </a:graphic>
          </p:graphicFrame>
        </mc:Choice>
        <mc:Fallback xmlns="">
          <p:graphicFrame>
            <p:nvGraphicFramePr>
              <p:cNvPr id="252" name="Table 251">
                <a:extLst>
                  <a:ext uri="{FF2B5EF4-FFF2-40B4-BE49-F238E27FC236}">
                    <a16:creationId xmlns:a16="http://schemas.microsoft.com/office/drawing/2014/main" id="{3D7EC170-029C-D87B-BFC1-2A042E462FFF}"/>
                  </a:ext>
                </a:extLst>
              </p:cNvPr>
              <p:cNvGraphicFramePr>
                <a:graphicFrameLocks noGrp="1"/>
              </p:cNvGraphicFramePr>
              <p:nvPr>
                <p:extLst>
                  <p:ext uri="{D42A27DB-BD31-4B8C-83A1-F6EECF244321}">
                    <p14:modId xmlns:p14="http://schemas.microsoft.com/office/powerpoint/2010/main" val="2967341877"/>
                  </p:ext>
                </p:extLst>
              </p:nvPr>
            </p:nvGraphicFramePr>
            <p:xfrm>
              <a:off x="6283569" y="2574681"/>
              <a:ext cx="4292534" cy="2671441"/>
            </p:xfrm>
            <a:graphic>
              <a:graphicData uri="http://schemas.openxmlformats.org/drawingml/2006/table">
                <a:tbl>
                  <a:tblPr firstRow="1" bandRow="1">
                    <a:tableStyleId>{7E9639D4-E3E2-4D34-9284-5A2195B3D0D7}</a:tableStyleId>
                  </a:tblPr>
                  <a:tblGrid>
                    <a:gridCol w="2146267">
                      <a:extLst>
                        <a:ext uri="{9D8B030D-6E8A-4147-A177-3AD203B41FA5}">
                          <a16:colId xmlns:a16="http://schemas.microsoft.com/office/drawing/2014/main" val="1816744880"/>
                        </a:ext>
                      </a:extLst>
                    </a:gridCol>
                    <a:gridCol w="2146267">
                      <a:extLst>
                        <a:ext uri="{9D8B030D-6E8A-4147-A177-3AD203B41FA5}">
                          <a16:colId xmlns:a16="http://schemas.microsoft.com/office/drawing/2014/main" val="3586817383"/>
                        </a:ext>
                      </a:extLst>
                    </a:gridCol>
                  </a:tblGrid>
                  <a:tr h="871821">
                    <a:tc>
                      <a:txBody>
                        <a:bodyPr/>
                        <a:lstStyle/>
                        <a:p>
                          <a:endParaRPr lang="en-CH" dirty="0"/>
                        </a:p>
                      </a:txBody>
                      <a:tcPr>
                        <a:lnL w="6350" cap="flat" cmpd="sng" algn="ctr">
                          <a:noFill/>
                          <a:prstDash val="solid"/>
                          <a:miter lim="800000"/>
                        </a:lnL>
                        <a:lnR>
                          <a:noFill/>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CH"/>
                        </a:p>
                      </a:txBody>
                      <a:tcPr>
                        <a:lnL>
                          <a:noFill/>
                        </a:lnL>
                        <a:blipFill>
                          <a:blip r:embed="rId7"/>
                          <a:stretch>
                            <a:fillRect l="-100568" t="-6294" r="-284" b="-209091"/>
                          </a:stretch>
                        </a:blipFill>
                      </a:tcPr>
                    </a:tc>
                    <a:extLst>
                      <a:ext uri="{0D108BD9-81ED-4DB2-BD59-A6C34878D82A}">
                        <a16:rowId xmlns:a16="http://schemas.microsoft.com/office/drawing/2014/main" val="1229095281"/>
                      </a:ext>
                    </a:extLst>
                  </a:tr>
                  <a:tr h="871821">
                    <a:tc>
                      <a:txBody>
                        <a:bodyPr/>
                        <a:lstStyle/>
                        <a:p>
                          <a:r>
                            <a:rPr lang="en-US" sz="2400" b="1" dirty="0">
                              <a:solidFill>
                                <a:schemeClr val="bg1"/>
                              </a:solidFill>
                            </a:rPr>
                            <a:t>Prop. of Populations</a:t>
                          </a:r>
                          <a:endParaRPr lang="en-CH" sz="2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endParaRPr lang="en-US" dirty="0"/>
                        </a:p>
                        <a:p>
                          <a:pPr algn="ctr"/>
                          <a:r>
                            <a:rPr lang="en-US" sz="2400" b="1" dirty="0"/>
                            <a:t>2 of 4</a:t>
                          </a:r>
                          <a:endParaRPr lang="en-CH" sz="2400" b="1"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73027928"/>
                      </a:ext>
                    </a:extLst>
                  </a:tr>
                  <a:tr h="927799">
                    <a:tc>
                      <a:txBody>
                        <a:bodyPr/>
                        <a:lstStyle/>
                        <a:p>
                          <a:pPr marL="0" marR="0" lvl="0" indent="0" algn="l" defTabSz="914400" rtl="0" eaLnBrk="1" fontAlgn="auto" latinLnBrk="0" hangingPunct="1">
                            <a:lnSpc>
                              <a:spcPct val="98000"/>
                            </a:lnSpc>
                            <a:spcBef>
                              <a:spcPts val="0"/>
                            </a:spcBef>
                            <a:spcAft>
                              <a:spcPts val="0"/>
                            </a:spcAft>
                            <a:buClrTx/>
                            <a:buSzTx/>
                            <a:buFont typeface="+mj-lt"/>
                            <a:buNone/>
                            <a:tabLst/>
                            <a:defRPr/>
                          </a:pPr>
                          <a:r>
                            <a:rPr lang="en-US" sz="2400" b="1" dirty="0">
                              <a:solidFill>
                                <a:schemeClr val="bg1"/>
                              </a:solidFill>
                            </a:rPr>
                            <a:t>Indicator Value</a:t>
                          </a:r>
                          <a:endParaRPr lang="en-CH" sz="2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endParaRPr lang="en-US" dirty="0"/>
                        </a:p>
                        <a:p>
                          <a:pPr algn="ctr"/>
                          <a:r>
                            <a:rPr lang="en-US" sz="2400" b="1" dirty="0"/>
                            <a:t>0.50</a:t>
                          </a:r>
                        </a:p>
                        <a:p>
                          <a:pPr algn="ctr"/>
                          <a:endParaRPr lang="en-CH"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58277099"/>
                      </a:ext>
                    </a:extLst>
                  </a:tr>
                </a:tbl>
              </a:graphicData>
            </a:graphic>
          </p:graphicFrame>
        </mc:Fallback>
      </mc:AlternateContent>
    </p:spTree>
    <p:extLst>
      <p:ext uri="{BB962C8B-B14F-4D97-AF65-F5344CB8AC3E}">
        <p14:creationId xmlns:p14="http://schemas.microsoft.com/office/powerpoint/2010/main" val="4118323132"/>
      </p:ext>
    </p:extLst>
  </p:cSld>
  <p:clrMapOvr>
    <a:masterClrMapping/>
  </p:clrMapOvr>
</p:sld>
</file>

<file path=ppt/theme/theme1.xml><?xml version="1.0" encoding="utf-8"?>
<a:theme xmlns:a="http://schemas.openxmlformats.org/drawingml/2006/main" name="Benutzerdefiniertes Design">
  <a:themeElements>
    <a:clrScheme name="Uni Zürich">
      <a:dk1>
        <a:sysClr val="windowText" lastClr="000000"/>
      </a:dk1>
      <a:lt1>
        <a:sysClr val="window" lastClr="FFFFFF"/>
      </a:lt1>
      <a:dk2>
        <a:srgbClr val="666666"/>
      </a:dk2>
      <a:lt2>
        <a:srgbClr val="D7D7D7"/>
      </a:lt2>
      <a:accent1>
        <a:srgbClr val="0028A5"/>
      </a:accent1>
      <a:accent2>
        <a:srgbClr val="4AC9E3"/>
      </a:accent2>
      <a:accent3>
        <a:srgbClr val="A4D233"/>
      </a:accent3>
      <a:accent4>
        <a:srgbClr val="FFC845"/>
      </a:accent4>
      <a:accent5>
        <a:srgbClr val="FC4C02"/>
      </a:accent5>
      <a:accent6>
        <a:srgbClr val="BF0D3E"/>
      </a:accent6>
      <a:hlink>
        <a:srgbClr val="000000"/>
      </a:hlink>
      <a:folHlink>
        <a:srgbClr val="000000"/>
      </a:folHlink>
    </a:clrScheme>
    <a:fontScheme name="Uni Zürich">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dirty="0"/>
        </a:defPPr>
      </a:lstStyle>
    </a:txDef>
  </a:objectDefaults>
  <a:extraClrSchemeLst/>
  <a:extLst>
    <a:ext uri="{05A4C25C-085E-4340-85A3-A5531E510DB2}">
      <thm15:themeFamily xmlns:thm15="http://schemas.microsoft.com/office/thememl/2012/main" name="uzh-presentation-en" id="{1E472478-859B-544F-8FDA-30F40BD221B0}" vid="{E0316969-E371-664E-B793-DAC528073B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c24777f-78b6-4f3c-a73a-d5fa08e4d537" xsi:nil="true"/>
    <lcf76f155ced4ddcb4097134ff3c332f xmlns="c9077d15-72ed-4fec-bcfe-3472729e919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0E594130A2AF244FBF3F304D904ED593" ma:contentTypeVersion="18" ma:contentTypeDescription="Ein neues Dokument erstellen." ma:contentTypeScope="" ma:versionID="9c227ad3ab8d826471e210bb857ebfda">
  <xsd:schema xmlns:xsd="http://www.w3.org/2001/XMLSchema" xmlns:xs="http://www.w3.org/2001/XMLSchema" xmlns:p="http://schemas.microsoft.com/office/2006/metadata/properties" xmlns:ns2="c9077d15-72ed-4fec-bcfe-3472729e9195" xmlns:ns3="bc24777f-78b6-4f3c-a73a-d5fa08e4d537" targetNamespace="http://schemas.microsoft.com/office/2006/metadata/properties" ma:root="true" ma:fieldsID="2a0acd45fe6cc66a06723547185abeb0" ns2:_="" ns3:_="">
    <xsd:import namespace="c9077d15-72ed-4fec-bcfe-3472729e9195"/>
    <xsd:import namespace="bc24777f-78b6-4f3c-a73a-d5fa08e4d53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077d15-72ed-4fec-bcfe-3472729e91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Bildmarkierungen" ma:readOnly="false" ma:fieldId="{5cf76f15-5ced-4ddc-b409-7134ff3c332f}" ma:taxonomyMulti="true" ma:sspId="7fbe3b91-0d7a-4fca-85de-75d49bc052c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c24777f-78b6-4f3c-a73a-d5fa08e4d537"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23888c3-3691-4ee2-9093-74875a1c94d8}" ma:internalName="TaxCatchAll" ma:showField="CatchAllData" ma:web="bc24777f-78b6-4f3c-a73a-d5fa08e4d537">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26B806-0237-4942-A1FD-5C97285908C2}">
  <ds:schemaRefs>
    <ds:schemaRef ds:uri="http://schemas.microsoft.com/office/2006/metadata/properties"/>
    <ds:schemaRef ds:uri="bc24777f-78b6-4f3c-a73a-d5fa08e4d537"/>
    <ds:schemaRef ds:uri="http://schemas.microsoft.com/office/2006/documentManagement/types"/>
    <ds:schemaRef ds:uri="http://purl.org/dc/elements/1.1/"/>
    <ds:schemaRef ds:uri="http://www.w3.org/XML/1998/namespace"/>
    <ds:schemaRef ds:uri="c9077d15-72ed-4fec-bcfe-3472729e9195"/>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4B8C4983-C2B9-40A5-988A-6394CBDA55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077d15-72ed-4fec-bcfe-3472729e9195"/>
    <ds:schemaRef ds:uri="bc24777f-78b6-4f3c-a73a-d5fa08e4d5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B6B7BE2-63AD-4C37-AC44-F0E4FC348E2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uzh-presentation-en</Template>
  <TotalTime>0</TotalTime>
  <Words>6838</Words>
  <Application>Microsoft Office PowerPoint</Application>
  <PresentationFormat>Widescreen</PresentationFormat>
  <Paragraphs>960</Paragraphs>
  <Slides>112</Slides>
  <Notes>94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112</vt:i4>
      </vt:variant>
    </vt:vector>
  </HeadingPairs>
  <TitlesOfParts>
    <vt:vector size="120" baseType="lpstr">
      <vt:lpstr>Aptos</vt:lpstr>
      <vt:lpstr>Arial</vt:lpstr>
      <vt:lpstr>Calibri</vt:lpstr>
      <vt:lpstr>Cambria Math</vt:lpstr>
      <vt:lpstr>Courier New</vt:lpstr>
      <vt:lpstr>Source Sans Pro</vt:lpstr>
      <vt:lpstr>Source Sans Pro SemiBold</vt:lpstr>
      <vt:lpstr>Benutzerdefiniertes Design</vt:lpstr>
      <vt:lpstr>PowerPoint Presentation</vt:lpstr>
      <vt:lpstr>Intro</vt:lpstr>
      <vt:lpstr>Intro</vt:lpstr>
      <vt:lpstr>Intro</vt:lpstr>
      <vt:lpstr>Intro</vt:lpstr>
      <vt:lpstr>PowerPoint Presentation</vt:lpstr>
      <vt:lpstr>Problem</vt:lpstr>
      <vt:lpstr>Problem</vt:lpstr>
      <vt:lpstr>Problem</vt:lpstr>
      <vt:lpstr>Problem</vt:lpstr>
      <vt:lpstr>Problem</vt:lpstr>
      <vt:lpstr>Problem</vt:lpstr>
      <vt:lpstr>Problem</vt:lpstr>
      <vt:lpstr>PowerPoint Presentation</vt:lpstr>
      <vt:lpstr>Solution</vt:lpstr>
      <vt:lpstr>Solution</vt:lpstr>
      <vt:lpstr>Solution</vt:lpstr>
      <vt:lpstr>Solution</vt:lpstr>
      <vt:lpstr>Solution</vt:lpstr>
      <vt:lpstr>Solution</vt:lpstr>
      <vt:lpstr>Solution</vt:lpstr>
      <vt:lpstr>Solution</vt:lpstr>
      <vt:lpstr>Solution</vt:lpstr>
      <vt:lpstr>Problem</vt:lpstr>
      <vt:lpstr>Problem</vt:lpstr>
      <vt:lpstr>Problem</vt:lpstr>
      <vt:lpstr>Problem</vt:lpstr>
      <vt:lpstr>PowerPoint Presentation</vt:lpstr>
      <vt:lpstr>PowerPoint Presentation</vt:lpstr>
      <vt:lpstr>PowerPoint Presentation</vt:lpstr>
      <vt:lpstr>PowerPoint Presentation</vt:lpstr>
      <vt:lpstr>PowerPoint Presentation</vt:lpstr>
      <vt:lpstr>Method</vt:lpstr>
      <vt:lpstr>Method</vt:lpstr>
      <vt:lpstr>Method</vt:lpstr>
      <vt:lpstr>Method</vt:lpstr>
      <vt:lpstr>Method</vt:lpstr>
      <vt:lpstr>Method</vt:lpstr>
      <vt:lpstr>Method: what is under the hood</vt:lpstr>
      <vt:lpstr>Method: what is under the hood</vt:lpstr>
      <vt:lpstr>Method: what is under the hood</vt:lpstr>
      <vt:lpstr>Method: what is under the hood</vt:lpstr>
      <vt:lpstr>Method</vt:lpstr>
      <vt:lpstr>Method</vt:lpstr>
      <vt:lpstr>Method</vt:lpstr>
      <vt:lpstr>Method</vt:lpstr>
      <vt:lpstr>Method</vt:lpstr>
      <vt:lpstr>Method</vt:lpstr>
      <vt:lpstr>Method</vt:lpstr>
      <vt:lpstr>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vt:lpstr>
      <vt:lpstr>Method</vt:lpstr>
      <vt:lpstr>Method</vt:lpstr>
      <vt:lpstr>Method</vt:lpstr>
      <vt:lpstr>Method</vt:lpstr>
      <vt:lpstr>Method</vt:lpstr>
      <vt:lpstr>Method</vt:lpstr>
      <vt:lpstr>Method</vt:lpstr>
      <vt:lpstr>Method</vt:lpstr>
      <vt:lpstr>Method</vt:lpstr>
      <vt:lpstr>Method</vt:lpstr>
      <vt:lpstr>Method</vt:lpstr>
      <vt:lpstr>Method</vt:lpstr>
      <vt:lpstr>Method</vt:lpstr>
      <vt:lpstr>Method</vt:lpstr>
      <vt:lpstr>Method</vt:lpstr>
      <vt:lpstr>Method</vt:lpstr>
      <vt:lpstr>Method</vt:lpstr>
      <vt:lpstr>Method</vt:lpstr>
      <vt:lpstr>Method</vt:lpstr>
      <vt:lpstr>Method</vt:lpstr>
      <vt:lpstr>Method</vt:lpstr>
      <vt:lpstr>PowerPoint Presentation</vt:lpstr>
      <vt:lpstr>My Project – Problem</vt:lpstr>
      <vt:lpstr>My Project – Problem</vt:lpstr>
      <vt:lpstr>My Project – Problem</vt:lpstr>
      <vt:lpstr>My Project – Problem</vt:lpstr>
      <vt:lpstr>My Project – Problem</vt:lpstr>
      <vt:lpstr>PowerPoint Presentation</vt:lpstr>
      <vt:lpstr>PowerPoint Presentation</vt:lpstr>
      <vt:lpstr>PowerPoint Presentation</vt:lpstr>
      <vt:lpstr>My Project - Solution</vt:lpstr>
      <vt:lpstr>My Project - Solution</vt:lpstr>
      <vt:lpstr>My Project - Method</vt:lpstr>
      <vt:lpstr>My Project - Method</vt:lpstr>
      <vt:lpstr>My Project - Method</vt:lpstr>
      <vt:lpstr>My Project - Method</vt:lpstr>
      <vt:lpstr>My Project - Method</vt:lpstr>
      <vt:lpstr>My Project - Result</vt:lpstr>
      <vt:lpstr>My Project - Result</vt:lpstr>
      <vt:lpstr>My Project - Result</vt:lpstr>
      <vt:lpstr>Final Word</vt:lpstr>
      <vt:lpstr>PowerPoint Presentation</vt:lpstr>
      <vt:lpstr>Supplementary Materials </vt:lpstr>
      <vt:lpstr>My Project – Problem</vt:lpstr>
      <vt:lpstr>My Project – Problem</vt:lpstr>
      <vt:lpstr>My Project – Problem</vt:lpstr>
      <vt:lpstr>My Project – Problem</vt:lpstr>
      <vt:lpstr>My Project – Problem</vt:lpstr>
    </vt:vector>
  </TitlesOfParts>
  <Company>Loft Dynamics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Wallisch</dc:creator>
  <dc:description>erstellt durch Vorlagenbauer.ch</dc:description>
  <cp:lastModifiedBy>William Wallisch</cp:lastModifiedBy>
  <cp:revision>35</cp:revision>
  <dcterms:created xsi:type="dcterms:W3CDTF">2026-09-06T15:15:37Z</dcterms:created>
  <dcterms:modified xsi:type="dcterms:W3CDTF">2026-09-16T12:51:38Z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0x0101000E594130A2AF244FBF3F304D904ED593</vt:lpwstr>
  </property>
  <property fmtid="{D5CDD505-2E9C-101B-9397-08002B2CF9AE}" pid="3" name="MediaServiceImageTags">
    <vt:lpwstr/>
  </property>
</Properties>
</file>