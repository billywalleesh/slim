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92"/>
  </p:notesMasterIdLst>
  <p:handoutMasterIdLst>
    <p:handoutMasterId r:id="rId93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451"/>
            <p14:sldId id="430"/>
            <p14:sldId id="452"/>
            <p14:sldId id="453"/>
            <p14:sldId id="349"/>
            <p14:sldId id="372"/>
            <p14:sldId id="413"/>
            <p14:sldId id="414"/>
            <p14:sldId id="415"/>
            <p14:sldId id="431"/>
            <p14:sldId id="348"/>
            <p14:sldId id="416"/>
            <p14:sldId id="417"/>
            <p14:sldId id="389"/>
            <p14:sldId id="354"/>
            <p14:sldId id="419"/>
            <p14:sldId id="420"/>
            <p14:sldId id="421"/>
            <p14:sldId id="432"/>
            <p14:sldId id="371"/>
            <p14:sldId id="422"/>
            <p14:sldId id="423"/>
            <p14:sldId id="355"/>
            <p14:sldId id="425"/>
            <p14:sldId id="426"/>
            <p14:sldId id="390"/>
            <p14:sldId id="356"/>
            <p14:sldId id="403"/>
            <p14:sldId id="445"/>
            <p14:sldId id="412"/>
            <p14:sldId id="359"/>
            <p14:sldId id="399"/>
            <p14:sldId id="440"/>
            <p14:sldId id="361"/>
            <p14:sldId id="441"/>
            <p14:sldId id="442"/>
            <p14:sldId id="443"/>
            <p14:sldId id="444"/>
            <p14:sldId id="410"/>
            <p14:sldId id="404"/>
            <p14:sldId id="405"/>
            <p14:sldId id="406"/>
            <p14:sldId id="407"/>
            <p14:sldId id="408"/>
            <p14:sldId id="409"/>
            <p14:sldId id="411"/>
            <p14:sldId id="435"/>
            <p14:sldId id="436"/>
            <p14:sldId id="437"/>
            <p14:sldId id="439"/>
            <p14:sldId id="433"/>
            <p14:sldId id="398"/>
            <p14:sldId id="373"/>
            <p14:sldId id="396"/>
            <p14:sldId id="434"/>
            <p14:sldId id="397"/>
            <p14:sldId id="377"/>
            <p14:sldId id="375"/>
            <p14:sldId id="378"/>
            <p14:sldId id="379"/>
            <p14:sldId id="382"/>
            <p14:sldId id="383"/>
            <p14:sldId id="384"/>
            <p14:sldId id="385"/>
            <p14:sldId id="358"/>
            <p14:sldId id="446"/>
            <p14:sldId id="360"/>
            <p14:sldId id="454"/>
            <p14:sldId id="455"/>
            <p14:sldId id="456"/>
            <p14:sldId id="363"/>
            <p14:sldId id="447"/>
            <p14:sldId id="448"/>
            <p14:sldId id="449"/>
            <p14:sldId id="450"/>
            <p14:sldId id="395"/>
            <p14:sldId id="400"/>
            <p14:sldId id="401"/>
            <p14:sldId id="365"/>
            <p14:sldId id="391"/>
            <p14:sldId id="393"/>
            <p14:sldId id="457"/>
            <p14:sldId id="366"/>
            <p14:sldId id="394"/>
            <p14:sldId id="387"/>
            <p14:sldId id="3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1AC"/>
    <a:srgbClr val="B4BFDD"/>
    <a:srgbClr val="3C6AB0"/>
    <a:srgbClr val="B03237"/>
    <a:srgbClr val="F0F1F4"/>
    <a:srgbClr val="416CB1"/>
    <a:srgbClr val="AE2D33"/>
    <a:srgbClr val="AE2933"/>
    <a:srgbClr val="AE2B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0194" autoAdjust="0"/>
  </p:normalViewPr>
  <p:slideViewPr>
    <p:cSldViewPr showGuides="1">
      <p:cViewPr varScale="1">
        <p:scale>
          <a:sx n="100" d="100"/>
          <a:sy n="100" d="100"/>
        </p:scale>
        <p:origin x="13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92" Type="http://schemas.openxmlformats.org/officeDocument/2006/relationships/notesMaster" Target="notesMasters/notesMaster1.xml"/><Relationship Id="rId93" Type="http://schemas.openxmlformats.org/officeDocument/2006/relationships/handoutMaster" Target="handoutMasters/handoutMaster1.xml"/><Relationship Id="rId94" Type="http://schemas.openxmlformats.org/officeDocument/2006/relationships/presProps" Target="presProps.xml"/><Relationship Id="rId95" Type="http://schemas.openxmlformats.org/officeDocument/2006/relationships/viewProps" Target="viewProps.xml"/><Relationship Id="rId96" Type="http://schemas.openxmlformats.org/officeDocument/2006/relationships/theme" Target="theme/theme1.xml"/><Relationship Id="rId9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13.09.2026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13.09.2026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13.09.2026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13.09.2026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13.09.2026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13.09.2026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13/09/2026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13.09.2026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indicator is a headcount</a:t>
            </a:r>
          </a:p>
        </p:txBody>
      </p:sp>
      <p:pic>
        <p:nvPicPr>
          <p:cNvPr id="3" name="Picture 2" descr="gbf_indicator_buil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14400"/>
            <a:ext cx="11338560" cy="4790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indicator is a headcount</a:t>
            </a:r>
          </a:p>
        </p:txBody>
      </p:sp>
      <p:pic>
        <p:nvPicPr>
          <p:cNvPr id="3" name="Picture 2" descr="gbf_indicator_buil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14400"/>
            <a:ext cx="11338560" cy="4790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indicator is a headcount</a:t>
            </a:r>
          </a:p>
        </p:txBody>
      </p:sp>
      <p:pic>
        <p:nvPicPr>
          <p:cNvPr id="3" name="Picture 2" descr="gbf_indicator_buil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14400"/>
            <a:ext cx="11338560" cy="4790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indicator is a headcount</a:t>
            </a:r>
          </a:p>
        </p:txBody>
      </p:sp>
      <p:pic>
        <p:nvPicPr>
          <p:cNvPr id="3" name="Picture 2" descr="gbf_indicator_buil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14400"/>
            <a:ext cx="11338560" cy="4790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bc24777f-78b6-4f3c-a73a-d5fa08e4d537"/>
    <ds:schemaRef ds:uri="http://schemas.microsoft.com/office/2006/documentManagement/types"/>
    <ds:schemaRef ds:uri="http://purl.org/dc/elements/1.1/"/>
    <ds:schemaRef ds:uri="http://www.w3.org/XML/1998/namespace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5238</Words>
  <Application>Microsoft Office PowerPoint</Application>
  <PresentationFormat>Widescreen</PresentationFormat>
  <Paragraphs>577</Paragraphs>
  <Slides>87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4" baseType="lpstr">
      <vt:lpstr>Aptos</vt:lpstr>
      <vt:lpstr>Arial</vt:lpstr>
      <vt:lpstr>Cambria Math</vt:lpstr>
      <vt:lpstr>Courier New</vt:lpstr>
      <vt:lpstr>Source Sans Pro</vt:lpstr>
      <vt:lpstr>Source Sans Pro SemiBold</vt:lpstr>
      <vt:lpstr>Benutzerdefiniertes Design</vt:lpstr>
      <vt:lpstr>PowerPoint Presentation</vt:lpstr>
      <vt:lpstr>Intro</vt:lpstr>
      <vt:lpstr>Intro</vt:lpstr>
      <vt:lpstr>Intro</vt:lpstr>
      <vt:lpstr>Intro</vt:lpstr>
      <vt:lpstr>PowerPoint Presentation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PowerPoint Presentation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Method: what is under the hood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My Project – Problem</vt:lpstr>
      <vt:lpstr>My Project – Solution</vt:lpstr>
      <vt:lpstr>Method</vt:lpstr>
      <vt:lpstr>Method</vt:lpstr>
      <vt:lpstr>Method</vt:lpstr>
      <vt:lpstr>Method</vt:lpstr>
      <vt:lpstr>Result</vt:lpstr>
      <vt:lpstr>Result</vt:lpstr>
      <vt:lpstr>Result</vt:lpstr>
      <vt:lpstr>PowerPoint Presentation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19</cp:revision>
  <dcterms:created xsi:type="dcterms:W3CDTF">2026-09-06T15:15:37Z</dcterms:created>
  <dcterms:modified xsi:type="dcterms:W3CDTF">2026-09-13T12:36:02Z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