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00"/>
  </p:notesMasterIdLst>
  <p:handoutMasterIdLst>
    <p:handoutMasterId r:id="rId101"/>
  </p:handoutMasterIdLst>
  <p:sldIdLst>
    <p:sldId id="256" r:id="rId11"/>
    <p:sldId id="257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451"/>
            <p14:sldId id="430"/>
            <p14:sldId id="452"/>
            <p14:sldId id="453"/>
            <p14:sldId id="349"/>
            <p14:sldId id="372"/>
            <p14:sldId id="413"/>
            <p14:sldId id="414"/>
            <p14:sldId id="415"/>
            <p14:sldId id="348"/>
            <p14:sldId id="416"/>
            <p14:sldId id="417"/>
            <p14:sldId id="389"/>
            <p14:sldId id="354"/>
            <p14:sldId id="419"/>
            <p14:sldId id="420"/>
            <p14:sldId id="421"/>
            <p14:sldId id="432"/>
            <p14:sldId id="371"/>
            <p14:sldId id="422"/>
            <p14:sldId id="423"/>
            <p14:sldId id="473"/>
            <p14:sldId id="431"/>
            <p14:sldId id="390"/>
            <p14:sldId id="356"/>
            <p14:sldId id="403"/>
            <p14:sldId id="445"/>
            <p14:sldId id="412"/>
            <p14:sldId id="398"/>
            <p14:sldId id="373"/>
            <p14:sldId id="396"/>
            <p14:sldId id="434"/>
            <p14:sldId id="397"/>
            <p14:sldId id="446"/>
            <p14:sldId id="359"/>
            <p14:sldId id="399"/>
            <p14:sldId id="440"/>
            <p14:sldId id="361"/>
            <p14:sldId id="441"/>
            <p14:sldId id="442"/>
            <p14:sldId id="443"/>
            <p14:sldId id="444"/>
            <p14:sldId id="410"/>
            <p14:sldId id="404"/>
            <p14:sldId id="405"/>
            <p14:sldId id="406"/>
            <p14:sldId id="407"/>
            <p14:sldId id="408"/>
            <p14:sldId id="409"/>
            <p14:sldId id="411"/>
            <p14:sldId id="435"/>
            <p14:sldId id="436"/>
            <p14:sldId id="437"/>
            <p14:sldId id="439"/>
            <p14:sldId id="433"/>
            <p14:sldId id="377"/>
            <p14:sldId id="375"/>
            <p14:sldId id="378"/>
            <p14:sldId id="379"/>
            <p14:sldId id="382"/>
            <p14:sldId id="383"/>
            <p14:sldId id="384"/>
            <p14:sldId id="385"/>
            <p14:sldId id="358"/>
            <p14:sldId id="360"/>
            <p14:sldId id="454"/>
            <p14:sldId id="455"/>
            <p14:sldId id="456"/>
            <p14:sldId id="363"/>
            <p14:sldId id="447"/>
            <p14:sldId id="448"/>
            <p14:sldId id="449"/>
            <p14:sldId id="450"/>
            <p14:sldId id="395"/>
            <p14:sldId id="400"/>
            <p14:sldId id="460"/>
            <p14:sldId id="461"/>
            <p14:sldId id="462"/>
            <p14:sldId id="401"/>
            <p14:sldId id="365"/>
            <p14:sldId id="391"/>
            <p14:sldId id="393"/>
            <p14:sldId id="457"/>
            <p14:sldId id="366"/>
            <p14:sldId id="394"/>
            <p14:sldId id="387"/>
            <p14:sldId id="472"/>
            <p14:sldId id="369"/>
            <p14:sldId id="474"/>
            <p14:sldId id="475"/>
            <p14:sldId id="476"/>
            <p14:sldId id="477"/>
            <p14:sldId id="47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B"/>
    <a:srgbClr val="FFFFFF"/>
    <a:srgbClr val="F0EFEC"/>
    <a:srgbClr val="EAB1AC"/>
    <a:srgbClr val="B4BFDD"/>
    <a:srgbClr val="3C6AB0"/>
    <a:srgbClr val="B03237"/>
    <a:srgbClr val="F0F1F4"/>
    <a:srgbClr val="416CB1"/>
    <a:srgbClr val="AE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0194" autoAdjust="0"/>
  </p:normalViewPr>
  <p:slideViewPr>
    <p:cSldViewPr showGuides="1">
      <p:cViewPr varScale="1">
        <p:scale>
          <a:sx n="100" d="100"/>
          <a:sy n="100" d="100"/>
        </p:scale>
        <p:origin x="13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00" Type="http://schemas.openxmlformats.org/officeDocument/2006/relationships/notesMaster" Target="notesMasters/notesMaster1.xml"/><Relationship Id="rId101" Type="http://schemas.openxmlformats.org/officeDocument/2006/relationships/handoutMaster" Target="handoutMasters/handout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14.09.2026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D061571-B72C-4959-8C35-E56835C2C064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7DDFE4-29E1-462D-9CCC-A725922B2A90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94FD-9F5E-4526-A59D-32E4C3E4561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425B-D5B6-4FA7-A09E-3FB28EC05106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B53-C25B-47AA-BE55-7AE6543E5E6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103E-E046-4633-82BC-9D6A840CE35D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AB9864-0552-4F44-B494-D03F4683B09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8592F2-A22B-4129-BF43-10974110EFE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01D08B-BC87-4A6B-BAB6-A8ACF5B160B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9354-1A46-41EB-9B56-F72C8C8A693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05F214-4AD4-4D89-AE61-CF34C7806923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0931-09B0-4B39-995C-BB4BD36DB6C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F33BA8-25F9-4DC4-8DF6-71C6AEBB6E7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440920-B1A2-4FB0-981D-DAC5A3A0DBB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36D67C-8BF7-4CBC-9036-CC970B8B4F9A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7AC-F94E-4589-8B72-E87890D6CDE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C5BA-5AED-43BC-9A9A-FB3281926248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36C8-6692-4A3B-AF59-90068E97C16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702A-C9B2-4860-8B3C-A907C6233FF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11A-45D1-40D1-847C-9669B869F877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5B26-D0E7-45C6-8559-103B96E0CE32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2B78-8581-4912-BA0F-1C6D591F65F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7CF-8F93-45D3-893D-73CFB042EFB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BFF4-CB62-460B-A7FD-029BF9AAE80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DB96-315B-4AA8-A4DA-A62A76E1325B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239-114E-41F3-ADA1-C32B874D6A2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67BEA-AF39-4053-8C8B-8653C5BC591E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14/09/2026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300B-5269-490A-96A1-03AC057EC22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C537-AB5E-47C4-AB3E-3777FE214FF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F66A-66E1-4C97-A693-2A7CC6DC44C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CB46-63BD-4B03-B625-BCA1E3E3FF3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3A7A4C0-ACCA-4150-8BEE-4343F5184661}" type="datetime1">
              <a:rPr lang="de-CH" noProof="0" smtClean="0"/>
              <a:t>14.09.2026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Effective size is a toolkit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55999" y="1796399"/>
            <a:ext cx="3240000" cy="3819601"/>
            <a:chOff x="755999" y="1796399"/>
            <a:chExt cx="3240000" cy="3819601"/>
          </a:xfrm>
        </p:grpSpPr>
        <p:sp>
          <p:nvSpPr>
            <p:cNvPr id="4" name="Oval 3"/>
            <p:cNvSpPr/>
            <p:nvPr/>
          </p:nvSpPr>
          <p:spPr>
            <a:xfrm>
              <a:off x="1583999" y="2664000"/>
              <a:ext cx="1584000" cy="1584000"/>
            </a:xfrm>
            <a:prstGeom prst="ellipse">
              <a:avLst/>
            </a:prstGeom>
            <a:solidFill>
              <a:srgbClr val="F2F1EE"/>
            </a:solidFill>
            <a:ln w="19050">
              <a:solidFill>
                <a:srgbClr val="DEDCD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623600" y="3096000"/>
              <a:ext cx="1504800" cy="72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2100" b="1">
                  <a:solidFill>
                    <a:srgbClr val="0B0B0B"/>
                  </a:solidFill>
                  <a:latin typeface="Arial"/>
                </a:rPr>
                <a:t>N</a:t>
              </a:r>
              <a:r>
                <a:rPr sz="2100" b="1" baseline="-25000">
                  <a:solidFill>
                    <a:srgbClr val="0B0B0B"/>
                  </a:solidFill>
                  <a:latin typeface="Arial"/>
                </a:rPr>
                <a:t>e</a:t>
              </a:r>
            </a:p>
            <a:p>
              <a:pPr algn="ctr"/>
              <a:r>
                <a:rPr sz="2400" b="1">
                  <a:solidFill>
                    <a:srgbClr val="0B0B0B"/>
                  </a:solidFill>
                  <a:latin typeface="Arial"/>
                </a:rPr>
                <a:t>1,000</a:t>
              </a:r>
            </a:p>
          </p:txBody>
        </p:sp>
        <p:sp>
          <p:nvSpPr>
            <p:cNvPr id="6" name="Gear 6 5"/>
            <p:cNvSpPr/>
            <p:nvPr/>
          </p:nvSpPr>
          <p:spPr>
            <a:xfrm>
              <a:off x="2156399" y="1796399"/>
              <a:ext cx="439200" cy="439200"/>
            </a:xfrm>
            <a:prstGeom prst="gear6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5-Point Star 6"/>
            <p:cNvSpPr/>
            <p:nvPr/>
          </p:nvSpPr>
          <p:spPr>
            <a:xfrm>
              <a:off x="3002810" y="2071415"/>
              <a:ext cx="439200" cy="439200"/>
            </a:xfrm>
            <a:prstGeom prst="star5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3525921" y="2791415"/>
              <a:ext cx="439200" cy="439200"/>
            </a:xfrm>
            <a:prstGeom prst="hexagon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525921" y="3681384"/>
              <a:ext cx="439200" cy="439200"/>
            </a:xfrm>
            <a:prstGeom prst="diamond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gular Pentagon 9"/>
            <p:cNvSpPr/>
            <p:nvPr/>
          </p:nvSpPr>
          <p:spPr>
            <a:xfrm>
              <a:off x="3002810" y="4401384"/>
              <a:ext cx="439200" cy="439200"/>
            </a:xfrm>
            <a:prstGeom prst="pentagon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2156399" y="4676400"/>
              <a:ext cx="439200" cy="439200"/>
            </a:xfrm>
            <a:prstGeom prst="triangle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lus 11"/>
            <p:cNvSpPr/>
            <p:nvPr/>
          </p:nvSpPr>
          <p:spPr>
            <a:xfrm>
              <a:off x="1309989" y="4401384"/>
              <a:ext cx="439200" cy="439200"/>
            </a:xfrm>
            <a:prstGeom prst="mathPlus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Lightning Bolt 12"/>
            <p:cNvSpPr/>
            <p:nvPr/>
          </p:nvSpPr>
          <p:spPr>
            <a:xfrm>
              <a:off x="786878" y="3681384"/>
              <a:ext cx="439200" cy="439200"/>
            </a:xfrm>
            <a:prstGeom prst="lightningBolt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Octagon 13"/>
            <p:cNvSpPr/>
            <p:nvPr/>
          </p:nvSpPr>
          <p:spPr>
            <a:xfrm>
              <a:off x="786878" y="2791415"/>
              <a:ext cx="439200" cy="439200"/>
            </a:xfrm>
            <a:prstGeom prst="octagon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hevron 14"/>
            <p:cNvSpPr/>
            <p:nvPr/>
          </p:nvSpPr>
          <p:spPr>
            <a:xfrm>
              <a:off x="1309989" y="2071415"/>
              <a:ext cx="439200" cy="439200"/>
            </a:xfrm>
            <a:prstGeom prst="chevron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5999" y="5256000"/>
              <a:ext cx="3240000" cy="36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700" b="1">
                  <a:solidFill>
                    <a:srgbClr val="2A78D6"/>
                  </a:solidFill>
                  <a:latin typeface="Arial"/>
                </a:rPr>
                <a:t>10 tools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500000" y="1796399"/>
            <a:ext cx="3240000" cy="3819601"/>
            <a:chOff x="4500000" y="1796399"/>
            <a:chExt cx="3240000" cy="3819601"/>
          </a:xfrm>
        </p:grpSpPr>
        <p:sp>
          <p:nvSpPr>
            <p:cNvPr id="18" name="Oval 17"/>
            <p:cNvSpPr/>
            <p:nvPr/>
          </p:nvSpPr>
          <p:spPr>
            <a:xfrm>
              <a:off x="5328000" y="2664000"/>
              <a:ext cx="1584000" cy="1584000"/>
            </a:xfrm>
            <a:prstGeom prst="ellipse">
              <a:avLst/>
            </a:prstGeom>
            <a:solidFill>
              <a:srgbClr val="F2F1EE"/>
            </a:solidFill>
            <a:ln w="19050">
              <a:solidFill>
                <a:srgbClr val="DEDCD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67600" y="3096000"/>
              <a:ext cx="1504800" cy="72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2100" b="1">
                  <a:solidFill>
                    <a:srgbClr val="0B0B0B"/>
                  </a:solidFill>
                  <a:latin typeface="Arial"/>
                </a:rPr>
                <a:t>N</a:t>
              </a:r>
              <a:r>
                <a:rPr sz="2100" b="1" baseline="-25000">
                  <a:solidFill>
                    <a:srgbClr val="0B0B0B"/>
                  </a:solidFill>
                  <a:latin typeface="Arial"/>
                </a:rPr>
                <a:t>e</a:t>
              </a:r>
            </a:p>
            <a:p>
              <a:pPr algn="ctr"/>
              <a:r>
                <a:rPr sz="2400" b="1">
                  <a:solidFill>
                    <a:srgbClr val="0B0B0B"/>
                  </a:solidFill>
                  <a:latin typeface="Arial"/>
                </a:rPr>
                <a:t>500</a:t>
              </a:r>
            </a:p>
          </p:txBody>
        </p:sp>
        <p:sp>
          <p:nvSpPr>
            <p:cNvPr id="20" name="Gear 6 19"/>
            <p:cNvSpPr/>
            <p:nvPr/>
          </p:nvSpPr>
          <p:spPr>
            <a:xfrm>
              <a:off x="5900400" y="1796399"/>
              <a:ext cx="439200" cy="439200"/>
            </a:xfrm>
            <a:prstGeom prst="gear6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5-Point Star 20"/>
            <p:cNvSpPr/>
            <p:nvPr/>
          </p:nvSpPr>
          <p:spPr>
            <a:xfrm>
              <a:off x="7269921" y="2791415"/>
              <a:ext cx="439200" cy="439200"/>
            </a:xfrm>
            <a:prstGeom prst="star5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6746810" y="4401384"/>
              <a:ext cx="439200" cy="439200"/>
            </a:xfrm>
            <a:prstGeom prst="hexagon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5053989" y="4401384"/>
              <a:ext cx="439200" cy="439200"/>
            </a:xfrm>
            <a:prstGeom prst="diamond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gular Pentagon 23"/>
            <p:cNvSpPr/>
            <p:nvPr/>
          </p:nvSpPr>
          <p:spPr>
            <a:xfrm>
              <a:off x="4530878" y="2791415"/>
              <a:ext cx="439200" cy="439200"/>
            </a:xfrm>
            <a:prstGeom prst="pentagon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00000" y="5256000"/>
              <a:ext cx="3240000" cy="36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700" b="1">
                  <a:solidFill>
                    <a:srgbClr val="2A78D6"/>
                  </a:solidFill>
                  <a:latin typeface="Arial"/>
                </a:rPr>
                <a:t>5 tools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243999" y="1796399"/>
            <a:ext cx="3240000" cy="3819601"/>
            <a:chOff x="8243999" y="1796399"/>
            <a:chExt cx="3240000" cy="3819601"/>
          </a:xfrm>
        </p:grpSpPr>
        <p:sp>
          <p:nvSpPr>
            <p:cNvPr id="27" name="Oval 26"/>
            <p:cNvSpPr/>
            <p:nvPr/>
          </p:nvSpPr>
          <p:spPr>
            <a:xfrm>
              <a:off x="9072000" y="2664000"/>
              <a:ext cx="1584000" cy="1584000"/>
            </a:xfrm>
            <a:prstGeom prst="ellipse">
              <a:avLst/>
            </a:prstGeom>
            <a:solidFill>
              <a:srgbClr val="F2F1EE"/>
            </a:solidFill>
            <a:ln w="19050">
              <a:solidFill>
                <a:srgbClr val="DEDCD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111600" y="3096000"/>
              <a:ext cx="1504800" cy="72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2100" b="1">
                  <a:solidFill>
                    <a:srgbClr val="0B0B0B"/>
                  </a:solidFill>
                  <a:latin typeface="Arial"/>
                </a:rPr>
                <a:t>N</a:t>
              </a:r>
              <a:r>
                <a:rPr sz="2100" b="1" baseline="-25000">
                  <a:solidFill>
                    <a:srgbClr val="0B0B0B"/>
                  </a:solidFill>
                  <a:latin typeface="Arial"/>
                </a:rPr>
                <a:t>e</a:t>
              </a:r>
            </a:p>
            <a:p>
              <a:pPr algn="ctr"/>
              <a:r>
                <a:rPr sz="2400" b="1">
                  <a:solidFill>
                    <a:srgbClr val="0B0B0B"/>
                  </a:solidFill>
                  <a:latin typeface="Arial"/>
                </a:rPr>
                <a:t>100</a:t>
              </a:r>
            </a:p>
          </p:txBody>
        </p:sp>
        <p:sp>
          <p:nvSpPr>
            <p:cNvPr id="29" name="Gear 6 28"/>
            <p:cNvSpPr/>
            <p:nvPr/>
          </p:nvSpPr>
          <p:spPr>
            <a:xfrm>
              <a:off x="9644400" y="1796399"/>
              <a:ext cx="439200" cy="439200"/>
            </a:xfrm>
            <a:prstGeom prst="gear6">
              <a:avLst/>
            </a:prstGeom>
            <a:solidFill>
              <a:srgbClr val="2A78D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243999" y="5256000"/>
              <a:ext cx="3240000" cy="36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700" b="1">
                  <a:solidFill>
                    <a:srgbClr val="EB6834"/>
                  </a:solidFill>
                  <a:latin typeface="Arial"/>
                </a:rPr>
                <a:t>1 tool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14799" y="5760000"/>
            <a:ext cx="111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52514E"/>
                </a:solidFill>
                <a:latin typeface="Arial"/>
              </a:rPr>
              <a:t>The variation a population can hold scales with N</a:t>
            </a:r>
            <a:r>
              <a:rPr sz="1500" b="0" baseline="-25000">
                <a:solidFill>
                  <a:srgbClr val="52514E"/>
                </a:solidFill>
                <a:latin typeface="Arial"/>
              </a:rPr>
              <a:t>e</a:t>
            </a:r>
            <a:r>
              <a:rPr sz="1500" b="0">
                <a:solidFill>
                  <a:srgbClr val="52514E"/>
                </a:solidFill>
                <a:latin typeface="Arial"/>
              </a:rPr>
              <a:t> — ten times the effective size, roughly ten times the variants it still carries.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799" y="6263999"/>
            <a:ext cx="111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B0B0B"/>
                </a:solidFill>
                <a:latin typeface="Arial"/>
              </a:rPr>
              <a:t>A problem you have not met yet needs a tool you already have.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Then a problem arrives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394800" y="1224000"/>
            <a:ext cx="5400000" cy="648000"/>
            <a:chOff x="3394800" y="1224000"/>
            <a:chExt cx="5400000" cy="648000"/>
          </a:xfrm>
        </p:grpSpPr>
        <p:sp>
          <p:nvSpPr>
            <p:cNvPr id="4" name="Rounded Rectangle 3"/>
            <p:cNvSpPr/>
            <p:nvPr/>
          </p:nvSpPr>
          <p:spPr>
            <a:xfrm>
              <a:off x="3394800" y="1224000"/>
              <a:ext cx="5400000" cy="648000"/>
            </a:xfrm>
            <a:prstGeom prst="roundRect">
              <a:avLst/>
            </a:prstGeom>
            <a:noFill/>
            <a:ln w="22860">
              <a:solidFill>
                <a:srgbClr val="EB68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563999" y="1332000"/>
              <a:ext cx="3384000" cy="43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r"/>
              <a:r>
                <a:rPr sz="1500" b="0">
                  <a:solidFill>
                    <a:srgbClr val="52514E"/>
                  </a:solidFill>
                  <a:latin typeface="Arial"/>
                </a:rPr>
                <a:t>it can only be met with this tool</a:t>
              </a:r>
            </a:p>
          </p:txBody>
        </p:sp>
        <p:sp>
          <p:nvSpPr>
            <p:cNvPr id="6" name="Hexagon 5"/>
            <p:cNvSpPr/>
            <p:nvPr/>
          </p:nvSpPr>
          <p:spPr>
            <a:xfrm>
              <a:off x="7478999" y="1323000"/>
              <a:ext cx="450000" cy="450000"/>
            </a:xfrm>
            <a:prstGeom prst="hexagon">
              <a:avLst/>
            </a:prstGeom>
            <a:solidFill>
              <a:srgbClr val="EB683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86878" y="2012399"/>
            <a:ext cx="3364903" cy="3319201"/>
            <a:chOff x="786878" y="2012399"/>
            <a:chExt cx="3364903" cy="3319201"/>
          </a:xfrm>
        </p:grpSpPr>
        <p:sp>
          <p:nvSpPr>
            <p:cNvPr id="8" name="Oval 7"/>
            <p:cNvSpPr/>
            <p:nvPr/>
          </p:nvSpPr>
          <p:spPr>
            <a:xfrm>
              <a:off x="1583999" y="2879999"/>
              <a:ext cx="1584000" cy="1584000"/>
            </a:xfrm>
            <a:prstGeom prst="ellipse">
              <a:avLst/>
            </a:prstGeom>
            <a:solidFill>
              <a:srgbClr val="F2F1EE"/>
            </a:solidFill>
            <a:ln w="19050">
              <a:solidFill>
                <a:srgbClr val="DEDCD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623600" y="3311999"/>
              <a:ext cx="1504800" cy="72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2100" b="1">
                  <a:solidFill>
                    <a:srgbClr val="0B0B0B"/>
                  </a:solidFill>
                  <a:latin typeface="Arial"/>
                </a:rPr>
                <a:t>N</a:t>
              </a:r>
              <a:r>
                <a:rPr sz="2100" b="1" baseline="-25000">
                  <a:solidFill>
                    <a:srgbClr val="0B0B0B"/>
                  </a:solidFill>
                  <a:latin typeface="Arial"/>
                </a:rPr>
                <a:t>e</a:t>
              </a:r>
            </a:p>
            <a:p>
              <a:pPr algn="ctr"/>
              <a:r>
                <a:rPr sz="2400" b="1">
                  <a:solidFill>
                    <a:srgbClr val="0B0B0B"/>
                  </a:solidFill>
                  <a:latin typeface="Arial"/>
                </a:rPr>
                <a:t>1,000</a:t>
              </a:r>
            </a:p>
          </p:txBody>
        </p:sp>
        <p:sp>
          <p:nvSpPr>
            <p:cNvPr id="10" name="Gear 6 9"/>
            <p:cNvSpPr/>
            <p:nvPr/>
          </p:nvSpPr>
          <p:spPr>
            <a:xfrm>
              <a:off x="2156399" y="2012399"/>
              <a:ext cx="439200" cy="439200"/>
            </a:xfrm>
            <a:prstGeom prst="gear6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5-Point Star 10"/>
            <p:cNvSpPr/>
            <p:nvPr/>
          </p:nvSpPr>
          <p:spPr>
            <a:xfrm>
              <a:off x="3002810" y="2287415"/>
              <a:ext cx="439200" cy="439200"/>
            </a:xfrm>
            <a:prstGeom prst="star5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3525921" y="3007415"/>
              <a:ext cx="439200" cy="439200"/>
            </a:xfrm>
            <a:prstGeom prst="hexagon">
              <a:avLst/>
            </a:prstGeom>
            <a:solidFill>
              <a:srgbClr val="EB683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3339261" y="2820755"/>
              <a:ext cx="812520" cy="812520"/>
            </a:xfrm>
            <a:prstGeom prst="ellipse">
              <a:avLst/>
            </a:prstGeom>
            <a:noFill/>
            <a:ln w="25400">
              <a:solidFill>
                <a:srgbClr val="EB68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3525921" y="3897384"/>
              <a:ext cx="439200" cy="439200"/>
            </a:xfrm>
            <a:prstGeom prst="diamond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gular Pentagon 14"/>
            <p:cNvSpPr/>
            <p:nvPr/>
          </p:nvSpPr>
          <p:spPr>
            <a:xfrm>
              <a:off x="3002810" y="4617384"/>
              <a:ext cx="439200" cy="439200"/>
            </a:xfrm>
            <a:prstGeom prst="pentagon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156399" y="4892400"/>
              <a:ext cx="439200" cy="439200"/>
            </a:xfrm>
            <a:prstGeom prst="triangle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Plus 16"/>
            <p:cNvSpPr/>
            <p:nvPr/>
          </p:nvSpPr>
          <p:spPr>
            <a:xfrm>
              <a:off x="1309989" y="4617384"/>
              <a:ext cx="439200" cy="439200"/>
            </a:xfrm>
            <a:prstGeom prst="mathPlus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Lightning Bolt 17"/>
            <p:cNvSpPr/>
            <p:nvPr/>
          </p:nvSpPr>
          <p:spPr>
            <a:xfrm>
              <a:off x="786878" y="3897384"/>
              <a:ext cx="439200" cy="439200"/>
            </a:xfrm>
            <a:prstGeom prst="lightningBolt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Octagon 18"/>
            <p:cNvSpPr/>
            <p:nvPr/>
          </p:nvSpPr>
          <p:spPr>
            <a:xfrm>
              <a:off x="786878" y="3007415"/>
              <a:ext cx="439200" cy="439200"/>
            </a:xfrm>
            <a:prstGeom prst="octagon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Chevron 19"/>
            <p:cNvSpPr/>
            <p:nvPr/>
          </p:nvSpPr>
          <p:spPr>
            <a:xfrm>
              <a:off x="1309989" y="2287415"/>
              <a:ext cx="439200" cy="439200"/>
            </a:xfrm>
            <a:prstGeom prst="chevron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55999" y="5508000"/>
            <a:ext cx="324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BAF7A"/>
                </a:solidFill>
                <a:latin typeface="Arial"/>
              </a:rPr>
              <a:t>has it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530878" y="2012399"/>
            <a:ext cx="3178243" cy="3230845"/>
            <a:chOff x="4530878" y="2012399"/>
            <a:chExt cx="3178243" cy="3230845"/>
          </a:xfrm>
        </p:grpSpPr>
        <p:sp>
          <p:nvSpPr>
            <p:cNvPr id="23" name="Oval 22"/>
            <p:cNvSpPr/>
            <p:nvPr/>
          </p:nvSpPr>
          <p:spPr>
            <a:xfrm>
              <a:off x="5328000" y="2879999"/>
              <a:ext cx="1584000" cy="1584000"/>
            </a:xfrm>
            <a:prstGeom prst="ellipse">
              <a:avLst/>
            </a:prstGeom>
            <a:solidFill>
              <a:srgbClr val="F2F1EE"/>
            </a:solidFill>
            <a:ln w="19050">
              <a:solidFill>
                <a:srgbClr val="DEDCD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367600" y="3311999"/>
              <a:ext cx="1504800" cy="72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2100" b="1">
                  <a:solidFill>
                    <a:srgbClr val="0B0B0B"/>
                  </a:solidFill>
                  <a:latin typeface="Arial"/>
                </a:rPr>
                <a:t>N</a:t>
              </a:r>
              <a:r>
                <a:rPr sz="2100" b="1" baseline="-25000">
                  <a:solidFill>
                    <a:srgbClr val="0B0B0B"/>
                  </a:solidFill>
                  <a:latin typeface="Arial"/>
                </a:rPr>
                <a:t>e</a:t>
              </a:r>
            </a:p>
            <a:p>
              <a:pPr algn="ctr"/>
              <a:r>
                <a:rPr sz="2400" b="1">
                  <a:solidFill>
                    <a:srgbClr val="0B0B0B"/>
                  </a:solidFill>
                  <a:latin typeface="Arial"/>
                </a:rPr>
                <a:t>500</a:t>
              </a:r>
            </a:p>
          </p:txBody>
        </p:sp>
        <p:sp>
          <p:nvSpPr>
            <p:cNvPr id="25" name="Gear 6 24"/>
            <p:cNvSpPr/>
            <p:nvPr/>
          </p:nvSpPr>
          <p:spPr>
            <a:xfrm>
              <a:off x="5900400" y="2012399"/>
              <a:ext cx="439200" cy="439200"/>
            </a:xfrm>
            <a:prstGeom prst="gear6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5-Point Star 25"/>
            <p:cNvSpPr/>
            <p:nvPr/>
          </p:nvSpPr>
          <p:spPr>
            <a:xfrm>
              <a:off x="7269921" y="3007415"/>
              <a:ext cx="439200" cy="439200"/>
            </a:xfrm>
            <a:prstGeom prst="star5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Hexagon 26"/>
            <p:cNvSpPr/>
            <p:nvPr/>
          </p:nvSpPr>
          <p:spPr>
            <a:xfrm>
              <a:off x="6746810" y="4617384"/>
              <a:ext cx="439200" cy="439200"/>
            </a:xfrm>
            <a:prstGeom prst="hexagon">
              <a:avLst/>
            </a:prstGeom>
            <a:solidFill>
              <a:srgbClr val="EB683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6560150" y="4430724"/>
              <a:ext cx="812520" cy="812520"/>
            </a:xfrm>
            <a:prstGeom prst="ellipse">
              <a:avLst/>
            </a:prstGeom>
            <a:noFill/>
            <a:ln w="25400">
              <a:solidFill>
                <a:srgbClr val="EB6834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5053989" y="4617384"/>
              <a:ext cx="439200" cy="439200"/>
            </a:xfrm>
            <a:prstGeom prst="diamond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gular Pentagon 29"/>
            <p:cNvSpPr/>
            <p:nvPr/>
          </p:nvSpPr>
          <p:spPr>
            <a:xfrm>
              <a:off x="4530878" y="3007415"/>
              <a:ext cx="439200" cy="439200"/>
            </a:xfrm>
            <a:prstGeom prst="pentagon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500000" y="5508000"/>
            <a:ext cx="324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BAF7A"/>
                </a:solidFill>
                <a:latin typeface="Arial"/>
              </a:rPr>
              <a:t>has it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9072000" y="2012399"/>
            <a:ext cx="1584000" cy="2451600"/>
            <a:chOff x="9072000" y="2012399"/>
            <a:chExt cx="1584000" cy="2451600"/>
          </a:xfrm>
        </p:grpSpPr>
        <p:sp>
          <p:nvSpPr>
            <p:cNvPr id="33" name="Oval 32"/>
            <p:cNvSpPr/>
            <p:nvPr/>
          </p:nvSpPr>
          <p:spPr>
            <a:xfrm>
              <a:off x="9072000" y="2879999"/>
              <a:ext cx="1584000" cy="1584000"/>
            </a:xfrm>
            <a:prstGeom prst="ellipse">
              <a:avLst/>
            </a:prstGeom>
            <a:solidFill>
              <a:srgbClr val="F2F1EE"/>
            </a:solidFill>
            <a:ln w="19050">
              <a:solidFill>
                <a:srgbClr val="DEDCD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111600" y="3311999"/>
              <a:ext cx="1504800" cy="720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2100" b="1">
                  <a:solidFill>
                    <a:srgbClr val="0B0B0B"/>
                  </a:solidFill>
                  <a:latin typeface="Arial"/>
                </a:rPr>
                <a:t>N</a:t>
              </a:r>
              <a:r>
                <a:rPr sz="2100" b="1" baseline="-25000">
                  <a:solidFill>
                    <a:srgbClr val="0B0B0B"/>
                  </a:solidFill>
                  <a:latin typeface="Arial"/>
                </a:rPr>
                <a:t>e</a:t>
              </a:r>
            </a:p>
            <a:p>
              <a:pPr algn="ctr"/>
              <a:r>
                <a:rPr sz="2400" b="1">
                  <a:solidFill>
                    <a:srgbClr val="0B0B0B"/>
                  </a:solidFill>
                  <a:latin typeface="Arial"/>
                </a:rPr>
                <a:t>100</a:t>
              </a:r>
            </a:p>
          </p:txBody>
        </p:sp>
        <p:sp>
          <p:nvSpPr>
            <p:cNvPr id="35" name="Gear 6 34"/>
            <p:cNvSpPr/>
            <p:nvPr/>
          </p:nvSpPr>
          <p:spPr>
            <a:xfrm>
              <a:off x="9644400" y="2012399"/>
              <a:ext cx="439200" cy="439200"/>
            </a:xfrm>
            <a:prstGeom prst="gear6">
              <a:avLst/>
            </a:prstGeom>
            <a:solidFill>
              <a:srgbClr val="DEDCD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8243999" y="5508000"/>
            <a:ext cx="324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EB6834"/>
                </a:solidFill>
                <a:latin typeface="Arial"/>
              </a:rPr>
              <a:t>does not have 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799" y="6263999"/>
            <a:ext cx="111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0B0B0B"/>
                </a:solidFill>
                <a:latin typeface="Arial"/>
              </a:rPr>
              <a:t>Selection can only use variation that is already there — and the threshold was set without asking what the problem would be.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2006/metadata/properties"/>
    <ds:schemaRef ds:uri="bc24777f-78b6-4f3c-a73a-d5fa08e4d537"/>
    <ds:schemaRef ds:uri="http://schemas.microsoft.com/office/2006/documentManagement/types"/>
    <ds:schemaRef ds:uri="http://purl.org/dc/elements/1.1/"/>
    <ds:schemaRef ds:uri="http://www.w3.org/XML/1998/namespace"/>
    <ds:schemaRef ds:uri="c9077d15-72ed-4fec-bcfe-3472729e9195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0</TotalTime>
  <Words>5952</Words>
  <Application>Microsoft Office PowerPoint</Application>
  <PresentationFormat>Widescreen</PresentationFormat>
  <Paragraphs>648</Paragraphs>
  <Slides>95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Aptos</vt:lpstr>
      <vt:lpstr>Arial</vt:lpstr>
      <vt:lpstr>Cambria Math</vt:lpstr>
      <vt:lpstr>Courier New</vt:lpstr>
      <vt:lpstr>Source Sans Pro</vt:lpstr>
      <vt:lpstr>Source Sans Pro SemiBold</vt:lpstr>
      <vt:lpstr>Benutzerdefiniertes Design</vt:lpstr>
      <vt:lpstr>PowerPoint Presentation</vt:lpstr>
      <vt:lpstr>Intro</vt:lpstr>
      <vt:lpstr>Intro</vt:lpstr>
      <vt:lpstr>Intro</vt:lpstr>
      <vt:lpstr>Intro</vt:lpstr>
      <vt:lpstr>PowerPoint Presentation</vt:lpstr>
      <vt:lpstr>Problem</vt:lpstr>
      <vt:lpstr>Problem</vt:lpstr>
      <vt:lpstr>Problem</vt:lpstr>
      <vt:lpstr>Problem</vt:lpstr>
      <vt:lpstr>Problem</vt:lpstr>
      <vt:lpstr>Problem</vt:lpstr>
      <vt:lpstr>Problem</vt:lpstr>
      <vt:lpstr>PowerPoint Presentation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Method: what is under the hood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My Project – Problem</vt:lpstr>
      <vt:lpstr>My Project – Problem</vt:lpstr>
      <vt:lpstr>My Project – Problem</vt:lpstr>
      <vt:lpstr>My Project – Problem</vt:lpstr>
      <vt:lpstr>My Project – Problem</vt:lpstr>
      <vt:lpstr>My Project - Solution</vt:lpstr>
      <vt:lpstr>Method</vt:lpstr>
      <vt:lpstr>Method</vt:lpstr>
      <vt:lpstr>Method</vt:lpstr>
      <vt:lpstr>Result</vt:lpstr>
      <vt:lpstr>Result</vt:lpstr>
      <vt:lpstr>Result</vt:lpstr>
      <vt:lpstr>Final Word</vt:lpstr>
      <vt:lpstr>PowerPoint Presentation</vt:lpstr>
      <vt:lpstr>Supplementary Materials </vt:lpstr>
      <vt:lpstr>My Project – Problem</vt:lpstr>
      <vt:lpstr>My Project – Problem</vt:lpstr>
      <vt:lpstr>My Project – Problem</vt:lpstr>
      <vt:lpstr>My Project – Problem</vt:lpstr>
      <vt:lpstr>My Project – Problem</vt:lpstr>
    </vt:vector>
  </TitlesOfParts>
  <Company>Loft Dynamics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Wallisch</dc:creator>
  <dc:description>erstellt durch Vorlagenbauer.ch</dc:description>
  <cp:lastModifiedBy>William Wallisch</cp:lastModifiedBy>
  <cp:revision>29</cp:revision>
  <dcterms:created xsi:type="dcterms:W3CDTF">2026-09-06T15:15:37Z</dcterms:created>
  <dcterms:modified xsi:type="dcterms:W3CDTF">2026-09-14T17:04:49Z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