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00"/>
  </p:notesMasterIdLst>
  <p:handoutMasterIdLst>
    <p:handoutMasterId r:id="rId101"/>
  </p:handoutMasterIdLst>
  <p:sldIdLst>
    <p:sldId id="256" r:id="rId11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451"/>
            <p14:sldId id="430"/>
            <p14:sldId id="452"/>
            <p14:sldId id="453"/>
            <p14:sldId id="349"/>
            <p14:sldId id="372"/>
            <p14:sldId id="413"/>
            <p14:sldId id="414"/>
            <p14:sldId id="415"/>
            <p14:sldId id="348"/>
            <p14:sldId id="416"/>
            <p14:sldId id="417"/>
            <p14:sldId id="389"/>
            <p14:sldId id="354"/>
            <p14:sldId id="419"/>
            <p14:sldId id="420"/>
            <p14:sldId id="421"/>
            <p14:sldId id="432"/>
            <p14:sldId id="371"/>
            <p14:sldId id="422"/>
            <p14:sldId id="423"/>
            <p14:sldId id="473"/>
            <p14:sldId id="431"/>
            <p14:sldId id="390"/>
            <p14:sldId id="356"/>
            <p14:sldId id="403"/>
            <p14:sldId id="445"/>
            <p14:sldId id="412"/>
            <p14:sldId id="398"/>
            <p14:sldId id="373"/>
            <p14:sldId id="396"/>
            <p14:sldId id="434"/>
            <p14:sldId id="397"/>
            <p14:sldId id="446"/>
            <p14:sldId id="359"/>
            <p14:sldId id="399"/>
            <p14:sldId id="440"/>
            <p14:sldId id="361"/>
            <p14:sldId id="441"/>
            <p14:sldId id="442"/>
            <p14:sldId id="443"/>
            <p14:sldId id="444"/>
            <p14:sldId id="410"/>
            <p14:sldId id="404"/>
            <p14:sldId id="405"/>
            <p14:sldId id="406"/>
            <p14:sldId id="407"/>
            <p14:sldId id="408"/>
            <p14:sldId id="409"/>
            <p14:sldId id="411"/>
            <p14:sldId id="435"/>
            <p14:sldId id="436"/>
            <p14:sldId id="437"/>
            <p14:sldId id="439"/>
            <p14:sldId id="433"/>
            <p14:sldId id="377"/>
            <p14:sldId id="375"/>
            <p14:sldId id="378"/>
            <p14:sldId id="379"/>
            <p14:sldId id="382"/>
            <p14:sldId id="383"/>
            <p14:sldId id="384"/>
            <p14:sldId id="385"/>
            <p14:sldId id="358"/>
            <p14:sldId id="360"/>
            <p14:sldId id="454"/>
            <p14:sldId id="455"/>
            <p14:sldId id="456"/>
            <p14:sldId id="363"/>
            <p14:sldId id="447"/>
            <p14:sldId id="448"/>
            <p14:sldId id="449"/>
            <p14:sldId id="450"/>
            <p14:sldId id="395"/>
            <p14:sldId id="400"/>
            <p14:sldId id="460"/>
            <p14:sldId id="461"/>
            <p14:sldId id="462"/>
            <p14:sldId id="401"/>
            <p14:sldId id="365"/>
            <p14:sldId id="391"/>
            <p14:sldId id="393"/>
            <p14:sldId id="457"/>
            <p14:sldId id="366"/>
            <p14:sldId id="394"/>
            <p14:sldId id="387"/>
            <p14:sldId id="472"/>
            <p14:sldId id="369"/>
            <p14:sldId id="474"/>
            <p14:sldId id="475"/>
            <p14:sldId id="476"/>
            <p14:sldId id="477"/>
            <p14:sldId id="47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0FB"/>
    <a:srgbClr val="FFFFFF"/>
    <a:srgbClr val="F0EFEC"/>
    <a:srgbClr val="EAB1AC"/>
    <a:srgbClr val="B4BFDD"/>
    <a:srgbClr val="3C6AB0"/>
    <a:srgbClr val="B03237"/>
    <a:srgbClr val="F0F1F4"/>
    <a:srgbClr val="416CB1"/>
    <a:srgbClr val="AE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0194" autoAdjust="0"/>
  </p:normalViewPr>
  <p:slideViewPr>
    <p:cSldViewPr showGuides="1">
      <p:cViewPr varScale="1">
        <p:scale>
          <a:sx n="100" d="100"/>
          <a:sy n="100" d="100"/>
        </p:scale>
        <p:origin x="131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00" Type="http://schemas.openxmlformats.org/officeDocument/2006/relationships/notesMaster" Target="notesMasters/notesMaster1.xml"/><Relationship Id="rId101" Type="http://schemas.openxmlformats.org/officeDocument/2006/relationships/handoutMaster" Target="handoutMasters/handout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14.09.2026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EC16BC5-71A3-4EAA-B734-0870A4D7F723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BD061571-B72C-4959-8C35-E56835C2C064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7DDFE4-29E1-462D-9CCC-A725922B2A90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94FD-9F5E-4526-A59D-32E4C3E4561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425B-D5B6-4FA7-A09E-3FB28EC05106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B53-C25B-47AA-BE55-7AE6543E5E6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103E-E046-4633-82BC-9D6A840CE35D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AB9864-0552-4F44-B494-D03F4683B09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8592F2-A22B-4129-BF43-10974110EFE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01D08B-BC87-4A6B-BAB6-A8ACF5B160B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49354-1A46-41EB-9B56-F72C8C8A693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05F214-4AD4-4D89-AE61-CF34C7806923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0931-09B0-4B39-995C-BB4BD36DB6C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F33BA8-25F9-4DC4-8DF6-71C6AEBB6E7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440920-B1A2-4FB0-981D-DAC5A3A0DBB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36D67C-8BF7-4CBC-9036-CC970B8B4F9A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17AC-F94E-4589-8B72-E87890D6CDE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C5BA-5AED-43BC-9A9A-FB3281926248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36C8-6692-4A3B-AF59-90068E97C16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702A-C9B2-4860-8B3C-A907C6233FF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11A-45D1-40D1-847C-9669B869F877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5B26-D0E7-45C6-8559-103B96E0CE32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2B78-8581-4912-BA0F-1C6D591F65F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37CF-8F93-45D3-893D-73CFB042EFB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BFF4-CB62-460B-A7FD-029BF9AAE80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DB96-315B-4AA8-A4DA-A62A76E1325B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239-114E-41F3-ADA1-C32B874D6A2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467BEA-AF39-4053-8C8B-8653C5BC591E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D07B5-74CD-47EC-B72A-E80BB2270DE0}" type="datetime1">
              <a:rPr lang="en-GB" noProof="0" smtClean="0"/>
              <a:t>14/09/2026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300B-5269-490A-96A1-03AC057EC22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C537-AB5E-47C4-AB3E-3777FE214FF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F66A-66E1-4C97-A693-2A7CC6DC44C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CB46-63BD-4B03-B625-BCA1E3E3FF3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33A7A4C0-ACCA-4150-8BEE-4343F5184661}" type="datetime1">
              <a:rPr lang="de-CH" noProof="0" smtClean="0"/>
              <a:t>14.09.2026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Geneva is 2.1 °C warmer than it was</a:t>
            </a:r>
          </a:p>
        </p:txBody>
      </p:sp>
      <p:pic>
        <p:nvPicPr>
          <p:cNvPr id="3" name="Picture 2" descr="geneva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1051560"/>
            <a:ext cx="11338560" cy="4495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2006/metadata/properties"/>
    <ds:schemaRef ds:uri="bc24777f-78b6-4f3c-a73a-d5fa08e4d537"/>
    <ds:schemaRef ds:uri="http://schemas.microsoft.com/office/2006/documentManagement/types"/>
    <ds:schemaRef ds:uri="http://purl.org/dc/elements/1.1/"/>
    <ds:schemaRef ds:uri="http://www.w3.org/XML/1998/namespace"/>
    <ds:schemaRef ds:uri="c9077d15-72ed-4fec-bcfe-3472729e9195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0</TotalTime>
  <Words>5952</Words>
  <Application>Microsoft Office PowerPoint</Application>
  <PresentationFormat>Widescreen</PresentationFormat>
  <Paragraphs>648</Paragraphs>
  <Slides>95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2" baseType="lpstr">
      <vt:lpstr>Aptos</vt:lpstr>
      <vt:lpstr>Arial</vt:lpstr>
      <vt:lpstr>Cambria Math</vt:lpstr>
      <vt:lpstr>Courier New</vt:lpstr>
      <vt:lpstr>Source Sans Pro</vt:lpstr>
      <vt:lpstr>Source Sans Pro SemiBold</vt:lpstr>
      <vt:lpstr>Benutzerdefiniertes Design</vt:lpstr>
      <vt:lpstr>PowerPoint Presentation</vt:lpstr>
      <vt:lpstr>Intro</vt:lpstr>
      <vt:lpstr>Intro</vt:lpstr>
      <vt:lpstr>Intro</vt:lpstr>
      <vt:lpstr>Intro</vt:lpstr>
      <vt:lpstr>PowerPoint Presentation</vt:lpstr>
      <vt:lpstr>Problem</vt:lpstr>
      <vt:lpstr>Problem</vt:lpstr>
      <vt:lpstr>Problem</vt:lpstr>
      <vt:lpstr>Problem</vt:lpstr>
      <vt:lpstr>Problem</vt:lpstr>
      <vt:lpstr>Problem</vt:lpstr>
      <vt:lpstr>Problem</vt:lpstr>
      <vt:lpstr>PowerPoint Presentation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Method: what is under the hood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My Project – Problem</vt:lpstr>
      <vt:lpstr>My Project – Problem</vt:lpstr>
      <vt:lpstr>My Project – Problem</vt:lpstr>
      <vt:lpstr>My Project – Problem</vt:lpstr>
      <vt:lpstr>My Project – Problem</vt:lpstr>
      <vt:lpstr>My Project - Solution</vt:lpstr>
      <vt:lpstr>Method</vt:lpstr>
      <vt:lpstr>Method</vt:lpstr>
      <vt:lpstr>Method</vt:lpstr>
      <vt:lpstr>Result</vt:lpstr>
      <vt:lpstr>Result</vt:lpstr>
      <vt:lpstr>Result</vt:lpstr>
      <vt:lpstr>Final Word</vt:lpstr>
      <vt:lpstr>PowerPoint Presentation</vt:lpstr>
      <vt:lpstr>Supplementary Materials </vt:lpstr>
      <vt:lpstr>My Project – Problem</vt:lpstr>
      <vt:lpstr>My Project – Problem</vt:lpstr>
      <vt:lpstr>My Project – Problem</vt:lpstr>
      <vt:lpstr>My Project – Problem</vt:lpstr>
      <vt:lpstr>My Project – Problem</vt:lpstr>
    </vt:vector>
  </TitlesOfParts>
  <Company>Loft Dynamics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Wallisch</dc:creator>
  <dc:description>erstellt durch Vorlagenbauer.ch</dc:description>
  <cp:lastModifiedBy>William Wallisch</cp:lastModifiedBy>
  <cp:revision>29</cp:revision>
  <dcterms:created xsi:type="dcterms:W3CDTF">2026-09-06T15:15:37Z</dcterms:created>
  <dcterms:modified xsi:type="dcterms:W3CDTF">2026-09-14T17:04:49Z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