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00"/>
  </p:notesMasterIdLst>
  <p:handoutMasterIdLst>
    <p:handoutMasterId r:id="rId101"/>
  </p:handoutMasterIdLst>
  <p:sldIdLst>
    <p:sldId id="256" r:id="rId11"/>
    <p:sldId id="257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473"/>
            <p14:sldId id="431"/>
            <p14:sldId id="390"/>
            <p14:sldId id="356"/>
            <p14:sldId id="403"/>
            <p14:sldId id="445"/>
            <p14:sldId id="412"/>
            <p14:sldId id="398"/>
            <p14:sldId id="373"/>
            <p14:sldId id="396"/>
            <p14:sldId id="434"/>
            <p14:sldId id="397"/>
            <p14:sldId id="446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60"/>
            <p14:sldId id="461"/>
            <p14:sldId id="462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472"/>
            <p14:sldId id="369"/>
            <p14:sldId id="474"/>
            <p14:sldId id="475"/>
            <p14:sldId id="476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0EFEC"/>
    <a:srgbClr val="EAB1AC"/>
    <a:srgbClr val="B4BFDD"/>
    <a:srgbClr val="3C6AB0"/>
    <a:srgbClr val="B03237"/>
    <a:srgbClr val="F0F1F4"/>
    <a:srgbClr val="416CB1"/>
    <a:srgbClr val="AE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00" Type="http://schemas.openxmlformats.org/officeDocument/2006/relationships/notesMaster" Target="notesMasters/notesMaster1.xml"/><Relationship Id="rId101" Type="http://schemas.openxmlformats.org/officeDocument/2006/relationships/handoutMaster" Target="handoutMasters/handout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14.09.2026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14/09/2026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14.09.2026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Ne: how fast a population loses its genetic diversity</a:t>
            </a:r>
          </a:p>
        </p:txBody>
      </p:sp>
      <p:pic>
        <p:nvPicPr>
          <p:cNvPr id="3" name="Picture 2" descr="fig_ne_w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32688"/>
            <a:ext cx="11338560" cy="4480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Below Ne 500, a population cannot hold what it has</a:t>
            </a:r>
          </a:p>
        </p:txBody>
      </p:sp>
      <p:pic>
        <p:nvPicPr>
          <p:cNvPr id="3" name="Picture 2" descr="fig_ne_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32688"/>
            <a:ext cx="11338560" cy="40002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" y="553212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Arial"/>
              </a:rPr>
              <a:t>The threshold was set for a population sitting still.</a:t>
            </a:r>
          </a:p>
          <a:p>
            <a:pPr algn="l"/>
            <a:r>
              <a:rPr sz="1800" b="1">
                <a:solidFill>
                  <a:srgbClr val="2A78D6"/>
                </a:solidFill>
                <a:latin typeface="Arial"/>
              </a:rPr>
              <a:t>It says nothing about what these populations actually have to adapt to — so that is what I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5952</Words>
  <Application>Microsoft Office PowerPoint</Application>
  <PresentationFormat>Widescreen</PresentationFormat>
  <Paragraphs>648</Paragraphs>
  <Slides>95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Problem</vt:lpstr>
      <vt:lpstr>My Project – Problem</vt:lpstr>
      <vt:lpstr>My Project – Problem</vt:lpstr>
      <vt:lpstr>My Project – Problem</vt:lpstr>
      <vt:lpstr>My Project - Solution</vt:lpstr>
      <vt:lpstr>Method</vt:lpstr>
      <vt:lpstr>Method</vt:lpstr>
      <vt:lpstr>Method</vt:lpstr>
      <vt:lpstr>Result</vt:lpstr>
      <vt:lpstr>Result</vt:lpstr>
      <vt:lpstr>Result</vt:lpstr>
      <vt:lpstr>Final Word</vt:lpstr>
      <vt:lpstr>PowerPoint Presentation</vt:lpstr>
      <vt:lpstr>Supplementary Materials </vt:lpstr>
      <vt:lpstr>My Project – Problem</vt:lpstr>
      <vt:lpstr>My Project – Problem</vt:lpstr>
      <vt:lpstr>My Project – Problem</vt:lpstr>
      <vt:lpstr>My Project – Problem</vt:lpstr>
      <vt:lpstr>My Project – Problem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29</cp:revision>
  <dcterms:created xsi:type="dcterms:W3CDTF">2026-09-06T15:15:37Z</dcterms:created>
  <dcterms:modified xsi:type="dcterms:W3CDTF">2026-09-14T17:04:49Z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