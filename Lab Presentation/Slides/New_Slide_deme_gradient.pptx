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00"/>
  </p:notesMasterIdLst>
  <p:handoutMasterIdLst>
    <p:handoutMasterId r:id="rId101"/>
  </p:handoutMasterIdLst>
  <p:sldIdLst>
    <p:sldId id="256" r:id="rId11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8000"/>
      </a:lnSpc>
      <a:spcBef>
        <a:spcPts val="0"/>
      </a:spcBef>
      <a:buFont typeface="+mj-lt"/>
      <a:buNone/>
      <a:defRPr sz="160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60363" indent="-185738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19138" indent="-184150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152458D-D975-4659-9756-A6BAF0E2F024}">
          <p14:sldIdLst>
            <p14:sldId id="346"/>
            <p14:sldId id="451"/>
            <p14:sldId id="430"/>
            <p14:sldId id="452"/>
            <p14:sldId id="453"/>
            <p14:sldId id="349"/>
            <p14:sldId id="372"/>
            <p14:sldId id="413"/>
            <p14:sldId id="414"/>
            <p14:sldId id="415"/>
            <p14:sldId id="348"/>
            <p14:sldId id="416"/>
            <p14:sldId id="417"/>
            <p14:sldId id="389"/>
            <p14:sldId id="354"/>
            <p14:sldId id="419"/>
            <p14:sldId id="420"/>
            <p14:sldId id="421"/>
            <p14:sldId id="432"/>
            <p14:sldId id="371"/>
            <p14:sldId id="422"/>
            <p14:sldId id="423"/>
            <p14:sldId id="473"/>
            <p14:sldId id="431"/>
            <p14:sldId id="390"/>
            <p14:sldId id="356"/>
            <p14:sldId id="403"/>
            <p14:sldId id="445"/>
            <p14:sldId id="412"/>
            <p14:sldId id="398"/>
            <p14:sldId id="373"/>
            <p14:sldId id="396"/>
            <p14:sldId id="434"/>
            <p14:sldId id="397"/>
            <p14:sldId id="446"/>
            <p14:sldId id="359"/>
            <p14:sldId id="399"/>
            <p14:sldId id="440"/>
            <p14:sldId id="361"/>
            <p14:sldId id="441"/>
            <p14:sldId id="442"/>
            <p14:sldId id="443"/>
            <p14:sldId id="444"/>
            <p14:sldId id="410"/>
            <p14:sldId id="404"/>
            <p14:sldId id="405"/>
            <p14:sldId id="406"/>
            <p14:sldId id="407"/>
            <p14:sldId id="408"/>
            <p14:sldId id="409"/>
            <p14:sldId id="411"/>
            <p14:sldId id="435"/>
            <p14:sldId id="436"/>
            <p14:sldId id="437"/>
            <p14:sldId id="439"/>
            <p14:sldId id="433"/>
            <p14:sldId id="377"/>
            <p14:sldId id="375"/>
            <p14:sldId id="378"/>
            <p14:sldId id="379"/>
            <p14:sldId id="382"/>
            <p14:sldId id="383"/>
            <p14:sldId id="384"/>
            <p14:sldId id="385"/>
            <p14:sldId id="358"/>
            <p14:sldId id="360"/>
            <p14:sldId id="454"/>
            <p14:sldId id="455"/>
            <p14:sldId id="456"/>
            <p14:sldId id="363"/>
            <p14:sldId id="447"/>
            <p14:sldId id="448"/>
            <p14:sldId id="449"/>
            <p14:sldId id="450"/>
            <p14:sldId id="395"/>
            <p14:sldId id="400"/>
            <p14:sldId id="460"/>
            <p14:sldId id="461"/>
            <p14:sldId id="462"/>
            <p14:sldId id="401"/>
            <p14:sldId id="365"/>
            <p14:sldId id="391"/>
            <p14:sldId id="393"/>
            <p14:sldId id="457"/>
            <p14:sldId id="366"/>
            <p14:sldId id="394"/>
            <p14:sldId id="387"/>
            <p14:sldId id="472"/>
            <p14:sldId id="369"/>
            <p14:sldId id="474"/>
            <p14:sldId id="475"/>
            <p14:sldId id="476"/>
            <p14:sldId id="477"/>
            <p14:sldId id="478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0FB"/>
    <a:srgbClr val="FFFFFF"/>
    <a:srgbClr val="F0EFEC"/>
    <a:srgbClr val="EAB1AC"/>
    <a:srgbClr val="B4BFDD"/>
    <a:srgbClr val="3C6AB0"/>
    <a:srgbClr val="B03237"/>
    <a:srgbClr val="F0F1F4"/>
    <a:srgbClr val="416CB1"/>
    <a:srgbClr val="AE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UZH Standar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4233" cmpd="sng">
              <a:solidFill>
                <a:schemeClr val="dk1"/>
              </a:solidFill>
            </a:ln>
          </a:bottom>
          <a:insideH>
            <a:ln w="4233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dk1"/>
              </a:solidFill>
            </a:ln>
          </a:top>
          <a:bottom>
            <a:ln w="4233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>
        <a:fontRef idx="major"/>
        <a:schemeClr val="dk1"/>
      </a:tcTxStyle>
      <a:tcStyle>
        <a:tcBdr>
          <a:top>
            <a:ln>
              <a:noFill/>
            </a:ln>
          </a:top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90194" autoAdjust="0"/>
  </p:normalViewPr>
  <p:slideViewPr>
    <p:cSldViewPr showGuides="1">
      <p:cViewPr varScale="1">
        <p:scale>
          <a:sx n="100" d="100"/>
          <a:sy n="100" d="100"/>
        </p:scale>
        <p:origin x="1314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334" y="2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00" Type="http://schemas.openxmlformats.org/officeDocument/2006/relationships/notesMaster" Target="notesMasters/notesMaster1.xml"/><Relationship Id="rId101" Type="http://schemas.openxmlformats.org/officeDocument/2006/relationships/handoutMaster" Target="handoutMasters/handoutMaster1.xml"/><Relationship Id="rId102" Type="http://schemas.openxmlformats.org/officeDocument/2006/relationships/presProps" Target="presProps.xml"/><Relationship Id="rId103" Type="http://schemas.openxmlformats.org/officeDocument/2006/relationships/viewProps" Target="viewProps.xml"/><Relationship Id="rId104" Type="http://schemas.openxmlformats.org/officeDocument/2006/relationships/theme" Target="theme/theme1.xml"/><Relationship Id="rId10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14.09.2026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14.09.2026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Universitäts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DEC16BC5-71A3-4EAA-B734-0870A4D7F723}" type="datetime1">
              <a:rPr lang="en-GB" noProof="0" smtClean="0"/>
              <a:pPr/>
              <a:t>14/09/2026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D526C9F-D78C-A1C8-B22D-122736EC2F5E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7B00AE1C-C971-C5C1-1DCB-41F3370C34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EBEE38-90C0-68F8-53F6-37ACBFF10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29707118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78185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 anchorCtr="0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00B2A4-A548-86D9-6FFA-57A63AC10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49788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BD061571-B72C-4959-8C35-E56835C2C064}" type="datetime1">
              <a:rPr lang="en-GB" noProof="0" smtClean="0"/>
              <a:pPr/>
              <a:t>14/09/2026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11DA3BE-00CD-1BA7-A6C5-5D9732DE8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A04CBAD-2C4F-A402-4949-1283FB197368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2F3AE3-7ACB-2716-808B-C82789FE83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3E33648C-CA30-D18F-AD19-488B5D38966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10983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15B553A-D76B-BE50-5229-98B3298F67E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5586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cxnSp>
        <p:nvCxnSpPr>
          <p:cNvPr id="10" name="Gerader Verbinder 13">
            <a:extLst>
              <a:ext uri="{FF2B5EF4-FFF2-40B4-BE49-F238E27FC236}">
                <a16:creationId xmlns:a16="http://schemas.microsoft.com/office/drawing/2014/main" id="{C8695E30-C682-657A-CE1E-BCDA5B2D888F}"/>
              </a:ext>
            </a:extLst>
          </p:cNvPr>
          <p:cNvCxnSpPr>
            <a:cxnSpLocks/>
          </p:cNvCxnSpPr>
          <p:nvPr userDrawn="1"/>
        </p:nvCxnSpPr>
        <p:spPr>
          <a:xfrm>
            <a:off x="149196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6">
            <a:extLst>
              <a:ext uri="{FF2B5EF4-FFF2-40B4-BE49-F238E27FC236}">
                <a16:creationId xmlns:a16="http://schemas.microsoft.com/office/drawing/2014/main" id="{D97721AF-771D-3772-A516-40C8BD5539BE}"/>
              </a:ext>
            </a:extLst>
          </p:cNvPr>
          <p:cNvCxnSpPr>
            <a:cxnSpLocks/>
          </p:cNvCxnSpPr>
          <p:nvPr userDrawn="1"/>
        </p:nvCxnSpPr>
        <p:spPr>
          <a:xfrm>
            <a:off x="295174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B7E424F3-B19E-8930-52AC-A85E22C10F2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6609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872154630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7DDFE4-29E1-462D-9CCC-A725922B2A90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48EC57F8-2FF9-F2DC-C053-E44A7DBF4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209675"/>
            <a:ext cx="1983799" cy="1308143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3775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>
            <a:extLst>
              <a:ext uri="{FF2B5EF4-FFF2-40B4-BE49-F238E27FC236}">
                <a16:creationId xmlns:a16="http://schemas.microsoft.com/office/drawing/2014/main" id="{62E6E148-5F7E-6A90-F5E7-CAF43EF2FF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75" y="866775"/>
            <a:ext cx="11652249" cy="5150546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A94FD-9F5E-4526-A59D-32E4C3E4561F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7737E4CB-5032-63D9-B015-478DD21B13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154437"/>
            <a:ext cx="1389084" cy="949904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7770330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289224"/>
            <a:ext cx="11650663" cy="5935364"/>
          </a:xfrm>
          <a:solidFill>
            <a:schemeClr val="accent1"/>
          </a:solidFill>
        </p:spPr>
        <p:txBody>
          <a:bodyPr tIns="324000" rIns="0" anchor="t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5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74625" indent="-174625" algn="r">
              <a:buFont typeface="Source Sans Pro" panose="020B0503030403020204" pitchFamily="34" charset="0"/>
              <a:buChar char="―"/>
              <a:defRPr/>
            </a:lvl2pPr>
            <a:lvl3pPr marL="360363" indent="-185738" algn="r">
              <a:buFont typeface="Source Sans Pro" panose="020B0503030403020204" pitchFamily="34" charset="0"/>
              <a:buChar char="―"/>
              <a:defRPr/>
            </a:lvl3pPr>
            <a:lvl4pPr marL="534988" indent="-174625" algn="r">
              <a:buFont typeface="Source Sans Pro" panose="020B0503030403020204" pitchFamily="34" charset="0"/>
              <a:buChar char="―"/>
              <a:defRPr/>
            </a:lvl4pPr>
            <a:lvl5pPr marL="719138" indent="-184150" algn="r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de-CH" dirty="0"/>
              <a:t>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2425B-D5B6-4FA7-A09E-3FB28EC05106}" type="datetime1">
              <a:rPr lang="de-CH" smtClean="0"/>
              <a:t>14.09.2026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7140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52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CF04-5ADD-46B4-A33A-958F168A45EF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1289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66774"/>
            <a:ext cx="9324000" cy="4816476"/>
          </a:xfrm>
        </p:spPr>
        <p:txBody>
          <a:bodyPr anchor="ctr"/>
          <a:lstStyle>
            <a:lvl1pPr>
              <a:lnSpc>
                <a:spcPct val="97000"/>
              </a:lnSpc>
              <a:spcBef>
                <a:spcPts val="0"/>
              </a:spcBef>
              <a:defRPr sz="3000"/>
            </a:lvl1pPr>
            <a:lvl2pPr>
              <a:lnSpc>
                <a:spcPct val="97000"/>
              </a:lnSpc>
              <a:spcBef>
                <a:spcPts val="1000"/>
              </a:spcBef>
              <a:defRPr sz="3000"/>
            </a:lvl2pPr>
            <a:lvl3pPr>
              <a:lnSpc>
                <a:spcPct val="97000"/>
              </a:lnSpc>
              <a:spcBef>
                <a:spcPts val="1000"/>
              </a:spcBef>
              <a:defRPr sz="3000"/>
            </a:lvl3pPr>
            <a:lvl4pPr>
              <a:lnSpc>
                <a:spcPct val="97000"/>
              </a:lnSpc>
              <a:spcBef>
                <a:spcPts val="1000"/>
              </a:spcBef>
              <a:defRPr sz="3000"/>
            </a:lvl4pPr>
            <a:lvl5pPr>
              <a:lnSpc>
                <a:spcPct val="97000"/>
              </a:lnSpc>
              <a:spcBef>
                <a:spcPts val="1000"/>
              </a:spcBef>
              <a:defRPr sz="3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B2B53-C25B-47AA-BE55-7AE6543E5E6C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6226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5722937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271463" y="866774"/>
            <a:ext cx="5722937" cy="5133447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A103E-E046-4633-82BC-9D6A840CE35D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42888"/>
            <a:ext cx="5722937" cy="5981700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958C9C6E-122D-B369-EB0B-2386BA817C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875" y="6000221"/>
            <a:ext cx="5722937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9AB9864-0552-4F44-B494-D03F4683B094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62" y="1371600"/>
            <a:ext cx="5724000" cy="4628621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defRPr sz="1600"/>
            </a:lvl3pPr>
            <a:lvl4pPr marL="1090800" indent="-226800">
              <a:spcBef>
                <a:spcPts val="1000"/>
              </a:spcBef>
              <a:spcAft>
                <a:spcPts val="0"/>
              </a:spcAft>
              <a:defRPr sz="1600"/>
            </a:lvl4pPr>
            <a:lvl5pPr marL="1522800" indent="-342000">
              <a:spcBef>
                <a:spcPts val="1000"/>
              </a:spcBef>
              <a:spcAft>
                <a:spcPts val="0"/>
              </a:spcAft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00221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169781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Inhalte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F8592F2-A22B-4129-BF43-10974110EFE1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D08B5C7-0B72-0F94-738C-A9B735A2519D}"/>
              </a:ext>
            </a:extLst>
          </p:cNvPr>
          <p:cNvCxnSpPr>
            <a:cxnSpLocks/>
          </p:cNvCxnSpPr>
          <p:nvPr userDrawn="1"/>
        </p:nvCxnSpPr>
        <p:spPr>
          <a:xfrm>
            <a:off x="273050" y="515507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6987E16-61C3-F16E-EBD2-164E17176CF4}"/>
              </a:ext>
            </a:extLst>
          </p:cNvPr>
          <p:cNvCxnSpPr>
            <a:cxnSpLocks/>
          </p:cNvCxnSpPr>
          <p:nvPr userDrawn="1"/>
        </p:nvCxnSpPr>
        <p:spPr>
          <a:xfrm>
            <a:off x="3228366" y="51550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7071907-BBD2-40D4-55E0-1E83C4F6D6BC}"/>
              </a:ext>
            </a:extLst>
          </p:cNvPr>
          <p:cNvCxnSpPr>
            <a:cxnSpLocks/>
          </p:cNvCxnSpPr>
          <p:nvPr userDrawn="1"/>
        </p:nvCxnSpPr>
        <p:spPr>
          <a:xfrm>
            <a:off x="3233129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E74047-F734-D6A9-08E0-D291395944F0}"/>
              </a:ext>
            </a:extLst>
          </p:cNvPr>
          <p:cNvCxnSpPr>
            <a:cxnSpLocks/>
          </p:cNvCxnSpPr>
          <p:nvPr userDrawn="1"/>
        </p:nvCxnSpPr>
        <p:spPr>
          <a:xfrm>
            <a:off x="276265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E45E1AF-C792-F20E-F289-890F955A6D57}"/>
              </a:ext>
            </a:extLst>
          </p:cNvPr>
          <p:cNvCxnSpPr>
            <a:cxnSpLocks/>
          </p:cNvCxnSpPr>
          <p:nvPr userDrawn="1"/>
        </p:nvCxnSpPr>
        <p:spPr>
          <a:xfrm>
            <a:off x="273449" y="172635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8DB0037-139C-0385-E03A-306D5169233B}"/>
              </a:ext>
            </a:extLst>
          </p:cNvPr>
          <p:cNvCxnSpPr>
            <a:cxnSpLocks/>
          </p:cNvCxnSpPr>
          <p:nvPr userDrawn="1"/>
        </p:nvCxnSpPr>
        <p:spPr>
          <a:xfrm>
            <a:off x="3230961" y="1721590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30017B53-05EC-3989-249C-664AD90907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0670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714803E2-4C7F-CFE5-7B57-C3F213A340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3050" y="531018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9C152131-ED74-0F59-B477-F10CE617C4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2838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1182E294-3DAE-8397-D78D-AE19E051369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8075" y="53101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F8CA09C2-6A74-C429-81F0-F2CA0C0A8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8366" y="44043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79EF64BE-BAA5-7A03-2892-71B58B0FA7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050" y="440436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B37CF961-4AA4-3E2D-1EEC-751B07F74E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5" name="Textplatzhalter 27">
            <a:extLst>
              <a:ext uri="{FF2B5EF4-FFF2-40B4-BE49-F238E27FC236}">
                <a16:creationId xmlns:a16="http://schemas.microsoft.com/office/drawing/2014/main" id="{A75866BD-D0AA-3041-796D-1EB9B1F3A8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3128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6" name="Textplatzhalter 27">
            <a:extLst>
              <a:ext uri="{FF2B5EF4-FFF2-40B4-BE49-F238E27FC236}">
                <a16:creationId xmlns:a16="http://schemas.microsoft.com/office/drawing/2014/main" id="{348CBF73-5164-67ED-100D-52F0577F0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E413BFB1-BE2B-5698-D056-CFFE93D63A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3448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A6AD1D29-4F20-7C67-177C-5F66137D5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3448" y="9756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A60B2A3C-D051-ADD5-9279-F6C77B9515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0960" y="9708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6486285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C01D08B-BC87-4A6B-BAB6-A8ACF5B160B4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273378"/>
            <a:ext cx="5724000" cy="560164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8400" y="866774"/>
            <a:ext cx="5724000" cy="5357813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3pPr>
            <a:lvl4pPr marL="101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400" y="244800"/>
            <a:ext cx="5723999" cy="519436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ABC8980-79BC-7792-05E5-871BA6059E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875" y="6029325"/>
            <a:ext cx="5724525" cy="195263"/>
          </a:xfrm>
        </p:spPr>
        <p:txBody>
          <a:bodyPr anchor="b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GB" noProof="0" dirty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2774246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, drei Flächen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4">
            <a:extLst>
              <a:ext uri="{FF2B5EF4-FFF2-40B4-BE49-F238E27FC236}">
                <a16:creationId xmlns:a16="http://schemas.microsoft.com/office/drawing/2014/main" id="{5A065272-38F7-A074-824D-FD6B0FAB5C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866774"/>
            <a:ext cx="5724000" cy="535781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11648525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49354-1A46-41EB-9B56-F72C8C8A693E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602800"/>
            <a:ext cx="5722937" cy="3621787"/>
          </a:xfrm>
        </p:spPr>
        <p:txBody>
          <a:bodyPr/>
          <a:lstStyle>
            <a:lvl1pPr>
              <a:spcBef>
                <a:spcPts val="1000"/>
              </a:spcBef>
              <a:defRPr sz="1600"/>
            </a:lvl1pPr>
            <a:lvl2pPr marL="226800" indent="-226800">
              <a:spcBef>
                <a:spcPts val="0"/>
              </a:spcBef>
              <a:defRPr sz="1600"/>
            </a:lvl2pPr>
            <a:lvl3pPr marL="658800" indent="-226800">
              <a:spcBef>
                <a:spcPts val="0"/>
              </a:spcBef>
              <a:defRPr sz="1600"/>
            </a:lvl3pPr>
            <a:lvl4pPr marL="1090800" indent="-226800">
              <a:spcBef>
                <a:spcPts val="0"/>
              </a:spcBef>
              <a:defRPr sz="1600"/>
            </a:lvl4pPr>
            <a:lvl5pPr marL="1522800" indent="-226800">
              <a:spcBef>
                <a:spcPts val="0"/>
              </a:spcBef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5C25F038-C59A-91D3-5738-FA2D715B1D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8287" y="4738688"/>
            <a:ext cx="4734000" cy="1155600"/>
          </a:xfrm>
          <a:solidFill>
            <a:schemeClr val="bg1"/>
          </a:solidFill>
        </p:spPr>
        <p:txBody>
          <a:bodyPr lIns="180000" anchor="ctr"/>
          <a:lstStyle>
            <a:lvl1pPr>
              <a:lnSpc>
                <a:spcPct val="98000"/>
              </a:lnSpc>
              <a:defRPr sz="2400" b="0"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BFFCDAC-C838-ADD4-2284-837AC0DB7D32}"/>
              </a:ext>
            </a:extLst>
          </p:cNvPr>
          <p:cNvSpPr>
            <a:spLocks/>
          </p:cNvSpPr>
          <p:nvPr userDrawn="1"/>
        </p:nvSpPr>
        <p:spPr>
          <a:xfrm>
            <a:off x="6179816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D52F735-79F5-3F42-160A-B27CDCC6ECBC}"/>
              </a:ext>
            </a:extLst>
          </p:cNvPr>
          <p:cNvCxnSpPr>
            <a:cxnSpLocks/>
          </p:cNvCxnSpPr>
          <p:nvPr userDrawn="1"/>
        </p:nvCxnSpPr>
        <p:spPr>
          <a:xfrm>
            <a:off x="6357417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E8ED3B-58AB-278E-8FA6-54B5367691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9816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50E60B21-008A-2B6B-00EE-55A0A5704E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79816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AB97A8F-A31B-71A8-6F59-6CF07FEC341B}"/>
              </a:ext>
            </a:extLst>
          </p:cNvPr>
          <p:cNvSpPr>
            <a:spLocks/>
          </p:cNvSpPr>
          <p:nvPr userDrawn="1"/>
        </p:nvSpPr>
        <p:spPr>
          <a:xfrm>
            <a:off x="81612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20494D9F-526C-2E69-E603-70C47570B76A}"/>
              </a:ext>
            </a:extLst>
          </p:cNvPr>
          <p:cNvCxnSpPr>
            <a:cxnSpLocks/>
          </p:cNvCxnSpPr>
          <p:nvPr userDrawn="1"/>
        </p:nvCxnSpPr>
        <p:spPr>
          <a:xfrm>
            <a:off x="83500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2">
            <a:extLst>
              <a:ext uri="{FF2B5EF4-FFF2-40B4-BE49-F238E27FC236}">
                <a16:creationId xmlns:a16="http://schemas.microsoft.com/office/drawing/2014/main" id="{CD54ACCC-E2D7-61F6-43F8-B08BB0DF890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612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AE30B499-759C-236B-6D1C-6BCA6F207D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12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C39869D-3DD1-49E4-9B99-D5ADADC37626}"/>
              </a:ext>
            </a:extLst>
          </p:cNvPr>
          <p:cNvSpPr>
            <a:spLocks/>
          </p:cNvSpPr>
          <p:nvPr userDrawn="1"/>
        </p:nvSpPr>
        <p:spPr>
          <a:xfrm>
            <a:off x="101304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C74D9E1-33AE-B3A6-62C5-702A8706EDCA}"/>
              </a:ext>
            </a:extLst>
          </p:cNvPr>
          <p:cNvCxnSpPr>
            <a:cxnSpLocks/>
          </p:cNvCxnSpPr>
          <p:nvPr userDrawn="1"/>
        </p:nvCxnSpPr>
        <p:spPr>
          <a:xfrm>
            <a:off x="103192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172486-FB2A-0D37-20BD-766B69EC16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304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A5D721FD-5C54-2030-F7DF-99F78870D3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304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42525644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E05F214-4AD4-4D89-AE61-CF34C7806923}" type="datetime1">
              <a:rPr lang="de-CH" noProof="0" smtClean="0"/>
              <a:t>14.09.2026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7766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C0931-09B0-4B39-995C-BB4BD36DB6C3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908720"/>
            <a:ext cx="7701073" cy="531586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9B29A34-DB3C-6631-0D19-C1C5DF5EA28A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420544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F33BA8-25F9-4DC4-8DF6-71C6AEBB6E7E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571338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D440920-B1A2-4FB0-981D-DAC5A3A0DBB6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721083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36D67C-8BF7-4CBC-9036-CC970B8B4F9A}" type="datetime1">
              <a:rPr lang="de-CH" noProof="0" smtClean="0"/>
              <a:t>14.09.2026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2006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17AC-F94E-4589-8B72-E87890D6CDE5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2115A716-7F0D-6001-BBDA-1C1AF55BDEB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28587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ADAF9B2C-8583-6129-0978-4CC7CC294B4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7506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5E0F70B3-FE43-EB4F-1A26-27C37577C8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85714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D8C6563C-12FB-DB8B-2352-BC6B519F354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94633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B4039616-C526-8550-70B5-FB949E59398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284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5175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30470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eben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8130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9C5BA-5AED-43BC-9A9A-FB3281926248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20D1239-AC10-7CF3-7460-F409E82CBCF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35845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3E66951-4F0B-CBC1-A3F3-06E3698036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4923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B22D8516-82BF-C968-B99F-F2C4872608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039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CC380BDB-57AA-395C-97C5-32258AD422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946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B12B8A9-2E40-004F-7D4B-DC830830213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4936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E8E60EDF-84BC-50DF-DF1D-12535BD165E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44014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271646C3-68B0-05A8-5C65-22D55CE4808F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7079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EC544524-67DF-E44E-A80D-DEF20D907A8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6987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E052A1FF-3C1D-18C9-FF8C-91D41AD5E46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225342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CA8F6A59-A25E-5F43-6AC1-01A66F711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4420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704FB434-2B9A-C168-61EC-9AE6DBA6CE7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7988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1811AD-FBE2-BBD0-4B34-A096DE429FE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7896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18104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D36C8-6692-4A3B-AF59-90068E97C16E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9875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87440" y="1088740"/>
            <a:ext cx="5734685" cy="4287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987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241952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41952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16411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16411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41952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16411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4033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952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6411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31240D61-DAE3-BD06-237A-C12594445A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0869" y="5508398"/>
            <a:ext cx="5734685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4172665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702A-C9B2-4860-8B3C-A907C6233FF6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2789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1088740"/>
            <a:ext cx="5734685" cy="496916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2789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54866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866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29325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2932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82789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54866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129325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6947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54866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9325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7620271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411A-45D1-40D1-847C-9669B869F877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866775"/>
            <a:ext cx="7688373" cy="536257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FFC20296-E86A-3879-BD39-9F30E331947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48638" y="866775"/>
            <a:ext cx="3768835" cy="18715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64B2AD41-4DD5-6051-D34F-CA90E2343F5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48638" y="2938463"/>
            <a:ext cx="3768835" cy="2938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D10D92F6-CEED-9778-52E5-5789FA1E21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000" y="6013950"/>
            <a:ext cx="3768835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Quelle </a:t>
            </a:r>
            <a:r>
              <a:rPr lang="en-GB" noProof="0" dirty="0" err="1"/>
              <a:t>hinzufügen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93001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Texte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65B26-D0E7-45C6-8559-103B96E0CE32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6522" y="876298"/>
            <a:ext cx="3765601" cy="5353052"/>
          </a:xfrm>
          <a:noFill/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87629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64747F6A-D136-3EFB-6E19-6A385022B99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13200" y="876298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B3A42B55-571E-7D35-8A1D-2EE06F2B25D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71068" y="2764546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45D49E17-FFEA-350F-4AF4-82760A288C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14391" y="2764545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10">
            <a:extLst>
              <a:ext uri="{FF2B5EF4-FFF2-40B4-BE49-F238E27FC236}">
                <a16:creationId xmlns:a16="http://schemas.microsoft.com/office/drawing/2014/main" id="{02C0735D-E433-CC9E-BA2C-CE7019E86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67953" y="4647380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" name="Inhaltsplatzhalter 10">
            <a:extLst>
              <a:ext uri="{FF2B5EF4-FFF2-40B4-BE49-F238E27FC236}">
                <a16:creationId xmlns:a16="http://schemas.microsoft.com/office/drawing/2014/main" id="{57EE092B-F3B3-A0AB-6AF8-3C6F1603246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211276" y="464737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66022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ün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2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2B78-8581-4912-BA0F-1C6D591F65FF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264568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6BDEB48F-A5F4-E47E-A6CF-964F1398E89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9875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4D8633B6-F883-1298-E515-91B31B28E3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0ED7E5AD-E183-82CD-F090-884A82A4B96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80532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560DE703-9043-4D96-9589-6AB1C926574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80532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5B7962-C9CE-24B7-343C-9D504EEF1AD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264568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FF4B996-5BF2-362E-6F3C-0472752C4919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264568" y="4840288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23CD5622-E8DA-D57A-1F36-A80A2A8ACA69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184232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0987D4F-9295-E825-B64B-CE16F9CC37E4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8184232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3898624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n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737CF-8F93-45D3-893D-73CFB042EFB1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254919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622633EA-CE0F-D311-E9F8-E4FF04D03BC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69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2222D7F-5144-753F-7AF0-A8D709992A9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1254919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03285094-5EB7-BA03-462D-65224736565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69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2C14EDF-15BE-41CE-9D5E-3D50F6B67AB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254919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DAC93A43-12FF-3F6B-DA7A-A04D2ECA735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022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696B000-854E-5397-BD25-46F024ACF0B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5195900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55C6D27-9F7F-A193-A31F-2412FB8334A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022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80A26B48-243C-9DD6-BDC2-FE40212B1AAE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5195900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0E647CD5-DA5F-6055-1889-45FC8EA8E3A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022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A660F0-3C7A-4C52-196B-D1FC1C4E12F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5195900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9AE88E45-2228-3BAB-B328-25AE00C869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48811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8D6A0681-D929-2BA4-D3F8-B3541A94FD81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9136793" y="1586260"/>
            <a:ext cx="2785331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4" name="Bildplatzhalter 4">
            <a:extLst>
              <a:ext uri="{FF2B5EF4-FFF2-40B4-BE49-F238E27FC236}">
                <a16:creationId xmlns:a16="http://schemas.microsoft.com/office/drawing/2014/main" id="{8D809E36-7256-6CC2-0F4B-23E42C6B142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48811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8DEA4B-FE27-8A9E-FBBB-04944A377343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9136794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5AC54CE7-1DE9-FCC9-D36F-326C1CC978F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48811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FFA07EE-B7CC-6673-18A8-938F608DD842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9136794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03945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el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BFF4-CB62-460B-A7FD-029BF9AAE804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41" name="Inhaltsplatzhalter 30">
            <a:extLst>
              <a:ext uri="{FF2B5EF4-FFF2-40B4-BE49-F238E27FC236}">
                <a16:creationId xmlns:a16="http://schemas.microsoft.com/office/drawing/2014/main" id="{1FE9EFCD-7C86-A7FC-7CBA-C2A928454C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1463" y="878400"/>
            <a:ext cx="286206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Inhaltsplatzhalter 30">
            <a:extLst>
              <a:ext uri="{FF2B5EF4-FFF2-40B4-BE49-F238E27FC236}">
                <a16:creationId xmlns:a16="http://schemas.microsoft.com/office/drawing/2014/main" id="{B5AF2636-78AA-31AE-B767-CD1ED9E3083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31605" y="878400"/>
            <a:ext cx="2962866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3" name="Inhaltsplatzhalter 30">
            <a:extLst>
              <a:ext uri="{FF2B5EF4-FFF2-40B4-BE49-F238E27FC236}">
                <a16:creationId xmlns:a16="http://schemas.microsoft.com/office/drawing/2014/main" id="{8CD2FE50-AB2F-83AF-8B23-1260D26EF81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02458" y="878400"/>
            <a:ext cx="2948569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Inhaltsplatzhalter 30">
            <a:extLst>
              <a:ext uri="{FF2B5EF4-FFF2-40B4-BE49-F238E27FC236}">
                <a16:creationId xmlns:a16="http://schemas.microsoft.com/office/drawing/2014/main" id="{156B3F99-D56F-6D47-0C38-55E1C209F59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056315" y="878400"/>
            <a:ext cx="286142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5" name="Inhaltsplatzhalter 30">
            <a:extLst>
              <a:ext uri="{FF2B5EF4-FFF2-40B4-BE49-F238E27FC236}">
                <a16:creationId xmlns:a16="http://schemas.microsoft.com/office/drawing/2014/main" id="{61CB84E3-822D-E7BF-88FA-B6CD8499742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1463" y="4942799"/>
            <a:ext cx="286206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6" name="Inhaltsplatzhalter 30">
            <a:extLst>
              <a:ext uri="{FF2B5EF4-FFF2-40B4-BE49-F238E27FC236}">
                <a16:creationId xmlns:a16="http://schemas.microsoft.com/office/drawing/2014/main" id="{4BBD1101-501F-08B4-863D-4EC398FF4C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131605" y="3577319"/>
            <a:ext cx="2962866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7" name="Inhaltsplatzhalter 30">
            <a:extLst>
              <a:ext uri="{FF2B5EF4-FFF2-40B4-BE49-F238E27FC236}">
                <a16:creationId xmlns:a16="http://schemas.microsoft.com/office/drawing/2014/main" id="{799F2A81-65B3-AA66-95A8-AD7674ADA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02458" y="3577319"/>
            <a:ext cx="2948569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8" name="Inhaltsplatzhalter 30">
            <a:extLst>
              <a:ext uri="{FF2B5EF4-FFF2-40B4-BE49-F238E27FC236}">
                <a16:creationId xmlns:a16="http://schemas.microsoft.com/office/drawing/2014/main" id="{CD8C8901-62AC-56A4-B429-1C6C564195B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056315" y="4942798"/>
            <a:ext cx="286142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9" name="Inhaltsplatzhalter 30">
            <a:extLst>
              <a:ext uri="{FF2B5EF4-FFF2-40B4-BE49-F238E27FC236}">
                <a16:creationId xmlns:a16="http://schemas.microsoft.com/office/drawing/2014/main" id="{FC91EDA6-5E9C-6D6C-EF9F-C7F0B68C4C0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1463" y="3577319"/>
            <a:ext cx="2862063" cy="1361404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0" name="Inhaltsplatzhalter 30">
            <a:extLst>
              <a:ext uri="{FF2B5EF4-FFF2-40B4-BE49-F238E27FC236}">
                <a16:creationId xmlns:a16="http://schemas.microsoft.com/office/drawing/2014/main" id="{51E99161-B839-91BE-206F-89792AD5F92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56315" y="3577319"/>
            <a:ext cx="2861423" cy="136080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3108543402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4" y="244800"/>
            <a:ext cx="376209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3DB96-315B-4AA8-A4DA-A62A76E1325B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1371601"/>
            <a:ext cx="3765600" cy="15173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E8901B72-CDFB-6B04-2999-9B4D3BECDE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22638" y="273051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10">
            <a:extLst>
              <a:ext uri="{FF2B5EF4-FFF2-40B4-BE49-F238E27FC236}">
                <a16:creationId xmlns:a16="http://schemas.microsoft.com/office/drawing/2014/main" id="{5F7462AF-9418-FBED-AE2B-9097CD9893A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22638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3722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BE5D1B04-2BFA-33F3-C355-D8EB9E6F77DC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93722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8823469C-27C8-EF8F-4CC9-197675E31FB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64806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10">
            <a:extLst>
              <a:ext uri="{FF2B5EF4-FFF2-40B4-BE49-F238E27FC236}">
                <a16:creationId xmlns:a16="http://schemas.microsoft.com/office/drawing/2014/main" id="{887C4011-3849-0B28-B9C6-CD6CCD2774AC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164806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CBEDB122-E4B4-DEAF-0C6D-61CF1C399F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35890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2E8C9BDD-A256-932A-0451-8742BDF218CD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135890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648AA9A-5221-27F9-3191-6F0F1FEAF36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20167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10">
            <a:extLst>
              <a:ext uri="{FF2B5EF4-FFF2-40B4-BE49-F238E27FC236}">
                <a16:creationId xmlns:a16="http://schemas.microsoft.com/office/drawing/2014/main" id="{92E2526C-7EE2-C9B9-E09C-E4124FE41C3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220167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6836661A-7952-7ADE-BB22-08BB2B174D2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91251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C2CB294D-1078-8674-FF02-6A8C1FA8750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91251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478A5169-5857-1B03-543A-A692CECD282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62335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CCD55740-F556-6FFB-54B7-F02F33DD446D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62335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C3C4A300-9C66-727B-BF1B-3FE78BA4925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133419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1" name="Inhaltsplatzhalter 10">
            <a:extLst>
              <a:ext uri="{FF2B5EF4-FFF2-40B4-BE49-F238E27FC236}">
                <a16:creationId xmlns:a16="http://schemas.microsoft.com/office/drawing/2014/main" id="{A1A5D7D5-55B1-516C-7CED-BF26C79BE6B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0133419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F4A6E408-2281-5C5F-C17D-009678C7B29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21998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10">
            <a:extLst>
              <a:ext uri="{FF2B5EF4-FFF2-40B4-BE49-F238E27FC236}">
                <a16:creationId xmlns:a16="http://schemas.microsoft.com/office/drawing/2014/main" id="{106AA095-B514-8CB2-E655-796D9234A496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21998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B22E5E6F-159C-366B-5296-441253F3F0B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191065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9" name="Inhaltsplatzhalter 10">
            <a:extLst>
              <a:ext uri="{FF2B5EF4-FFF2-40B4-BE49-F238E27FC236}">
                <a16:creationId xmlns:a16="http://schemas.microsoft.com/office/drawing/2014/main" id="{8F99875B-FC4F-7DCE-AACD-FF783DF1F8CC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191065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86D99F31-E97B-1DE8-80A6-FCE2268D750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62149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1" name="Inhaltsplatzhalter 10">
            <a:extLst>
              <a:ext uri="{FF2B5EF4-FFF2-40B4-BE49-F238E27FC236}">
                <a16:creationId xmlns:a16="http://schemas.microsoft.com/office/drawing/2014/main" id="{2AFB99F6-8B03-8325-85FE-ACF55FEF4C7E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162149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Bildplatzhalter 4">
            <a:extLst>
              <a:ext uri="{FF2B5EF4-FFF2-40B4-BE49-F238E27FC236}">
                <a16:creationId xmlns:a16="http://schemas.microsoft.com/office/drawing/2014/main" id="{7B354065-93C3-8CD0-C6F7-EAD8915CFD2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33233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3" name="Inhaltsplatzhalter 10">
            <a:extLst>
              <a:ext uri="{FF2B5EF4-FFF2-40B4-BE49-F238E27FC236}">
                <a16:creationId xmlns:a16="http://schemas.microsoft.com/office/drawing/2014/main" id="{D9B63D01-B563-7751-25F8-D9E1385E66D2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0133233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Bildplatzhalter 4">
            <a:extLst>
              <a:ext uri="{FF2B5EF4-FFF2-40B4-BE49-F238E27FC236}">
                <a16:creationId xmlns:a16="http://schemas.microsoft.com/office/drawing/2014/main" id="{3561E328-70B6-85DB-D07B-4E3133D9FE77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224785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5" name="Inhaltsplatzhalter 10">
            <a:extLst>
              <a:ext uri="{FF2B5EF4-FFF2-40B4-BE49-F238E27FC236}">
                <a16:creationId xmlns:a16="http://schemas.microsoft.com/office/drawing/2014/main" id="{818DEC37-95E8-080D-AB4D-58F52BC284EC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24785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411646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str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536400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F239-114E-41F3-ADA1-C32B874D6A23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960DD06-5403-402D-6C88-53DCD45F16E1}"/>
              </a:ext>
            </a:extLst>
          </p:cNvPr>
          <p:cNvCxnSpPr/>
          <p:nvPr userDrawn="1"/>
        </p:nvCxnSpPr>
        <p:spPr>
          <a:xfrm>
            <a:off x="269875" y="3497585"/>
            <a:ext cx="1165225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Bildplatzhalter 4">
            <a:extLst>
              <a:ext uri="{FF2B5EF4-FFF2-40B4-BE49-F238E27FC236}">
                <a16:creationId xmlns:a16="http://schemas.microsoft.com/office/drawing/2014/main" id="{F49F2DB0-AB5C-6BD8-064D-373B4B1209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6" name="Bildplatzhalter 4">
            <a:extLst>
              <a:ext uri="{FF2B5EF4-FFF2-40B4-BE49-F238E27FC236}">
                <a16:creationId xmlns:a16="http://schemas.microsoft.com/office/drawing/2014/main" id="{F0B6A180-6984-B9E7-7ADC-A121B77988B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97400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7" name="Bildplatzhalter 4">
            <a:extLst>
              <a:ext uri="{FF2B5EF4-FFF2-40B4-BE49-F238E27FC236}">
                <a16:creationId xmlns:a16="http://schemas.microsoft.com/office/drawing/2014/main" id="{38372887-04E8-C5D5-EF4C-1E25A260FB2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67159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8" name="Bildplatzhalter 4">
            <a:extLst>
              <a:ext uri="{FF2B5EF4-FFF2-40B4-BE49-F238E27FC236}">
                <a16:creationId xmlns:a16="http://schemas.microsoft.com/office/drawing/2014/main" id="{7A14FB65-6B89-A9C8-8DB1-7B1F7CBFAEC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6031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9" name="Bildplatzhalter 4">
            <a:extLst>
              <a:ext uri="{FF2B5EF4-FFF2-40B4-BE49-F238E27FC236}">
                <a16:creationId xmlns:a16="http://schemas.microsoft.com/office/drawing/2014/main" id="{CD8F59A9-69CA-1C2A-33D7-AD0BB64181B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3471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0" name="Bildplatzhalter 4">
            <a:extLst>
              <a:ext uri="{FF2B5EF4-FFF2-40B4-BE49-F238E27FC236}">
                <a16:creationId xmlns:a16="http://schemas.microsoft.com/office/drawing/2014/main" id="{B582FB2A-C51D-65C1-0203-3A5AB4DB0F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46627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1" name="Bildplatzhalter 4">
            <a:extLst>
              <a:ext uri="{FF2B5EF4-FFF2-40B4-BE49-F238E27FC236}">
                <a16:creationId xmlns:a16="http://schemas.microsoft.com/office/drawing/2014/main" id="{18F14028-DA69-147A-C414-9146D8EAE5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43978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2" name="Bildplatzhalter 4">
            <a:extLst>
              <a:ext uri="{FF2B5EF4-FFF2-40B4-BE49-F238E27FC236}">
                <a16:creationId xmlns:a16="http://schemas.microsoft.com/office/drawing/2014/main" id="{3A11402F-1392-D5B0-DE17-2E270C800CA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36079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3" name="Bildplatzhalter 4">
            <a:extLst>
              <a:ext uri="{FF2B5EF4-FFF2-40B4-BE49-F238E27FC236}">
                <a16:creationId xmlns:a16="http://schemas.microsoft.com/office/drawing/2014/main" id="{92F84F7D-2669-46EA-F7E5-F5A3AE35C50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2900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4" name="Bildplatzhalter 4">
            <a:extLst>
              <a:ext uri="{FF2B5EF4-FFF2-40B4-BE49-F238E27FC236}">
                <a16:creationId xmlns:a16="http://schemas.microsoft.com/office/drawing/2014/main" id="{7F4B621D-593C-EF66-AAA8-260F24BB816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21933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5" name="Bildplatzhalter 4">
            <a:extLst>
              <a:ext uri="{FF2B5EF4-FFF2-40B4-BE49-F238E27FC236}">
                <a16:creationId xmlns:a16="http://schemas.microsoft.com/office/drawing/2014/main" id="{EAB29708-5948-93D3-1DAE-9AA4E5A03D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4860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6" name="Bildplatzhalter 4">
            <a:extLst>
              <a:ext uri="{FF2B5EF4-FFF2-40B4-BE49-F238E27FC236}">
                <a16:creationId xmlns:a16="http://schemas.microsoft.com/office/drawing/2014/main" id="{6590CFDF-AA3F-86A0-462A-8B00EDC3ED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07787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7" name="Bildplatzhalter 4">
            <a:extLst>
              <a:ext uri="{FF2B5EF4-FFF2-40B4-BE49-F238E27FC236}">
                <a16:creationId xmlns:a16="http://schemas.microsoft.com/office/drawing/2014/main" id="{F8D57941-57A2-78B6-C142-19F25D64A5F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71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8" name="Inhaltsplatzhalter 10">
            <a:extLst>
              <a:ext uri="{FF2B5EF4-FFF2-40B4-BE49-F238E27FC236}">
                <a16:creationId xmlns:a16="http://schemas.microsoft.com/office/drawing/2014/main" id="{84D95677-0114-3854-2A06-CDDFDD44077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6987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9" name="Inhaltsplatzhalter 10">
            <a:extLst>
              <a:ext uri="{FF2B5EF4-FFF2-40B4-BE49-F238E27FC236}">
                <a16:creationId xmlns:a16="http://schemas.microsoft.com/office/drawing/2014/main" id="{830824E2-E1B0-01AE-F199-E13B717EE78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97400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0" name="Inhaltsplatzhalter 10">
            <a:extLst>
              <a:ext uri="{FF2B5EF4-FFF2-40B4-BE49-F238E27FC236}">
                <a16:creationId xmlns:a16="http://schemas.microsoft.com/office/drawing/2014/main" id="{B661178F-E8BD-64EC-8DCE-B999B4D9EAB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667159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1" name="Inhaltsplatzhalter 10">
            <a:extLst>
              <a:ext uri="{FF2B5EF4-FFF2-40B4-BE49-F238E27FC236}">
                <a16:creationId xmlns:a16="http://schemas.microsoft.com/office/drawing/2014/main" id="{A0685B94-A30D-8020-BFC0-B77022CBDE9F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36031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2" name="Inhaltsplatzhalter 10">
            <a:extLst>
              <a:ext uri="{FF2B5EF4-FFF2-40B4-BE49-F238E27FC236}">
                <a16:creationId xmlns:a16="http://schemas.microsoft.com/office/drawing/2014/main" id="{7FB39B7C-36A1-9048-02BA-E03566F2EB1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053471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3" name="Inhaltsplatzhalter 10">
            <a:extLst>
              <a:ext uri="{FF2B5EF4-FFF2-40B4-BE49-F238E27FC236}">
                <a16:creationId xmlns:a16="http://schemas.microsoft.com/office/drawing/2014/main" id="{15CACBB6-4692-7C6A-8251-BEBD135224A0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746627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4" name="Inhaltsplatzhalter 10">
            <a:extLst>
              <a:ext uri="{FF2B5EF4-FFF2-40B4-BE49-F238E27FC236}">
                <a16:creationId xmlns:a16="http://schemas.microsoft.com/office/drawing/2014/main" id="{BECB31F3-1FF3-7738-D3E5-314BB6A831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043978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5" name="Inhaltsplatzhalter 10">
            <a:extLst>
              <a:ext uri="{FF2B5EF4-FFF2-40B4-BE49-F238E27FC236}">
                <a16:creationId xmlns:a16="http://schemas.microsoft.com/office/drawing/2014/main" id="{62AF25DC-CA5E-4417-22E5-A964FF016F62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136079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6" name="Inhaltsplatzhalter 10">
            <a:extLst>
              <a:ext uri="{FF2B5EF4-FFF2-40B4-BE49-F238E27FC236}">
                <a16:creationId xmlns:a16="http://schemas.microsoft.com/office/drawing/2014/main" id="{90D56CD7-60EE-495F-ED4B-C31A87C45E84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82900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7" name="Inhaltsplatzhalter 10">
            <a:extLst>
              <a:ext uri="{FF2B5EF4-FFF2-40B4-BE49-F238E27FC236}">
                <a16:creationId xmlns:a16="http://schemas.microsoft.com/office/drawing/2014/main" id="{28B0CB76-6D72-3E2E-056B-27DB3947102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521933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8" name="Inhaltsplatzhalter 10">
            <a:extLst>
              <a:ext uri="{FF2B5EF4-FFF2-40B4-BE49-F238E27FC236}">
                <a16:creationId xmlns:a16="http://schemas.microsoft.com/office/drawing/2014/main" id="{57BA3158-F345-F5B5-83D3-6B1D5546CF2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214860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9" name="Inhaltsplatzhalter 10">
            <a:extLst>
              <a:ext uri="{FF2B5EF4-FFF2-40B4-BE49-F238E27FC236}">
                <a16:creationId xmlns:a16="http://schemas.microsoft.com/office/drawing/2014/main" id="{FC40280B-F0D4-264E-C17E-3D2B98F5645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907787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0" name="Inhaltsplatzhalter 10">
            <a:extLst>
              <a:ext uri="{FF2B5EF4-FFF2-40B4-BE49-F238E27FC236}">
                <a16:creationId xmlns:a16="http://schemas.microsoft.com/office/drawing/2014/main" id="{4B3C570F-341A-24E7-0226-5D3A693E9D76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960071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537260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6467BEA-AF39-4053-8C8B-8653C5BC591E}" type="datetime1">
              <a:rPr lang="de-CH" noProof="0" smtClean="0"/>
              <a:t>14.09.2026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773539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3EBFA33-E838-4FF1-1D0F-2B8F723A98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EDFDEC-7873-15BD-1B6F-5DAEB075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8398" y="6424761"/>
            <a:ext cx="1189348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BD07B5-74CD-47EC-B72A-E80BB2270DE0}" type="datetime1">
              <a:rPr lang="en-GB" noProof="0" smtClean="0"/>
              <a:t>14/09/2026</a:t>
            </a:fld>
            <a:r>
              <a:rPr lang="en-GB" noProof="0"/>
              <a:t>    </a:t>
            </a:r>
            <a:r>
              <a:rPr lang="en-GB" noProof="0" dirty="0"/>
              <a:t>|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04195A-F200-70E1-095F-04D38F55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3564CC-433E-0F7E-78ED-4CBD5802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3325" y="6424761"/>
            <a:ext cx="208800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3F26200-5089-80AE-C07E-2ADBBFCB862E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795B1871-CB5E-1539-590E-A27B00A5B3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372" y="6448574"/>
            <a:ext cx="1141200" cy="1368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 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F7249099-EAE8-15A9-5DD9-4B8BD6C11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27">
            <a:extLst>
              <a:ext uri="{FF2B5EF4-FFF2-40B4-BE49-F238E27FC236}">
                <a16:creationId xmlns:a16="http://schemas.microsoft.com/office/drawing/2014/main" id="{9EB74D43-ABA5-E11E-DD85-85CF51186C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0670" y="27276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Textplatzhalter 27">
            <a:extLst>
              <a:ext uri="{FF2B5EF4-FFF2-40B4-BE49-F238E27FC236}">
                <a16:creationId xmlns:a16="http://schemas.microsoft.com/office/drawing/2014/main" id="{048FC5CC-2121-56F3-C3F5-B5C874FFB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18265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Textplatzhalter 27">
            <a:extLst>
              <a:ext uri="{FF2B5EF4-FFF2-40B4-BE49-F238E27FC236}">
                <a16:creationId xmlns:a16="http://schemas.microsoft.com/office/drawing/2014/main" id="{BB0B7B4E-7C57-28E9-4CB9-B4570ABC59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0960" y="18217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4" name="Textplatzhalter 27">
            <a:extLst>
              <a:ext uri="{FF2B5EF4-FFF2-40B4-BE49-F238E27FC236}">
                <a16:creationId xmlns:a16="http://schemas.microsoft.com/office/drawing/2014/main" id="{A8FF8281-AD66-C77E-347B-07E4F503BA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273236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0" name="Textplatzhalter 27">
            <a:extLst>
              <a:ext uri="{FF2B5EF4-FFF2-40B4-BE49-F238E27FC236}">
                <a16:creationId xmlns:a16="http://schemas.microsoft.com/office/drawing/2014/main" id="{55EE194A-C397-2617-7780-D86A48CAE74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5974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DBF35E7F-D953-CAA9-3A99-15E4880E3A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2311" y="27420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692AC1F8-AB87-40B3-4118-64C6B6A63F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5128" y="460862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8B875A59-87E2-329A-FECC-BEA7FE43BA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2838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69DCED49-C168-77C0-6547-0CADBD71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3128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3" name="Textplatzhalter 27">
            <a:extLst>
              <a:ext uri="{FF2B5EF4-FFF2-40B4-BE49-F238E27FC236}">
                <a16:creationId xmlns:a16="http://schemas.microsoft.com/office/drawing/2014/main" id="{E691F604-DB24-E1B1-CD8D-23BFFC1444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264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4" name="Textplatzhalter 27">
            <a:extLst>
              <a:ext uri="{FF2B5EF4-FFF2-40B4-BE49-F238E27FC236}">
                <a16:creationId xmlns:a16="http://schemas.microsoft.com/office/drawing/2014/main" id="{48B584AC-71CB-16D8-E722-8AC5553FE59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2602" y="183617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64EFC00D-C82F-63F3-901A-E32AA5563D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95418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6" name="Textplatzhalter 27">
            <a:extLst>
              <a:ext uri="{FF2B5EF4-FFF2-40B4-BE49-F238E27FC236}">
                <a16:creationId xmlns:a16="http://schemas.microsoft.com/office/drawing/2014/main" id="{2F484B0C-2F5D-4A41-8BBA-C15A9F143E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50114" y="1831417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7" name="Textplatzhalter 27">
            <a:extLst>
              <a:ext uri="{FF2B5EF4-FFF2-40B4-BE49-F238E27FC236}">
                <a16:creationId xmlns:a16="http://schemas.microsoft.com/office/drawing/2014/main" id="{4885B59F-449F-B852-F442-3B1C68A2AA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9824" y="273724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8" name="Textplatzhalter 27">
            <a:extLst>
              <a:ext uri="{FF2B5EF4-FFF2-40B4-BE49-F238E27FC236}">
                <a16:creationId xmlns:a16="http://schemas.microsoft.com/office/drawing/2014/main" id="{AA5DC075-9286-B8C4-CD9F-B561C39392C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282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9" name="Textplatzhalter 27">
            <a:extLst>
              <a:ext uri="{FF2B5EF4-FFF2-40B4-BE49-F238E27FC236}">
                <a16:creationId xmlns:a16="http://schemas.microsoft.com/office/drawing/2014/main" id="{2B7C5942-88D4-4AE4-D493-E6EB256531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51992" y="460862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093960694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300B-5269-490A-96A1-03AC057EC226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AAED8CC9-45E8-1A12-FE4B-99B48514CF4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31317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0E65F99-D41E-97A8-5B90-921DFF4F75C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91174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2B30555-3BA5-1953-D982-C69CB839D8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032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B4DAEC7F-9097-CC65-18FC-ABDF8656180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151031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99A24F7-6F45-D408-172F-9FCB5D02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91174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F564AFF4-7AFB-5D44-CE32-7B8A59C9117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231317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1460" y="1371600"/>
            <a:ext cx="2775600" cy="1716981"/>
          </a:xfrm>
        </p:spPr>
        <p:txBody>
          <a:bodyPr/>
          <a:lstStyle>
            <a:lvl1pPr>
              <a:tabLst>
                <a:tab pos="1704975" algn="l"/>
              </a:tabLst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3E32DEA9-77CE-B434-4A3D-3AAB04FD78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000" y="6019388"/>
            <a:ext cx="5736917" cy="205200"/>
          </a:xfrm>
        </p:spPr>
        <p:txBody>
          <a:bodyPr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2220080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4C537-AB5E-47C4-AB3E-3777FE214FF5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0582" y="2700000"/>
            <a:ext cx="2778003" cy="3524588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Contact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08ED976-BD70-59ED-B970-3FA256DEEE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ADD2F24-DA82-E6C1-DFC7-E7D6DA1F104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276512" y="1389564"/>
            <a:ext cx="856800" cy="856800"/>
          </a:xfrm>
        </p:spPr>
        <p:txBody>
          <a:bodyPr anchor="ctr"/>
          <a:lstStyle>
            <a:lvl1pPr algn="ctr">
              <a:tabLst>
                <a:tab pos="1704975" algn="l"/>
              </a:tabLst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QR-Code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8FD34BD-5602-5735-423C-351E3E46BFED}"/>
              </a:ext>
            </a:extLst>
          </p:cNvPr>
          <p:cNvCxnSpPr>
            <a:cxnSpLocks/>
          </p:cNvCxnSpPr>
          <p:nvPr userDrawn="1"/>
        </p:nvCxnSpPr>
        <p:spPr>
          <a:xfrm>
            <a:off x="270582" y="2492896"/>
            <a:ext cx="27780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5847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2F66A-66E1-4C97-A693-2A7CC6DC44C1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CB46-63BD-4B03-B625-BCA1E3E3FF3C}" type="datetime1">
              <a:rPr lang="en-GB" noProof="0" smtClean="0"/>
              <a:t>14/09/2026</a:t>
            </a:fld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71463" y="244800"/>
            <a:ext cx="11650662" cy="6259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1461" y="870744"/>
            <a:ext cx="11650663" cy="5353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33A7A4C0-ACCA-4150-8BEE-4343F5184661}" type="datetime1">
              <a:rPr lang="de-CH" noProof="0" smtClean="0"/>
              <a:t>14.09.2026</a:t>
            </a:fld>
            <a:endParaRPr lang="en-GB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 userDrawn="1"/>
        </p:nvSpPr>
        <p:spPr>
          <a:xfrm rot="5400000">
            <a:off x="11394044" y="5941110"/>
            <a:ext cx="175378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noProof="0">
                <a:solidFill>
                  <a:schemeClr val="bg1">
                    <a:lumMod val="85000"/>
                  </a:schemeClr>
                </a:solidFill>
              </a:rPr>
              <a:t>Erstellt durch Vorlagenbauer.ch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0F7A25C-6B57-E378-A273-BBFF709DB255}"/>
              </a:ext>
            </a:extLst>
          </p:cNvPr>
          <p:cNvCxnSpPr>
            <a:cxnSpLocks/>
          </p:cNvCxnSpPr>
          <p:nvPr userDrawn="1"/>
        </p:nvCxnSpPr>
        <p:spPr>
          <a:xfrm>
            <a:off x="11703099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428D97A1-67D4-8BCE-2C75-BEA0093CDA16}"/>
              </a:ext>
            </a:extLst>
          </p:cNvPr>
          <p:cNvSpPr txBox="1"/>
          <p:nvPr userDrawn="1"/>
        </p:nvSpPr>
        <p:spPr>
          <a:xfrm>
            <a:off x="269875" y="6424761"/>
            <a:ext cx="1060992" cy="150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 b="1" noProof="0" dirty="0">
                <a:latin typeface="Source Sans Pro SemiBold" panose="020B0603030403020204" pitchFamily="34" charset="0"/>
              </a:rPr>
              <a:t>University of Zurich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7B29EB8-D7DC-4128-6431-E45C30786CE8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8" r:id="rId2"/>
    <p:sldLayoutId id="2147483667" r:id="rId3"/>
    <p:sldLayoutId id="2147483683" r:id="rId4"/>
    <p:sldLayoutId id="2147483696" r:id="rId5"/>
    <p:sldLayoutId id="2147483695" r:id="rId6"/>
    <p:sldLayoutId id="2147483659" r:id="rId7"/>
    <p:sldLayoutId id="2147483669" r:id="rId8"/>
    <p:sldLayoutId id="2147483661" r:id="rId9"/>
    <p:sldLayoutId id="2147483674" r:id="rId10"/>
    <p:sldLayoutId id="2147483697" r:id="rId11"/>
    <p:sldLayoutId id="2147483675" r:id="rId12"/>
    <p:sldLayoutId id="2147483698" r:id="rId13"/>
    <p:sldLayoutId id="2147483671" r:id="rId14"/>
    <p:sldLayoutId id="2147483682" r:id="rId15"/>
    <p:sldLayoutId id="2147483684" r:id="rId16"/>
    <p:sldLayoutId id="2147483677" r:id="rId17"/>
    <p:sldLayoutId id="2147483672" r:id="rId18"/>
    <p:sldLayoutId id="2147483679" r:id="rId19"/>
    <p:sldLayoutId id="2147483685" r:id="rId20"/>
    <p:sldLayoutId id="2147483680" r:id="rId21"/>
    <p:sldLayoutId id="2147483681" r:id="rId22"/>
    <p:sldLayoutId id="2147483686" r:id="rId23"/>
    <p:sldLayoutId id="2147483687" r:id="rId24"/>
    <p:sldLayoutId id="2147483691" r:id="rId25"/>
    <p:sldLayoutId id="2147483690" r:id="rId26"/>
    <p:sldLayoutId id="2147483699" r:id="rId27"/>
    <p:sldLayoutId id="2147483688" r:id="rId28"/>
    <p:sldLayoutId id="2147483692" r:id="rId29"/>
    <p:sldLayoutId id="2147483670" r:id="rId30"/>
    <p:sldLayoutId id="2147483700" r:id="rId31"/>
    <p:sldLayoutId id="2147483678" r:id="rId32"/>
    <p:sldLayoutId id="2147483693" r:id="rId33"/>
    <p:sldLayoutId id="2147483663" r:id="rId34"/>
    <p:sldLayoutId id="2147483664" r:id="rId35"/>
  </p:sldLayoutIdLst>
  <p:hf hdr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sz="24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3000"/>
        </a:lnSpc>
        <a:spcBef>
          <a:spcPts val="0"/>
        </a:spcBef>
        <a:buFont typeface="+mj-lt"/>
        <a:buNone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26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8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90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522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+mj-lt"/>
        <a:buNone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5738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A4A3A4"/>
          </p15:clr>
        </p15:guide>
        <p15:guide id="2" pos="7510" userDrawn="1">
          <p15:clr>
            <a:srgbClr val="A4A3A4"/>
          </p15:clr>
        </p15:guide>
        <p15:guide id="3" orient="horz" pos="3921" userDrawn="1">
          <p15:clr>
            <a:srgbClr val="A4A3A4"/>
          </p15:clr>
        </p15:guide>
        <p15:guide id="4" orient="horz" pos="546" userDrawn="1">
          <p15:clr>
            <a:srgbClr val="A4A3A4"/>
          </p15:clr>
        </p15:guide>
        <p15:guide id="6" orient="horz" pos="17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demes along one climate gradient</a:t>
            </a:r>
          </a:p>
        </p:txBody>
      </p:sp>
      <p:pic>
        <p:nvPicPr>
          <p:cNvPr id="3" name="Picture 2" descr="demes_windowed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1051560"/>
            <a:ext cx="11338560" cy="48714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zh-presentation-en" id="{1E472478-859B-544F-8FDA-30F40BD221B0}" vid="{E0316969-E371-664E-B793-DAC528073B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26B806-0237-4942-A1FD-5C97285908C2}">
  <ds:schemaRefs>
    <ds:schemaRef ds:uri="http://schemas.microsoft.com/office/2006/metadata/properties"/>
    <ds:schemaRef ds:uri="bc24777f-78b6-4f3c-a73a-d5fa08e4d537"/>
    <ds:schemaRef ds:uri="http://schemas.microsoft.com/office/2006/documentManagement/types"/>
    <ds:schemaRef ds:uri="http://purl.org/dc/elements/1.1/"/>
    <ds:schemaRef ds:uri="http://www.w3.org/XML/1998/namespace"/>
    <ds:schemaRef ds:uri="c9077d15-72ed-4fec-bcfe-3472729e9195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B8C4983-C2B9-40A5-988A-6394CBDA5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77d15-72ed-4fec-bcfe-3472729e9195"/>
    <ds:schemaRef ds:uri="bc24777f-78b6-4f3c-a73a-d5fa08e4d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uzh-presentation-en</Template>
  <TotalTime>0</TotalTime>
  <Words>5952</Words>
  <Application>Microsoft Office PowerPoint</Application>
  <PresentationFormat>Widescreen</PresentationFormat>
  <Paragraphs>648</Paragraphs>
  <Slides>95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2" baseType="lpstr">
      <vt:lpstr>Aptos</vt:lpstr>
      <vt:lpstr>Arial</vt:lpstr>
      <vt:lpstr>Cambria Math</vt:lpstr>
      <vt:lpstr>Courier New</vt:lpstr>
      <vt:lpstr>Source Sans Pro</vt:lpstr>
      <vt:lpstr>Source Sans Pro SemiBold</vt:lpstr>
      <vt:lpstr>Benutzerdefiniertes Design</vt:lpstr>
      <vt:lpstr>PowerPoint Presentation</vt:lpstr>
      <vt:lpstr>Intro</vt:lpstr>
      <vt:lpstr>Intro</vt:lpstr>
      <vt:lpstr>Intro</vt:lpstr>
      <vt:lpstr>Intro</vt:lpstr>
      <vt:lpstr>PowerPoint Presentation</vt:lpstr>
      <vt:lpstr>Problem</vt:lpstr>
      <vt:lpstr>Problem</vt:lpstr>
      <vt:lpstr>Problem</vt:lpstr>
      <vt:lpstr>Problem</vt:lpstr>
      <vt:lpstr>Problem</vt:lpstr>
      <vt:lpstr>Problem</vt:lpstr>
      <vt:lpstr>Problem</vt:lpstr>
      <vt:lpstr>PowerPoint Presentation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</vt:lpstr>
      <vt:lpstr>Method</vt:lpstr>
      <vt:lpstr>Method</vt:lpstr>
      <vt:lpstr>Method</vt:lpstr>
      <vt:lpstr>Method</vt:lpstr>
      <vt:lpstr>Method</vt:lpstr>
      <vt:lpstr>Method: what is under the hood</vt:lpstr>
      <vt:lpstr>Method</vt:lpstr>
      <vt:lpstr>Method</vt:lpstr>
      <vt:lpstr>Method</vt:lpstr>
      <vt:lpstr>Method</vt:lpstr>
      <vt:lpstr>Method</vt:lpstr>
      <vt:lpstr>Method</vt:lpstr>
      <vt:lpstr>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PowerPoint Presentation</vt:lpstr>
      <vt:lpstr>My Project – Problem</vt:lpstr>
      <vt:lpstr>My Project – Problem</vt:lpstr>
      <vt:lpstr>My Project – Problem</vt:lpstr>
      <vt:lpstr>My Project – Problem</vt:lpstr>
      <vt:lpstr>My Project – Problem</vt:lpstr>
      <vt:lpstr>My Project - Solution</vt:lpstr>
      <vt:lpstr>Method</vt:lpstr>
      <vt:lpstr>Method</vt:lpstr>
      <vt:lpstr>Method</vt:lpstr>
      <vt:lpstr>Result</vt:lpstr>
      <vt:lpstr>Result</vt:lpstr>
      <vt:lpstr>Result</vt:lpstr>
      <vt:lpstr>Final Word</vt:lpstr>
      <vt:lpstr>PowerPoint Presentation</vt:lpstr>
      <vt:lpstr>Supplementary Materials </vt:lpstr>
      <vt:lpstr>My Project – Problem</vt:lpstr>
      <vt:lpstr>My Project – Problem</vt:lpstr>
      <vt:lpstr>My Project – Problem</vt:lpstr>
      <vt:lpstr>My Project – Problem</vt:lpstr>
      <vt:lpstr>My Project – Problem</vt:lpstr>
    </vt:vector>
  </TitlesOfParts>
  <Company>Loft Dynamics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Wallisch</dc:creator>
  <dc:description>erstellt durch Vorlagenbauer.ch</dc:description>
  <cp:lastModifiedBy>William Wallisch</cp:lastModifiedBy>
  <cp:revision>29</cp:revision>
  <dcterms:created xsi:type="dcterms:W3CDTF">2026-09-06T15:15:37Z</dcterms:created>
  <dcterms:modified xsi:type="dcterms:W3CDTF">2026-09-14T17:04:49Z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