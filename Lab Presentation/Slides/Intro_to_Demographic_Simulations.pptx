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4"/>
  </p:sldMasterIdLst>
  <p:notesMasterIdLst>
    <p:notesMasterId r:id="rId12"/>
  </p:notesMasterIdLst>
  <p:handoutMasterIdLst>
    <p:handoutMasterId r:id="rId13"/>
  </p:handoutMasterIdLst>
  <p:sldIdLst>
    <p:sldId id="346" r:id="rId6"/>
    <p:sldId id="347" r:id="rId11"/>
    <p:sldId id="348" r:id="rId10"/>
    <p:sldId id="349" r:id="rId9"/>
    <p:sldId id="350" r:id="rId8"/>
    <p:sldId id="351" r:id="rId7"/>
    <p:sldId id="352" r:id="rId5"/>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Lst>
  <p:sldSz cx="12192000" cy="6858000"/>
  <p:notesSz cx="6858000" cy="9144000"/>
  <p:defaultText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ndardabschnitt" id="{9152458D-D975-4659-9756-A6BAF0E2F024}">
          <p14:sldIdLst>
            <p14:sldId id="263"/>
            <p14:sldId id="346"/>
            <p14:sldId id="335"/>
            <p14:sldId id="349"/>
            <p14:sldId id="347"/>
            <p14:sldId id="348"/>
            <p14:sldId id="3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7F7F7"/>
    <a:srgbClr val="0028A5"/>
    <a:srgbClr val="FF66FF"/>
    <a:srgbClr val="A4D233"/>
    <a:srgbClr val="FFFFFF"/>
    <a:srgbClr val="F1F3F3"/>
    <a:srgbClr val="E5EAE9"/>
    <a:srgbClr val="E1D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0E951-F767-40FB-8981-BDCADE0C3650}">
  <a:tblStyle styleId="{CA20E951-F767-40FB-8981-BDCADE0C3650}" styleName="UZH Standard">
    <a:wholeTbl>
      <a:tcTxStyle>
        <a:fontRef idx="minor">
          <a:prstClr val="black"/>
        </a:fontRef>
        <a:schemeClr val="dk1"/>
      </a:tcTxStyle>
      <a:tcStyle>
        <a:tcBdr>
          <a:left>
            <a:ln>
              <a:noFill/>
            </a:ln>
          </a:left>
          <a:right>
            <a:ln>
              <a:noFill/>
            </a:ln>
          </a:right>
          <a:top>
            <a:ln>
              <a:noFill/>
            </a:ln>
          </a:top>
          <a:bottom>
            <a:ln w="4233" cmpd="sng">
              <a:solidFill>
                <a:schemeClr val="dk1"/>
              </a:solidFill>
            </a:ln>
          </a:bottom>
          <a:insideH>
            <a:ln w="4233" cmpd="sng">
              <a:solidFill>
                <a:schemeClr val="dk1"/>
              </a:solidFill>
            </a:ln>
          </a:insideH>
          <a:insideV>
            <a:ln>
              <a:noFill/>
            </a:ln>
          </a:insideV>
        </a:tcBdr>
        <a:fill>
          <a:noFill/>
        </a:fill>
      </a:tcStyle>
    </a:wholeTbl>
    <a:band1H>
      <a:tcTxStyle>
        <a:schemeClr val="dk1"/>
      </a:tcTxStyle>
      <a:tcStyle>
        <a:tcBdr/>
        <a:fill>
          <a:noFill/>
        </a:fill>
      </a:tcStyle>
    </a:band1H>
    <a:band2H>
      <a:tcTxStyle>
        <a:schemeClr val="dk1"/>
      </a:tcTxStyle>
      <a:tcStyle>
        <a:tcBdr/>
        <a:fill>
          <a:noFill/>
        </a:fill>
      </a:tcStyle>
    </a:band2H>
    <a:band1V>
      <a:tcTxStyle>
        <a:schemeClr val="dk1"/>
      </a:tcTxStyle>
      <a:tcStyle>
        <a:tcBdr/>
        <a:fill>
          <a:noFill/>
        </a:fill>
      </a:tcStyle>
    </a:band1V>
    <a:band2V>
      <a:tcTxStyle>
        <a:schemeClr val="dk1"/>
      </a:tcTxStyle>
      <a:tcStyle>
        <a:tcBdr/>
        <a:fill>
          <a:noFill/>
        </a:fill>
      </a:tcStyle>
    </a:band2V>
    <a:lastCol>
      <a:tcTxStyle>
        <a:fontRef idx="major"/>
        <a:schemeClr val="dk1"/>
      </a:tcTxStyle>
      <a:tcStyle>
        <a:tcBdr/>
        <a:fill>
          <a:noFill/>
        </a:fill>
      </a:tcStyle>
    </a:lastCol>
    <a:firstCol>
      <a:tcTxStyle>
        <a:fontRef idx="major"/>
        <a:schemeClr val="dk1"/>
      </a:tcTxStyle>
      <a:tcStyle>
        <a:tcBdr/>
        <a:fill>
          <a:noFill/>
        </a:fill>
      </a:tcStyle>
    </a:firstCol>
    <a:lastRow>
      <a:tcTxStyle>
        <a:fontRef idx="major"/>
        <a:schemeClr val="dk1"/>
      </a:tcTxStyle>
      <a:tcStyle>
        <a:tcBdr>
          <a:top>
            <a:ln w="4233" cmpd="sng">
              <a:solidFill>
                <a:schemeClr val="dk1"/>
              </a:solidFill>
            </a:ln>
          </a:top>
          <a:bottom>
            <a:ln w="4233" cmpd="sng">
              <a:solidFill>
                <a:schemeClr val="dk1"/>
              </a:solidFill>
            </a:ln>
          </a:bottom>
        </a:tcBdr>
        <a:fill>
          <a:noFill/>
        </a:fill>
      </a:tcStyle>
    </a:lastRow>
    <a:firstRow>
      <a:tcTxStyle b="on">
        <a:fontRef idx="major"/>
        <a:schemeClr val="dk1"/>
      </a:tcTxStyle>
      <a:tcStyle>
        <a:tcBdr>
          <a:top>
            <a:ln>
              <a:noFill/>
            </a:ln>
          </a:top>
          <a:bottom>
            <a:ln w="12700" cmpd="sng">
              <a:solidFill>
                <a:schemeClr val="dk1"/>
              </a:solidFill>
            </a:ln>
          </a:bottom>
        </a:tcBdr>
        <a:fill>
          <a:no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48" autoAdjust="0"/>
    <p:restoredTop sz="94694" autoAdjust="0"/>
  </p:normalViewPr>
  <p:slideViewPr>
    <p:cSldViewPr showGuides="1">
      <p:cViewPr varScale="1">
        <p:scale>
          <a:sx n="105" d="100"/>
          <a:sy n="105" d="100"/>
        </p:scale>
        <p:origin x="924" y="96"/>
      </p:cViewPr>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334" y="2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7.xml"/><Relationship Id="rId6" Type="http://schemas.openxmlformats.org/officeDocument/2006/relationships/slide" Target="slides/slide1.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3.xml"/><Relationship Id="rId11" Type="http://schemas.openxmlformats.org/officeDocument/2006/relationships/slide" Target="slides/slide2.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476672" y="229395"/>
            <a:ext cx="4320480" cy="310159"/>
          </a:xfrm>
          <a:prstGeom prst="rect">
            <a:avLst/>
          </a:prstGeom>
        </p:spPr>
        <p:txBody>
          <a:bodyPr vert="horz" lIns="0" tIns="0" rIns="0" bIns="0" rtlCol="0"/>
          <a:lstStyle>
            <a:lvl1pPr algn="l">
              <a:defRPr sz="1200"/>
            </a:lvl1pPr>
          </a:lstStyle>
          <a:p>
            <a:r>
              <a:rPr lang="de-CH" sz="900"/>
              <a:t>Kopfzeilentext</a:t>
            </a:r>
            <a:endParaRPr lang="de-CH" sz="900" dirty="0"/>
          </a:p>
        </p:txBody>
      </p:sp>
      <p:sp>
        <p:nvSpPr>
          <p:cNvPr id="3" name="Datumsplatzhalter 2"/>
          <p:cNvSpPr>
            <a:spLocks noGrp="1"/>
          </p:cNvSpPr>
          <p:nvPr>
            <p:ph type="dt" sz="quarter" idx="1"/>
          </p:nvPr>
        </p:nvSpPr>
        <p:spPr>
          <a:xfrm>
            <a:off x="5137720" y="229395"/>
            <a:ext cx="1243608" cy="310159"/>
          </a:xfrm>
          <a:prstGeom prst="rect">
            <a:avLst/>
          </a:prstGeom>
        </p:spPr>
        <p:txBody>
          <a:bodyPr vert="horz" lIns="0" tIns="0" rIns="0" bIns="0" rtlCol="0"/>
          <a:lstStyle>
            <a:lvl1pPr algn="r">
              <a:defRPr sz="1200"/>
            </a:lvl1pPr>
          </a:lstStyle>
          <a:p>
            <a:fld id="{EEC665CA-D682-48EC-95D2-126FD6449D65}" type="datetime1">
              <a:rPr lang="de-CH" sz="900" smtClean="0"/>
              <a:t>06.09.2026</a:t>
            </a:fld>
            <a:endParaRPr lang="de-CH" sz="900"/>
          </a:p>
        </p:txBody>
      </p:sp>
      <p:sp>
        <p:nvSpPr>
          <p:cNvPr id="4" name="Fußzeilenplatzhalter 3"/>
          <p:cNvSpPr>
            <a:spLocks noGrp="1"/>
          </p:cNvSpPr>
          <p:nvPr>
            <p:ph type="ftr" sz="quarter" idx="2"/>
          </p:nvPr>
        </p:nvSpPr>
        <p:spPr>
          <a:xfrm>
            <a:off x="476672" y="8489144"/>
            <a:ext cx="4320480" cy="331331"/>
          </a:xfrm>
          <a:prstGeom prst="rect">
            <a:avLst/>
          </a:prstGeom>
        </p:spPr>
        <p:txBody>
          <a:bodyPr vert="horz" lIns="0" tIns="0" rIns="0" bIns="0" rtlCol="0" anchor="b"/>
          <a:lstStyle>
            <a:lvl1pPr algn="l">
              <a:defRPr sz="1200"/>
            </a:lvl1pPr>
          </a:lstStyle>
          <a:p>
            <a:r>
              <a:rPr lang="de-CH" sz="900"/>
              <a:t>Fusszeilentext</a:t>
            </a:r>
            <a:endParaRPr lang="de-CH" sz="900" dirty="0"/>
          </a:p>
        </p:txBody>
      </p:sp>
      <p:sp>
        <p:nvSpPr>
          <p:cNvPr id="5" name="Foliennummernplatzhalter 4"/>
          <p:cNvSpPr>
            <a:spLocks noGrp="1"/>
          </p:cNvSpPr>
          <p:nvPr>
            <p:ph type="sldNum" sz="quarter" idx="3"/>
          </p:nvPr>
        </p:nvSpPr>
        <p:spPr>
          <a:xfrm>
            <a:off x="5137720" y="8489146"/>
            <a:ext cx="1243608" cy="331329"/>
          </a:xfrm>
          <a:prstGeom prst="rect">
            <a:avLst/>
          </a:prstGeom>
        </p:spPr>
        <p:txBody>
          <a:bodyPr vert="horz" lIns="0" tIns="0" rIns="0" bIns="0" rtlCol="0" anchor="b"/>
          <a:lstStyle>
            <a:lvl1pPr algn="r">
              <a:defRPr sz="1200"/>
            </a:lvl1pPr>
          </a:lstStyle>
          <a:p>
            <a:fld id="{2CEDAA2C-602C-494B-9BFF-F0D7FF14E319}" type="slidenum">
              <a:rPr lang="de-CH" sz="900" smtClean="0"/>
              <a:t>‹#›</a:t>
            </a:fld>
            <a:endParaRPr lang="de-CH" sz="900" dirty="0"/>
          </a:p>
        </p:txBody>
      </p:sp>
    </p:spTree>
    <p:extLst>
      <p:ext uri="{BB962C8B-B14F-4D97-AF65-F5344CB8AC3E}">
        <p14:creationId xmlns:p14="http://schemas.microsoft.com/office/powerpoint/2010/main" val="16250026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olienbildplatzhalter 11"/>
          <p:cNvSpPr>
            <a:spLocks noGrp="1" noRot="1" noChangeAspect="1"/>
          </p:cNvSpPr>
          <p:nvPr>
            <p:ph type="sldImg" idx="2"/>
          </p:nvPr>
        </p:nvSpPr>
        <p:spPr>
          <a:xfrm>
            <a:off x="764704" y="899592"/>
            <a:ext cx="5560412" cy="3127732"/>
          </a:xfrm>
          <a:prstGeom prst="rect">
            <a:avLst/>
          </a:prstGeom>
          <a:noFill/>
          <a:ln w="3175">
            <a:solidFill>
              <a:prstClr val="black"/>
            </a:solidFill>
          </a:ln>
        </p:spPr>
        <p:txBody>
          <a:bodyPr vert="horz" lIns="91440" tIns="45720" rIns="91440" bIns="45720" rtlCol="0" anchor="ctr"/>
          <a:lstStyle/>
          <a:p>
            <a:endParaRPr lang="de-CH"/>
          </a:p>
        </p:txBody>
      </p:sp>
      <p:sp>
        <p:nvSpPr>
          <p:cNvPr id="14" name="Fußzeilenplatzhalter 13"/>
          <p:cNvSpPr>
            <a:spLocks noGrp="1"/>
          </p:cNvSpPr>
          <p:nvPr>
            <p:ph type="ftr" sz="quarter" idx="4"/>
          </p:nvPr>
        </p:nvSpPr>
        <p:spPr>
          <a:xfrm>
            <a:off x="775244" y="8712000"/>
            <a:ext cx="2230428" cy="179512"/>
          </a:xfrm>
          <a:prstGeom prst="rect">
            <a:avLst/>
          </a:prstGeom>
        </p:spPr>
        <p:txBody>
          <a:bodyPr vert="horz" lIns="0" tIns="0" rIns="0" bIns="0" rtlCol="0" anchor="t"/>
          <a:lstStyle>
            <a:lvl1pPr algn="l">
              <a:defRPr sz="900"/>
            </a:lvl1pPr>
          </a:lstStyle>
          <a:p>
            <a:r>
              <a:rPr lang="de-CH" dirty="0"/>
              <a:t>Fusszeilentext</a:t>
            </a:r>
          </a:p>
        </p:txBody>
      </p:sp>
      <p:sp>
        <p:nvSpPr>
          <p:cNvPr id="15" name="Foliennummernplatzhalter 14"/>
          <p:cNvSpPr>
            <a:spLocks noGrp="1"/>
          </p:cNvSpPr>
          <p:nvPr>
            <p:ph type="sldNum" sz="quarter" idx="5"/>
          </p:nvPr>
        </p:nvSpPr>
        <p:spPr>
          <a:xfrm>
            <a:off x="5462663" y="8712000"/>
            <a:ext cx="871173" cy="179512"/>
          </a:xfrm>
          <a:prstGeom prst="rect">
            <a:avLst/>
          </a:prstGeom>
        </p:spPr>
        <p:txBody>
          <a:bodyPr vert="horz" lIns="0" tIns="0" rIns="0" bIns="0" rtlCol="0" anchor="t"/>
          <a:lstStyle>
            <a:lvl1pPr algn="r">
              <a:defRPr sz="900"/>
            </a:lvl1pPr>
          </a:lstStyle>
          <a:p>
            <a:fld id="{83C81C81-E364-4366-A610-2DB15FF98538}" type="slidenum">
              <a:rPr lang="de-CH" smtClean="0"/>
              <a:pPr/>
              <a:t>‹#›</a:t>
            </a:fld>
            <a:endParaRPr lang="de-CH" dirty="0"/>
          </a:p>
        </p:txBody>
      </p:sp>
      <p:sp>
        <p:nvSpPr>
          <p:cNvPr id="16" name="Notizenplatzhalter 15"/>
          <p:cNvSpPr>
            <a:spLocks noGrp="1"/>
          </p:cNvSpPr>
          <p:nvPr>
            <p:ph type="body" sz="quarter" idx="3"/>
          </p:nvPr>
        </p:nvSpPr>
        <p:spPr>
          <a:xfrm>
            <a:off x="773424" y="4283968"/>
            <a:ext cx="5560412" cy="4248472"/>
          </a:xfrm>
          <a:prstGeom prst="rect">
            <a:avLst/>
          </a:prstGeom>
        </p:spPr>
        <p:txBody>
          <a:bodyPr vert="horz" lIns="0" tIns="0" rIns="0" bIns="0" rtlCol="0"/>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CH" dirty="0"/>
          </a:p>
        </p:txBody>
      </p:sp>
      <p:sp>
        <p:nvSpPr>
          <p:cNvPr id="17" name="Datumsplatzhalter 16"/>
          <p:cNvSpPr>
            <a:spLocks noGrp="1"/>
          </p:cNvSpPr>
          <p:nvPr>
            <p:ph type="dt" idx="1"/>
          </p:nvPr>
        </p:nvSpPr>
        <p:spPr>
          <a:xfrm>
            <a:off x="4229809" y="425838"/>
            <a:ext cx="2095308" cy="185722"/>
          </a:xfrm>
          <a:prstGeom prst="rect">
            <a:avLst/>
          </a:prstGeom>
        </p:spPr>
        <p:txBody>
          <a:bodyPr vert="horz" lIns="0" tIns="0" rIns="0" bIns="0" rtlCol="0"/>
          <a:lstStyle>
            <a:lvl1pPr algn="r">
              <a:defRPr sz="900"/>
            </a:lvl1pPr>
          </a:lstStyle>
          <a:p>
            <a:fld id="{A17AAF7D-4283-4014-80F4-26E915FEACF8}" type="datetime1">
              <a:rPr lang="de-CH" smtClean="0"/>
              <a:t>06.09.2026</a:t>
            </a:fld>
            <a:endParaRPr lang="de-CH" dirty="0"/>
          </a:p>
        </p:txBody>
      </p:sp>
      <p:sp>
        <p:nvSpPr>
          <p:cNvPr id="18" name="Kopfzeilenplatzhalter 17"/>
          <p:cNvSpPr>
            <a:spLocks noGrp="1"/>
          </p:cNvSpPr>
          <p:nvPr>
            <p:ph type="hdr" sz="quarter"/>
          </p:nvPr>
        </p:nvSpPr>
        <p:spPr>
          <a:xfrm>
            <a:off x="764704" y="432000"/>
            <a:ext cx="3249080" cy="179560"/>
          </a:xfrm>
          <a:prstGeom prst="rect">
            <a:avLst/>
          </a:prstGeom>
        </p:spPr>
        <p:txBody>
          <a:bodyPr vert="horz" lIns="0" tIns="0" rIns="0" bIns="0" rtlCol="0"/>
          <a:lstStyle>
            <a:lvl1pPr algn="l">
              <a:defRPr sz="900"/>
            </a:lvl1pPr>
          </a:lstStyle>
          <a:p>
            <a:r>
              <a:rPr lang="de-CH"/>
              <a:t>Kopfzeilentext</a:t>
            </a:r>
            <a:endParaRPr lang="de-CH" dirty="0"/>
          </a:p>
        </p:txBody>
      </p:sp>
    </p:spTree>
    <p:extLst>
      <p:ext uri="{BB962C8B-B14F-4D97-AF65-F5344CB8AC3E}">
        <p14:creationId xmlns:p14="http://schemas.microsoft.com/office/powerpoint/2010/main" val="311709705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spcAft>
        <a:spcPts val="600"/>
      </a:spcAft>
      <a:defRPr sz="1100" kern="1200">
        <a:solidFill>
          <a:schemeClr val="tx1"/>
        </a:solidFill>
        <a:latin typeface="+mn-lt"/>
        <a:ea typeface="+mn-ea"/>
        <a:cs typeface="+mn-cs"/>
      </a:defRPr>
    </a:lvl1pPr>
    <a:lvl2pPr marL="177800"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2pPr>
    <a:lvl3pPr marL="357188" indent="-17938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3pPr>
    <a:lvl4pPr marL="534988" indent="-177800"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4pPr>
    <a:lvl5pPr marL="720725" indent="-185738" algn="l" defTabSz="914400" rtl="0" eaLnBrk="1" latinLnBrk="0" hangingPunct="1">
      <a:spcAft>
        <a:spcPts val="600"/>
      </a:spcAft>
      <a:buFont typeface="Arial" panose="020B0604020202020204" pitchFamily="34" charset="0"/>
      <a:buChar char="‒"/>
      <a:defRPr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Good afternoon. I simulate populations — how many individuals there are, how much genetic variation they carry, and whether the first can be used to predict the second while the climate is moving. I want to start with a question you cannot answer.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Three parts, and I will say which one we are in as we go. First the problem: the global indicator for genetic diversity is, in practice, a head count. Then the solution: simulate populations where the true answer is known. Then the method, and two early results. Ten seconds on this slide.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Two populations. Same species, same habitat, same head count — every monitoring scheme in the world scores these identically. The squares are their genetic variation, and on that they are nothing alike. Ask the room to pick one. They cannot. Neither can a programme that only counts.</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Selection is a filter, not a factory. It can only act on variation already present — if the warm-tolerant individuals were never there, no amount of pressure produces them in time. And that variation drains: lost to chance every generation, compounded by inbreeding, replaced by mutation far too slowly. The part that matters for conservation is the bottom line: this happens before you see anything in a head count. By the time numbers fall, the adaptive capacity has often already gone.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Ten seconds, because everything after this depends on it. Effective size is not how many animals there are. It is how many there would have to be, in a perfectly behaved population, to lose diversity as fast as this one does. Not everyone breeds; a few parents often dominate; a single crash weighs more than years of plenty. Each pushes the effective number below the head count — across wildlife, to roughly a tenth of it.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Two thresholds answering different questions. Around fifty is about getting through the next few generations without inbreeding depression — survival now. Around five hundred is about still being able to adapt in a century — survival later. The second number is the one that ended up in policy. Flag that it is contested: Frankham and colleagues argue it should be a thousand. Say it before someone in the room says it to you.</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One slide on what the framework is, for anyone who has not met it. The UN biodiversity agreement signed in Montreal at the end of 2022 — four goals, twenty-three targets, out to 2030. What matters here: genetic diversity of wild populations is named explicitly, and countries have to report against it. That is what turned five hundred from an academic rule of thumb into a number with consequences.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So the agreed indicator is a demographic proxy. You count individuals, you count occupied populations, and you infer the genetics. It is a completely reasonable compromise — it is the only affordable one. The question is whether the inference holds.</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Do not rush this slide — it sets up the whole thesis. An indicator is a stand-in: not the thing itself, but something measurable enough to report on a schedule. The headline indicator for genetic diversity is A.4 — what proportion of a species' populations have an effective size above five hundred. And here is how it is computed when nobody has DNA: count the individuals, multiply by a tenth, compare with five hundred. Land the bottom line, then pause.</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Every textbook relationship between census size and genetic diversity assumes a population at equilibrium — stable size, stable environment, no directional selection. Under climate change none of that holds. Sizes are moving, selection is strong and pointed one way, and migration is redistributing who breeds where. Nobody has checked what that does to the indicator. That is the gap I am working in.</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To test a predictor you have to know the outcome. That means watching real populations from 1940 to now, many times over, so you can tell signal from luck. There is no such dataset and there never will be. So instead you build a population where you know everything — every individual, every genome, every generation — and you test the predictor against a truth you can actually see.</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Forward-time, individual-based simulation. No equations for population averages — you simulate the individuals and the averages emerge. Every organism is an object with its own genome. It is born, it grows into a phenotype, this year's climate decides whether it lives, some individuals move to another site, the survivors breed. Repeat four thousand times. That is expensive, and it is why it can do things analytical models cannot.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Section break.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SLiM is the standard tool for this, written by Ben Haller and Philipp Messer. Forward-time, individual-based, genetically explicit. You describe the biology in a small scripting language called Eidos and SLiM does the bookkeeping for millions of individuals and their genomes. It is free and it runs on a laptop — the cluster is only for running hundreds of replicates at once.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This is the whole conceptual machine, and it is worth saying out loud, because once people have these four questions they can follow any model I show them. What mutations does this individual carry? What trait does that genotype give it — here, a temperature tolerance. Does that tolerance fit this year's actual climate? And does it survive and breed? Everything else in a SLiM script is bookkeeping.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Do not walk through the syntax. Point at the middle block and say it in words: the further an individual sits from the temperature its site now demands, the fewer offspring it leaves, and the penalty grows with the square of the gap. That single line is the entire mechanism by which climate change kills a population in this model.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Instead of sequencing simulated organisms, SLiM records the genealogy of every chromosome as it goes — a tree sequence. Recombination means different parts of the chromosome have different ancestries, so it is a series of trees along the genome. Diversity and effective size are then read off the true genealogy rather than estimated from sequence. Optional aside if the room is with you: my first genome barely recombined and gave 54 distinct trees per run — effectively one locus. Rebuilding it gave about eleven thousand nine hundred. Same biology, usable measurement.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Section break. From here it is my own work.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This is the forcing. Four locations across the Swiss Plateau, annual mean temperature, 1940 to 2025, from reanalysis. It is not a projection or a scenario — it already happened. The populations in my model live through this exact series. About two degrees over the record, and you can see it is not gradual.</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Geneva, Bern, Zurich, St. Gallen — west to east across the Plateau. Each has its own temperature history and therefore its own local optimum, and individuals move between them at a rate I set. The geography is deliberately simple. This is a model organism, not a real species.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Top panel: orange is what the climate now demands, in adaptive allele copies. Blue is what the population actually carries. It is adapting — the blue line climbs — but it never catches up. Bottom panel is the consequence. One run, one deme; I am showing it because it makes the mechanism visible, not because it is a result yet.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A complete factorial: carrying capacity crossed with selection strength crossed with migration. Twenty seeds each, 240 independent runs, submitted as a job array on the cluster. Say the word replication out loud — this audience cares about it. Every seed is a deterministic function of the grid, so any run reproduces exactly.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Two thousand generations to settle toward each deme's 1940-to-70 climate, two thousand more at equilibrium, then 56 years of the real record. Effective size — the predictor — is measured at the black dot, just before the observed warming starts. The burn-in is not decoration: without it I would be measuring my own starting conditions rather than an evolved state.</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Concretely: measure effective size before the warming, measure the outcome after it, ask whether the first predicts the second — across 240 runs and twelve treatments, so I can also say under which conditions it works and under which it does not. That is the whole thesis in one slide.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Black bars first: the head count roughly halves between 1970 and 2025. Now the orange bars: branch-based effective size does not move. And even before the warming, effective size sits at two to three times the local census. That is not a bug. With roughly ten immigrants per deme per generation, lineages traced backwards leave the deme before they can coalesce locally — so per-deme effective size is quietly reporting the whole metapopulation. Say plainly that this is about what per-deme Ne means under migration, not about the indicator's conversion ratio — my model has random mating, so Ne and Nc are close by construction and the ratio is not mine to comment on.</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This is the slide to land. Diversity-based measures integrate over the whole past, so they keep reporting a healthy population long after it has crashed. It is a property of the measure, not an error in my code — and it is exactly the failure mode a monitoring indicator cannot afford. Pause here.</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Close broad, the way you opened. Be careful not to overclaim: these are single preliminary runs. The honest statement is that the measures may lag, not that they are wrong. But if you are deciding where conservation money goes, a slow indicator and a wrong one look identical. Then: thank you, and questions.</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Slide Number Placeholder 2"/>
          <p:cNvSpPr>
            <a:spLocks noGrp="1"/>
          </p:cNvSpPr>
          <p:nvPr>
            <p:ph type="sldNum" idx="5" sz="quarter"/>
          </p:nvPr>
        </p:nvSpPr>
        <p:spPr/>
      </p:sp>
      <p:sp>
        <p:nvSpPr>
          <p:cNvPr id="4" name="Notes Placeholder 3"/>
          <p:cNvSpPr>
            <a:spLocks noGrp="1"/>
          </p:cNvSpPr>
          <p:nvPr>
            <p:ph type="body" idx="3" sz="quarter"/>
          </p:nvPr>
        </p:nvSpPr>
        <p:spPr/>
        <p:txBody>
          <a:bodyPr/>
          <a:lstStyle/>
          <a:p>
            <a:r>
              <a:t>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mit Universitätseinhei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551311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DEC16BC5-71A3-4EAA-B734-0870A4D7F723}" type="datetime1">
              <a:rPr lang="en-GB" noProof="0" smtClean="0"/>
              <a:pPr/>
              <a:t>06/09/2026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solidFill>
                  <a:schemeClr val="bg1"/>
                </a:solidFill>
              </a:defRPr>
            </a:lvl1pPr>
          </a:lstStyle>
          <a:p>
            <a:r>
              <a:rPr lang="en-GB" noProof="0" dirty="0"/>
              <a:t>Footer (Edit via "Insert &gt; Header and Footer")</a:t>
            </a:r>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cxnSp>
        <p:nvCxnSpPr>
          <p:cNvPr id="14" name="Gerader Verbinder 13">
            <a:extLst>
              <a:ext uri="{FF2B5EF4-FFF2-40B4-BE49-F238E27FC236}">
                <a16:creationId xmlns:a16="http://schemas.microsoft.com/office/drawing/2014/main" id="{7D526C9F-D78C-A1C8-B22D-122736EC2F5E}"/>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Textplatzhalter 12">
            <a:extLst>
              <a:ext uri="{FF2B5EF4-FFF2-40B4-BE49-F238E27FC236}">
                <a16:creationId xmlns:a16="http://schemas.microsoft.com/office/drawing/2014/main" id="{7B00AE1C-C971-C5C1-1DCB-41F3370C34D2}"/>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sp>
        <p:nvSpPr>
          <p:cNvPr id="5" name="Textplatzhalter 4">
            <a:extLst>
              <a:ext uri="{FF2B5EF4-FFF2-40B4-BE49-F238E27FC236}">
                <a16:creationId xmlns:a16="http://schemas.microsoft.com/office/drawing/2014/main" id="{AEEBEE38-90C0-68F8-53F6-37ACBFF1050F}"/>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297071185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78185"/>
            <a:ext cx="11652249" cy="5513115"/>
          </a:xfrm>
          <a:pattFill prst="lgCheck">
            <a:fgClr>
              <a:schemeClr val="bg1">
                <a:lumMod val="85000"/>
              </a:schemeClr>
            </a:fgClr>
            <a:bgClr>
              <a:schemeClr val="bg1"/>
            </a:bgClr>
          </a:pattFill>
        </p:spPr>
        <p:txBody>
          <a:bodyPr tIns="720000" anchor="ctr" anchorCtr="0"/>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lvl1pPr>
          </a:lstStyle>
          <a:p>
            <a:r>
              <a:rPr lang="en-GB" noProof="0" dirty="0"/>
              <a:t> </a:t>
            </a:r>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lvl1pPr>
          </a:lstStyle>
          <a:p>
            <a:r>
              <a:rPr lang="en-GB" noProof="0" dirty="0"/>
              <a:t> </a:t>
            </a:r>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5" name="Textplatzhalter 4">
            <a:extLst>
              <a:ext uri="{FF2B5EF4-FFF2-40B4-BE49-F238E27FC236}">
                <a16:creationId xmlns:a16="http://schemas.microsoft.com/office/drawing/2014/main" id="{8500B2A4-A548-86D9-6FFA-57A63AC10C67}"/>
              </a:ext>
            </a:extLst>
          </p:cNvPr>
          <p:cNvSpPr>
            <a:spLocks noGrp="1"/>
          </p:cNvSpPr>
          <p:nvPr>
            <p:ph type="body" sz="quarter" idx="14"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Tree>
    <p:extLst>
      <p:ext uri="{BB962C8B-B14F-4D97-AF65-F5344CB8AC3E}">
        <p14:creationId xmlns:p14="http://schemas.microsoft.com/office/powerpoint/2010/main" val="389188666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elfolie mit Logo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1080000"/>
            <a:ext cx="11652249" cy="49788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Datumsplatzhalter 3">
            <a:extLst>
              <a:ext uri="{FF2B5EF4-FFF2-40B4-BE49-F238E27FC236}">
                <a16:creationId xmlns:a16="http://schemas.microsoft.com/office/drawing/2014/main" id="{E22D3C48-FDED-470C-908E-96B5A0DDFDE7}"/>
              </a:ext>
            </a:extLst>
          </p:cNvPr>
          <p:cNvSpPr>
            <a:spLocks noGrp="1"/>
          </p:cNvSpPr>
          <p:nvPr>
            <p:ph type="dt" sz="half" idx="10"/>
          </p:nvPr>
        </p:nvSpPr>
        <p:spPr>
          <a:xfrm rot="16200000">
            <a:off x="12192000" y="72000"/>
            <a:ext cx="72000" cy="72000"/>
          </a:xfrm>
        </p:spPr>
        <p:txBody>
          <a:bodyPr/>
          <a:lstStyle>
            <a:lvl1pPr>
              <a:defRPr sz="100">
                <a:solidFill>
                  <a:schemeClr val="bg1"/>
                </a:solidFill>
              </a:defRPr>
            </a:lvl1pPr>
          </a:lstStyle>
          <a:p>
            <a:fld id="{BD061571-B72C-4959-8C35-E56835C2C064}" type="datetime1">
              <a:rPr lang="en-GB" noProof="0" smtClean="0"/>
              <a:pPr/>
              <a:t>06/09/2026</a:t>
            </a:fld>
            <a:endParaRPr lang="en-GB" noProof="0" dirty="0"/>
          </a:p>
        </p:txBody>
      </p:sp>
      <p:sp>
        <p:nvSpPr>
          <p:cNvPr id="6" name="Fußzeilenplatzhalter 5">
            <a:extLst>
              <a:ext uri="{FF2B5EF4-FFF2-40B4-BE49-F238E27FC236}">
                <a16:creationId xmlns:a16="http://schemas.microsoft.com/office/drawing/2014/main" id="{198B2F51-FE27-4B05-A169-62F7E9E34421}"/>
              </a:ext>
            </a:extLst>
          </p:cNvPr>
          <p:cNvSpPr>
            <a:spLocks noGrp="1"/>
          </p:cNvSpPr>
          <p:nvPr>
            <p:ph type="ftr" sz="quarter" idx="11"/>
          </p:nvPr>
        </p:nvSpPr>
        <p:spPr>
          <a:xfrm rot="16200000">
            <a:off x="12192000" y="152795"/>
            <a:ext cx="72000" cy="72000"/>
          </a:xfrm>
        </p:spPr>
        <p:txBody>
          <a:bodyPr/>
          <a:lstStyle>
            <a:lvl1pPr>
              <a:defRPr sz="100">
                <a:solidFill>
                  <a:schemeClr val="bg1"/>
                </a:solidFill>
              </a:defRPr>
            </a:lvl1pPr>
          </a:lstStyle>
          <a:p>
            <a:r>
              <a:rPr lang="en-GB" noProof="0" dirty="0"/>
              <a:t>Footer (Edit via "Insert &gt; Header and Footer")</a:t>
            </a:r>
          </a:p>
        </p:txBody>
      </p:sp>
      <p:sp>
        <p:nvSpPr>
          <p:cNvPr id="8" name="Foliennummernplatzhalter 7">
            <a:extLst>
              <a:ext uri="{FF2B5EF4-FFF2-40B4-BE49-F238E27FC236}">
                <a16:creationId xmlns:a16="http://schemas.microsoft.com/office/drawing/2014/main" id="{CD7C1A0D-0D46-4AD6-A4E0-C34A72CE2E1A}"/>
              </a:ext>
            </a:extLst>
          </p:cNvPr>
          <p:cNvSpPr>
            <a:spLocks noGrp="1"/>
          </p:cNvSpPr>
          <p:nvPr>
            <p:ph type="sldNum" sz="quarter" idx="12"/>
          </p:nvPr>
        </p:nvSpPr>
        <p:spPr>
          <a:xfrm rot="16200000">
            <a:off x="12192000" y="0"/>
            <a:ext cx="72000" cy="72000"/>
          </a:xfrm>
        </p:spPr>
        <p:txBody>
          <a:bodyPr/>
          <a:lstStyle>
            <a:lvl1pPr>
              <a:defRPr sz="100">
                <a:solidFill>
                  <a:schemeClr val="bg1"/>
                </a:solidFill>
              </a:defRPr>
            </a:lvl1pPr>
          </a:lstStyle>
          <a:p>
            <a:r>
              <a:rPr lang="en-GB" noProof="0" dirty="0"/>
              <a:t> </a:t>
            </a:r>
          </a:p>
        </p:txBody>
      </p:sp>
      <p:pic>
        <p:nvPicPr>
          <p:cNvPr id="9" name="Grafik 8">
            <a:extLst>
              <a:ext uri="{FF2B5EF4-FFF2-40B4-BE49-F238E27FC236}">
                <a16:creationId xmlns:a16="http://schemas.microsoft.com/office/drawing/2014/main" id="{99E961D6-F750-1FDF-0BD7-64E76801105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3" name="Textplatzhalter 12">
            <a:extLst>
              <a:ext uri="{FF2B5EF4-FFF2-40B4-BE49-F238E27FC236}">
                <a16:creationId xmlns:a16="http://schemas.microsoft.com/office/drawing/2014/main" id="{311DA3BE-00CD-1BA7-A6C5-5D9732DE8861}"/>
              </a:ext>
            </a:extLst>
          </p:cNvPr>
          <p:cNvSpPr>
            <a:spLocks noGrp="1"/>
          </p:cNvSpPr>
          <p:nvPr>
            <p:ph type="body" sz="quarter" idx="14" hasCustomPrompt="1"/>
          </p:nvPr>
        </p:nvSpPr>
        <p:spPr>
          <a:xfrm>
            <a:off x="2412000" y="273600"/>
            <a:ext cx="3465505" cy="536400"/>
          </a:xfrm>
        </p:spPr>
        <p:txBody>
          <a:bodyPr anchor="ctr"/>
          <a:lstStyle>
            <a:lvl1pPr>
              <a:lnSpc>
                <a:spcPct val="97000"/>
              </a:lnSpc>
              <a:defRPr sz="1300" spc="-20" baseline="0">
                <a:latin typeface="Source Sans Pro SemiBold" panose="020B0603030403020204" pitchFamily="34" charset="0"/>
              </a:defRPr>
            </a:lvl1pPr>
          </a:lstStyle>
          <a:p>
            <a:pPr lvl="0"/>
            <a:r>
              <a:rPr lang="en-GB" noProof="0" dirty="0" err="1"/>
              <a:t>Organisationseinheit</a:t>
            </a:r>
            <a:endParaRPr lang="en-GB" noProof="0" dirty="0"/>
          </a:p>
        </p:txBody>
      </p:sp>
      <p:cxnSp>
        <p:nvCxnSpPr>
          <p:cNvPr id="2" name="Gerader Verbinder 1">
            <a:extLst>
              <a:ext uri="{FF2B5EF4-FFF2-40B4-BE49-F238E27FC236}">
                <a16:creationId xmlns:a16="http://schemas.microsoft.com/office/drawing/2014/main" id="{5A04CBAD-2C4F-A402-4949-1283FB197368}"/>
              </a:ext>
            </a:extLst>
          </p:cNvPr>
          <p:cNvCxnSpPr/>
          <p:nvPr userDrawn="1"/>
        </p:nvCxnSpPr>
        <p:spPr>
          <a:xfrm>
            <a:off x="2134800" y="268547"/>
            <a:ext cx="0" cy="5400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5" name="Textplatzhalter 4">
            <a:extLst>
              <a:ext uri="{FF2B5EF4-FFF2-40B4-BE49-F238E27FC236}">
                <a16:creationId xmlns:a16="http://schemas.microsoft.com/office/drawing/2014/main" id="{E22F3AE3-7ACB-2716-808B-C82789FE837D}"/>
              </a:ext>
            </a:extLst>
          </p:cNvPr>
          <p:cNvSpPr>
            <a:spLocks noGrp="1"/>
          </p:cNvSpPr>
          <p:nvPr>
            <p:ph type="body" sz="quarter" idx="15" hasCustomPrompt="1"/>
          </p:nvPr>
        </p:nvSpPr>
        <p:spPr>
          <a:xfrm>
            <a:off x="1" y="2440388"/>
            <a:ext cx="3484209" cy="1516918"/>
          </a:xfrm>
          <a:solidFill>
            <a:schemeClr val="bg1"/>
          </a:solidFill>
        </p:spPr>
        <p:txBody>
          <a:bodyPr wrap="none" lIns="270000" tIns="154800" rIns="248400" bIns="180000">
            <a:spAutoFit/>
          </a:bodyPr>
          <a:lstStyle>
            <a:lvl1pPr>
              <a:lnSpc>
                <a:spcPct val="97000"/>
              </a:lnSpc>
              <a:defRPr sz="3000" b="1"/>
            </a:lvl1pPr>
            <a:lvl2pPr marL="0" indent="0">
              <a:lnSpc>
                <a:spcPct val="100000"/>
              </a:lnSpc>
              <a:spcBef>
                <a:spcPts val="700"/>
              </a:spcBef>
              <a:buFontTx/>
              <a:buNone/>
              <a:defRPr sz="2000" b="0"/>
            </a:lvl2pPr>
            <a:lvl3pPr marL="0" indent="0">
              <a:lnSpc>
                <a:spcPct val="103000"/>
              </a:lnSpc>
              <a:spcBef>
                <a:spcPts val="700"/>
              </a:spcBef>
              <a:buFontTx/>
              <a:buNone/>
              <a:defRPr sz="1600" b="0"/>
            </a:lvl3pPr>
            <a:lvl4pPr>
              <a:lnSpc>
                <a:spcPct val="83000"/>
              </a:lnSpc>
              <a:defRPr sz="4700" b="1"/>
            </a:lvl4pPr>
            <a:lvl5pPr>
              <a:lnSpc>
                <a:spcPct val="83000"/>
              </a:lnSpc>
              <a:defRPr sz="4700" b="1"/>
            </a:lvl5pPr>
          </a:lstStyle>
          <a:p>
            <a:pPr lvl="0"/>
            <a:r>
              <a:rPr lang="en-GB" noProof="0" dirty="0"/>
              <a:t>Insert title</a:t>
            </a:r>
          </a:p>
          <a:p>
            <a:pPr lvl="1"/>
            <a:r>
              <a:rPr lang="en-GB" noProof="0" dirty="0"/>
              <a:t>Level 2 (Subtitle)</a:t>
            </a:r>
          </a:p>
          <a:p>
            <a:pPr lvl="2"/>
            <a:r>
              <a:rPr lang="en-GB" noProof="0" dirty="0"/>
              <a:t>Level 3 (First name Surname/Date)</a:t>
            </a:r>
          </a:p>
        </p:txBody>
      </p:sp>
      <p:sp>
        <p:nvSpPr>
          <p:cNvPr id="3" name="Bildplatzhalter 6">
            <a:extLst>
              <a:ext uri="{FF2B5EF4-FFF2-40B4-BE49-F238E27FC236}">
                <a16:creationId xmlns:a16="http://schemas.microsoft.com/office/drawing/2014/main" id="{3E33648C-CA30-D18F-AD19-488B5D389660}"/>
              </a:ext>
            </a:extLst>
          </p:cNvPr>
          <p:cNvSpPr>
            <a:spLocks noGrp="1"/>
          </p:cNvSpPr>
          <p:nvPr>
            <p:ph type="pic" sz="quarter" idx="17" hasCustomPrompt="1"/>
          </p:nvPr>
        </p:nvSpPr>
        <p:spPr>
          <a:xfrm>
            <a:off x="1710983" y="6224588"/>
            <a:ext cx="1021219" cy="352570"/>
          </a:xfrm>
        </p:spPr>
        <p:txBody>
          <a:bodyPr/>
          <a:lstStyle/>
          <a:p>
            <a:r>
              <a:rPr lang="de-DE" dirty="0"/>
              <a:t>Logo</a:t>
            </a:r>
          </a:p>
        </p:txBody>
      </p:sp>
      <p:sp>
        <p:nvSpPr>
          <p:cNvPr id="7" name="Bildplatzhalter 6">
            <a:extLst>
              <a:ext uri="{FF2B5EF4-FFF2-40B4-BE49-F238E27FC236}">
                <a16:creationId xmlns:a16="http://schemas.microsoft.com/office/drawing/2014/main" id="{A15B553A-D76B-BE50-5229-98B3298F67E7}"/>
              </a:ext>
            </a:extLst>
          </p:cNvPr>
          <p:cNvSpPr>
            <a:spLocks noGrp="1"/>
          </p:cNvSpPr>
          <p:nvPr>
            <p:ph type="pic" sz="quarter" idx="18" hasCustomPrompt="1"/>
          </p:nvPr>
        </p:nvSpPr>
        <p:spPr>
          <a:xfrm>
            <a:off x="3155868" y="6224588"/>
            <a:ext cx="1021219" cy="352570"/>
          </a:xfrm>
        </p:spPr>
        <p:txBody>
          <a:bodyPr/>
          <a:lstStyle/>
          <a:p>
            <a:r>
              <a:rPr lang="de-DE" dirty="0"/>
              <a:t>Logo</a:t>
            </a:r>
          </a:p>
        </p:txBody>
      </p:sp>
      <p:cxnSp>
        <p:nvCxnSpPr>
          <p:cNvPr id="10" name="Gerader Verbinder 13">
            <a:extLst>
              <a:ext uri="{FF2B5EF4-FFF2-40B4-BE49-F238E27FC236}">
                <a16:creationId xmlns:a16="http://schemas.microsoft.com/office/drawing/2014/main" id="{C8695E30-C682-657A-CE1E-BCDA5B2D888F}"/>
              </a:ext>
            </a:extLst>
          </p:cNvPr>
          <p:cNvCxnSpPr>
            <a:cxnSpLocks/>
          </p:cNvCxnSpPr>
          <p:nvPr userDrawn="1"/>
        </p:nvCxnSpPr>
        <p:spPr>
          <a:xfrm>
            <a:off x="149196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cxnSp>
        <p:nvCxnSpPr>
          <p:cNvPr id="12" name="Gerader Verbinder 16">
            <a:extLst>
              <a:ext uri="{FF2B5EF4-FFF2-40B4-BE49-F238E27FC236}">
                <a16:creationId xmlns:a16="http://schemas.microsoft.com/office/drawing/2014/main" id="{D97721AF-771D-3772-A516-40C8BD5539BE}"/>
              </a:ext>
            </a:extLst>
          </p:cNvPr>
          <p:cNvCxnSpPr>
            <a:cxnSpLocks/>
          </p:cNvCxnSpPr>
          <p:nvPr userDrawn="1"/>
        </p:nvCxnSpPr>
        <p:spPr>
          <a:xfrm>
            <a:off x="2951746" y="6246812"/>
            <a:ext cx="0" cy="337344"/>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5" name="Bildplatzhalter 6">
            <a:extLst>
              <a:ext uri="{FF2B5EF4-FFF2-40B4-BE49-F238E27FC236}">
                <a16:creationId xmlns:a16="http://schemas.microsoft.com/office/drawing/2014/main" id="{B7E424F3-B19E-8930-52AC-A85E22C10F26}"/>
              </a:ext>
            </a:extLst>
          </p:cNvPr>
          <p:cNvSpPr>
            <a:spLocks noGrp="1"/>
          </p:cNvSpPr>
          <p:nvPr>
            <p:ph type="pic" sz="quarter" idx="16" hasCustomPrompt="1"/>
          </p:nvPr>
        </p:nvSpPr>
        <p:spPr>
          <a:xfrm>
            <a:off x="266098" y="6224588"/>
            <a:ext cx="1021219" cy="352570"/>
          </a:xfrm>
        </p:spPr>
        <p:txBody>
          <a:bodyPr/>
          <a:lstStyle/>
          <a:p>
            <a:r>
              <a:rPr lang="de-DE" dirty="0"/>
              <a:t>Logo</a:t>
            </a:r>
          </a:p>
        </p:txBody>
      </p:sp>
    </p:spTree>
    <p:extLst>
      <p:ext uri="{BB962C8B-B14F-4D97-AF65-F5344CB8AC3E}">
        <p14:creationId xmlns:p14="http://schemas.microsoft.com/office/powerpoint/2010/main" val="87215463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ild gross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2F7DDFE4-29E1-462D-9CCC-A725922B2A90}"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Textplatzhalter 4">
            <a:extLst>
              <a:ext uri="{FF2B5EF4-FFF2-40B4-BE49-F238E27FC236}">
                <a16:creationId xmlns:a16="http://schemas.microsoft.com/office/drawing/2014/main" id="{48EC57F8-2FF9-F2DC-C053-E44A7DBF457D}"/>
              </a:ext>
            </a:extLst>
          </p:cNvPr>
          <p:cNvSpPr>
            <a:spLocks noGrp="1"/>
          </p:cNvSpPr>
          <p:nvPr>
            <p:ph type="body" sz="quarter" idx="17" hasCustomPrompt="1"/>
          </p:nvPr>
        </p:nvSpPr>
        <p:spPr>
          <a:xfrm>
            <a:off x="0" y="1209675"/>
            <a:ext cx="1983799" cy="1308143"/>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0"/>
            <a:r>
              <a:rPr lang="en-GB" noProof="0" dirty="0"/>
              <a:t>Insert title</a:t>
            </a:r>
          </a:p>
          <a:p>
            <a:pPr lvl="1"/>
            <a:r>
              <a:rPr lang="en-GB" noProof="0" dirty="0"/>
              <a:t>Insert text</a:t>
            </a:r>
          </a:p>
          <a:p>
            <a:pPr lvl="0"/>
            <a:endParaRPr lang="en-GB" noProof="0" dirty="0"/>
          </a:p>
        </p:txBody>
      </p:sp>
    </p:spTree>
    <p:extLst>
      <p:ext uri="{BB962C8B-B14F-4D97-AF65-F5344CB8AC3E}">
        <p14:creationId xmlns:p14="http://schemas.microsoft.com/office/powerpoint/2010/main" val="1837750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Bild und Text">
    <p:spTree>
      <p:nvGrpSpPr>
        <p:cNvPr id="1" name=""/>
        <p:cNvGrpSpPr/>
        <p:nvPr/>
      </p:nvGrpSpPr>
      <p:grpSpPr>
        <a:xfrm>
          <a:off x="0" y="0"/>
          <a:ext cx="0" cy="0"/>
          <a:chOff x="0" y="0"/>
          <a:chExt cx="0" cy="0"/>
        </a:xfrm>
      </p:grpSpPr>
      <p:sp>
        <p:nvSpPr>
          <p:cNvPr id="8" name="Bildplatzhalter 4">
            <a:extLst>
              <a:ext uri="{FF2B5EF4-FFF2-40B4-BE49-F238E27FC236}">
                <a16:creationId xmlns:a16="http://schemas.microsoft.com/office/drawing/2014/main" id="{62E6E148-5F7E-6A90-F5E7-CAF43EF2FFA4}"/>
              </a:ext>
            </a:extLst>
          </p:cNvPr>
          <p:cNvSpPr>
            <a:spLocks noGrp="1"/>
          </p:cNvSpPr>
          <p:nvPr>
            <p:ph type="pic" sz="quarter" idx="14"/>
          </p:nvPr>
        </p:nvSpPr>
        <p:spPr>
          <a:xfrm>
            <a:off x="269875" y="866775"/>
            <a:ext cx="11652249" cy="5150546"/>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9EAA94FD-9F5E-4526-A59D-32E4C3E4561F}"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Footer (Edit via "Insert &gt; Header and Footer")</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2800"/>
            <a:ext cx="5826000" cy="2033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sp>
        <p:nvSpPr>
          <p:cNvPr id="3" name="Textplatzhalter 4">
            <a:extLst>
              <a:ext uri="{FF2B5EF4-FFF2-40B4-BE49-F238E27FC236}">
                <a16:creationId xmlns:a16="http://schemas.microsoft.com/office/drawing/2014/main" id="{7737E4CB-5032-63D9-B015-478DD21B1364}"/>
              </a:ext>
            </a:extLst>
          </p:cNvPr>
          <p:cNvSpPr>
            <a:spLocks noGrp="1"/>
          </p:cNvSpPr>
          <p:nvPr>
            <p:ph type="body" sz="quarter" idx="17" hasCustomPrompt="1"/>
          </p:nvPr>
        </p:nvSpPr>
        <p:spPr>
          <a:xfrm>
            <a:off x="0" y="4154437"/>
            <a:ext cx="1389084" cy="949904"/>
          </a:xfrm>
          <a:solidFill>
            <a:schemeClr val="bg1"/>
          </a:solidFill>
        </p:spPr>
        <p:txBody>
          <a:bodyPr wrap="none" lIns="270000" tIns="154800" rIns="248400" bIns="180000">
            <a:spAutoFit/>
          </a:bodyPr>
          <a:lstStyle>
            <a:lvl1pPr>
              <a:lnSpc>
                <a:spcPct val="97000"/>
              </a:lnSpc>
              <a:defRPr sz="2400" b="1"/>
            </a:lvl1pPr>
            <a:lvl2pPr marL="0" indent="0">
              <a:lnSpc>
                <a:spcPct val="103000"/>
              </a:lnSpc>
              <a:spcBef>
                <a:spcPts val="0"/>
              </a:spcBef>
              <a:buFontTx/>
              <a:buNone/>
              <a:defRPr sz="1600" b="0"/>
            </a:lvl2pPr>
            <a:lvl3pPr>
              <a:lnSpc>
                <a:spcPct val="83000"/>
              </a:lnSpc>
              <a:defRPr sz="4700" b="1"/>
            </a:lvl3pPr>
            <a:lvl4pPr>
              <a:lnSpc>
                <a:spcPct val="83000"/>
              </a:lnSpc>
              <a:defRPr sz="4700" b="1"/>
            </a:lvl4pPr>
            <a:lvl5pPr>
              <a:lnSpc>
                <a:spcPct val="83000"/>
              </a:lnSpc>
              <a:defRPr sz="4700" b="1"/>
            </a:lvl5pPr>
          </a:lstStyle>
          <a:p>
            <a:pPr lvl="1"/>
            <a:r>
              <a:rPr lang="en-GB" noProof="0" dirty="0"/>
              <a:t>Insert text</a:t>
            </a:r>
          </a:p>
          <a:p>
            <a:pPr lvl="0"/>
            <a:endParaRPr lang="en-GB" noProof="0" dirty="0"/>
          </a:p>
        </p:txBody>
      </p:sp>
    </p:spTree>
    <p:extLst>
      <p:ext uri="{BB962C8B-B14F-4D97-AF65-F5344CB8AC3E}">
        <p14:creationId xmlns:p14="http://schemas.microsoft.com/office/powerpoint/2010/main" val="2677703303"/>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apiteltitel">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289224"/>
            <a:ext cx="11650663" cy="5935364"/>
          </a:xfrm>
          <a:solidFill>
            <a:schemeClr val="accent1"/>
          </a:solidFill>
        </p:spPr>
        <p:txBody>
          <a:bodyPr tIns="324000" rIns="0" anchor="t"/>
          <a:lstStyle>
            <a:lvl1pPr algn="r">
              <a:lnSpc>
                <a:spcPct val="100000"/>
              </a:lnSpc>
              <a:spcBef>
                <a:spcPts val="0"/>
              </a:spcBef>
              <a:spcAft>
                <a:spcPts val="0"/>
              </a:spcAft>
              <a:defRPr sz="45000" b="1">
                <a:solidFill>
                  <a:schemeClr val="accent1">
                    <a:lumMod val="60000"/>
                    <a:lumOff val="40000"/>
                  </a:schemeClr>
                </a:solidFill>
              </a:defRPr>
            </a:lvl1pPr>
            <a:lvl2pPr marL="174625" indent="-174625" algn="r">
              <a:buFont typeface="Source Sans Pro" panose="020B0503030403020204" pitchFamily="34" charset="0"/>
              <a:buChar char="―"/>
              <a:defRPr/>
            </a:lvl2pPr>
            <a:lvl3pPr marL="360363" indent="-185738" algn="r">
              <a:buFont typeface="Source Sans Pro" panose="020B0503030403020204" pitchFamily="34" charset="0"/>
              <a:buChar char="―"/>
              <a:defRPr/>
            </a:lvl3pPr>
            <a:lvl4pPr marL="534988" indent="-174625" algn="r">
              <a:buFont typeface="Source Sans Pro" panose="020B0503030403020204" pitchFamily="34" charset="0"/>
              <a:buChar char="―"/>
              <a:defRPr/>
            </a:lvl4pPr>
            <a:lvl5pPr marL="719138" indent="-184150" algn="r">
              <a:buFont typeface="Source Sans Pro" panose="020B0503030403020204" pitchFamily="34" charset="0"/>
              <a:buChar char="―"/>
              <a:defRPr/>
            </a:lvl5pPr>
          </a:lstStyle>
          <a:p>
            <a:pPr lvl="0"/>
            <a:r>
              <a:rPr lang="de-CH" dirty="0"/>
              <a:t>0</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C22425B-D5B6-4FA7-A09E-3FB28EC05106}" type="datetime1">
              <a:rPr lang="de-CH" smtClean="0"/>
              <a:t>06.09.2026</a:t>
            </a:fld>
            <a:endParaRPr lang="de-CH"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a:t>Footer (Edit via "Insert &gt; Header and Footer")</a:t>
            </a:r>
            <a:endParaRPr lang="de-CH"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de-CH" smtClean="0"/>
              <a:pPr/>
              <a:t>‹#›</a:t>
            </a:fld>
            <a:endParaRPr lang="de-CH" dirty="0"/>
          </a:p>
        </p:txBody>
      </p:sp>
    </p:spTree>
    <p:extLst>
      <p:ext uri="{BB962C8B-B14F-4D97-AF65-F5344CB8AC3E}">
        <p14:creationId xmlns:p14="http://schemas.microsoft.com/office/powerpoint/2010/main" val="4271409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625944"/>
          </a:xfrm>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1" y="870744"/>
            <a:ext cx="11650663" cy="51505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52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1169CF04-5ADD-46B4-A33A-958F168A45EF}"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Textplatzhalter 8">
            <a:extLst>
              <a:ext uri="{FF2B5EF4-FFF2-40B4-BE49-F238E27FC236}">
                <a16:creationId xmlns:a16="http://schemas.microsoft.com/office/drawing/2014/main" id="{6CDD860C-EA71-505B-F39E-701CB8A00FF5}"/>
              </a:ext>
            </a:extLst>
          </p:cNvPr>
          <p:cNvSpPr>
            <a:spLocks noGrp="1"/>
          </p:cNvSpPr>
          <p:nvPr>
            <p:ph type="body" sz="quarter" idx="13" hasCustomPrompt="1"/>
          </p:nvPr>
        </p:nvSpPr>
        <p:spPr>
          <a:xfrm>
            <a:off x="270000" y="6021289"/>
            <a:ext cx="5826000" cy="2033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79570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ita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271461" y="866774"/>
            <a:ext cx="9324000" cy="4816476"/>
          </a:xfrm>
        </p:spPr>
        <p:txBody>
          <a:bodyPr anchor="ctr"/>
          <a:lstStyle>
            <a:lvl1pPr>
              <a:lnSpc>
                <a:spcPct val="97000"/>
              </a:lnSpc>
              <a:spcBef>
                <a:spcPts val="0"/>
              </a:spcBef>
              <a:defRPr sz="3000"/>
            </a:lvl1pPr>
            <a:lvl2pPr>
              <a:lnSpc>
                <a:spcPct val="97000"/>
              </a:lnSpc>
              <a:spcBef>
                <a:spcPts val="1000"/>
              </a:spcBef>
              <a:defRPr sz="3000"/>
            </a:lvl2pPr>
            <a:lvl3pPr>
              <a:lnSpc>
                <a:spcPct val="97000"/>
              </a:lnSpc>
              <a:spcBef>
                <a:spcPts val="1000"/>
              </a:spcBef>
              <a:defRPr sz="3000"/>
            </a:lvl3pPr>
            <a:lvl4pPr>
              <a:lnSpc>
                <a:spcPct val="97000"/>
              </a:lnSpc>
              <a:spcBef>
                <a:spcPts val="1000"/>
              </a:spcBef>
              <a:defRPr sz="3000"/>
            </a:lvl4pPr>
            <a:lvl5pPr>
              <a:lnSpc>
                <a:spcPct val="97000"/>
              </a:lnSpc>
              <a:spcBef>
                <a:spcPts val="1000"/>
              </a:spcBef>
              <a:defRPr sz="3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D28B2B53-C25B-47AA-BE55-7AE6543E5E6C}"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1622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799"/>
            <a:ext cx="5722937" cy="621975"/>
          </a:xfrm>
        </p:spPr>
        <p:txBody>
          <a:bodyPr/>
          <a:lstStyle>
            <a:lvl1pPr>
              <a:defRPr/>
            </a:lvl1pPr>
          </a:lstStyle>
          <a:p>
            <a:r>
              <a:rPr lang="en-GB" noProof="0" dirty="0"/>
              <a:t>Insert chapter title</a:t>
            </a:r>
          </a:p>
        </p:txBody>
      </p:sp>
      <p:sp>
        <p:nvSpPr>
          <p:cNvPr id="3" name="Inhaltsplatzhalter 2"/>
          <p:cNvSpPr>
            <a:spLocks noGrp="1"/>
          </p:cNvSpPr>
          <p:nvPr>
            <p:ph sz="half" idx="1" hasCustomPrompt="1"/>
          </p:nvPr>
        </p:nvSpPr>
        <p:spPr>
          <a:xfrm>
            <a:off x="271463" y="866774"/>
            <a:ext cx="5722937" cy="5133447"/>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05AA103E-E046-4633-82BC-9D6A840CE35D}" type="datetime1">
              <a:rPr lang="en-GB" noProof="0" smtClean="0"/>
              <a:t>06/09/2026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42888"/>
            <a:ext cx="5722937" cy="5981700"/>
          </a:xfrm>
        </p:spPr>
        <p:txBody>
          <a:bodyPr/>
          <a:lstStyle>
            <a:lvl1pPr>
              <a:defRPr sz="1600"/>
            </a:lvl1pPr>
            <a:lvl2pPr marL="226800" indent="-226800">
              <a:defRPr sz="1600"/>
            </a:lvl2pPr>
            <a:lvl3pPr marL="658800" indent="-226800">
              <a:defRPr sz="1600"/>
            </a:lvl3pPr>
            <a:lvl4pPr marL="1090800" indent="-226800">
              <a:defRPr sz="1600"/>
            </a:lvl4pPr>
            <a:lvl5pPr marL="1522800" indent="-226800">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extplatzhalter 8">
            <a:extLst>
              <a:ext uri="{FF2B5EF4-FFF2-40B4-BE49-F238E27FC236}">
                <a16:creationId xmlns:a16="http://schemas.microsoft.com/office/drawing/2014/main" id="{958C9C6E-122D-B369-EB0B-2386BA817C26}"/>
              </a:ext>
            </a:extLst>
          </p:cNvPr>
          <p:cNvSpPr>
            <a:spLocks noGrp="1"/>
          </p:cNvSpPr>
          <p:nvPr>
            <p:ph type="body" sz="quarter" idx="14" hasCustomPrompt="1"/>
          </p:nvPr>
        </p:nvSpPr>
        <p:spPr>
          <a:xfrm>
            <a:off x="269875" y="6000221"/>
            <a:ext cx="5722937"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3318625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39AB9864-0552-4F44-B494-D03F4683B094}"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271462" y="1371600"/>
            <a:ext cx="5724000" cy="4628621"/>
          </a:xfrm>
        </p:spPr>
        <p:txBody>
          <a:bodyPr/>
          <a:lstStyle>
            <a:lvl1pPr>
              <a:spcAft>
                <a:spcPts val="0"/>
              </a:spcAft>
              <a:defRPr sz="1600"/>
            </a:lvl1pPr>
            <a:lvl2pPr marL="226800" indent="-226800">
              <a:spcBef>
                <a:spcPts val="1000"/>
              </a:spcBef>
              <a:spcAft>
                <a:spcPts val="0"/>
              </a:spcAft>
              <a:defRPr sz="1600"/>
            </a:lvl2pPr>
            <a:lvl3pPr marL="658800" indent="-226800">
              <a:spcBef>
                <a:spcPts val="1000"/>
              </a:spcBef>
              <a:spcAft>
                <a:spcPts val="0"/>
              </a:spcAft>
              <a:defRPr sz="1600"/>
            </a:lvl3pPr>
            <a:lvl4pPr marL="1090800" indent="-226800">
              <a:spcBef>
                <a:spcPts val="1000"/>
              </a:spcBef>
              <a:spcAft>
                <a:spcPts val="0"/>
              </a:spcAft>
              <a:defRPr sz="1600"/>
            </a:lvl4pPr>
            <a:lvl5pPr marL="1522800" indent="-342000">
              <a:spcBef>
                <a:spcPts val="1000"/>
              </a:spcBef>
              <a:spcAft>
                <a:spcPts val="0"/>
              </a:spcAft>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chapter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00221"/>
            <a:ext cx="5734380" cy="205200"/>
          </a:xfrm>
        </p:spPr>
        <p:txBody>
          <a:bodyPr anchor="b"/>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416978173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hs Inhalte und Bild">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FF8592F2-A22B-4129-BF43-10974110EFE1}"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Footer (Edit via "Insert &gt; Header and Footer")</a:t>
            </a:r>
            <a:endParaRPr lang="en-GB" noProof="0" dirty="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273600" y="245268"/>
            <a:ext cx="5723999" cy="845567"/>
          </a:xfrm>
        </p:spPr>
        <p:txBody>
          <a:bodyPr/>
          <a:lstStyle>
            <a:lvl1pPr>
              <a:lnSpc>
                <a:spcPct val="97000"/>
              </a:lnSpc>
              <a:defRPr/>
            </a:lvl1pPr>
          </a:lstStyle>
          <a:p>
            <a:r>
              <a:rPr lang="en-GB" noProof="0" dirty="0"/>
              <a:t>Insert title</a:t>
            </a:r>
          </a:p>
        </p:txBody>
      </p:sp>
      <p:sp>
        <p:nvSpPr>
          <p:cNvPr id="8" name="Textplatzhalter 8">
            <a:extLst>
              <a:ext uri="{FF2B5EF4-FFF2-40B4-BE49-F238E27FC236}">
                <a16:creationId xmlns:a16="http://schemas.microsoft.com/office/drawing/2014/main" id="{EAAB97D8-67DD-4A1A-E7E3-B479715D9C9F}"/>
              </a:ext>
            </a:extLst>
          </p:cNvPr>
          <p:cNvSpPr>
            <a:spLocks noGrp="1"/>
          </p:cNvSpPr>
          <p:nvPr>
            <p:ph type="body" sz="quarter" idx="13" hasCustomPrompt="1"/>
          </p:nvPr>
        </p:nvSpPr>
        <p:spPr>
          <a:xfrm>
            <a:off x="270000" y="6022800"/>
            <a:ext cx="5734380" cy="205200"/>
          </a:xfrm>
        </p:spPr>
        <p:txBody>
          <a:bodyPr anchor="b"/>
          <a:lstStyle>
            <a:lvl1pPr>
              <a:lnSpc>
                <a:spcPct val="109000"/>
              </a:lnSpc>
              <a:defRPr sz="1000"/>
            </a:lvl1pPr>
            <a:lvl2pPr>
              <a:defRPr sz="1000"/>
            </a:lvl2pPr>
            <a:lvl3pPr>
              <a:defRPr sz="1000"/>
            </a:lvl3pPr>
            <a:lvl4pPr>
              <a:defRPr sz="1000"/>
            </a:lvl4pPr>
            <a:lvl5pPr>
              <a:defRPr sz="1000"/>
            </a:lvl5pPr>
          </a:lstStyle>
          <a:p>
            <a:pPr lvl="0"/>
            <a:r>
              <a:rPr lang="en-GB" noProof="0" dirty="0"/>
              <a:t>Insert source</a:t>
            </a:r>
          </a:p>
        </p:txBody>
      </p:sp>
      <p:cxnSp>
        <p:nvCxnSpPr>
          <p:cNvPr id="11" name="Gerader Verbinder 10">
            <a:extLst>
              <a:ext uri="{FF2B5EF4-FFF2-40B4-BE49-F238E27FC236}">
                <a16:creationId xmlns:a16="http://schemas.microsoft.com/office/drawing/2014/main" id="{DD08B5C7-0B72-0F94-738C-A9B735A2519D}"/>
              </a:ext>
            </a:extLst>
          </p:cNvPr>
          <p:cNvCxnSpPr>
            <a:cxnSpLocks/>
          </p:cNvCxnSpPr>
          <p:nvPr userDrawn="1"/>
        </p:nvCxnSpPr>
        <p:spPr>
          <a:xfrm>
            <a:off x="273050" y="515507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36987E16-61C3-F16E-EBD2-164E17176CF4}"/>
              </a:ext>
            </a:extLst>
          </p:cNvPr>
          <p:cNvCxnSpPr>
            <a:cxnSpLocks/>
          </p:cNvCxnSpPr>
          <p:nvPr userDrawn="1"/>
        </p:nvCxnSpPr>
        <p:spPr>
          <a:xfrm>
            <a:off x="3228366" y="51550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B7071907-BBD2-40D4-55E0-1E83C4F6D6BC}"/>
              </a:ext>
            </a:extLst>
          </p:cNvPr>
          <p:cNvCxnSpPr>
            <a:cxnSpLocks/>
          </p:cNvCxnSpPr>
          <p:nvPr userDrawn="1"/>
        </p:nvCxnSpPr>
        <p:spPr>
          <a:xfrm>
            <a:off x="3233129"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2CE74047-F734-D6A9-08E0-D291395944F0}"/>
              </a:ext>
            </a:extLst>
          </p:cNvPr>
          <p:cNvCxnSpPr>
            <a:cxnSpLocks/>
          </p:cNvCxnSpPr>
          <p:nvPr userDrawn="1"/>
        </p:nvCxnSpPr>
        <p:spPr>
          <a:xfrm>
            <a:off x="276265" y="3440571"/>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5E45E1AF-C792-F20E-F289-890F955A6D57}"/>
              </a:ext>
            </a:extLst>
          </p:cNvPr>
          <p:cNvCxnSpPr>
            <a:cxnSpLocks/>
          </p:cNvCxnSpPr>
          <p:nvPr userDrawn="1"/>
        </p:nvCxnSpPr>
        <p:spPr>
          <a:xfrm>
            <a:off x="273449" y="1726352"/>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8DB0037-139C-0385-E03A-306D5169233B}"/>
              </a:ext>
            </a:extLst>
          </p:cNvPr>
          <p:cNvCxnSpPr>
            <a:cxnSpLocks/>
          </p:cNvCxnSpPr>
          <p:nvPr userDrawn="1"/>
        </p:nvCxnSpPr>
        <p:spPr>
          <a:xfrm>
            <a:off x="3230961" y="1721590"/>
            <a:ext cx="2399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platzhalter 27">
            <a:extLst>
              <a:ext uri="{FF2B5EF4-FFF2-40B4-BE49-F238E27FC236}">
                <a16:creationId xmlns:a16="http://schemas.microsoft.com/office/drawing/2014/main" id="{30017B53-05EC-3989-249C-664AD90907AB}"/>
              </a:ext>
            </a:extLst>
          </p:cNvPr>
          <p:cNvSpPr>
            <a:spLocks noGrp="1"/>
          </p:cNvSpPr>
          <p:nvPr>
            <p:ph type="body" sz="quarter" idx="25" hasCustomPrompt="1"/>
          </p:nvPr>
        </p:nvSpPr>
        <p:spPr>
          <a:xfrm>
            <a:off x="3230670"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7" name="Textplatzhalter 27">
            <a:extLst>
              <a:ext uri="{FF2B5EF4-FFF2-40B4-BE49-F238E27FC236}">
                <a16:creationId xmlns:a16="http://schemas.microsoft.com/office/drawing/2014/main" id="{714803E2-4C7F-CFE5-7B57-C3F213A34037}"/>
              </a:ext>
            </a:extLst>
          </p:cNvPr>
          <p:cNvSpPr>
            <a:spLocks noGrp="1"/>
          </p:cNvSpPr>
          <p:nvPr>
            <p:ph type="body" sz="quarter" idx="27" hasCustomPrompt="1"/>
          </p:nvPr>
        </p:nvSpPr>
        <p:spPr>
          <a:xfrm>
            <a:off x="273050" y="5310187"/>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38" name="Textplatzhalter 27">
            <a:extLst>
              <a:ext uri="{FF2B5EF4-FFF2-40B4-BE49-F238E27FC236}">
                <a16:creationId xmlns:a16="http://schemas.microsoft.com/office/drawing/2014/main" id="{9C152131-ED74-0F59-B477-F10CE617C44A}"/>
              </a:ext>
            </a:extLst>
          </p:cNvPr>
          <p:cNvSpPr>
            <a:spLocks noGrp="1"/>
          </p:cNvSpPr>
          <p:nvPr>
            <p:ph type="body" sz="quarter" idx="28" hasCustomPrompt="1"/>
          </p:nvPr>
        </p:nvSpPr>
        <p:spPr>
          <a:xfrm>
            <a:off x="3232838"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1" name="Textplatzhalter 27">
            <a:extLst>
              <a:ext uri="{FF2B5EF4-FFF2-40B4-BE49-F238E27FC236}">
                <a16:creationId xmlns:a16="http://schemas.microsoft.com/office/drawing/2014/main" id="{1182E294-3DAE-8397-D78D-AE19E051369E}"/>
              </a:ext>
            </a:extLst>
          </p:cNvPr>
          <p:cNvSpPr>
            <a:spLocks noGrp="1"/>
          </p:cNvSpPr>
          <p:nvPr>
            <p:ph type="body" sz="quarter" idx="31" hasCustomPrompt="1"/>
          </p:nvPr>
        </p:nvSpPr>
        <p:spPr>
          <a:xfrm>
            <a:off x="3228075" y="53101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2" name="Textplatzhalter 27">
            <a:extLst>
              <a:ext uri="{FF2B5EF4-FFF2-40B4-BE49-F238E27FC236}">
                <a16:creationId xmlns:a16="http://schemas.microsoft.com/office/drawing/2014/main" id="{F8CA09C2-6A74-C429-81F0-F2CA0C0A8B87}"/>
              </a:ext>
            </a:extLst>
          </p:cNvPr>
          <p:cNvSpPr>
            <a:spLocks noGrp="1"/>
          </p:cNvSpPr>
          <p:nvPr>
            <p:ph type="body" sz="quarter" idx="22" hasCustomPrompt="1"/>
          </p:nvPr>
        </p:nvSpPr>
        <p:spPr>
          <a:xfrm>
            <a:off x="3228366" y="44043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3" name="Textplatzhalter 27">
            <a:extLst>
              <a:ext uri="{FF2B5EF4-FFF2-40B4-BE49-F238E27FC236}">
                <a16:creationId xmlns:a16="http://schemas.microsoft.com/office/drawing/2014/main" id="{79EF64BE-BAA5-7A03-2892-71B58B0FA777}"/>
              </a:ext>
            </a:extLst>
          </p:cNvPr>
          <p:cNvSpPr>
            <a:spLocks noGrp="1"/>
          </p:cNvSpPr>
          <p:nvPr>
            <p:ph type="body" sz="quarter" idx="23" hasCustomPrompt="1"/>
          </p:nvPr>
        </p:nvSpPr>
        <p:spPr>
          <a:xfrm>
            <a:off x="273050" y="440436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4" name="Textplatzhalter 27">
            <a:extLst>
              <a:ext uri="{FF2B5EF4-FFF2-40B4-BE49-F238E27FC236}">
                <a16:creationId xmlns:a16="http://schemas.microsoft.com/office/drawing/2014/main" id="{B37CF961-4AA4-3E2D-1EEC-751B07F74E7F}"/>
              </a:ext>
            </a:extLst>
          </p:cNvPr>
          <p:cNvSpPr>
            <a:spLocks noGrp="1"/>
          </p:cNvSpPr>
          <p:nvPr>
            <p:ph type="body" sz="quarter" idx="19" hasCustomPrompt="1"/>
          </p:nvPr>
        </p:nvSpPr>
        <p:spPr>
          <a:xfrm>
            <a:off x="276264"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5" name="Textplatzhalter 27">
            <a:extLst>
              <a:ext uri="{FF2B5EF4-FFF2-40B4-BE49-F238E27FC236}">
                <a16:creationId xmlns:a16="http://schemas.microsoft.com/office/drawing/2014/main" id="{A75866BD-D0AA-3041-796D-1EB9B1F3A8AE}"/>
              </a:ext>
            </a:extLst>
          </p:cNvPr>
          <p:cNvSpPr>
            <a:spLocks noGrp="1"/>
          </p:cNvSpPr>
          <p:nvPr>
            <p:ph type="body" sz="quarter" idx="21" hasCustomPrompt="1"/>
          </p:nvPr>
        </p:nvSpPr>
        <p:spPr>
          <a:xfrm>
            <a:off x="3233128" y="2689859"/>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46" name="Textplatzhalter 27">
            <a:extLst>
              <a:ext uri="{FF2B5EF4-FFF2-40B4-BE49-F238E27FC236}">
                <a16:creationId xmlns:a16="http://schemas.microsoft.com/office/drawing/2014/main" id="{348CBF73-5164-67ED-100D-52F0577F0DFC}"/>
              </a:ext>
            </a:extLst>
          </p:cNvPr>
          <p:cNvSpPr>
            <a:spLocks noGrp="1"/>
          </p:cNvSpPr>
          <p:nvPr>
            <p:ph type="body" sz="quarter" idx="26" hasCustomPrompt="1"/>
          </p:nvPr>
        </p:nvSpPr>
        <p:spPr>
          <a:xfrm>
            <a:off x="276264" y="3595686"/>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8" name="Textplatzhalter 27">
            <a:extLst>
              <a:ext uri="{FF2B5EF4-FFF2-40B4-BE49-F238E27FC236}">
                <a16:creationId xmlns:a16="http://schemas.microsoft.com/office/drawing/2014/main" id="{E413BFB1-BE2B-5698-D056-CFFE93D63A55}"/>
              </a:ext>
            </a:extLst>
          </p:cNvPr>
          <p:cNvSpPr>
            <a:spLocks noGrp="1"/>
          </p:cNvSpPr>
          <p:nvPr>
            <p:ph type="body" sz="quarter" idx="24" hasCustomPrompt="1"/>
          </p:nvPr>
        </p:nvSpPr>
        <p:spPr>
          <a:xfrm>
            <a:off x="273448" y="1876705"/>
            <a:ext cx="2574000" cy="421200"/>
          </a:xfrm>
        </p:spPr>
        <p:txBody>
          <a:bodyPr/>
          <a:lstStyle>
            <a:lvl1pPr>
              <a:lnSpc>
                <a:spcPct val="98000"/>
              </a:lnSpc>
              <a:defRPr sz="1500" b="0">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9" name="Textplatzhalter 27">
            <a:extLst>
              <a:ext uri="{FF2B5EF4-FFF2-40B4-BE49-F238E27FC236}">
                <a16:creationId xmlns:a16="http://schemas.microsoft.com/office/drawing/2014/main" id="{A6AD1D29-4F20-7C67-177C-5F66137D5CB4}"/>
              </a:ext>
            </a:extLst>
          </p:cNvPr>
          <p:cNvSpPr>
            <a:spLocks noGrp="1"/>
          </p:cNvSpPr>
          <p:nvPr>
            <p:ph type="body" sz="quarter" idx="18" hasCustomPrompt="1"/>
          </p:nvPr>
        </p:nvSpPr>
        <p:spPr>
          <a:xfrm>
            <a:off x="273448" y="975640"/>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0" name="Textplatzhalter 27">
            <a:extLst>
              <a:ext uri="{FF2B5EF4-FFF2-40B4-BE49-F238E27FC236}">
                <a16:creationId xmlns:a16="http://schemas.microsoft.com/office/drawing/2014/main" id="{A60B2A3C-D051-ADD5-9279-F6C77B951560}"/>
              </a:ext>
            </a:extLst>
          </p:cNvPr>
          <p:cNvSpPr>
            <a:spLocks noGrp="1"/>
          </p:cNvSpPr>
          <p:nvPr>
            <p:ph type="body" sz="quarter" idx="20" hasCustomPrompt="1"/>
          </p:nvPr>
        </p:nvSpPr>
        <p:spPr>
          <a:xfrm>
            <a:off x="3230960" y="970878"/>
            <a:ext cx="2574000" cy="684000"/>
          </a:xfrm>
        </p:spPr>
        <p:txBody>
          <a:bodyPr/>
          <a:lstStyle>
            <a:lvl1pPr>
              <a:defRPr sz="4700" b="1">
                <a:solidFill>
                  <a:schemeClr val="tx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Tree>
    <p:extLst>
      <p:ext uri="{BB962C8B-B14F-4D97-AF65-F5344CB8AC3E}">
        <p14:creationId xmlns:p14="http://schemas.microsoft.com/office/powerpoint/2010/main" val="2264862852"/>
      </p:ext>
    </p:extLst>
  </p:cSld>
  <p:clrMapOvr>
    <a:masterClrMapping/>
  </p:clrMapOvr>
  <p:hf hdr="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ild und Inhalt">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DC01D08B-BC87-4A6B-BAB6-A8ACF5B160B4}"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269875" y="273378"/>
            <a:ext cx="5724000" cy="560164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Inhaltsplatzhalter 2">
            <a:extLst>
              <a:ext uri="{FF2B5EF4-FFF2-40B4-BE49-F238E27FC236}">
                <a16:creationId xmlns:a16="http://schemas.microsoft.com/office/drawing/2014/main" id="{99EEEEF7-8E4F-3C55-5E7A-50A2A740DE06}"/>
              </a:ext>
            </a:extLst>
          </p:cNvPr>
          <p:cNvSpPr>
            <a:spLocks noGrp="1"/>
          </p:cNvSpPr>
          <p:nvPr>
            <p:ph idx="1" hasCustomPrompt="1"/>
          </p:nvPr>
        </p:nvSpPr>
        <p:spPr>
          <a:xfrm>
            <a:off x="6188400" y="866774"/>
            <a:ext cx="5724000" cy="5357813"/>
          </a:xfrm>
        </p:spPr>
        <p:txBody>
          <a:bodyPr/>
          <a:lstStyle>
            <a:lvl1pPr>
              <a:spcAft>
                <a:spcPts val="0"/>
              </a:spcAft>
              <a:defRPr sz="1600"/>
            </a:lvl1pPr>
            <a:lvl2pPr marL="226800" indent="-226800">
              <a:spcBef>
                <a:spcPts val="1000"/>
              </a:spcBef>
              <a:spcAft>
                <a:spcPts val="0"/>
              </a:spcAft>
              <a:buFont typeface="Source Sans Pro" panose="020B0503030403020204" pitchFamily="34" charset="0"/>
              <a:buChar char="―"/>
              <a:defRPr sz="1600"/>
            </a:lvl2pPr>
            <a:lvl3pPr marL="658800" indent="-226800">
              <a:spcBef>
                <a:spcPts val="1000"/>
              </a:spcBef>
              <a:spcAft>
                <a:spcPts val="0"/>
              </a:spcAft>
              <a:buFont typeface="Source Sans Pro" panose="020B0503030403020204" pitchFamily="34" charset="0"/>
              <a:buChar char="―"/>
              <a:defRPr sz="1600"/>
            </a:lvl3pPr>
            <a:lvl4pPr marL="1018800" indent="-226800">
              <a:spcBef>
                <a:spcPts val="1000"/>
              </a:spcBef>
              <a:spcAft>
                <a:spcPts val="0"/>
              </a:spcAft>
              <a:buFont typeface="Source Sans Pro" panose="020B0503030403020204" pitchFamily="34" charset="0"/>
              <a:buChar char="―"/>
              <a:defRPr sz="1600"/>
            </a:lvl4pPr>
            <a:lvl5pPr marL="1522800" indent="-226800">
              <a:spcBef>
                <a:spcPts val="1000"/>
              </a:spcBef>
              <a:spcAft>
                <a:spcPts val="0"/>
              </a:spcAft>
              <a:buFont typeface="Source Sans Pro" panose="020B0503030403020204" pitchFamily="34" charset="0"/>
              <a:buChar char="―"/>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Titel 1">
            <a:extLst>
              <a:ext uri="{FF2B5EF4-FFF2-40B4-BE49-F238E27FC236}">
                <a16:creationId xmlns:a16="http://schemas.microsoft.com/office/drawing/2014/main" id="{BA512215-946B-73CF-5CD5-5404CAE41FE7}"/>
              </a:ext>
            </a:extLst>
          </p:cNvPr>
          <p:cNvSpPr>
            <a:spLocks noGrp="1"/>
          </p:cNvSpPr>
          <p:nvPr>
            <p:ph type="title" hasCustomPrompt="1"/>
          </p:nvPr>
        </p:nvSpPr>
        <p:spPr>
          <a:xfrm>
            <a:off x="6188400" y="244800"/>
            <a:ext cx="5723999" cy="519436"/>
          </a:xfrm>
        </p:spPr>
        <p:txBody>
          <a:bodyPr/>
          <a:lstStyle>
            <a:lvl1pPr>
              <a:lnSpc>
                <a:spcPct val="97000"/>
              </a:lnSpc>
              <a:defRPr/>
            </a:lvl1pPr>
          </a:lstStyle>
          <a:p>
            <a:r>
              <a:rPr lang="en-GB" noProof="0" dirty="0"/>
              <a:t>Insert chapter title</a:t>
            </a:r>
          </a:p>
        </p:txBody>
      </p:sp>
      <p:sp>
        <p:nvSpPr>
          <p:cNvPr id="12" name="Textplatzhalter 11">
            <a:extLst>
              <a:ext uri="{FF2B5EF4-FFF2-40B4-BE49-F238E27FC236}">
                <a16:creationId xmlns:a16="http://schemas.microsoft.com/office/drawing/2014/main" id="{DABC8980-79BC-7792-05E5-871BA6059E89}"/>
              </a:ext>
            </a:extLst>
          </p:cNvPr>
          <p:cNvSpPr>
            <a:spLocks noGrp="1"/>
          </p:cNvSpPr>
          <p:nvPr>
            <p:ph type="body" sz="quarter" idx="18" hasCustomPrompt="1"/>
          </p:nvPr>
        </p:nvSpPr>
        <p:spPr>
          <a:xfrm>
            <a:off x="269875" y="6029325"/>
            <a:ext cx="5724525" cy="195263"/>
          </a:xfrm>
        </p:spPr>
        <p:txBody>
          <a:bodyPr anchor="b"/>
          <a:lstStyle>
            <a:lvl1pPr>
              <a:defRPr sz="1000" b="1"/>
            </a:lvl1pPr>
            <a:lvl2pPr>
              <a:defRPr sz="1000" b="1"/>
            </a:lvl2pPr>
            <a:lvl3pPr>
              <a:defRPr sz="1000" b="1"/>
            </a:lvl3pPr>
            <a:lvl4pPr>
              <a:defRPr sz="1000" b="1"/>
            </a:lvl4pPr>
            <a:lvl5pPr>
              <a:defRPr sz="1000" b="1"/>
            </a:lvl5pPr>
          </a:lstStyle>
          <a:p>
            <a:pPr lvl="0"/>
            <a:r>
              <a:rPr lang="en-GB" noProof="0" dirty="0"/>
              <a:t>Insert caption</a:t>
            </a:r>
          </a:p>
        </p:txBody>
      </p:sp>
    </p:spTree>
    <p:extLst>
      <p:ext uri="{BB962C8B-B14F-4D97-AF65-F5344CB8AC3E}">
        <p14:creationId xmlns:p14="http://schemas.microsoft.com/office/powerpoint/2010/main" val="27742461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Bild, drei Flächen und Inhalt">
    <p:spTree>
      <p:nvGrpSpPr>
        <p:cNvPr id="1" name=""/>
        <p:cNvGrpSpPr/>
        <p:nvPr/>
      </p:nvGrpSpPr>
      <p:grpSpPr>
        <a:xfrm>
          <a:off x="0" y="0"/>
          <a:ext cx="0" cy="0"/>
          <a:chOff x="0" y="0"/>
          <a:chExt cx="0" cy="0"/>
        </a:xfrm>
      </p:grpSpPr>
      <p:sp>
        <p:nvSpPr>
          <p:cNvPr id="9" name="Bildplatzhalter 4">
            <a:extLst>
              <a:ext uri="{FF2B5EF4-FFF2-40B4-BE49-F238E27FC236}">
                <a16:creationId xmlns:a16="http://schemas.microsoft.com/office/drawing/2014/main" id="{5A065272-38F7-A074-824D-FD6B0FAB5CA4}"/>
              </a:ext>
            </a:extLst>
          </p:cNvPr>
          <p:cNvSpPr>
            <a:spLocks noGrp="1"/>
          </p:cNvSpPr>
          <p:nvPr>
            <p:ph type="pic" sz="quarter" idx="17"/>
          </p:nvPr>
        </p:nvSpPr>
        <p:spPr>
          <a:xfrm>
            <a:off x="269875" y="866774"/>
            <a:ext cx="5724000" cy="5357813"/>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 name="Titel 1"/>
          <p:cNvSpPr>
            <a:spLocks noGrp="1"/>
          </p:cNvSpPr>
          <p:nvPr>
            <p:ph type="title" hasCustomPrompt="1"/>
          </p:nvPr>
        </p:nvSpPr>
        <p:spPr>
          <a:xfrm>
            <a:off x="273600" y="244799"/>
            <a:ext cx="11648525" cy="621975"/>
          </a:xfrm>
        </p:spPr>
        <p:txBody>
          <a:bodyPr/>
          <a:lstStyle>
            <a:lvl1pPr>
              <a:defRPr/>
            </a:lvl1pPr>
          </a:lstStyle>
          <a:p>
            <a:r>
              <a:rPr lang="en-GB" noProof="0" dirty="0"/>
              <a:t>Insert title</a:t>
            </a:r>
          </a:p>
        </p:txBody>
      </p:sp>
      <p:sp>
        <p:nvSpPr>
          <p:cNvPr id="5" name="Datumsplatzhalter 4">
            <a:extLst>
              <a:ext uri="{FF2B5EF4-FFF2-40B4-BE49-F238E27FC236}">
                <a16:creationId xmlns:a16="http://schemas.microsoft.com/office/drawing/2014/main" id="{0CBC3AC7-219E-4C67-AEDA-C67A12A69C38}"/>
              </a:ext>
            </a:extLst>
          </p:cNvPr>
          <p:cNvSpPr>
            <a:spLocks noGrp="1"/>
          </p:cNvSpPr>
          <p:nvPr>
            <p:ph type="dt" sz="half" idx="10"/>
          </p:nvPr>
        </p:nvSpPr>
        <p:spPr/>
        <p:txBody>
          <a:bodyPr/>
          <a:lstStyle/>
          <a:p>
            <a:fld id="{94B49354-1A46-41EB-9B56-F72C8C8A693E}" type="datetime1">
              <a:rPr lang="en-GB" noProof="0" smtClean="0"/>
              <a:t>06/09/2026</a:t>
            </a:fld>
            <a:endParaRPr lang="en-GB" noProof="0" dirty="0"/>
          </a:p>
        </p:txBody>
      </p:sp>
      <p:sp>
        <p:nvSpPr>
          <p:cNvPr id="6" name="Fußzeilenplatzhalter 5">
            <a:extLst>
              <a:ext uri="{FF2B5EF4-FFF2-40B4-BE49-F238E27FC236}">
                <a16:creationId xmlns:a16="http://schemas.microsoft.com/office/drawing/2014/main" id="{C7782AC2-B1F9-49B1-8F1C-175BF9874552}"/>
              </a:ext>
            </a:extLst>
          </p:cNvPr>
          <p:cNvSpPr>
            <a:spLocks noGrp="1"/>
          </p:cNvSpPr>
          <p:nvPr>
            <p:ph type="ftr" sz="quarter" idx="11"/>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1764E7F5-EE66-4CED-8EDA-D78B639D28B0}"/>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2">
            <a:extLst>
              <a:ext uri="{FF2B5EF4-FFF2-40B4-BE49-F238E27FC236}">
                <a16:creationId xmlns:a16="http://schemas.microsoft.com/office/drawing/2014/main" id="{0F08660E-5135-A84E-B689-DDFA75A72BBA}"/>
              </a:ext>
            </a:extLst>
          </p:cNvPr>
          <p:cNvSpPr>
            <a:spLocks noGrp="1"/>
          </p:cNvSpPr>
          <p:nvPr>
            <p:ph sz="half" idx="13" hasCustomPrompt="1"/>
          </p:nvPr>
        </p:nvSpPr>
        <p:spPr>
          <a:xfrm>
            <a:off x="6197600" y="2602800"/>
            <a:ext cx="5722937" cy="3621787"/>
          </a:xfrm>
        </p:spPr>
        <p:txBody>
          <a:bodyPr/>
          <a:lstStyle>
            <a:lvl1pPr>
              <a:spcBef>
                <a:spcPts val="1000"/>
              </a:spcBef>
              <a:defRPr sz="1600"/>
            </a:lvl1pPr>
            <a:lvl2pPr marL="226800" indent="-226800">
              <a:spcBef>
                <a:spcPts val="0"/>
              </a:spcBef>
              <a:defRPr sz="1600"/>
            </a:lvl2pPr>
            <a:lvl3pPr marL="658800" indent="-226800">
              <a:spcBef>
                <a:spcPts val="0"/>
              </a:spcBef>
              <a:defRPr sz="1600"/>
            </a:lvl3pPr>
            <a:lvl4pPr marL="1090800" indent="-226800">
              <a:spcBef>
                <a:spcPts val="0"/>
              </a:spcBef>
              <a:defRPr sz="1600"/>
            </a:lvl4pPr>
            <a:lvl5pPr marL="1522800" indent="-226800">
              <a:spcBef>
                <a:spcPts val="0"/>
              </a:spcBef>
              <a:defRPr sz="16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extplatzhalter 5">
            <a:extLst>
              <a:ext uri="{FF2B5EF4-FFF2-40B4-BE49-F238E27FC236}">
                <a16:creationId xmlns:a16="http://schemas.microsoft.com/office/drawing/2014/main" id="{5C25F038-C59A-91D3-5738-FA2D715B1DFE}"/>
              </a:ext>
            </a:extLst>
          </p:cNvPr>
          <p:cNvSpPr>
            <a:spLocks noGrp="1"/>
          </p:cNvSpPr>
          <p:nvPr>
            <p:ph type="body" sz="quarter" idx="23" hasCustomPrompt="1"/>
          </p:nvPr>
        </p:nvSpPr>
        <p:spPr>
          <a:xfrm>
            <a:off x="268287" y="4738688"/>
            <a:ext cx="4734000" cy="1155600"/>
          </a:xfrm>
          <a:solidFill>
            <a:schemeClr val="bg1"/>
          </a:solidFill>
        </p:spPr>
        <p:txBody>
          <a:bodyPr lIns="180000" anchor="ctr"/>
          <a:lstStyle>
            <a:lvl1pPr>
              <a:lnSpc>
                <a:spcPct val="98000"/>
              </a:lnSpc>
              <a:defRPr sz="2400" b="0"/>
            </a:lvl1pPr>
          </a:lstStyle>
          <a:p>
            <a:pPr lvl="0"/>
            <a:r>
              <a:rPr lang="en-GB" noProof="0" dirty="0"/>
              <a:t>Insert content</a:t>
            </a:r>
          </a:p>
        </p:txBody>
      </p:sp>
      <p:sp>
        <p:nvSpPr>
          <p:cNvPr id="3" name="Rechteck 2">
            <a:extLst>
              <a:ext uri="{FF2B5EF4-FFF2-40B4-BE49-F238E27FC236}">
                <a16:creationId xmlns:a16="http://schemas.microsoft.com/office/drawing/2014/main" id="{1BFFCDAC-C838-ADD4-2284-837AC0DB7D32}"/>
              </a:ext>
            </a:extLst>
          </p:cNvPr>
          <p:cNvSpPr>
            <a:spLocks/>
          </p:cNvSpPr>
          <p:nvPr userDrawn="1"/>
        </p:nvSpPr>
        <p:spPr>
          <a:xfrm>
            <a:off x="6179816"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11" name="Gerader Verbinder 10">
            <a:extLst>
              <a:ext uri="{FF2B5EF4-FFF2-40B4-BE49-F238E27FC236}">
                <a16:creationId xmlns:a16="http://schemas.microsoft.com/office/drawing/2014/main" id="{5D52F735-79F5-3F42-160A-B27CDCC6ECBC}"/>
              </a:ext>
            </a:extLst>
          </p:cNvPr>
          <p:cNvCxnSpPr>
            <a:cxnSpLocks/>
          </p:cNvCxnSpPr>
          <p:nvPr userDrawn="1"/>
        </p:nvCxnSpPr>
        <p:spPr>
          <a:xfrm>
            <a:off x="6357417"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platzhalter 12">
            <a:extLst>
              <a:ext uri="{FF2B5EF4-FFF2-40B4-BE49-F238E27FC236}">
                <a16:creationId xmlns:a16="http://schemas.microsoft.com/office/drawing/2014/main" id="{15E8ED3B-58AB-278E-8FA6-54B53676917B}"/>
              </a:ext>
            </a:extLst>
          </p:cNvPr>
          <p:cNvSpPr>
            <a:spLocks noGrp="1"/>
          </p:cNvSpPr>
          <p:nvPr>
            <p:ph type="body" sz="quarter" idx="24" hasCustomPrompt="1"/>
          </p:nvPr>
        </p:nvSpPr>
        <p:spPr>
          <a:xfrm>
            <a:off x="6179816"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15" name="Textplatzhalter 12">
            <a:extLst>
              <a:ext uri="{FF2B5EF4-FFF2-40B4-BE49-F238E27FC236}">
                <a16:creationId xmlns:a16="http://schemas.microsoft.com/office/drawing/2014/main" id="{50E60B21-008A-2B6B-00EE-55A0A5704EC1}"/>
              </a:ext>
            </a:extLst>
          </p:cNvPr>
          <p:cNvSpPr>
            <a:spLocks noGrp="1"/>
          </p:cNvSpPr>
          <p:nvPr>
            <p:ph type="body" sz="quarter" idx="25" hasCustomPrompt="1"/>
          </p:nvPr>
        </p:nvSpPr>
        <p:spPr>
          <a:xfrm>
            <a:off x="6179816"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4" name="Rechteck 23">
            <a:extLst>
              <a:ext uri="{FF2B5EF4-FFF2-40B4-BE49-F238E27FC236}">
                <a16:creationId xmlns:a16="http://schemas.microsoft.com/office/drawing/2014/main" id="{CAB97A8F-A31B-71A8-6F59-6CF07FEC341B}"/>
              </a:ext>
            </a:extLst>
          </p:cNvPr>
          <p:cNvSpPr>
            <a:spLocks/>
          </p:cNvSpPr>
          <p:nvPr userDrawn="1"/>
        </p:nvSpPr>
        <p:spPr>
          <a:xfrm>
            <a:off x="81612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5" name="Gerader Verbinder 24">
            <a:extLst>
              <a:ext uri="{FF2B5EF4-FFF2-40B4-BE49-F238E27FC236}">
                <a16:creationId xmlns:a16="http://schemas.microsoft.com/office/drawing/2014/main" id="{20494D9F-526C-2E69-E603-70C47570B76A}"/>
              </a:ext>
            </a:extLst>
          </p:cNvPr>
          <p:cNvCxnSpPr>
            <a:cxnSpLocks/>
          </p:cNvCxnSpPr>
          <p:nvPr userDrawn="1"/>
        </p:nvCxnSpPr>
        <p:spPr>
          <a:xfrm>
            <a:off x="83500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platzhalter 12">
            <a:extLst>
              <a:ext uri="{FF2B5EF4-FFF2-40B4-BE49-F238E27FC236}">
                <a16:creationId xmlns:a16="http://schemas.microsoft.com/office/drawing/2014/main" id="{CD54ACCC-E2D7-61F6-43F8-B08BB0DF8902}"/>
              </a:ext>
            </a:extLst>
          </p:cNvPr>
          <p:cNvSpPr>
            <a:spLocks noGrp="1"/>
          </p:cNvSpPr>
          <p:nvPr>
            <p:ph type="body" sz="quarter" idx="26" hasCustomPrompt="1"/>
          </p:nvPr>
        </p:nvSpPr>
        <p:spPr>
          <a:xfrm>
            <a:off x="81612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27" name="Textplatzhalter 12">
            <a:extLst>
              <a:ext uri="{FF2B5EF4-FFF2-40B4-BE49-F238E27FC236}">
                <a16:creationId xmlns:a16="http://schemas.microsoft.com/office/drawing/2014/main" id="{AE30B499-759C-236B-6D1C-6BCA6F207DFA}"/>
              </a:ext>
            </a:extLst>
          </p:cNvPr>
          <p:cNvSpPr>
            <a:spLocks noGrp="1"/>
          </p:cNvSpPr>
          <p:nvPr>
            <p:ph type="body" sz="quarter" idx="27" hasCustomPrompt="1"/>
          </p:nvPr>
        </p:nvSpPr>
        <p:spPr>
          <a:xfrm>
            <a:off x="81612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
        <p:nvSpPr>
          <p:cNvPr id="28" name="Rechteck 27">
            <a:extLst>
              <a:ext uri="{FF2B5EF4-FFF2-40B4-BE49-F238E27FC236}">
                <a16:creationId xmlns:a16="http://schemas.microsoft.com/office/drawing/2014/main" id="{2C39869D-3DD1-49E4-9B99-D5ADADC37626}"/>
              </a:ext>
            </a:extLst>
          </p:cNvPr>
          <p:cNvSpPr>
            <a:spLocks/>
          </p:cNvSpPr>
          <p:nvPr userDrawn="1"/>
        </p:nvSpPr>
        <p:spPr>
          <a:xfrm>
            <a:off x="10130400" y="866775"/>
            <a:ext cx="1792610" cy="1390650"/>
          </a:xfrm>
          <a:prstGeom prst="rect">
            <a:avLst/>
          </a:prstGeom>
          <a:solidFill>
            <a:schemeClr val="accent1"/>
          </a:solidFill>
        </p:spPr>
        <p:txBody>
          <a:bodyPr wrap="square" lIns="180000" tIns="90000" rIns="88325" bIns="44162">
            <a:noAutofit/>
          </a:bodyPr>
          <a:lstStyle/>
          <a:p>
            <a:endParaRPr lang="en-GB" sz="4700" noProof="0" dirty="0">
              <a:solidFill>
                <a:schemeClr val="bg1"/>
              </a:solidFill>
            </a:endParaRPr>
          </a:p>
        </p:txBody>
      </p:sp>
      <p:cxnSp>
        <p:nvCxnSpPr>
          <p:cNvPr id="29" name="Gerader Verbinder 28">
            <a:extLst>
              <a:ext uri="{FF2B5EF4-FFF2-40B4-BE49-F238E27FC236}">
                <a16:creationId xmlns:a16="http://schemas.microsoft.com/office/drawing/2014/main" id="{DC74D9E1-33AE-B3A6-62C5-702A8706EDCA}"/>
              </a:ext>
            </a:extLst>
          </p:cNvPr>
          <p:cNvCxnSpPr>
            <a:cxnSpLocks/>
          </p:cNvCxnSpPr>
          <p:nvPr userDrawn="1"/>
        </p:nvCxnSpPr>
        <p:spPr>
          <a:xfrm>
            <a:off x="10319214" y="1716731"/>
            <a:ext cx="1414983"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platzhalter 12">
            <a:extLst>
              <a:ext uri="{FF2B5EF4-FFF2-40B4-BE49-F238E27FC236}">
                <a16:creationId xmlns:a16="http://schemas.microsoft.com/office/drawing/2014/main" id="{21172486-FB2A-0D37-20BD-766B69EC1648}"/>
              </a:ext>
            </a:extLst>
          </p:cNvPr>
          <p:cNvSpPr>
            <a:spLocks noGrp="1"/>
          </p:cNvSpPr>
          <p:nvPr>
            <p:ph type="body" sz="quarter" idx="28" hasCustomPrompt="1"/>
          </p:nvPr>
        </p:nvSpPr>
        <p:spPr>
          <a:xfrm>
            <a:off x="10130400" y="1735421"/>
            <a:ext cx="1792800" cy="522000"/>
          </a:xfrm>
        </p:spPr>
        <p:txBody>
          <a:bodyPr lIns="180000" rIns="90000" bIns="43200" anchor="ctr"/>
          <a:lstStyle>
            <a:lvl1pPr>
              <a:defRPr sz="1500" b="1">
                <a:solidFill>
                  <a:schemeClr val="bg1"/>
                </a:solidFill>
              </a:defRPr>
            </a:lvl1pPr>
            <a:lvl2pPr>
              <a:defRPr sz="1500" b="1"/>
            </a:lvl2pPr>
            <a:lvl3pPr>
              <a:defRPr sz="1500" b="1"/>
            </a:lvl3pPr>
            <a:lvl4pPr>
              <a:defRPr sz="1500" b="1"/>
            </a:lvl4pPr>
            <a:lvl5pPr>
              <a:defRPr sz="1500" b="1"/>
            </a:lvl5pPr>
          </a:lstStyle>
          <a:p>
            <a:pPr lvl="0"/>
            <a:r>
              <a:rPr lang="en-GB" noProof="0" dirty="0"/>
              <a:t>Insert content</a:t>
            </a:r>
          </a:p>
        </p:txBody>
      </p:sp>
      <p:sp>
        <p:nvSpPr>
          <p:cNvPr id="31" name="Textplatzhalter 12">
            <a:extLst>
              <a:ext uri="{FF2B5EF4-FFF2-40B4-BE49-F238E27FC236}">
                <a16:creationId xmlns:a16="http://schemas.microsoft.com/office/drawing/2014/main" id="{A5D721FD-5C54-2030-F7DF-99F78870D3F0}"/>
              </a:ext>
            </a:extLst>
          </p:cNvPr>
          <p:cNvSpPr>
            <a:spLocks noGrp="1"/>
          </p:cNvSpPr>
          <p:nvPr>
            <p:ph type="body" sz="quarter" idx="29" hasCustomPrompt="1"/>
          </p:nvPr>
        </p:nvSpPr>
        <p:spPr>
          <a:xfrm>
            <a:off x="10130400" y="866775"/>
            <a:ext cx="1792800" cy="838900"/>
          </a:xfrm>
        </p:spPr>
        <p:txBody>
          <a:bodyPr lIns="180000" tIns="90000" rIns="90000" bIns="43200" anchor="ctr"/>
          <a:lstStyle>
            <a:lvl1pPr>
              <a:defRPr sz="4700" b="1">
                <a:solidFill>
                  <a:schemeClr val="bg1"/>
                </a:solidFill>
              </a:defRPr>
            </a:lvl1pPr>
            <a:lvl2pPr>
              <a:defRPr sz="1500" b="1"/>
            </a:lvl2pPr>
            <a:lvl3pPr>
              <a:defRPr sz="1500" b="1"/>
            </a:lvl3pPr>
            <a:lvl4pPr>
              <a:defRPr sz="1500" b="1"/>
            </a:lvl4pPr>
            <a:lvl5pPr>
              <a:defRPr sz="1500" b="1"/>
            </a:lvl5pPr>
          </a:lstStyle>
          <a:p>
            <a:pPr lvl="0"/>
            <a:r>
              <a:rPr lang="en-GB" noProof="0" dirty="0"/>
              <a:t>0</a:t>
            </a:r>
          </a:p>
        </p:txBody>
      </p:sp>
    </p:spTree>
    <p:extLst>
      <p:ext uri="{BB962C8B-B14F-4D97-AF65-F5344CB8AC3E}">
        <p14:creationId xmlns:p14="http://schemas.microsoft.com/office/powerpoint/2010/main" val="3442525644"/>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9E05F214-4AD4-4D89-AE61-CF34C7806923}" type="datetime1">
              <a:rPr lang="de-CH" noProof="0" smtClean="0"/>
              <a:t>06.09.2026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Footer (Edit via "Insert &gt; Header and Footer")</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6" name="Bildplatzhalter 4">
            <a:extLst>
              <a:ext uri="{FF2B5EF4-FFF2-40B4-BE49-F238E27FC236}">
                <a16:creationId xmlns:a16="http://schemas.microsoft.com/office/drawing/2014/main" id="{84E61DB5-E919-69BB-4D15-14B989729A33}"/>
              </a:ext>
            </a:extLst>
          </p:cNvPr>
          <p:cNvSpPr>
            <a:spLocks noGrp="1"/>
          </p:cNvSpPr>
          <p:nvPr>
            <p:ph type="pic" sz="quarter" idx="17"/>
          </p:nvPr>
        </p:nvSpPr>
        <p:spPr>
          <a:xfrm>
            <a:off x="6187621" y="273378"/>
            <a:ext cx="57240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77766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ld und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chapter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E2C0931-09B0-4B39-995C-BB4BD36DB6C3}"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908720"/>
            <a:ext cx="7701073" cy="531586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7" name="Inhaltsplatzhalter 2">
            <a:extLst>
              <a:ext uri="{FF2B5EF4-FFF2-40B4-BE49-F238E27FC236}">
                <a16:creationId xmlns:a16="http://schemas.microsoft.com/office/drawing/2014/main" id="{79B29A34-DB3C-6631-0D19-C1C5DF5EA28A}"/>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42054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rei Inhalte">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7EF33BA8-25F9-4DC4-8DF6-71C6AEBB6E7E}"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5353844"/>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5353845"/>
          </a:xfrm>
        </p:spPr>
        <p:txBody>
          <a:bodyPr/>
          <a:lstStyle>
            <a:lvl1pPr>
              <a:defRPr/>
            </a:lvl1pPr>
            <a:lvl2pPr marL="226800" indent="-226800">
              <a:spcBef>
                <a:spcPts val="1000"/>
              </a:spcBef>
              <a:spcAft>
                <a:spcPts val="0"/>
              </a:spcAft>
              <a:buFont typeface="Source Sans Pro" panose="020B0503030403020204" pitchFamily="34" charset="0"/>
              <a:buChar char="―"/>
              <a:defRPr/>
            </a:lvl2pPr>
            <a:lvl3pPr marL="658800" indent="-226800">
              <a:spcBef>
                <a:spcPts val="1000"/>
              </a:spcBef>
              <a:spcAft>
                <a:spcPts val="0"/>
              </a:spcAft>
              <a:buFont typeface="Source Sans Pro" panose="020B0503030403020204" pitchFamily="34" charset="0"/>
              <a:buChar char="―"/>
              <a:defRPr/>
            </a:lvl3pPr>
            <a:lvl4pPr marL="1090800" indent="-226800">
              <a:spcBef>
                <a:spcPts val="1000"/>
              </a:spcBef>
              <a:spcAft>
                <a:spcPts val="0"/>
              </a:spcAft>
              <a:buFont typeface="Source Sans Pro" panose="020B0503030403020204" pitchFamily="34" charset="0"/>
              <a:buChar char="―"/>
              <a:defRPr/>
            </a:lvl4pPr>
            <a:lvl5pPr marL="1522800" indent="-226800">
              <a:spcBef>
                <a:spcPts val="1000"/>
              </a:spcBef>
              <a:spcAft>
                <a:spcPts val="0"/>
              </a:spcAft>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5713388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rei Bilder mit Text">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FD440920-B1A2-4FB0-981D-DAC5A3A0DBB6}"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GB" noProof="0" dirty="0"/>
              <a:t>Footer (Edit via "Insert &gt; Header and Footer")</a:t>
            </a:r>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en-GB" noProof="0" smtClean="0"/>
              <a:pPr/>
              <a:t>‹#›</a:t>
            </a:fld>
            <a:endParaRPr lang="en-GB" noProof="0" dirty="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286000"/>
            <a:ext cx="3765600" cy="3938588"/>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5A128A8A-1E20-0372-6952-A37B014C0229}"/>
              </a:ext>
            </a:extLst>
          </p:cNvPr>
          <p:cNvSpPr>
            <a:spLocks noGrp="1"/>
          </p:cNvSpPr>
          <p:nvPr>
            <p:ph idx="1" hasCustomPrompt="1"/>
          </p:nvPr>
        </p:nvSpPr>
        <p:spPr>
          <a:xfrm>
            <a:off x="280379"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Titel 1">
            <a:extLst>
              <a:ext uri="{FF2B5EF4-FFF2-40B4-BE49-F238E27FC236}">
                <a16:creationId xmlns:a16="http://schemas.microsoft.com/office/drawing/2014/main" id="{8E16A7B1-D6D5-1F45-5873-56D50909A60B}"/>
              </a:ext>
            </a:extLst>
          </p:cNvPr>
          <p:cNvSpPr>
            <a:spLocks noGrp="1"/>
          </p:cNvSpPr>
          <p:nvPr>
            <p:ph type="title" hasCustomPrompt="1"/>
          </p:nvPr>
        </p:nvSpPr>
        <p:spPr>
          <a:xfrm>
            <a:off x="271463" y="245269"/>
            <a:ext cx="11650662" cy="531056"/>
          </a:xfrm>
        </p:spPr>
        <p:txBody>
          <a:bodyPr/>
          <a:lstStyle>
            <a:lvl1pPr>
              <a:defRPr/>
            </a:lvl1pPr>
          </a:lstStyle>
          <a:p>
            <a:r>
              <a:rPr lang="en-GB" noProof="0" dirty="0"/>
              <a:t>Insert chapter title</a:t>
            </a:r>
          </a:p>
        </p:txBody>
      </p:sp>
      <p:sp>
        <p:nvSpPr>
          <p:cNvPr id="12" name="Inhaltsplatzhalter 2">
            <a:extLst>
              <a:ext uri="{FF2B5EF4-FFF2-40B4-BE49-F238E27FC236}">
                <a16:creationId xmlns:a16="http://schemas.microsoft.com/office/drawing/2014/main" id="{B08945CC-0D4F-0056-B059-E53C8D583D78}"/>
              </a:ext>
            </a:extLst>
          </p:cNvPr>
          <p:cNvSpPr>
            <a:spLocks noGrp="1"/>
          </p:cNvSpPr>
          <p:nvPr>
            <p:ph idx="19" hasCustomPrompt="1"/>
          </p:nvPr>
        </p:nvSpPr>
        <p:spPr>
          <a:xfrm>
            <a:off x="4218452" y="870744"/>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2">
            <a:extLst>
              <a:ext uri="{FF2B5EF4-FFF2-40B4-BE49-F238E27FC236}">
                <a16:creationId xmlns:a16="http://schemas.microsoft.com/office/drawing/2014/main" id="{991A9BC9-91DF-B4F2-E0C5-C2578FBF8926}"/>
              </a:ext>
            </a:extLst>
          </p:cNvPr>
          <p:cNvSpPr>
            <a:spLocks noGrp="1"/>
          </p:cNvSpPr>
          <p:nvPr>
            <p:ph idx="20" hasCustomPrompt="1"/>
          </p:nvPr>
        </p:nvSpPr>
        <p:spPr>
          <a:xfrm>
            <a:off x="8156525" y="870743"/>
            <a:ext cx="3765600" cy="1215083"/>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7210839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rei Bilder">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80379"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7E36D67C-8BF7-4CBC-9036-CC970B8B4F9A}" type="datetime1">
              <a:rPr lang="de-CH" noProof="0" smtClean="0"/>
              <a:t>06.09.2026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Footer (Edit via "Insert &gt; Header and Footer")</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
        <p:nvSpPr>
          <p:cNvPr id="2" name="Bildplatzhalter 4">
            <a:extLst>
              <a:ext uri="{FF2B5EF4-FFF2-40B4-BE49-F238E27FC236}">
                <a16:creationId xmlns:a16="http://schemas.microsoft.com/office/drawing/2014/main" id="{BB21450C-9A0A-DE52-A711-C6A4E254A2DE}"/>
              </a:ext>
            </a:extLst>
          </p:cNvPr>
          <p:cNvSpPr>
            <a:spLocks noGrp="1"/>
          </p:cNvSpPr>
          <p:nvPr>
            <p:ph type="pic" sz="quarter" idx="17"/>
          </p:nvPr>
        </p:nvSpPr>
        <p:spPr>
          <a:xfrm>
            <a:off x="4218452"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4" name="Bildplatzhalter 4">
            <a:extLst>
              <a:ext uri="{FF2B5EF4-FFF2-40B4-BE49-F238E27FC236}">
                <a16:creationId xmlns:a16="http://schemas.microsoft.com/office/drawing/2014/main" id="{40369691-93C7-0711-9987-747ABDF5BEE9}"/>
              </a:ext>
            </a:extLst>
          </p:cNvPr>
          <p:cNvSpPr>
            <a:spLocks noGrp="1"/>
          </p:cNvSpPr>
          <p:nvPr>
            <p:ph type="pic" sz="quarter" idx="18"/>
          </p:nvPr>
        </p:nvSpPr>
        <p:spPr>
          <a:xfrm>
            <a:off x="8156525" y="273378"/>
            <a:ext cx="3765600"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Tree>
    <p:extLst>
      <p:ext uri="{BB962C8B-B14F-4D97-AF65-F5344CB8AC3E}">
        <p14:creationId xmlns:p14="http://schemas.microsoft.com/office/powerpoint/2010/main" val="162006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er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Inhaltsplatzhalter 2"/>
          <p:cNvSpPr>
            <a:spLocks noGrp="1"/>
          </p:cNvSpPr>
          <p:nvPr>
            <p:ph idx="1" hasCustomPrompt="1"/>
          </p:nvPr>
        </p:nvSpPr>
        <p:spPr>
          <a:xfrm>
            <a:off x="27146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07BF17AC-F94E-4589-8B72-E87890D6CDE5}"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2" name="Inhaltsplatzhalter 2">
            <a:extLst>
              <a:ext uri="{FF2B5EF4-FFF2-40B4-BE49-F238E27FC236}">
                <a16:creationId xmlns:a16="http://schemas.microsoft.com/office/drawing/2014/main" id="{2115A716-7F0D-6001-BBDA-1C1AF55BDEB0}"/>
              </a:ext>
            </a:extLst>
          </p:cNvPr>
          <p:cNvSpPr>
            <a:spLocks noGrp="1"/>
          </p:cNvSpPr>
          <p:nvPr>
            <p:ph idx="17" hasCustomPrompt="1"/>
          </p:nvPr>
        </p:nvSpPr>
        <p:spPr>
          <a:xfrm>
            <a:off x="3228587"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3" name="Bildplatzhalter 4">
            <a:extLst>
              <a:ext uri="{FF2B5EF4-FFF2-40B4-BE49-F238E27FC236}">
                <a16:creationId xmlns:a16="http://schemas.microsoft.com/office/drawing/2014/main" id="{ADAF9B2C-8583-6129-0978-4CC7CC294B45}"/>
              </a:ext>
            </a:extLst>
          </p:cNvPr>
          <p:cNvSpPr>
            <a:spLocks noGrp="1"/>
          </p:cNvSpPr>
          <p:nvPr>
            <p:ph type="pic" sz="quarter" idx="18"/>
          </p:nvPr>
        </p:nvSpPr>
        <p:spPr>
          <a:xfrm>
            <a:off x="3237506"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4" name="Inhaltsplatzhalter 2">
            <a:extLst>
              <a:ext uri="{FF2B5EF4-FFF2-40B4-BE49-F238E27FC236}">
                <a16:creationId xmlns:a16="http://schemas.microsoft.com/office/drawing/2014/main" id="{5E0F70B3-FE43-EB4F-1A26-27C37577C871}"/>
              </a:ext>
            </a:extLst>
          </p:cNvPr>
          <p:cNvSpPr>
            <a:spLocks noGrp="1"/>
          </p:cNvSpPr>
          <p:nvPr>
            <p:ph idx="19" hasCustomPrompt="1"/>
          </p:nvPr>
        </p:nvSpPr>
        <p:spPr>
          <a:xfrm>
            <a:off x="6185714"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5" name="Bildplatzhalter 4">
            <a:extLst>
              <a:ext uri="{FF2B5EF4-FFF2-40B4-BE49-F238E27FC236}">
                <a16:creationId xmlns:a16="http://schemas.microsoft.com/office/drawing/2014/main" id="{D8C6563C-12FB-DB8B-2352-BC6B519F3546}"/>
              </a:ext>
            </a:extLst>
          </p:cNvPr>
          <p:cNvSpPr>
            <a:spLocks noGrp="1"/>
          </p:cNvSpPr>
          <p:nvPr>
            <p:ph type="pic" sz="quarter" idx="20"/>
          </p:nvPr>
        </p:nvSpPr>
        <p:spPr>
          <a:xfrm>
            <a:off x="6194633"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6" name="Inhaltsplatzhalter 2">
            <a:extLst>
              <a:ext uri="{FF2B5EF4-FFF2-40B4-BE49-F238E27FC236}">
                <a16:creationId xmlns:a16="http://schemas.microsoft.com/office/drawing/2014/main" id="{B4039616-C526-8550-70B5-FB949E593989}"/>
              </a:ext>
            </a:extLst>
          </p:cNvPr>
          <p:cNvSpPr>
            <a:spLocks noGrp="1"/>
          </p:cNvSpPr>
          <p:nvPr>
            <p:ph idx="21" hasCustomPrompt="1"/>
          </p:nvPr>
        </p:nvSpPr>
        <p:spPr>
          <a:xfrm>
            <a:off x="9142840" y="4956597"/>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9151759" y="1385528"/>
            <a:ext cx="2775600" cy="340995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930470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eben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8130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3ED9C5BA-5AED-43BC-9A9A-FB3281926248}"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8037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6" name="Inhaltsplatzhalter 2">
            <a:extLst>
              <a:ext uri="{FF2B5EF4-FFF2-40B4-BE49-F238E27FC236}">
                <a16:creationId xmlns:a16="http://schemas.microsoft.com/office/drawing/2014/main" id="{F20D1239-AC10-7CF3-7460-F409E82CBCF4}"/>
              </a:ext>
            </a:extLst>
          </p:cNvPr>
          <p:cNvSpPr>
            <a:spLocks noGrp="1"/>
          </p:cNvSpPr>
          <p:nvPr>
            <p:ph idx="17" hasCustomPrompt="1"/>
          </p:nvPr>
        </p:nvSpPr>
        <p:spPr>
          <a:xfrm>
            <a:off x="3235845"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7" name="Bildplatzhalter 4">
            <a:extLst>
              <a:ext uri="{FF2B5EF4-FFF2-40B4-BE49-F238E27FC236}">
                <a16:creationId xmlns:a16="http://schemas.microsoft.com/office/drawing/2014/main" id="{63E66951-4F0B-CBC1-A3F3-06E36980367D}"/>
              </a:ext>
            </a:extLst>
          </p:cNvPr>
          <p:cNvSpPr>
            <a:spLocks noGrp="1"/>
          </p:cNvSpPr>
          <p:nvPr>
            <p:ph type="pic" sz="quarter" idx="18"/>
          </p:nvPr>
        </p:nvSpPr>
        <p:spPr>
          <a:xfrm>
            <a:off x="3234923"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Inhaltsplatzhalter 2">
            <a:extLst>
              <a:ext uri="{FF2B5EF4-FFF2-40B4-BE49-F238E27FC236}">
                <a16:creationId xmlns:a16="http://schemas.microsoft.com/office/drawing/2014/main" id="{B22D8516-82BF-C968-B99F-F2C48726086A}"/>
              </a:ext>
            </a:extLst>
          </p:cNvPr>
          <p:cNvSpPr>
            <a:spLocks noGrp="1"/>
          </p:cNvSpPr>
          <p:nvPr>
            <p:ph idx="19" hasCustomPrompt="1"/>
          </p:nvPr>
        </p:nvSpPr>
        <p:spPr>
          <a:xfrm>
            <a:off x="6190390"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19" name="Bildplatzhalter 4">
            <a:extLst>
              <a:ext uri="{FF2B5EF4-FFF2-40B4-BE49-F238E27FC236}">
                <a16:creationId xmlns:a16="http://schemas.microsoft.com/office/drawing/2014/main" id="{CC380BDB-57AA-395C-97C5-32258AD42292}"/>
              </a:ext>
            </a:extLst>
          </p:cNvPr>
          <p:cNvSpPr>
            <a:spLocks noGrp="1"/>
          </p:cNvSpPr>
          <p:nvPr>
            <p:ph type="pic" sz="quarter" idx="20"/>
          </p:nvPr>
        </p:nvSpPr>
        <p:spPr>
          <a:xfrm>
            <a:off x="6189468"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0" name="Inhaltsplatzhalter 2">
            <a:extLst>
              <a:ext uri="{FF2B5EF4-FFF2-40B4-BE49-F238E27FC236}">
                <a16:creationId xmlns:a16="http://schemas.microsoft.com/office/drawing/2014/main" id="{AB12B8A9-2E40-004F-7D4B-DC8308302138}"/>
              </a:ext>
            </a:extLst>
          </p:cNvPr>
          <p:cNvSpPr>
            <a:spLocks noGrp="1"/>
          </p:cNvSpPr>
          <p:nvPr>
            <p:ph idx="21" hasCustomPrompt="1"/>
          </p:nvPr>
        </p:nvSpPr>
        <p:spPr>
          <a:xfrm>
            <a:off x="9144936" y="2896813"/>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1" name="Bildplatzhalter 4">
            <a:extLst>
              <a:ext uri="{FF2B5EF4-FFF2-40B4-BE49-F238E27FC236}">
                <a16:creationId xmlns:a16="http://schemas.microsoft.com/office/drawing/2014/main" id="{E8E60EDF-84BC-50DF-DF1D-12535BD165EA}"/>
              </a:ext>
            </a:extLst>
          </p:cNvPr>
          <p:cNvSpPr>
            <a:spLocks noGrp="1"/>
          </p:cNvSpPr>
          <p:nvPr>
            <p:ph type="pic" sz="quarter" idx="22"/>
          </p:nvPr>
        </p:nvSpPr>
        <p:spPr>
          <a:xfrm>
            <a:off x="9144014" y="866775"/>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8" name="Inhaltsplatzhalter 2">
            <a:extLst>
              <a:ext uri="{FF2B5EF4-FFF2-40B4-BE49-F238E27FC236}">
                <a16:creationId xmlns:a16="http://schemas.microsoft.com/office/drawing/2014/main" id="{271646C3-68B0-05A8-5C65-22D55CE4808F}"/>
              </a:ext>
            </a:extLst>
          </p:cNvPr>
          <p:cNvSpPr>
            <a:spLocks noGrp="1"/>
          </p:cNvSpPr>
          <p:nvPr>
            <p:ph idx="23" hasCustomPrompt="1"/>
          </p:nvPr>
        </p:nvSpPr>
        <p:spPr>
          <a:xfrm>
            <a:off x="27079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29" name="Bildplatzhalter 4">
            <a:extLst>
              <a:ext uri="{FF2B5EF4-FFF2-40B4-BE49-F238E27FC236}">
                <a16:creationId xmlns:a16="http://schemas.microsoft.com/office/drawing/2014/main" id="{EC544524-67DF-E44E-A80D-DEF20D907A89}"/>
              </a:ext>
            </a:extLst>
          </p:cNvPr>
          <p:cNvSpPr>
            <a:spLocks noGrp="1"/>
          </p:cNvSpPr>
          <p:nvPr>
            <p:ph type="pic" sz="quarter" idx="24"/>
          </p:nvPr>
        </p:nvSpPr>
        <p:spPr>
          <a:xfrm>
            <a:off x="26987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0" name="Inhaltsplatzhalter 2">
            <a:extLst>
              <a:ext uri="{FF2B5EF4-FFF2-40B4-BE49-F238E27FC236}">
                <a16:creationId xmlns:a16="http://schemas.microsoft.com/office/drawing/2014/main" id="{E052A1FF-3C1D-18C9-FF8C-91D41AD5E46F}"/>
              </a:ext>
            </a:extLst>
          </p:cNvPr>
          <p:cNvSpPr>
            <a:spLocks noGrp="1"/>
          </p:cNvSpPr>
          <p:nvPr>
            <p:ph idx="25" hasCustomPrompt="1"/>
          </p:nvPr>
        </p:nvSpPr>
        <p:spPr>
          <a:xfrm>
            <a:off x="3225342"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1" name="Bildplatzhalter 4">
            <a:extLst>
              <a:ext uri="{FF2B5EF4-FFF2-40B4-BE49-F238E27FC236}">
                <a16:creationId xmlns:a16="http://schemas.microsoft.com/office/drawing/2014/main" id="{CA8F6A59-A25E-5F43-6AC1-01A66F711A97}"/>
              </a:ext>
            </a:extLst>
          </p:cNvPr>
          <p:cNvSpPr>
            <a:spLocks noGrp="1"/>
          </p:cNvSpPr>
          <p:nvPr>
            <p:ph type="pic" sz="quarter" idx="26"/>
          </p:nvPr>
        </p:nvSpPr>
        <p:spPr>
          <a:xfrm>
            <a:off x="3224420"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2" name="Inhaltsplatzhalter 2">
            <a:extLst>
              <a:ext uri="{FF2B5EF4-FFF2-40B4-BE49-F238E27FC236}">
                <a16:creationId xmlns:a16="http://schemas.microsoft.com/office/drawing/2014/main" id="{704FB434-2B9A-C168-61EC-9AE6DBA6CE72}"/>
              </a:ext>
            </a:extLst>
          </p:cNvPr>
          <p:cNvSpPr>
            <a:spLocks noGrp="1"/>
          </p:cNvSpPr>
          <p:nvPr>
            <p:ph idx="27" hasCustomPrompt="1"/>
          </p:nvPr>
        </p:nvSpPr>
        <p:spPr>
          <a:xfrm>
            <a:off x="6179887" y="5636189"/>
            <a:ext cx="2775600" cy="531056"/>
          </a:xfrm>
        </p:spPr>
        <p:txBody>
          <a:bodyPr/>
          <a:lstStyle>
            <a:lvl1pPr>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First name Surname</a:t>
            </a:r>
          </a:p>
        </p:txBody>
      </p:sp>
      <p:sp>
        <p:nvSpPr>
          <p:cNvPr id="33" name="Bildplatzhalter 4">
            <a:extLst>
              <a:ext uri="{FF2B5EF4-FFF2-40B4-BE49-F238E27FC236}">
                <a16:creationId xmlns:a16="http://schemas.microsoft.com/office/drawing/2014/main" id="{1D1811AD-FBE2-BBD0-4B34-A096DE429FE1}"/>
              </a:ext>
            </a:extLst>
          </p:cNvPr>
          <p:cNvSpPr>
            <a:spLocks noGrp="1"/>
          </p:cNvSpPr>
          <p:nvPr>
            <p:ph type="pic" sz="quarter" idx="28"/>
          </p:nvPr>
        </p:nvSpPr>
        <p:spPr>
          <a:xfrm>
            <a:off x="6178965" y="3606151"/>
            <a:ext cx="2775600" cy="1888352"/>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Tree>
    <p:extLst>
      <p:ext uri="{BB962C8B-B14F-4D97-AF65-F5344CB8AC3E}">
        <p14:creationId xmlns:p14="http://schemas.microsoft.com/office/powerpoint/2010/main" val="38181047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ECD36C8-6692-4A3B-AF59-90068E97C16E}"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269875"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6187440" y="1088740"/>
            <a:ext cx="5734685" cy="4287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269875"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2241952"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2241952"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4216411" y="1079215"/>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4216411" y="2932875"/>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269875"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2241952"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4216411" y="3662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274033"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2241952"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4216411" y="5508398"/>
            <a:ext cx="1792800" cy="424688"/>
          </a:xfrm>
        </p:spPr>
        <p:txBody>
          <a:bodyPr/>
          <a:lstStyle>
            <a:lvl1pPr>
              <a:defRPr/>
            </a:lvl1pPr>
          </a:lstStyle>
          <a:p>
            <a:pPr lvl="0"/>
            <a:r>
              <a:rPr lang="en-GB" noProof="0" dirty="0"/>
              <a:t>First name Surname</a:t>
            </a:r>
            <a:br>
              <a:rPr lang="en-GB" noProof="0" dirty="0"/>
            </a:br>
            <a:r>
              <a:rPr lang="en-GB" noProof="0" dirty="0"/>
              <a:t>Position</a:t>
            </a:r>
          </a:p>
        </p:txBody>
      </p:sp>
      <p:sp>
        <p:nvSpPr>
          <p:cNvPr id="28" name="Textplatzhalter 7">
            <a:extLst>
              <a:ext uri="{FF2B5EF4-FFF2-40B4-BE49-F238E27FC236}">
                <a16:creationId xmlns:a16="http://schemas.microsoft.com/office/drawing/2014/main" id="{31240D61-DAE3-BD06-237A-C12594445A3C}"/>
              </a:ext>
            </a:extLst>
          </p:cNvPr>
          <p:cNvSpPr>
            <a:spLocks noGrp="1"/>
          </p:cNvSpPr>
          <p:nvPr>
            <p:ph type="body" sz="quarter" idx="34" hasCustomPrompt="1"/>
          </p:nvPr>
        </p:nvSpPr>
        <p:spPr>
          <a:xfrm>
            <a:off x="6190869" y="5508398"/>
            <a:ext cx="5734685" cy="424688"/>
          </a:xfrm>
        </p:spPr>
        <p:txBody>
          <a:bodyPr/>
          <a:lstStyle>
            <a:lvl1pPr>
              <a:defRPr/>
            </a:lvl1pPr>
          </a:lstStyle>
          <a:p>
            <a:pPr lvl="0"/>
            <a:r>
              <a:rPr lang="en-GB" noProof="0" dirty="0"/>
              <a:t>Team</a:t>
            </a:r>
          </a:p>
        </p:txBody>
      </p:sp>
    </p:spTree>
    <p:extLst>
      <p:ext uri="{BB962C8B-B14F-4D97-AF65-F5344CB8AC3E}">
        <p14:creationId xmlns:p14="http://schemas.microsoft.com/office/powerpoint/2010/main" val="41726659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or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470702A-C9B2-4860-8B3C-A907C6233FF6}"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9" name="Bildplatzhalter 4">
            <a:extLst>
              <a:ext uri="{FF2B5EF4-FFF2-40B4-BE49-F238E27FC236}">
                <a16:creationId xmlns:a16="http://schemas.microsoft.com/office/drawing/2014/main" id="{D717326D-6376-3E88-6230-C7DA655CABF4}"/>
              </a:ext>
            </a:extLst>
          </p:cNvPr>
          <p:cNvSpPr>
            <a:spLocks noGrp="1"/>
          </p:cNvSpPr>
          <p:nvPr>
            <p:ph type="pic" sz="quarter" idx="16"/>
          </p:nvPr>
        </p:nvSpPr>
        <p:spPr>
          <a:xfrm>
            <a:off x="6182789"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1088740"/>
            <a:ext cx="5734685" cy="496916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8" name="Textplatzhalter 7">
            <a:extLst>
              <a:ext uri="{FF2B5EF4-FFF2-40B4-BE49-F238E27FC236}">
                <a16:creationId xmlns:a16="http://schemas.microsoft.com/office/drawing/2014/main" id="{4280664E-DD47-F588-9AC5-7EF892BCCD6D}"/>
              </a:ext>
            </a:extLst>
          </p:cNvPr>
          <p:cNvSpPr>
            <a:spLocks noGrp="1"/>
          </p:cNvSpPr>
          <p:nvPr>
            <p:ph type="body" sz="quarter" idx="23" hasCustomPrompt="1"/>
          </p:nvPr>
        </p:nvSpPr>
        <p:spPr>
          <a:xfrm>
            <a:off x="6182789" y="2932875"/>
            <a:ext cx="1792800" cy="424688"/>
          </a:xfrm>
        </p:spPr>
        <p:txBody>
          <a:bodyPr/>
          <a:lstStyle>
            <a:lvl1pPr>
              <a:defRPr/>
            </a:lvl1pPr>
          </a:lstStyle>
          <a:p>
            <a:pPr lvl="0"/>
            <a:r>
              <a:rPr lang="en-GB" noProof="0" dirty="0"/>
              <a:t>Insert content</a:t>
            </a:r>
          </a:p>
        </p:txBody>
      </p:sp>
      <p:sp>
        <p:nvSpPr>
          <p:cNvPr id="12" name="Bildplatzhalter 4">
            <a:extLst>
              <a:ext uri="{FF2B5EF4-FFF2-40B4-BE49-F238E27FC236}">
                <a16:creationId xmlns:a16="http://schemas.microsoft.com/office/drawing/2014/main" id="{BF131E8F-F030-F634-B58C-C4083E313DB0}"/>
              </a:ext>
            </a:extLst>
          </p:cNvPr>
          <p:cNvSpPr>
            <a:spLocks noGrp="1"/>
          </p:cNvSpPr>
          <p:nvPr>
            <p:ph type="pic" sz="quarter" idx="24"/>
          </p:nvPr>
        </p:nvSpPr>
        <p:spPr>
          <a:xfrm>
            <a:off x="8154866"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3" name="Textplatzhalter 7">
            <a:extLst>
              <a:ext uri="{FF2B5EF4-FFF2-40B4-BE49-F238E27FC236}">
                <a16:creationId xmlns:a16="http://schemas.microsoft.com/office/drawing/2014/main" id="{CCDDB8DD-2426-6FE0-DFEE-6DE9A58F0769}"/>
              </a:ext>
            </a:extLst>
          </p:cNvPr>
          <p:cNvSpPr>
            <a:spLocks noGrp="1"/>
          </p:cNvSpPr>
          <p:nvPr>
            <p:ph type="body" sz="quarter" idx="25" hasCustomPrompt="1"/>
          </p:nvPr>
        </p:nvSpPr>
        <p:spPr>
          <a:xfrm>
            <a:off x="8154866" y="2932875"/>
            <a:ext cx="1792800" cy="424688"/>
          </a:xfrm>
        </p:spPr>
        <p:txBody>
          <a:bodyPr/>
          <a:lstStyle>
            <a:lvl1pPr>
              <a:defRPr/>
            </a:lvl1pPr>
          </a:lstStyle>
          <a:p>
            <a:pPr lvl="0"/>
            <a:r>
              <a:rPr lang="en-GB" noProof="0" dirty="0"/>
              <a:t>Insert content</a:t>
            </a:r>
          </a:p>
        </p:txBody>
      </p:sp>
      <p:sp>
        <p:nvSpPr>
          <p:cNvPr id="14" name="Bildplatzhalter 4">
            <a:extLst>
              <a:ext uri="{FF2B5EF4-FFF2-40B4-BE49-F238E27FC236}">
                <a16:creationId xmlns:a16="http://schemas.microsoft.com/office/drawing/2014/main" id="{983435DF-10F7-65D6-87B3-02DB8987199E}"/>
              </a:ext>
            </a:extLst>
          </p:cNvPr>
          <p:cNvSpPr>
            <a:spLocks noGrp="1"/>
          </p:cNvSpPr>
          <p:nvPr>
            <p:ph type="pic" sz="quarter" idx="26"/>
          </p:nvPr>
        </p:nvSpPr>
        <p:spPr>
          <a:xfrm>
            <a:off x="10129325" y="10887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5" name="Textplatzhalter 7">
            <a:extLst>
              <a:ext uri="{FF2B5EF4-FFF2-40B4-BE49-F238E27FC236}">
                <a16:creationId xmlns:a16="http://schemas.microsoft.com/office/drawing/2014/main" id="{C75924EC-5119-BC69-FAE4-4C5FAF979D6A}"/>
              </a:ext>
            </a:extLst>
          </p:cNvPr>
          <p:cNvSpPr>
            <a:spLocks noGrp="1"/>
          </p:cNvSpPr>
          <p:nvPr>
            <p:ph type="body" sz="quarter" idx="27" hasCustomPrompt="1"/>
          </p:nvPr>
        </p:nvSpPr>
        <p:spPr>
          <a:xfrm>
            <a:off x="10129325" y="2932875"/>
            <a:ext cx="1792800" cy="424688"/>
          </a:xfrm>
        </p:spPr>
        <p:txBody>
          <a:bodyPr/>
          <a:lstStyle>
            <a:lvl1pPr>
              <a:defRPr/>
            </a:lvl1pPr>
          </a:lstStyle>
          <a:p>
            <a:pPr lvl="0"/>
            <a:r>
              <a:rPr lang="en-GB" noProof="0" dirty="0"/>
              <a:t>Insert content</a:t>
            </a:r>
          </a:p>
        </p:txBody>
      </p:sp>
      <p:sp>
        <p:nvSpPr>
          <p:cNvPr id="16" name="Bildplatzhalter 4">
            <a:extLst>
              <a:ext uri="{FF2B5EF4-FFF2-40B4-BE49-F238E27FC236}">
                <a16:creationId xmlns:a16="http://schemas.microsoft.com/office/drawing/2014/main" id="{8DBCB22B-C5B8-EE52-8843-F6E91485161D}"/>
              </a:ext>
            </a:extLst>
          </p:cNvPr>
          <p:cNvSpPr>
            <a:spLocks noGrp="1"/>
          </p:cNvSpPr>
          <p:nvPr>
            <p:ph type="pic" sz="quarter" idx="28"/>
          </p:nvPr>
        </p:nvSpPr>
        <p:spPr>
          <a:xfrm>
            <a:off x="6182789"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7" name="Bildplatzhalter 4">
            <a:extLst>
              <a:ext uri="{FF2B5EF4-FFF2-40B4-BE49-F238E27FC236}">
                <a16:creationId xmlns:a16="http://schemas.microsoft.com/office/drawing/2014/main" id="{E9A2A0FF-0E7C-DA80-3753-010625EC4777}"/>
              </a:ext>
            </a:extLst>
          </p:cNvPr>
          <p:cNvSpPr>
            <a:spLocks noGrp="1"/>
          </p:cNvSpPr>
          <p:nvPr>
            <p:ph type="pic" sz="quarter" idx="29"/>
          </p:nvPr>
        </p:nvSpPr>
        <p:spPr>
          <a:xfrm>
            <a:off x="8154866"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8" name="Bildplatzhalter 4">
            <a:extLst>
              <a:ext uri="{FF2B5EF4-FFF2-40B4-BE49-F238E27FC236}">
                <a16:creationId xmlns:a16="http://schemas.microsoft.com/office/drawing/2014/main" id="{CCD0893B-0A26-A40A-4BEC-E9688A497FAD}"/>
              </a:ext>
            </a:extLst>
          </p:cNvPr>
          <p:cNvSpPr>
            <a:spLocks noGrp="1"/>
          </p:cNvSpPr>
          <p:nvPr>
            <p:ph type="pic" sz="quarter" idx="30"/>
          </p:nvPr>
        </p:nvSpPr>
        <p:spPr>
          <a:xfrm>
            <a:off x="10129325" y="3815140"/>
            <a:ext cx="1792800" cy="17136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9" name="Textplatzhalter 7">
            <a:extLst>
              <a:ext uri="{FF2B5EF4-FFF2-40B4-BE49-F238E27FC236}">
                <a16:creationId xmlns:a16="http://schemas.microsoft.com/office/drawing/2014/main" id="{C01C616E-CDC8-43AA-E3EA-1068A0273501}"/>
              </a:ext>
            </a:extLst>
          </p:cNvPr>
          <p:cNvSpPr>
            <a:spLocks noGrp="1"/>
          </p:cNvSpPr>
          <p:nvPr>
            <p:ph type="body" sz="quarter" idx="31" hasCustomPrompt="1"/>
          </p:nvPr>
        </p:nvSpPr>
        <p:spPr>
          <a:xfrm>
            <a:off x="6186947" y="5659152"/>
            <a:ext cx="1792800" cy="424688"/>
          </a:xfrm>
        </p:spPr>
        <p:txBody>
          <a:bodyPr/>
          <a:lstStyle>
            <a:lvl1pPr>
              <a:defRPr/>
            </a:lvl1pPr>
          </a:lstStyle>
          <a:p>
            <a:pPr lvl="0"/>
            <a:r>
              <a:rPr lang="en-GB" noProof="0" dirty="0"/>
              <a:t>Insert content</a:t>
            </a:r>
          </a:p>
        </p:txBody>
      </p:sp>
      <p:sp>
        <p:nvSpPr>
          <p:cNvPr id="20" name="Textplatzhalter 7">
            <a:extLst>
              <a:ext uri="{FF2B5EF4-FFF2-40B4-BE49-F238E27FC236}">
                <a16:creationId xmlns:a16="http://schemas.microsoft.com/office/drawing/2014/main" id="{329A2272-896A-882E-5158-C54F5F68FD07}"/>
              </a:ext>
            </a:extLst>
          </p:cNvPr>
          <p:cNvSpPr>
            <a:spLocks noGrp="1"/>
          </p:cNvSpPr>
          <p:nvPr>
            <p:ph type="body" sz="quarter" idx="32" hasCustomPrompt="1"/>
          </p:nvPr>
        </p:nvSpPr>
        <p:spPr>
          <a:xfrm>
            <a:off x="8154866" y="5659152"/>
            <a:ext cx="1792800" cy="424688"/>
          </a:xfrm>
        </p:spPr>
        <p:txBody>
          <a:bodyPr/>
          <a:lstStyle>
            <a:lvl1pPr>
              <a:defRPr/>
            </a:lvl1pPr>
          </a:lstStyle>
          <a:p>
            <a:pPr lvl="0"/>
            <a:r>
              <a:rPr lang="en-GB" noProof="0" dirty="0"/>
              <a:t>Insert content</a:t>
            </a:r>
          </a:p>
        </p:txBody>
      </p:sp>
      <p:sp>
        <p:nvSpPr>
          <p:cNvPr id="21" name="Textplatzhalter 7">
            <a:extLst>
              <a:ext uri="{FF2B5EF4-FFF2-40B4-BE49-F238E27FC236}">
                <a16:creationId xmlns:a16="http://schemas.microsoft.com/office/drawing/2014/main" id="{2522235C-97A4-2633-577F-C6E62223BE14}"/>
              </a:ext>
            </a:extLst>
          </p:cNvPr>
          <p:cNvSpPr>
            <a:spLocks noGrp="1"/>
          </p:cNvSpPr>
          <p:nvPr>
            <p:ph type="body" sz="quarter" idx="33" hasCustomPrompt="1"/>
          </p:nvPr>
        </p:nvSpPr>
        <p:spPr>
          <a:xfrm>
            <a:off x="10129325" y="5659152"/>
            <a:ext cx="1792800" cy="424688"/>
          </a:xfrm>
        </p:spPr>
        <p:txBody>
          <a:bodyPr/>
          <a:lstStyle>
            <a:lvl1pPr>
              <a:defRPr/>
            </a:lvl1pPr>
          </a:lstStyle>
          <a:p>
            <a:pPr lvl="0"/>
            <a:r>
              <a:rPr lang="en-GB" noProof="0" dirty="0"/>
              <a:t>Insert content</a:t>
            </a:r>
          </a:p>
        </p:txBody>
      </p:sp>
    </p:spTree>
    <p:extLst>
      <p:ext uri="{BB962C8B-B14F-4D97-AF65-F5344CB8AC3E}">
        <p14:creationId xmlns:p14="http://schemas.microsoft.com/office/powerpoint/2010/main" val="7620271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tudents">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A814411A-45D1-40D1-847C-9669B869F877}"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274527" y="866775"/>
            <a:ext cx="7688373" cy="5362575"/>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 name="Inhaltsplatzhalter 10">
            <a:extLst>
              <a:ext uri="{FF2B5EF4-FFF2-40B4-BE49-F238E27FC236}">
                <a16:creationId xmlns:a16="http://schemas.microsoft.com/office/drawing/2014/main" id="{FFC20296-E86A-3879-BD39-9F30E3319478}"/>
              </a:ext>
            </a:extLst>
          </p:cNvPr>
          <p:cNvSpPr>
            <a:spLocks noGrp="1"/>
          </p:cNvSpPr>
          <p:nvPr>
            <p:ph sz="quarter" idx="23" hasCustomPrompt="1"/>
          </p:nvPr>
        </p:nvSpPr>
        <p:spPr>
          <a:xfrm>
            <a:off x="8148638" y="866775"/>
            <a:ext cx="3768835" cy="1871515"/>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10">
            <a:extLst>
              <a:ext uri="{FF2B5EF4-FFF2-40B4-BE49-F238E27FC236}">
                <a16:creationId xmlns:a16="http://schemas.microsoft.com/office/drawing/2014/main" id="{64B2AD41-4DD5-6051-D34F-CA90E2343F5D}"/>
              </a:ext>
            </a:extLst>
          </p:cNvPr>
          <p:cNvSpPr>
            <a:spLocks noGrp="1"/>
          </p:cNvSpPr>
          <p:nvPr>
            <p:ph sz="quarter" idx="24" hasCustomPrompt="1"/>
          </p:nvPr>
        </p:nvSpPr>
        <p:spPr>
          <a:xfrm>
            <a:off x="8148638" y="2938463"/>
            <a:ext cx="3768835" cy="293880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Textplatzhalter 27">
            <a:extLst>
              <a:ext uri="{FF2B5EF4-FFF2-40B4-BE49-F238E27FC236}">
                <a16:creationId xmlns:a16="http://schemas.microsoft.com/office/drawing/2014/main" id="{D10D92F6-CEED-9778-52E5-5789FA1E2137}"/>
              </a:ext>
            </a:extLst>
          </p:cNvPr>
          <p:cNvSpPr>
            <a:spLocks noGrp="1"/>
          </p:cNvSpPr>
          <p:nvPr>
            <p:ph type="body" sz="quarter" idx="25" hasCustomPrompt="1"/>
          </p:nvPr>
        </p:nvSpPr>
        <p:spPr>
          <a:xfrm>
            <a:off x="8154000" y="6013950"/>
            <a:ext cx="3768835" cy="205200"/>
          </a:xfrm>
        </p:spPr>
        <p:txBody>
          <a:bodyPr anchor="b"/>
          <a:lstStyle>
            <a:lvl1pPr>
              <a:lnSpc>
                <a:spcPct val="109000"/>
              </a:lnSpc>
              <a:defRPr sz="12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Quelle </a:t>
            </a:r>
            <a:r>
              <a:rPr lang="en-GB" noProof="0" dirty="0" err="1"/>
              <a:t>hinzufügen</a:t>
            </a:r>
            <a:endParaRPr lang="en-GB" noProof="0" dirty="0"/>
          </a:p>
        </p:txBody>
      </p:sp>
    </p:spTree>
    <p:extLst>
      <p:ext uri="{BB962C8B-B14F-4D97-AF65-F5344CB8AC3E}">
        <p14:creationId xmlns:p14="http://schemas.microsoft.com/office/powerpoint/2010/main" val="15930016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hs Texte mit Grafik">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F7165B26-D0E7-45C6-8559-103B96E0CE32}"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7" name="Bildplatzhalter 4">
            <a:extLst>
              <a:ext uri="{FF2B5EF4-FFF2-40B4-BE49-F238E27FC236}">
                <a16:creationId xmlns:a16="http://schemas.microsoft.com/office/drawing/2014/main" id="{B302613E-1DC8-D62B-86B5-DB10FB92D316}"/>
              </a:ext>
            </a:extLst>
          </p:cNvPr>
          <p:cNvSpPr>
            <a:spLocks noGrp="1"/>
          </p:cNvSpPr>
          <p:nvPr>
            <p:ph type="pic" sz="quarter" idx="22"/>
          </p:nvPr>
        </p:nvSpPr>
        <p:spPr>
          <a:xfrm>
            <a:off x="8156522" y="876298"/>
            <a:ext cx="3765601" cy="5353052"/>
          </a:xfrm>
          <a:noFill/>
        </p:spPr>
        <p:txBody>
          <a:bodyPr tIns="720000" anchor="ctr"/>
          <a:lstStyle>
            <a:lvl1pPr algn="ctr">
              <a:defRPr sz="1200"/>
            </a:lvl1pPr>
          </a:lstStyle>
          <a:p>
            <a:r>
              <a:rPr lang="en-US" noProof="0"/>
              <a:t>Click icon to add picture</a:t>
            </a:r>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87629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9" name="Inhaltsplatzhalter 10">
            <a:extLst>
              <a:ext uri="{FF2B5EF4-FFF2-40B4-BE49-F238E27FC236}">
                <a16:creationId xmlns:a16="http://schemas.microsoft.com/office/drawing/2014/main" id="{64747F6A-D136-3EFB-6E19-6A385022B994}"/>
              </a:ext>
            </a:extLst>
          </p:cNvPr>
          <p:cNvSpPr>
            <a:spLocks noGrp="1"/>
          </p:cNvSpPr>
          <p:nvPr>
            <p:ph sz="quarter" idx="24" hasCustomPrompt="1"/>
          </p:nvPr>
        </p:nvSpPr>
        <p:spPr>
          <a:xfrm>
            <a:off x="4213200" y="876298"/>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10">
            <a:extLst>
              <a:ext uri="{FF2B5EF4-FFF2-40B4-BE49-F238E27FC236}">
                <a16:creationId xmlns:a16="http://schemas.microsoft.com/office/drawing/2014/main" id="{B3A42B55-571E-7D35-8A1D-2EE06F2B25D1}"/>
              </a:ext>
            </a:extLst>
          </p:cNvPr>
          <p:cNvSpPr>
            <a:spLocks noGrp="1"/>
          </p:cNvSpPr>
          <p:nvPr>
            <p:ph sz="quarter" idx="25" hasCustomPrompt="1"/>
          </p:nvPr>
        </p:nvSpPr>
        <p:spPr>
          <a:xfrm>
            <a:off x="271068" y="2764546"/>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10">
            <a:extLst>
              <a:ext uri="{FF2B5EF4-FFF2-40B4-BE49-F238E27FC236}">
                <a16:creationId xmlns:a16="http://schemas.microsoft.com/office/drawing/2014/main" id="{45D49E17-FFEA-350F-4AF4-82760A288C52}"/>
              </a:ext>
            </a:extLst>
          </p:cNvPr>
          <p:cNvSpPr>
            <a:spLocks noGrp="1"/>
          </p:cNvSpPr>
          <p:nvPr>
            <p:ph sz="quarter" idx="26" hasCustomPrompt="1"/>
          </p:nvPr>
        </p:nvSpPr>
        <p:spPr>
          <a:xfrm>
            <a:off x="4214391" y="2764545"/>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 name="Inhaltsplatzhalter 10">
            <a:extLst>
              <a:ext uri="{FF2B5EF4-FFF2-40B4-BE49-F238E27FC236}">
                <a16:creationId xmlns:a16="http://schemas.microsoft.com/office/drawing/2014/main" id="{02C0735D-E433-CC9E-BA2C-CE7019E863A6}"/>
              </a:ext>
            </a:extLst>
          </p:cNvPr>
          <p:cNvSpPr>
            <a:spLocks noGrp="1"/>
          </p:cNvSpPr>
          <p:nvPr>
            <p:ph sz="quarter" idx="27" hasCustomPrompt="1"/>
          </p:nvPr>
        </p:nvSpPr>
        <p:spPr>
          <a:xfrm>
            <a:off x="267953" y="4647380"/>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 name="Inhaltsplatzhalter 10">
            <a:extLst>
              <a:ext uri="{FF2B5EF4-FFF2-40B4-BE49-F238E27FC236}">
                <a16:creationId xmlns:a16="http://schemas.microsoft.com/office/drawing/2014/main" id="{57EE092B-F3B3-A0AB-6AF8-3C6F16032461}"/>
              </a:ext>
            </a:extLst>
          </p:cNvPr>
          <p:cNvSpPr>
            <a:spLocks noGrp="1"/>
          </p:cNvSpPr>
          <p:nvPr>
            <p:ph sz="quarter" idx="28" hasCustomPrompt="1"/>
          </p:nvPr>
        </p:nvSpPr>
        <p:spPr>
          <a:xfrm>
            <a:off x="4211276" y="4647379"/>
            <a:ext cx="3765600" cy="1204169"/>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16602253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ün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2"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1872B78-8581-4912-BA0F-1C6D591F65FF}"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2264568"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8" name="Bildplatzhalter 4">
            <a:extLst>
              <a:ext uri="{FF2B5EF4-FFF2-40B4-BE49-F238E27FC236}">
                <a16:creationId xmlns:a16="http://schemas.microsoft.com/office/drawing/2014/main" id="{6BDEB48F-A5F4-E47E-A6CF-964F1398E89A}"/>
              </a:ext>
            </a:extLst>
          </p:cNvPr>
          <p:cNvSpPr>
            <a:spLocks noGrp="1"/>
          </p:cNvSpPr>
          <p:nvPr>
            <p:ph type="pic" sz="quarter" idx="26"/>
          </p:nvPr>
        </p:nvSpPr>
        <p:spPr>
          <a:xfrm>
            <a:off x="269875"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Bildplatzhalter 4">
            <a:extLst>
              <a:ext uri="{FF2B5EF4-FFF2-40B4-BE49-F238E27FC236}">
                <a16:creationId xmlns:a16="http://schemas.microsoft.com/office/drawing/2014/main" id="{4D8633B6-F883-1298-E515-91B31B28E3A4}"/>
              </a:ext>
            </a:extLst>
          </p:cNvPr>
          <p:cNvSpPr>
            <a:spLocks noGrp="1"/>
          </p:cNvSpPr>
          <p:nvPr>
            <p:ph type="pic" sz="quarter" idx="28"/>
          </p:nvPr>
        </p:nvSpPr>
        <p:spPr>
          <a:xfrm>
            <a:off x="269875" y="4840288"/>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Bildplatzhalter 4">
            <a:extLst>
              <a:ext uri="{FF2B5EF4-FFF2-40B4-BE49-F238E27FC236}">
                <a16:creationId xmlns:a16="http://schemas.microsoft.com/office/drawing/2014/main" id="{0ED7E5AD-E183-82CD-F090-884A82A4B967}"/>
              </a:ext>
            </a:extLst>
          </p:cNvPr>
          <p:cNvSpPr>
            <a:spLocks noGrp="1"/>
          </p:cNvSpPr>
          <p:nvPr>
            <p:ph type="pic" sz="quarter" idx="30"/>
          </p:nvPr>
        </p:nvSpPr>
        <p:spPr>
          <a:xfrm>
            <a:off x="6180532" y="1371600"/>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Bildplatzhalter 4">
            <a:extLst>
              <a:ext uri="{FF2B5EF4-FFF2-40B4-BE49-F238E27FC236}">
                <a16:creationId xmlns:a16="http://schemas.microsoft.com/office/drawing/2014/main" id="{560DE703-9043-4D96-9589-6AB1C9265741}"/>
              </a:ext>
            </a:extLst>
          </p:cNvPr>
          <p:cNvSpPr>
            <a:spLocks noGrp="1"/>
          </p:cNvSpPr>
          <p:nvPr>
            <p:ph type="pic" sz="quarter" idx="32"/>
          </p:nvPr>
        </p:nvSpPr>
        <p:spPr>
          <a:xfrm>
            <a:off x="6180532" y="3105944"/>
            <a:ext cx="1796814" cy="13843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 name="Inhaltsplatzhalter 2">
            <a:extLst>
              <a:ext uri="{FF2B5EF4-FFF2-40B4-BE49-F238E27FC236}">
                <a16:creationId xmlns:a16="http://schemas.microsoft.com/office/drawing/2014/main" id="{235B7962-C9CE-24B7-343C-9D504EEF1ADA}"/>
              </a:ext>
            </a:extLst>
          </p:cNvPr>
          <p:cNvSpPr>
            <a:spLocks noGrp="1"/>
          </p:cNvSpPr>
          <p:nvPr>
            <p:ph idx="34" hasCustomPrompt="1"/>
          </p:nvPr>
        </p:nvSpPr>
        <p:spPr>
          <a:xfrm>
            <a:off x="2264568"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Inhaltsplatzhalter 2">
            <a:extLst>
              <a:ext uri="{FF2B5EF4-FFF2-40B4-BE49-F238E27FC236}">
                <a16:creationId xmlns:a16="http://schemas.microsoft.com/office/drawing/2014/main" id="{DFF4B996-5BF2-362E-6F3C-0472752C4919}"/>
              </a:ext>
            </a:extLst>
          </p:cNvPr>
          <p:cNvSpPr>
            <a:spLocks noGrp="1"/>
          </p:cNvSpPr>
          <p:nvPr>
            <p:ph idx="35" hasCustomPrompt="1"/>
          </p:nvPr>
        </p:nvSpPr>
        <p:spPr>
          <a:xfrm>
            <a:off x="2264568" y="4840288"/>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8" name="Inhaltsplatzhalter 2">
            <a:extLst>
              <a:ext uri="{FF2B5EF4-FFF2-40B4-BE49-F238E27FC236}">
                <a16:creationId xmlns:a16="http://schemas.microsoft.com/office/drawing/2014/main" id="{23CD5622-E8DA-D57A-1F36-A80A2A8ACA69}"/>
              </a:ext>
            </a:extLst>
          </p:cNvPr>
          <p:cNvSpPr>
            <a:spLocks noGrp="1"/>
          </p:cNvSpPr>
          <p:nvPr>
            <p:ph idx="36" hasCustomPrompt="1"/>
          </p:nvPr>
        </p:nvSpPr>
        <p:spPr>
          <a:xfrm>
            <a:off x="8184232" y="3105944"/>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0" name="Inhaltsplatzhalter 2">
            <a:extLst>
              <a:ext uri="{FF2B5EF4-FFF2-40B4-BE49-F238E27FC236}">
                <a16:creationId xmlns:a16="http://schemas.microsoft.com/office/drawing/2014/main" id="{60987D4F-9295-E825-B64B-CE16F9CC37E4}"/>
              </a:ext>
            </a:extLst>
          </p:cNvPr>
          <p:cNvSpPr>
            <a:spLocks noGrp="1"/>
          </p:cNvSpPr>
          <p:nvPr>
            <p:ph idx="37" hasCustomPrompt="1"/>
          </p:nvPr>
        </p:nvSpPr>
        <p:spPr>
          <a:xfrm>
            <a:off x="8184232" y="1371600"/>
            <a:ext cx="3219363" cy="1384300"/>
          </a:xfrm>
        </p:spPr>
        <p:txBody>
          <a:bodyPr tIns="0" anchor="t"/>
          <a:lstStyle>
            <a:lvl1pPr>
              <a:defRPr sz="1600" b="0"/>
            </a:lvl1pPr>
            <a:lvl2pPr marL="226800" indent="-226800">
              <a:buFont typeface="Source Sans Pro" panose="020B0503030403020204" pitchFamily="34" charset="0"/>
              <a:buChar char="―"/>
              <a:defRPr sz="1600" b="0"/>
            </a:lvl2pPr>
            <a:lvl3pPr marL="658800" indent="-226800">
              <a:buFont typeface="Source Sans Pro" panose="020B0503030403020204" pitchFamily="34" charset="0"/>
              <a:buChar char="―"/>
              <a:defRPr sz="1600" b="0"/>
            </a:lvl3pPr>
            <a:lvl4pPr marL="1090800" indent="-226800">
              <a:buFont typeface="Source Sans Pro" panose="020B0503030403020204" pitchFamily="34" charset="0"/>
              <a:buChar char="―"/>
              <a:defRPr sz="1600" b="0"/>
            </a:lvl4pPr>
            <a:lvl5pPr marL="1522800" indent="-226800">
              <a:buFont typeface="Source Sans Pro" panose="020B0503030403020204" pitchFamily="34" charset="0"/>
              <a:buChar char="―"/>
              <a:defRPr sz="1600" b="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3898624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Neun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576000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281737CF-8F93-45D3-893D-73CFB042EFB1}"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2669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9" name="Inhaltsplatzhalter 2">
            <a:extLst>
              <a:ext uri="{FF2B5EF4-FFF2-40B4-BE49-F238E27FC236}">
                <a16:creationId xmlns:a16="http://schemas.microsoft.com/office/drawing/2014/main" id="{442D8CDC-499B-83AC-9951-0F3067D8DBBA}"/>
              </a:ext>
            </a:extLst>
          </p:cNvPr>
          <p:cNvSpPr>
            <a:spLocks noGrp="1"/>
          </p:cNvSpPr>
          <p:nvPr>
            <p:ph idx="22" hasCustomPrompt="1"/>
          </p:nvPr>
        </p:nvSpPr>
        <p:spPr>
          <a:xfrm>
            <a:off x="1254919"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0" name="Bildplatzhalter 4">
            <a:extLst>
              <a:ext uri="{FF2B5EF4-FFF2-40B4-BE49-F238E27FC236}">
                <a16:creationId xmlns:a16="http://schemas.microsoft.com/office/drawing/2014/main" id="{622633EA-CE0F-D311-E9F8-E4FF04D03BC7}"/>
              </a:ext>
            </a:extLst>
          </p:cNvPr>
          <p:cNvSpPr>
            <a:spLocks noGrp="1"/>
          </p:cNvSpPr>
          <p:nvPr>
            <p:ph type="pic" sz="quarter" idx="26"/>
          </p:nvPr>
        </p:nvSpPr>
        <p:spPr>
          <a:xfrm>
            <a:off x="2669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1" name="Inhaltsplatzhalter 2">
            <a:extLst>
              <a:ext uri="{FF2B5EF4-FFF2-40B4-BE49-F238E27FC236}">
                <a16:creationId xmlns:a16="http://schemas.microsoft.com/office/drawing/2014/main" id="{B2222D7F-5144-753F-7AF0-A8D709992A99}"/>
              </a:ext>
            </a:extLst>
          </p:cNvPr>
          <p:cNvSpPr>
            <a:spLocks noGrp="1"/>
          </p:cNvSpPr>
          <p:nvPr>
            <p:ph idx="27" hasCustomPrompt="1"/>
          </p:nvPr>
        </p:nvSpPr>
        <p:spPr>
          <a:xfrm>
            <a:off x="1254919"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2" name="Bildplatzhalter 4">
            <a:extLst>
              <a:ext uri="{FF2B5EF4-FFF2-40B4-BE49-F238E27FC236}">
                <a16:creationId xmlns:a16="http://schemas.microsoft.com/office/drawing/2014/main" id="{03285094-5EB7-BA03-462D-65224736565D}"/>
              </a:ext>
            </a:extLst>
          </p:cNvPr>
          <p:cNvSpPr>
            <a:spLocks noGrp="1"/>
          </p:cNvSpPr>
          <p:nvPr>
            <p:ph type="pic" sz="quarter" idx="28"/>
          </p:nvPr>
        </p:nvSpPr>
        <p:spPr>
          <a:xfrm>
            <a:off x="2669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3" name="Inhaltsplatzhalter 2">
            <a:extLst>
              <a:ext uri="{FF2B5EF4-FFF2-40B4-BE49-F238E27FC236}">
                <a16:creationId xmlns:a16="http://schemas.microsoft.com/office/drawing/2014/main" id="{42C14EDF-15BE-41CE-9D5E-3D50F6B67AB4}"/>
              </a:ext>
            </a:extLst>
          </p:cNvPr>
          <p:cNvSpPr>
            <a:spLocks noGrp="1"/>
          </p:cNvSpPr>
          <p:nvPr>
            <p:ph idx="29" hasCustomPrompt="1"/>
          </p:nvPr>
        </p:nvSpPr>
        <p:spPr>
          <a:xfrm>
            <a:off x="1254919"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4" name="Bildplatzhalter 4">
            <a:extLst>
              <a:ext uri="{FF2B5EF4-FFF2-40B4-BE49-F238E27FC236}">
                <a16:creationId xmlns:a16="http://schemas.microsoft.com/office/drawing/2014/main" id="{DAC93A43-12FF-3F6B-DA7A-A04D2ECA735B}"/>
              </a:ext>
            </a:extLst>
          </p:cNvPr>
          <p:cNvSpPr>
            <a:spLocks noGrp="1"/>
          </p:cNvSpPr>
          <p:nvPr>
            <p:ph type="pic" sz="quarter" idx="30"/>
          </p:nvPr>
        </p:nvSpPr>
        <p:spPr>
          <a:xfrm>
            <a:off x="4202236"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5" name="Inhaltsplatzhalter 2">
            <a:extLst>
              <a:ext uri="{FF2B5EF4-FFF2-40B4-BE49-F238E27FC236}">
                <a16:creationId xmlns:a16="http://schemas.microsoft.com/office/drawing/2014/main" id="{A696B000-854E-5397-BD25-46F024ACF0B6}"/>
              </a:ext>
            </a:extLst>
          </p:cNvPr>
          <p:cNvSpPr>
            <a:spLocks noGrp="1"/>
          </p:cNvSpPr>
          <p:nvPr>
            <p:ph idx="31" hasCustomPrompt="1"/>
          </p:nvPr>
        </p:nvSpPr>
        <p:spPr>
          <a:xfrm>
            <a:off x="5195900" y="158626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16" name="Bildplatzhalter 4">
            <a:extLst>
              <a:ext uri="{FF2B5EF4-FFF2-40B4-BE49-F238E27FC236}">
                <a16:creationId xmlns:a16="http://schemas.microsoft.com/office/drawing/2014/main" id="{755C6D27-9F7F-A193-A31F-2412FB8334A4}"/>
              </a:ext>
            </a:extLst>
          </p:cNvPr>
          <p:cNvSpPr>
            <a:spLocks noGrp="1"/>
          </p:cNvSpPr>
          <p:nvPr>
            <p:ph type="pic" sz="quarter" idx="32"/>
          </p:nvPr>
        </p:nvSpPr>
        <p:spPr>
          <a:xfrm>
            <a:off x="4202236"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3" name="Inhaltsplatzhalter 2">
            <a:extLst>
              <a:ext uri="{FF2B5EF4-FFF2-40B4-BE49-F238E27FC236}">
                <a16:creationId xmlns:a16="http://schemas.microsoft.com/office/drawing/2014/main" id="{80A26B48-243C-9DD6-BDC2-FE40212B1AAE}"/>
              </a:ext>
            </a:extLst>
          </p:cNvPr>
          <p:cNvSpPr>
            <a:spLocks noGrp="1"/>
          </p:cNvSpPr>
          <p:nvPr>
            <p:ph idx="33" hasCustomPrompt="1"/>
          </p:nvPr>
        </p:nvSpPr>
        <p:spPr>
          <a:xfrm>
            <a:off x="5195900"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24" name="Bildplatzhalter 4">
            <a:extLst>
              <a:ext uri="{FF2B5EF4-FFF2-40B4-BE49-F238E27FC236}">
                <a16:creationId xmlns:a16="http://schemas.microsoft.com/office/drawing/2014/main" id="{0E647CD5-DA5F-6055-1889-45FC8EA8E3AC}"/>
              </a:ext>
            </a:extLst>
          </p:cNvPr>
          <p:cNvSpPr>
            <a:spLocks noGrp="1"/>
          </p:cNvSpPr>
          <p:nvPr>
            <p:ph type="pic" sz="quarter" idx="34"/>
          </p:nvPr>
        </p:nvSpPr>
        <p:spPr>
          <a:xfrm>
            <a:off x="4202236"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7" name="Inhaltsplatzhalter 2">
            <a:extLst>
              <a:ext uri="{FF2B5EF4-FFF2-40B4-BE49-F238E27FC236}">
                <a16:creationId xmlns:a16="http://schemas.microsoft.com/office/drawing/2014/main" id="{FFA660F0-3C7A-4C52-196B-D1FC1C4E12F1}"/>
              </a:ext>
            </a:extLst>
          </p:cNvPr>
          <p:cNvSpPr>
            <a:spLocks noGrp="1"/>
          </p:cNvSpPr>
          <p:nvPr>
            <p:ph idx="35" hasCustomPrompt="1"/>
          </p:nvPr>
        </p:nvSpPr>
        <p:spPr>
          <a:xfrm>
            <a:off x="5195900"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2" name="Bildplatzhalter 4">
            <a:extLst>
              <a:ext uri="{FF2B5EF4-FFF2-40B4-BE49-F238E27FC236}">
                <a16:creationId xmlns:a16="http://schemas.microsoft.com/office/drawing/2014/main" id="{9AE88E45-2228-3BAB-B328-25AE00C86922}"/>
              </a:ext>
            </a:extLst>
          </p:cNvPr>
          <p:cNvSpPr>
            <a:spLocks noGrp="1"/>
          </p:cNvSpPr>
          <p:nvPr>
            <p:ph type="pic" sz="quarter" idx="36"/>
          </p:nvPr>
        </p:nvSpPr>
        <p:spPr>
          <a:xfrm>
            <a:off x="8148811" y="158626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3" name="Inhaltsplatzhalter 2">
            <a:extLst>
              <a:ext uri="{FF2B5EF4-FFF2-40B4-BE49-F238E27FC236}">
                <a16:creationId xmlns:a16="http://schemas.microsoft.com/office/drawing/2014/main" id="{8D6A0681-D929-2BA4-D3F8-B3541A94FD81}"/>
              </a:ext>
            </a:extLst>
          </p:cNvPr>
          <p:cNvSpPr>
            <a:spLocks noGrp="1"/>
          </p:cNvSpPr>
          <p:nvPr>
            <p:ph idx="37" hasCustomPrompt="1"/>
          </p:nvPr>
        </p:nvSpPr>
        <p:spPr>
          <a:xfrm>
            <a:off x="9136793" y="1586260"/>
            <a:ext cx="2785331"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4" name="Bildplatzhalter 4">
            <a:extLst>
              <a:ext uri="{FF2B5EF4-FFF2-40B4-BE49-F238E27FC236}">
                <a16:creationId xmlns:a16="http://schemas.microsoft.com/office/drawing/2014/main" id="{8D809E36-7256-6CC2-0F4B-23E42C6B1426}"/>
              </a:ext>
            </a:extLst>
          </p:cNvPr>
          <p:cNvSpPr>
            <a:spLocks noGrp="1"/>
          </p:cNvSpPr>
          <p:nvPr>
            <p:ph type="pic" sz="quarter" idx="38"/>
          </p:nvPr>
        </p:nvSpPr>
        <p:spPr>
          <a:xfrm>
            <a:off x="8148811" y="3135350"/>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5" name="Inhaltsplatzhalter 2">
            <a:extLst>
              <a:ext uri="{FF2B5EF4-FFF2-40B4-BE49-F238E27FC236}">
                <a16:creationId xmlns:a16="http://schemas.microsoft.com/office/drawing/2014/main" id="{FF8DEA4B-FE27-8A9E-FBBB-04944A377343}"/>
              </a:ext>
            </a:extLst>
          </p:cNvPr>
          <p:cNvSpPr>
            <a:spLocks noGrp="1"/>
          </p:cNvSpPr>
          <p:nvPr>
            <p:ph idx="39" hasCustomPrompt="1"/>
          </p:nvPr>
        </p:nvSpPr>
        <p:spPr>
          <a:xfrm>
            <a:off x="9136794" y="3135350"/>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
        <p:nvSpPr>
          <p:cNvPr id="36" name="Bildplatzhalter 4">
            <a:extLst>
              <a:ext uri="{FF2B5EF4-FFF2-40B4-BE49-F238E27FC236}">
                <a16:creationId xmlns:a16="http://schemas.microsoft.com/office/drawing/2014/main" id="{5AC54CE7-1DE9-FCC9-D36F-326C1CC978F1}"/>
              </a:ext>
            </a:extLst>
          </p:cNvPr>
          <p:cNvSpPr>
            <a:spLocks noGrp="1"/>
          </p:cNvSpPr>
          <p:nvPr>
            <p:ph type="pic" sz="quarter" idx="40"/>
          </p:nvPr>
        </p:nvSpPr>
        <p:spPr>
          <a:xfrm>
            <a:off x="8148811" y="4680322"/>
            <a:ext cx="818914" cy="1031602"/>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2">
            <a:extLst>
              <a:ext uri="{FF2B5EF4-FFF2-40B4-BE49-F238E27FC236}">
                <a16:creationId xmlns:a16="http://schemas.microsoft.com/office/drawing/2014/main" id="{CFFA07EE-B7CC-6673-18A8-938F608DD842}"/>
              </a:ext>
            </a:extLst>
          </p:cNvPr>
          <p:cNvSpPr>
            <a:spLocks noGrp="1"/>
          </p:cNvSpPr>
          <p:nvPr>
            <p:ph idx="41" hasCustomPrompt="1"/>
          </p:nvPr>
        </p:nvSpPr>
        <p:spPr>
          <a:xfrm>
            <a:off x="9136794" y="4680322"/>
            <a:ext cx="2786400" cy="1031602"/>
          </a:xfrm>
        </p:spPr>
        <p:txBody>
          <a:bodyPr tIns="36000" anchor="ctr"/>
          <a:lstStyle>
            <a:lvl1pPr>
              <a:defRPr sz="2400" b="1"/>
            </a:lvl1pPr>
            <a:lvl2pPr marL="174625" indent="-174625">
              <a:buFont typeface="Source Sans Pro" panose="020B0503030403020204" pitchFamily="34" charset="0"/>
              <a:buChar char="―"/>
              <a:defRPr sz="2400" b="1"/>
            </a:lvl2pPr>
            <a:lvl3pPr marL="360363" indent="-185738">
              <a:buFont typeface="Source Sans Pro" panose="020B0503030403020204" pitchFamily="34" charset="0"/>
              <a:buChar char="―"/>
              <a:defRPr sz="2400" b="1"/>
            </a:lvl3pPr>
            <a:lvl4pPr marL="534988" indent="-174625">
              <a:buFont typeface="Source Sans Pro" panose="020B0503030403020204" pitchFamily="34" charset="0"/>
              <a:buChar char="―"/>
              <a:defRPr sz="2400" b="1"/>
            </a:lvl4pPr>
            <a:lvl5pPr marL="719138" indent="-184150">
              <a:buFont typeface="Source Sans Pro" panose="020B0503030403020204" pitchFamily="34" charset="0"/>
              <a:buChar char="―"/>
              <a:defRPr sz="2400" b="1"/>
            </a:lvl5pPr>
          </a:lstStyle>
          <a:p>
            <a:pPr lvl="0"/>
            <a:r>
              <a:rPr lang="en-GB" noProof="0" dirty="0"/>
              <a:t>Insert content</a:t>
            </a:r>
          </a:p>
        </p:txBody>
      </p:sp>
    </p:spTree>
    <p:extLst>
      <p:ext uri="{BB962C8B-B14F-4D97-AF65-F5344CB8AC3E}">
        <p14:creationId xmlns:p14="http://schemas.microsoft.com/office/powerpoint/2010/main" val="10039452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el und elf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3" y="244800"/>
            <a:ext cx="11650662" cy="625944"/>
          </a:xfrm>
        </p:spPr>
        <p:txBody>
          <a:bodyPr/>
          <a:lstStyle>
            <a:lvl1pPr>
              <a:defRPr/>
            </a:lvl1p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D364BFF4-CB62-460B-A7FD-029BF9AAE804}"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US" noProof="0"/>
              <a:t>Footer (Edit via "Insert &gt; Header and Footer")</a:t>
            </a:r>
            <a:endParaRPr lang="en-GB" noProof="0" dirty="0"/>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41" name="Inhaltsplatzhalter 30">
            <a:extLst>
              <a:ext uri="{FF2B5EF4-FFF2-40B4-BE49-F238E27FC236}">
                <a16:creationId xmlns:a16="http://schemas.microsoft.com/office/drawing/2014/main" id="{1FE9EFCD-7C86-A7FC-7CBA-C2A928454C03}"/>
              </a:ext>
            </a:extLst>
          </p:cNvPr>
          <p:cNvSpPr>
            <a:spLocks noGrp="1"/>
          </p:cNvSpPr>
          <p:nvPr>
            <p:ph sz="quarter" idx="14" hasCustomPrompt="1"/>
          </p:nvPr>
        </p:nvSpPr>
        <p:spPr>
          <a:xfrm>
            <a:off x="271463" y="878400"/>
            <a:ext cx="286206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Inhaltsplatzhalter 30">
            <a:extLst>
              <a:ext uri="{FF2B5EF4-FFF2-40B4-BE49-F238E27FC236}">
                <a16:creationId xmlns:a16="http://schemas.microsoft.com/office/drawing/2014/main" id="{B5AF2636-78AA-31AE-B767-CD1ED9E3083B}"/>
              </a:ext>
            </a:extLst>
          </p:cNvPr>
          <p:cNvSpPr>
            <a:spLocks noGrp="1"/>
          </p:cNvSpPr>
          <p:nvPr>
            <p:ph sz="quarter" idx="15" hasCustomPrompt="1"/>
          </p:nvPr>
        </p:nvSpPr>
        <p:spPr>
          <a:xfrm>
            <a:off x="3131605" y="878400"/>
            <a:ext cx="2962866"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3" name="Inhaltsplatzhalter 30">
            <a:extLst>
              <a:ext uri="{FF2B5EF4-FFF2-40B4-BE49-F238E27FC236}">
                <a16:creationId xmlns:a16="http://schemas.microsoft.com/office/drawing/2014/main" id="{8CD2FE50-AB2F-83AF-8B23-1260D26EF813}"/>
              </a:ext>
            </a:extLst>
          </p:cNvPr>
          <p:cNvSpPr>
            <a:spLocks noGrp="1"/>
          </p:cNvSpPr>
          <p:nvPr>
            <p:ph sz="quarter" idx="16" hasCustomPrompt="1"/>
          </p:nvPr>
        </p:nvSpPr>
        <p:spPr>
          <a:xfrm>
            <a:off x="6102458" y="878400"/>
            <a:ext cx="2948569"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Inhaltsplatzhalter 30">
            <a:extLst>
              <a:ext uri="{FF2B5EF4-FFF2-40B4-BE49-F238E27FC236}">
                <a16:creationId xmlns:a16="http://schemas.microsoft.com/office/drawing/2014/main" id="{156B3F99-D56F-6D47-0C38-55E1C209F590}"/>
              </a:ext>
            </a:extLst>
          </p:cNvPr>
          <p:cNvSpPr>
            <a:spLocks noGrp="1"/>
          </p:cNvSpPr>
          <p:nvPr>
            <p:ph sz="quarter" idx="17" hasCustomPrompt="1"/>
          </p:nvPr>
        </p:nvSpPr>
        <p:spPr>
          <a:xfrm>
            <a:off x="9056315" y="878400"/>
            <a:ext cx="2861423" cy="2684376"/>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5" name="Inhaltsplatzhalter 30">
            <a:extLst>
              <a:ext uri="{FF2B5EF4-FFF2-40B4-BE49-F238E27FC236}">
                <a16:creationId xmlns:a16="http://schemas.microsoft.com/office/drawing/2014/main" id="{61CB84E3-822D-E7BF-88FA-B6CD84997420}"/>
              </a:ext>
            </a:extLst>
          </p:cNvPr>
          <p:cNvSpPr>
            <a:spLocks noGrp="1"/>
          </p:cNvSpPr>
          <p:nvPr>
            <p:ph sz="quarter" idx="18" hasCustomPrompt="1"/>
          </p:nvPr>
        </p:nvSpPr>
        <p:spPr>
          <a:xfrm>
            <a:off x="271463" y="4942799"/>
            <a:ext cx="286206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6" name="Inhaltsplatzhalter 30">
            <a:extLst>
              <a:ext uri="{FF2B5EF4-FFF2-40B4-BE49-F238E27FC236}">
                <a16:creationId xmlns:a16="http://schemas.microsoft.com/office/drawing/2014/main" id="{4BBD1101-501F-08B4-863D-4EC398FF4C2F}"/>
              </a:ext>
            </a:extLst>
          </p:cNvPr>
          <p:cNvSpPr>
            <a:spLocks noGrp="1"/>
          </p:cNvSpPr>
          <p:nvPr>
            <p:ph sz="quarter" idx="19" hasCustomPrompt="1"/>
          </p:nvPr>
        </p:nvSpPr>
        <p:spPr>
          <a:xfrm>
            <a:off x="3131605" y="3577319"/>
            <a:ext cx="2962866"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7" name="Inhaltsplatzhalter 30">
            <a:extLst>
              <a:ext uri="{FF2B5EF4-FFF2-40B4-BE49-F238E27FC236}">
                <a16:creationId xmlns:a16="http://schemas.microsoft.com/office/drawing/2014/main" id="{799F2A81-65B3-AA66-95A8-AD7674ADA344}"/>
              </a:ext>
            </a:extLst>
          </p:cNvPr>
          <p:cNvSpPr>
            <a:spLocks noGrp="1"/>
          </p:cNvSpPr>
          <p:nvPr>
            <p:ph sz="quarter" idx="20" hasCustomPrompt="1"/>
          </p:nvPr>
        </p:nvSpPr>
        <p:spPr>
          <a:xfrm>
            <a:off x="6102458" y="3577319"/>
            <a:ext cx="2948569" cy="2647269"/>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8" name="Inhaltsplatzhalter 30">
            <a:extLst>
              <a:ext uri="{FF2B5EF4-FFF2-40B4-BE49-F238E27FC236}">
                <a16:creationId xmlns:a16="http://schemas.microsoft.com/office/drawing/2014/main" id="{CD8C8901-62AC-56A4-B429-1C6C564195B7}"/>
              </a:ext>
            </a:extLst>
          </p:cNvPr>
          <p:cNvSpPr>
            <a:spLocks noGrp="1"/>
          </p:cNvSpPr>
          <p:nvPr>
            <p:ph sz="quarter" idx="21" hasCustomPrompt="1"/>
          </p:nvPr>
        </p:nvSpPr>
        <p:spPr>
          <a:xfrm>
            <a:off x="9056315" y="4942798"/>
            <a:ext cx="2861423" cy="128179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9" name="Inhaltsplatzhalter 30">
            <a:extLst>
              <a:ext uri="{FF2B5EF4-FFF2-40B4-BE49-F238E27FC236}">
                <a16:creationId xmlns:a16="http://schemas.microsoft.com/office/drawing/2014/main" id="{FC91EDA6-5E9C-6D6C-EF9F-C7F0B68C4C03}"/>
              </a:ext>
            </a:extLst>
          </p:cNvPr>
          <p:cNvSpPr>
            <a:spLocks noGrp="1"/>
          </p:cNvSpPr>
          <p:nvPr>
            <p:ph sz="quarter" idx="22" hasCustomPrompt="1"/>
          </p:nvPr>
        </p:nvSpPr>
        <p:spPr>
          <a:xfrm>
            <a:off x="271463" y="3577319"/>
            <a:ext cx="2862063" cy="1361404"/>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50" name="Inhaltsplatzhalter 30">
            <a:extLst>
              <a:ext uri="{FF2B5EF4-FFF2-40B4-BE49-F238E27FC236}">
                <a16:creationId xmlns:a16="http://schemas.microsoft.com/office/drawing/2014/main" id="{51E99161-B839-91BE-206F-89792AD5F923}"/>
              </a:ext>
            </a:extLst>
          </p:cNvPr>
          <p:cNvSpPr>
            <a:spLocks noGrp="1"/>
          </p:cNvSpPr>
          <p:nvPr>
            <p:ph sz="quarter" idx="23" hasCustomPrompt="1"/>
          </p:nvPr>
        </p:nvSpPr>
        <p:spPr>
          <a:xfrm>
            <a:off x="9056315" y="3577319"/>
            <a:ext cx="2861423" cy="1360800"/>
          </a:xfrm>
        </p:spPr>
        <p:txBody>
          <a:bodyPr lIns="180000" tIns="162000" rIns="90000" bIns="43200"/>
          <a:lstStyle>
            <a:lvl1pPr>
              <a:lnSpc>
                <a:spcPct val="98000"/>
              </a:lnSpc>
              <a:defRPr sz="1500"/>
            </a:lvl1pPr>
            <a:lvl2pPr>
              <a:lnSpc>
                <a:spcPct val="98000"/>
              </a:lnSpc>
              <a:defRPr/>
            </a:lvl2pPr>
            <a:lvl3pPr>
              <a:lnSpc>
                <a:spcPct val="98000"/>
              </a:lnSpc>
              <a:defRPr/>
            </a:lvl3pPr>
            <a:lvl4pPr>
              <a:lnSpc>
                <a:spcPct val="98000"/>
              </a:lnSpc>
              <a:defRPr/>
            </a:lvl4pPr>
            <a:lvl5pPr>
              <a:lnSpc>
                <a:spcPct val="98000"/>
              </a:lnSpc>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3108543402"/>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3 Bilder mit Tex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1464" y="244800"/>
            <a:ext cx="3762090" cy="1005258"/>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7893DB96-315B-4AA8-A4DA-A62A76E1325B}"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8" name="Inhaltsplatzhalter 10">
            <a:extLst>
              <a:ext uri="{FF2B5EF4-FFF2-40B4-BE49-F238E27FC236}">
                <a16:creationId xmlns:a16="http://schemas.microsoft.com/office/drawing/2014/main" id="{19B00308-6650-D1AB-F5C5-991F60192BF4}"/>
              </a:ext>
            </a:extLst>
          </p:cNvPr>
          <p:cNvSpPr>
            <a:spLocks noGrp="1"/>
          </p:cNvSpPr>
          <p:nvPr>
            <p:ph sz="quarter" idx="23" hasCustomPrompt="1"/>
          </p:nvPr>
        </p:nvSpPr>
        <p:spPr>
          <a:xfrm>
            <a:off x="269877" y="1371601"/>
            <a:ext cx="3765600" cy="1517340"/>
          </a:xfrm>
        </p:spPr>
        <p:txBody>
          <a:bodyPr/>
          <a:lstStyle>
            <a:lvl1pPr>
              <a:defRPr/>
            </a:lvl1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 name="Bildplatzhalter 4">
            <a:extLst>
              <a:ext uri="{FF2B5EF4-FFF2-40B4-BE49-F238E27FC236}">
                <a16:creationId xmlns:a16="http://schemas.microsoft.com/office/drawing/2014/main" id="{E8901B72-CDFB-6B04-2999-9B4D3BECDEBA}"/>
              </a:ext>
            </a:extLst>
          </p:cNvPr>
          <p:cNvSpPr>
            <a:spLocks noGrp="1"/>
          </p:cNvSpPr>
          <p:nvPr>
            <p:ph type="pic" sz="quarter" idx="22"/>
          </p:nvPr>
        </p:nvSpPr>
        <p:spPr>
          <a:xfrm>
            <a:off x="4222638" y="273051"/>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6" name="Inhaltsplatzhalter 10">
            <a:extLst>
              <a:ext uri="{FF2B5EF4-FFF2-40B4-BE49-F238E27FC236}">
                <a16:creationId xmlns:a16="http://schemas.microsoft.com/office/drawing/2014/main" id="{5F7462AF-9418-FBED-AE2B-9097CD9893A9}"/>
              </a:ext>
            </a:extLst>
          </p:cNvPr>
          <p:cNvSpPr>
            <a:spLocks noGrp="1"/>
          </p:cNvSpPr>
          <p:nvPr>
            <p:ph sz="quarter" idx="24" hasCustomPrompt="1"/>
          </p:nvPr>
        </p:nvSpPr>
        <p:spPr>
          <a:xfrm>
            <a:off x="4222638"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7" name="Bildplatzhalter 4">
            <a:extLst>
              <a:ext uri="{FF2B5EF4-FFF2-40B4-BE49-F238E27FC236}">
                <a16:creationId xmlns:a16="http://schemas.microsoft.com/office/drawing/2014/main" id="{C01596A2-76F2-91F4-9E36-E7A688555C5E}"/>
              </a:ext>
            </a:extLst>
          </p:cNvPr>
          <p:cNvSpPr>
            <a:spLocks noGrp="1"/>
          </p:cNvSpPr>
          <p:nvPr>
            <p:ph type="pic" sz="quarter" idx="25"/>
          </p:nvPr>
        </p:nvSpPr>
        <p:spPr>
          <a:xfrm>
            <a:off x="6193722"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18" name="Inhaltsplatzhalter 10">
            <a:extLst>
              <a:ext uri="{FF2B5EF4-FFF2-40B4-BE49-F238E27FC236}">
                <a16:creationId xmlns:a16="http://schemas.microsoft.com/office/drawing/2014/main" id="{BE5D1B04-2BFA-33F3-C355-D8EB9E6F77DC}"/>
              </a:ext>
            </a:extLst>
          </p:cNvPr>
          <p:cNvSpPr>
            <a:spLocks noGrp="1"/>
          </p:cNvSpPr>
          <p:nvPr>
            <p:ph sz="quarter" idx="26" hasCustomPrompt="1"/>
          </p:nvPr>
        </p:nvSpPr>
        <p:spPr>
          <a:xfrm>
            <a:off x="6193722"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9" name="Bildplatzhalter 4">
            <a:extLst>
              <a:ext uri="{FF2B5EF4-FFF2-40B4-BE49-F238E27FC236}">
                <a16:creationId xmlns:a16="http://schemas.microsoft.com/office/drawing/2014/main" id="{8823469C-27C8-EF8F-4CC9-197675E31FB1}"/>
              </a:ext>
            </a:extLst>
          </p:cNvPr>
          <p:cNvSpPr>
            <a:spLocks noGrp="1"/>
          </p:cNvSpPr>
          <p:nvPr>
            <p:ph type="pic" sz="quarter" idx="27"/>
          </p:nvPr>
        </p:nvSpPr>
        <p:spPr>
          <a:xfrm>
            <a:off x="8164806"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0" name="Inhaltsplatzhalter 10">
            <a:extLst>
              <a:ext uri="{FF2B5EF4-FFF2-40B4-BE49-F238E27FC236}">
                <a16:creationId xmlns:a16="http://schemas.microsoft.com/office/drawing/2014/main" id="{887C4011-3849-0B28-B9C6-CD6CCD2774AC}"/>
              </a:ext>
            </a:extLst>
          </p:cNvPr>
          <p:cNvSpPr>
            <a:spLocks noGrp="1"/>
          </p:cNvSpPr>
          <p:nvPr>
            <p:ph sz="quarter" idx="28" hasCustomPrompt="1"/>
          </p:nvPr>
        </p:nvSpPr>
        <p:spPr>
          <a:xfrm>
            <a:off x="8164806"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1" name="Bildplatzhalter 4">
            <a:extLst>
              <a:ext uri="{FF2B5EF4-FFF2-40B4-BE49-F238E27FC236}">
                <a16:creationId xmlns:a16="http://schemas.microsoft.com/office/drawing/2014/main" id="{CBEDB122-E4B4-DEAF-0C6D-61CF1C399FB7}"/>
              </a:ext>
            </a:extLst>
          </p:cNvPr>
          <p:cNvSpPr>
            <a:spLocks noGrp="1"/>
          </p:cNvSpPr>
          <p:nvPr>
            <p:ph type="pic" sz="quarter" idx="29"/>
          </p:nvPr>
        </p:nvSpPr>
        <p:spPr>
          <a:xfrm>
            <a:off x="10135890" y="26718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2" name="Inhaltsplatzhalter 10">
            <a:extLst>
              <a:ext uri="{FF2B5EF4-FFF2-40B4-BE49-F238E27FC236}">
                <a16:creationId xmlns:a16="http://schemas.microsoft.com/office/drawing/2014/main" id="{2E8C9BDD-A256-932A-0451-8742BDF218CD}"/>
              </a:ext>
            </a:extLst>
          </p:cNvPr>
          <p:cNvSpPr>
            <a:spLocks noGrp="1"/>
          </p:cNvSpPr>
          <p:nvPr>
            <p:ph sz="quarter" idx="30" hasCustomPrompt="1"/>
          </p:nvPr>
        </p:nvSpPr>
        <p:spPr>
          <a:xfrm>
            <a:off x="10135890" y="1347295"/>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Bildplatzhalter 4">
            <a:extLst>
              <a:ext uri="{FF2B5EF4-FFF2-40B4-BE49-F238E27FC236}">
                <a16:creationId xmlns:a16="http://schemas.microsoft.com/office/drawing/2014/main" id="{5648AA9A-5221-27F9-3191-6F0F1FEAF36C}"/>
              </a:ext>
            </a:extLst>
          </p:cNvPr>
          <p:cNvSpPr>
            <a:spLocks noGrp="1"/>
          </p:cNvSpPr>
          <p:nvPr>
            <p:ph type="pic" sz="quarter" idx="31"/>
          </p:nvPr>
        </p:nvSpPr>
        <p:spPr>
          <a:xfrm>
            <a:off x="4220167"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4" name="Inhaltsplatzhalter 10">
            <a:extLst>
              <a:ext uri="{FF2B5EF4-FFF2-40B4-BE49-F238E27FC236}">
                <a16:creationId xmlns:a16="http://schemas.microsoft.com/office/drawing/2014/main" id="{92E2526C-7EE2-C9B9-E09C-E4124FE41C3A}"/>
              </a:ext>
            </a:extLst>
          </p:cNvPr>
          <p:cNvSpPr>
            <a:spLocks noGrp="1"/>
          </p:cNvSpPr>
          <p:nvPr>
            <p:ph sz="quarter" idx="32" hasCustomPrompt="1"/>
          </p:nvPr>
        </p:nvSpPr>
        <p:spPr>
          <a:xfrm>
            <a:off x="4220167"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5" name="Bildplatzhalter 4">
            <a:extLst>
              <a:ext uri="{FF2B5EF4-FFF2-40B4-BE49-F238E27FC236}">
                <a16:creationId xmlns:a16="http://schemas.microsoft.com/office/drawing/2014/main" id="{6836661A-7952-7ADE-BB22-08BB2B174D2B}"/>
              </a:ext>
            </a:extLst>
          </p:cNvPr>
          <p:cNvSpPr>
            <a:spLocks noGrp="1"/>
          </p:cNvSpPr>
          <p:nvPr>
            <p:ph type="pic" sz="quarter" idx="33"/>
          </p:nvPr>
        </p:nvSpPr>
        <p:spPr>
          <a:xfrm>
            <a:off x="6191251"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6" name="Inhaltsplatzhalter 10">
            <a:extLst>
              <a:ext uri="{FF2B5EF4-FFF2-40B4-BE49-F238E27FC236}">
                <a16:creationId xmlns:a16="http://schemas.microsoft.com/office/drawing/2014/main" id="{C2CB294D-1078-8674-FF02-6A8C1FA8750C}"/>
              </a:ext>
            </a:extLst>
          </p:cNvPr>
          <p:cNvSpPr>
            <a:spLocks noGrp="1"/>
          </p:cNvSpPr>
          <p:nvPr>
            <p:ph sz="quarter" idx="34" hasCustomPrompt="1"/>
          </p:nvPr>
        </p:nvSpPr>
        <p:spPr>
          <a:xfrm>
            <a:off x="6191251"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8" name="Bildplatzhalter 4">
            <a:extLst>
              <a:ext uri="{FF2B5EF4-FFF2-40B4-BE49-F238E27FC236}">
                <a16:creationId xmlns:a16="http://schemas.microsoft.com/office/drawing/2014/main" id="{478A5169-5857-1B03-543A-A692CECD2826}"/>
              </a:ext>
            </a:extLst>
          </p:cNvPr>
          <p:cNvSpPr>
            <a:spLocks noGrp="1"/>
          </p:cNvSpPr>
          <p:nvPr>
            <p:ph type="pic" sz="quarter" idx="35"/>
          </p:nvPr>
        </p:nvSpPr>
        <p:spPr>
          <a:xfrm>
            <a:off x="8162335"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29" name="Inhaltsplatzhalter 10">
            <a:extLst>
              <a:ext uri="{FF2B5EF4-FFF2-40B4-BE49-F238E27FC236}">
                <a16:creationId xmlns:a16="http://schemas.microsoft.com/office/drawing/2014/main" id="{CCD55740-F556-6FFB-54B7-F02F33DD446D}"/>
              </a:ext>
            </a:extLst>
          </p:cNvPr>
          <p:cNvSpPr>
            <a:spLocks noGrp="1"/>
          </p:cNvSpPr>
          <p:nvPr>
            <p:ph sz="quarter" idx="36" hasCustomPrompt="1"/>
          </p:nvPr>
        </p:nvSpPr>
        <p:spPr>
          <a:xfrm>
            <a:off x="8162335"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0" name="Bildplatzhalter 4">
            <a:extLst>
              <a:ext uri="{FF2B5EF4-FFF2-40B4-BE49-F238E27FC236}">
                <a16:creationId xmlns:a16="http://schemas.microsoft.com/office/drawing/2014/main" id="{C3C4A300-9C66-727B-BF1B-3FE78BA49252}"/>
              </a:ext>
            </a:extLst>
          </p:cNvPr>
          <p:cNvSpPr>
            <a:spLocks noGrp="1"/>
          </p:cNvSpPr>
          <p:nvPr>
            <p:ph type="pic" sz="quarter" idx="37"/>
          </p:nvPr>
        </p:nvSpPr>
        <p:spPr>
          <a:xfrm>
            <a:off x="10133419" y="2453904"/>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1" name="Inhaltsplatzhalter 10">
            <a:extLst>
              <a:ext uri="{FF2B5EF4-FFF2-40B4-BE49-F238E27FC236}">
                <a16:creationId xmlns:a16="http://schemas.microsoft.com/office/drawing/2014/main" id="{A1A5D7D5-55B1-516C-7CED-BF26C79BE6B2}"/>
              </a:ext>
            </a:extLst>
          </p:cNvPr>
          <p:cNvSpPr>
            <a:spLocks noGrp="1"/>
          </p:cNvSpPr>
          <p:nvPr>
            <p:ph sz="quarter" idx="38" hasCustomPrompt="1"/>
          </p:nvPr>
        </p:nvSpPr>
        <p:spPr>
          <a:xfrm>
            <a:off x="10133419" y="3528148"/>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6" name="Bildplatzhalter 4">
            <a:extLst>
              <a:ext uri="{FF2B5EF4-FFF2-40B4-BE49-F238E27FC236}">
                <a16:creationId xmlns:a16="http://schemas.microsoft.com/office/drawing/2014/main" id="{F4A6E408-2281-5C5F-C17D-009678C7B293}"/>
              </a:ext>
            </a:extLst>
          </p:cNvPr>
          <p:cNvSpPr>
            <a:spLocks noGrp="1"/>
          </p:cNvSpPr>
          <p:nvPr>
            <p:ph type="pic" sz="quarter" idx="39"/>
          </p:nvPr>
        </p:nvSpPr>
        <p:spPr>
          <a:xfrm>
            <a:off x="421998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7" name="Inhaltsplatzhalter 10">
            <a:extLst>
              <a:ext uri="{FF2B5EF4-FFF2-40B4-BE49-F238E27FC236}">
                <a16:creationId xmlns:a16="http://schemas.microsoft.com/office/drawing/2014/main" id="{106AA095-B514-8CB2-E655-796D9234A496}"/>
              </a:ext>
            </a:extLst>
          </p:cNvPr>
          <p:cNvSpPr>
            <a:spLocks noGrp="1"/>
          </p:cNvSpPr>
          <p:nvPr>
            <p:ph sz="quarter" idx="40" hasCustomPrompt="1"/>
          </p:nvPr>
        </p:nvSpPr>
        <p:spPr>
          <a:xfrm>
            <a:off x="421998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38" name="Bildplatzhalter 4">
            <a:extLst>
              <a:ext uri="{FF2B5EF4-FFF2-40B4-BE49-F238E27FC236}">
                <a16:creationId xmlns:a16="http://schemas.microsoft.com/office/drawing/2014/main" id="{B22E5E6F-159C-366B-5296-441253F3F0BB}"/>
              </a:ext>
            </a:extLst>
          </p:cNvPr>
          <p:cNvSpPr>
            <a:spLocks noGrp="1"/>
          </p:cNvSpPr>
          <p:nvPr>
            <p:ph type="pic" sz="quarter" idx="41"/>
          </p:nvPr>
        </p:nvSpPr>
        <p:spPr>
          <a:xfrm>
            <a:off x="6191065"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39" name="Inhaltsplatzhalter 10">
            <a:extLst>
              <a:ext uri="{FF2B5EF4-FFF2-40B4-BE49-F238E27FC236}">
                <a16:creationId xmlns:a16="http://schemas.microsoft.com/office/drawing/2014/main" id="{8F99875B-FC4F-7DCE-AACD-FF783DF1F8CC}"/>
              </a:ext>
            </a:extLst>
          </p:cNvPr>
          <p:cNvSpPr>
            <a:spLocks noGrp="1"/>
          </p:cNvSpPr>
          <p:nvPr>
            <p:ph sz="quarter" idx="42" hasCustomPrompt="1"/>
          </p:nvPr>
        </p:nvSpPr>
        <p:spPr>
          <a:xfrm>
            <a:off x="6191065"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0" name="Bildplatzhalter 4">
            <a:extLst>
              <a:ext uri="{FF2B5EF4-FFF2-40B4-BE49-F238E27FC236}">
                <a16:creationId xmlns:a16="http://schemas.microsoft.com/office/drawing/2014/main" id="{86D99F31-E97B-1DE8-80A6-FCE2268D7504}"/>
              </a:ext>
            </a:extLst>
          </p:cNvPr>
          <p:cNvSpPr>
            <a:spLocks noGrp="1"/>
          </p:cNvSpPr>
          <p:nvPr>
            <p:ph type="pic" sz="quarter" idx="43"/>
          </p:nvPr>
        </p:nvSpPr>
        <p:spPr>
          <a:xfrm>
            <a:off x="8162149"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1" name="Inhaltsplatzhalter 10">
            <a:extLst>
              <a:ext uri="{FF2B5EF4-FFF2-40B4-BE49-F238E27FC236}">
                <a16:creationId xmlns:a16="http://schemas.microsoft.com/office/drawing/2014/main" id="{2AFB99F6-8B03-8325-85FE-ACF55FEF4C7E}"/>
              </a:ext>
            </a:extLst>
          </p:cNvPr>
          <p:cNvSpPr>
            <a:spLocks noGrp="1"/>
          </p:cNvSpPr>
          <p:nvPr>
            <p:ph sz="quarter" idx="44" hasCustomPrompt="1"/>
          </p:nvPr>
        </p:nvSpPr>
        <p:spPr>
          <a:xfrm>
            <a:off x="8162149"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2" name="Bildplatzhalter 4">
            <a:extLst>
              <a:ext uri="{FF2B5EF4-FFF2-40B4-BE49-F238E27FC236}">
                <a16:creationId xmlns:a16="http://schemas.microsoft.com/office/drawing/2014/main" id="{7B354065-93C3-8CD0-C6F7-EAD8915CFD21}"/>
              </a:ext>
            </a:extLst>
          </p:cNvPr>
          <p:cNvSpPr>
            <a:spLocks noGrp="1"/>
          </p:cNvSpPr>
          <p:nvPr>
            <p:ph type="pic" sz="quarter" idx="45"/>
          </p:nvPr>
        </p:nvSpPr>
        <p:spPr>
          <a:xfrm>
            <a:off x="10133233"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3" name="Inhaltsplatzhalter 10">
            <a:extLst>
              <a:ext uri="{FF2B5EF4-FFF2-40B4-BE49-F238E27FC236}">
                <a16:creationId xmlns:a16="http://schemas.microsoft.com/office/drawing/2014/main" id="{D9B63D01-B563-7751-25F8-D9E1385E66D2}"/>
              </a:ext>
            </a:extLst>
          </p:cNvPr>
          <p:cNvSpPr>
            <a:spLocks noGrp="1"/>
          </p:cNvSpPr>
          <p:nvPr>
            <p:ph sz="quarter" idx="46" hasCustomPrompt="1"/>
          </p:nvPr>
        </p:nvSpPr>
        <p:spPr>
          <a:xfrm>
            <a:off x="10133233"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4" name="Bildplatzhalter 4">
            <a:extLst>
              <a:ext uri="{FF2B5EF4-FFF2-40B4-BE49-F238E27FC236}">
                <a16:creationId xmlns:a16="http://schemas.microsoft.com/office/drawing/2014/main" id="{3561E328-70B6-85DB-D07B-4E3133D9FE77}"/>
              </a:ext>
            </a:extLst>
          </p:cNvPr>
          <p:cNvSpPr>
            <a:spLocks noGrp="1"/>
          </p:cNvSpPr>
          <p:nvPr>
            <p:ph type="pic" sz="quarter" idx="47"/>
          </p:nvPr>
        </p:nvSpPr>
        <p:spPr>
          <a:xfrm>
            <a:off x="2247851" y="4491720"/>
            <a:ext cx="1782000" cy="954000"/>
          </a:xfrm>
          <a:pattFill prst="lgCheck">
            <a:fgClr>
              <a:schemeClr val="bg1">
                <a:lumMod val="85000"/>
              </a:schemeClr>
            </a:fgClr>
            <a:bgClr>
              <a:schemeClr val="bg1"/>
            </a:bgClr>
          </a:pattFill>
        </p:spPr>
        <p:txBody>
          <a:bodyPr tIns="0" anchor="ctr"/>
          <a:lstStyle>
            <a:lvl1pPr algn="ctr">
              <a:defRPr sz="1200"/>
            </a:lvl1pPr>
          </a:lstStyle>
          <a:p>
            <a:r>
              <a:rPr lang="en-US" noProof="0"/>
              <a:t>Click icon to add picture</a:t>
            </a:r>
            <a:endParaRPr lang="en-GB" noProof="0" dirty="0"/>
          </a:p>
        </p:txBody>
      </p:sp>
      <p:sp>
        <p:nvSpPr>
          <p:cNvPr id="45" name="Inhaltsplatzhalter 10">
            <a:extLst>
              <a:ext uri="{FF2B5EF4-FFF2-40B4-BE49-F238E27FC236}">
                <a16:creationId xmlns:a16="http://schemas.microsoft.com/office/drawing/2014/main" id="{818DEC37-95E8-080D-AB4D-58F52BC284EC}"/>
              </a:ext>
            </a:extLst>
          </p:cNvPr>
          <p:cNvSpPr>
            <a:spLocks noGrp="1"/>
          </p:cNvSpPr>
          <p:nvPr>
            <p:ph sz="quarter" idx="48" hasCustomPrompt="1"/>
          </p:nvPr>
        </p:nvSpPr>
        <p:spPr>
          <a:xfrm>
            <a:off x="2247851" y="5518339"/>
            <a:ext cx="1782000" cy="718315"/>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24116460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eitstrahl">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273600" y="244800"/>
            <a:ext cx="11650662" cy="536400"/>
          </a:xfrm>
        </p:spPr>
        <p:txBody>
          <a:bodyPr/>
          <a:lstStyle/>
          <a:p>
            <a:r>
              <a:rPr lang="en-GB" noProof="0" dirty="0"/>
              <a:t>Insert title</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6C66F239-114E-41F3-ADA1-C32B874D6A23}"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cxnSp>
        <p:nvCxnSpPr>
          <p:cNvPr id="7" name="Gerade Verbindung mit Pfeil 6">
            <a:extLst>
              <a:ext uri="{FF2B5EF4-FFF2-40B4-BE49-F238E27FC236}">
                <a16:creationId xmlns:a16="http://schemas.microsoft.com/office/drawing/2014/main" id="{3960DD06-5403-402D-6C88-53DCD45F16E1}"/>
              </a:ext>
            </a:extLst>
          </p:cNvPr>
          <p:cNvCxnSpPr/>
          <p:nvPr userDrawn="1"/>
        </p:nvCxnSpPr>
        <p:spPr>
          <a:xfrm>
            <a:off x="269875" y="3497585"/>
            <a:ext cx="11652250" cy="0"/>
          </a:xfrm>
          <a:prstGeom prst="straightConnector1">
            <a:avLst/>
          </a:prstGeom>
          <a:ln w="12700">
            <a:solidFill>
              <a:schemeClr val="tx1"/>
            </a:solidFill>
            <a:tailEnd type="arrow" w="med" len="sm"/>
          </a:ln>
        </p:spPr>
        <p:style>
          <a:lnRef idx="1">
            <a:schemeClr val="accent1"/>
          </a:lnRef>
          <a:fillRef idx="0">
            <a:schemeClr val="accent1"/>
          </a:fillRef>
          <a:effectRef idx="0">
            <a:schemeClr val="accent1"/>
          </a:effectRef>
          <a:fontRef idx="minor">
            <a:schemeClr val="tx1"/>
          </a:fontRef>
        </p:style>
      </p:cxnSp>
      <p:sp>
        <p:nvSpPr>
          <p:cNvPr id="115" name="Bildplatzhalter 4">
            <a:extLst>
              <a:ext uri="{FF2B5EF4-FFF2-40B4-BE49-F238E27FC236}">
                <a16:creationId xmlns:a16="http://schemas.microsoft.com/office/drawing/2014/main" id="{F49F2DB0-AB5C-6BD8-064D-373B4B1209AB}"/>
              </a:ext>
            </a:extLst>
          </p:cNvPr>
          <p:cNvSpPr>
            <a:spLocks noGrp="1"/>
          </p:cNvSpPr>
          <p:nvPr>
            <p:ph type="pic" sz="quarter" idx="17"/>
          </p:nvPr>
        </p:nvSpPr>
        <p:spPr>
          <a:xfrm>
            <a:off x="26987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6" name="Bildplatzhalter 4">
            <a:extLst>
              <a:ext uri="{FF2B5EF4-FFF2-40B4-BE49-F238E27FC236}">
                <a16:creationId xmlns:a16="http://schemas.microsoft.com/office/drawing/2014/main" id="{F0B6A180-6984-B9E7-7ADC-A121B77988BD}"/>
              </a:ext>
            </a:extLst>
          </p:cNvPr>
          <p:cNvSpPr>
            <a:spLocks noGrp="1"/>
          </p:cNvSpPr>
          <p:nvPr>
            <p:ph type="pic" sz="quarter" idx="18"/>
          </p:nvPr>
        </p:nvSpPr>
        <p:spPr>
          <a:xfrm>
            <a:off x="197400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7" name="Bildplatzhalter 4">
            <a:extLst>
              <a:ext uri="{FF2B5EF4-FFF2-40B4-BE49-F238E27FC236}">
                <a16:creationId xmlns:a16="http://schemas.microsoft.com/office/drawing/2014/main" id="{38372887-04E8-C5D5-EF4C-1E25A260FB2C}"/>
              </a:ext>
            </a:extLst>
          </p:cNvPr>
          <p:cNvSpPr>
            <a:spLocks noGrp="1"/>
          </p:cNvSpPr>
          <p:nvPr>
            <p:ph type="pic" sz="quarter" idx="19"/>
          </p:nvPr>
        </p:nvSpPr>
        <p:spPr>
          <a:xfrm>
            <a:off x="3667159"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8" name="Bildplatzhalter 4">
            <a:extLst>
              <a:ext uri="{FF2B5EF4-FFF2-40B4-BE49-F238E27FC236}">
                <a16:creationId xmlns:a16="http://schemas.microsoft.com/office/drawing/2014/main" id="{7A14FB65-6B89-A9C8-8DB1-7B1F7CBFAEC8}"/>
              </a:ext>
            </a:extLst>
          </p:cNvPr>
          <p:cNvSpPr>
            <a:spLocks noGrp="1"/>
          </p:cNvSpPr>
          <p:nvPr>
            <p:ph type="pic" sz="quarter" idx="20"/>
          </p:nvPr>
        </p:nvSpPr>
        <p:spPr>
          <a:xfrm>
            <a:off x="5360315"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19" name="Bildplatzhalter 4">
            <a:extLst>
              <a:ext uri="{FF2B5EF4-FFF2-40B4-BE49-F238E27FC236}">
                <a16:creationId xmlns:a16="http://schemas.microsoft.com/office/drawing/2014/main" id="{CD8F59A9-69CA-1C2A-33D7-AD0BB64181B4}"/>
              </a:ext>
            </a:extLst>
          </p:cNvPr>
          <p:cNvSpPr>
            <a:spLocks noGrp="1"/>
          </p:cNvSpPr>
          <p:nvPr>
            <p:ph type="pic" sz="quarter" idx="21"/>
          </p:nvPr>
        </p:nvSpPr>
        <p:spPr>
          <a:xfrm>
            <a:off x="7053471"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0" name="Bildplatzhalter 4">
            <a:extLst>
              <a:ext uri="{FF2B5EF4-FFF2-40B4-BE49-F238E27FC236}">
                <a16:creationId xmlns:a16="http://schemas.microsoft.com/office/drawing/2014/main" id="{B582FB2A-C51D-65C1-0203-3A5AB4DB0F44}"/>
              </a:ext>
            </a:extLst>
          </p:cNvPr>
          <p:cNvSpPr>
            <a:spLocks noGrp="1"/>
          </p:cNvSpPr>
          <p:nvPr>
            <p:ph type="pic" sz="quarter" idx="22"/>
          </p:nvPr>
        </p:nvSpPr>
        <p:spPr>
          <a:xfrm>
            <a:off x="8746627"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1" name="Bildplatzhalter 4">
            <a:extLst>
              <a:ext uri="{FF2B5EF4-FFF2-40B4-BE49-F238E27FC236}">
                <a16:creationId xmlns:a16="http://schemas.microsoft.com/office/drawing/2014/main" id="{18F14028-DA69-147A-C414-9146D8EAE5FD}"/>
              </a:ext>
            </a:extLst>
          </p:cNvPr>
          <p:cNvSpPr>
            <a:spLocks noGrp="1"/>
          </p:cNvSpPr>
          <p:nvPr>
            <p:ph type="pic" sz="quarter" idx="23"/>
          </p:nvPr>
        </p:nvSpPr>
        <p:spPr>
          <a:xfrm>
            <a:off x="10439783" y="125312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2" name="Bildplatzhalter 4">
            <a:extLst>
              <a:ext uri="{FF2B5EF4-FFF2-40B4-BE49-F238E27FC236}">
                <a16:creationId xmlns:a16="http://schemas.microsoft.com/office/drawing/2014/main" id="{3A11402F-1392-D5B0-DE17-2E270C800CA5}"/>
              </a:ext>
            </a:extLst>
          </p:cNvPr>
          <p:cNvSpPr>
            <a:spLocks noGrp="1"/>
          </p:cNvSpPr>
          <p:nvPr>
            <p:ph type="pic" sz="quarter" idx="24"/>
          </p:nvPr>
        </p:nvSpPr>
        <p:spPr>
          <a:xfrm>
            <a:off x="1136079"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3" name="Bildplatzhalter 4">
            <a:extLst>
              <a:ext uri="{FF2B5EF4-FFF2-40B4-BE49-F238E27FC236}">
                <a16:creationId xmlns:a16="http://schemas.microsoft.com/office/drawing/2014/main" id="{92F84F7D-2669-46EA-F7E5-F5A3AE35C50F}"/>
              </a:ext>
            </a:extLst>
          </p:cNvPr>
          <p:cNvSpPr>
            <a:spLocks noGrp="1"/>
          </p:cNvSpPr>
          <p:nvPr>
            <p:ph type="pic" sz="quarter" idx="25"/>
          </p:nvPr>
        </p:nvSpPr>
        <p:spPr>
          <a:xfrm>
            <a:off x="282900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4" name="Bildplatzhalter 4">
            <a:extLst>
              <a:ext uri="{FF2B5EF4-FFF2-40B4-BE49-F238E27FC236}">
                <a16:creationId xmlns:a16="http://schemas.microsoft.com/office/drawing/2014/main" id="{7F4B621D-593C-EF66-AAA8-260F24BB8163}"/>
              </a:ext>
            </a:extLst>
          </p:cNvPr>
          <p:cNvSpPr>
            <a:spLocks noGrp="1"/>
          </p:cNvSpPr>
          <p:nvPr>
            <p:ph type="pic" sz="quarter" idx="26"/>
          </p:nvPr>
        </p:nvSpPr>
        <p:spPr>
          <a:xfrm>
            <a:off x="4521933"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5" name="Bildplatzhalter 4">
            <a:extLst>
              <a:ext uri="{FF2B5EF4-FFF2-40B4-BE49-F238E27FC236}">
                <a16:creationId xmlns:a16="http://schemas.microsoft.com/office/drawing/2014/main" id="{EAB29708-5948-93D3-1DAE-9AA4E5A03DCE}"/>
              </a:ext>
            </a:extLst>
          </p:cNvPr>
          <p:cNvSpPr>
            <a:spLocks noGrp="1"/>
          </p:cNvSpPr>
          <p:nvPr>
            <p:ph type="pic" sz="quarter" idx="27"/>
          </p:nvPr>
        </p:nvSpPr>
        <p:spPr>
          <a:xfrm>
            <a:off x="6214860"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6" name="Bildplatzhalter 4">
            <a:extLst>
              <a:ext uri="{FF2B5EF4-FFF2-40B4-BE49-F238E27FC236}">
                <a16:creationId xmlns:a16="http://schemas.microsoft.com/office/drawing/2014/main" id="{6590CFDF-AA3F-86A0-462A-8B00EDC3EDDD}"/>
              </a:ext>
            </a:extLst>
          </p:cNvPr>
          <p:cNvSpPr>
            <a:spLocks noGrp="1"/>
          </p:cNvSpPr>
          <p:nvPr>
            <p:ph type="pic" sz="quarter" idx="28"/>
          </p:nvPr>
        </p:nvSpPr>
        <p:spPr>
          <a:xfrm>
            <a:off x="7907787"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7" name="Bildplatzhalter 4">
            <a:extLst>
              <a:ext uri="{FF2B5EF4-FFF2-40B4-BE49-F238E27FC236}">
                <a16:creationId xmlns:a16="http://schemas.microsoft.com/office/drawing/2014/main" id="{F8D57941-57A2-78B6-C142-19F25D64A5F1}"/>
              </a:ext>
            </a:extLst>
          </p:cNvPr>
          <p:cNvSpPr>
            <a:spLocks noGrp="1"/>
          </p:cNvSpPr>
          <p:nvPr>
            <p:ph type="pic" sz="quarter" idx="29"/>
          </p:nvPr>
        </p:nvSpPr>
        <p:spPr>
          <a:xfrm>
            <a:off x="9600716" y="3819835"/>
            <a:ext cx="1486800" cy="1530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128" name="Inhaltsplatzhalter 10">
            <a:extLst>
              <a:ext uri="{FF2B5EF4-FFF2-40B4-BE49-F238E27FC236}">
                <a16:creationId xmlns:a16="http://schemas.microsoft.com/office/drawing/2014/main" id="{84D95677-0114-3854-2A06-CDDFDD440777}"/>
              </a:ext>
            </a:extLst>
          </p:cNvPr>
          <p:cNvSpPr>
            <a:spLocks noGrp="1"/>
          </p:cNvSpPr>
          <p:nvPr>
            <p:ph sz="quarter" idx="30" hasCustomPrompt="1"/>
          </p:nvPr>
        </p:nvSpPr>
        <p:spPr>
          <a:xfrm>
            <a:off x="26987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9" name="Inhaltsplatzhalter 10">
            <a:extLst>
              <a:ext uri="{FF2B5EF4-FFF2-40B4-BE49-F238E27FC236}">
                <a16:creationId xmlns:a16="http://schemas.microsoft.com/office/drawing/2014/main" id="{830824E2-E1B0-01AE-F199-E13B717EE78D}"/>
              </a:ext>
            </a:extLst>
          </p:cNvPr>
          <p:cNvSpPr>
            <a:spLocks noGrp="1"/>
          </p:cNvSpPr>
          <p:nvPr>
            <p:ph sz="quarter" idx="31" hasCustomPrompt="1"/>
          </p:nvPr>
        </p:nvSpPr>
        <p:spPr>
          <a:xfrm>
            <a:off x="197400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0" name="Inhaltsplatzhalter 10">
            <a:extLst>
              <a:ext uri="{FF2B5EF4-FFF2-40B4-BE49-F238E27FC236}">
                <a16:creationId xmlns:a16="http://schemas.microsoft.com/office/drawing/2014/main" id="{B661178F-E8BD-64EC-8DCE-B999B4D9EABD}"/>
              </a:ext>
            </a:extLst>
          </p:cNvPr>
          <p:cNvSpPr>
            <a:spLocks noGrp="1"/>
          </p:cNvSpPr>
          <p:nvPr>
            <p:ph sz="quarter" idx="32" hasCustomPrompt="1"/>
          </p:nvPr>
        </p:nvSpPr>
        <p:spPr>
          <a:xfrm>
            <a:off x="3667159"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1" name="Inhaltsplatzhalter 10">
            <a:extLst>
              <a:ext uri="{FF2B5EF4-FFF2-40B4-BE49-F238E27FC236}">
                <a16:creationId xmlns:a16="http://schemas.microsoft.com/office/drawing/2014/main" id="{A0685B94-A30D-8020-BFC0-B77022CBDE9F}"/>
              </a:ext>
            </a:extLst>
          </p:cNvPr>
          <p:cNvSpPr>
            <a:spLocks noGrp="1"/>
          </p:cNvSpPr>
          <p:nvPr>
            <p:ph sz="quarter" idx="33" hasCustomPrompt="1"/>
          </p:nvPr>
        </p:nvSpPr>
        <p:spPr>
          <a:xfrm>
            <a:off x="5360315"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2" name="Inhaltsplatzhalter 10">
            <a:extLst>
              <a:ext uri="{FF2B5EF4-FFF2-40B4-BE49-F238E27FC236}">
                <a16:creationId xmlns:a16="http://schemas.microsoft.com/office/drawing/2014/main" id="{7FB39B7C-36A1-9048-02BA-E03566F2EB1F}"/>
              </a:ext>
            </a:extLst>
          </p:cNvPr>
          <p:cNvSpPr>
            <a:spLocks noGrp="1"/>
          </p:cNvSpPr>
          <p:nvPr>
            <p:ph sz="quarter" idx="34" hasCustomPrompt="1"/>
          </p:nvPr>
        </p:nvSpPr>
        <p:spPr>
          <a:xfrm>
            <a:off x="7053471"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3" name="Inhaltsplatzhalter 10">
            <a:extLst>
              <a:ext uri="{FF2B5EF4-FFF2-40B4-BE49-F238E27FC236}">
                <a16:creationId xmlns:a16="http://schemas.microsoft.com/office/drawing/2014/main" id="{15CACBB6-4692-7C6A-8251-BEBD135224A0}"/>
              </a:ext>
            </a:extLst>
          </p:cNvPr>
          <p:cNvSpPr>
            <a:spLocks noGrp="1"/>
          </p:cNvSpPr>
          <p:nvPr>
            <p:ph sz="quarter" idx="35" hasCustomPrompt="1"/>
          </p:nvPr>
        </p:nvSpPr>
        <p:spPr>
          <a:xfrm>
            <a:off x="8746627"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4" name="Inhaltsplatzhalter 10">
            <a:extLst>
              <a:ext uri="{FF2B5EF4-FFF2-40B4-BE49-F238E27FC236}">
                <a16:creationId xmlns:a16="http://schemas.microsoft.com/office/drawing/2014/main" id="{BECB31F3-1FF3-7738-D3E5-314BB6A8314A}"/>
              </a:ext>
            </a:extLst>
          </p:cNvPr>
          <p:cNvSpPr>
            <a:spLocks noGrp="1"/>
          </p:cNvSpPr>
          <p:nvPr>
            <p:ph sz="quarter" idx="36" hasCustomPrompt="1"/>
          </p:nvPr>
        </p:nvSpPr>
        <p:spPr>
          <a:xfrm>
            <a:off x="10439783" y="2949966"/>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5" name="Inhaltsplatzhalter 10">
            <a:extLst>
              <a:ext uri="{FF2B5EF4-FFF2-40B4-BE49-F238E27FC236}">
                <a16:creationId xmlns:a16="http://schemas.microsoft.com/office/drawing/2014/main" id="{62AF25DC-CA5E-4417-22E5-A964FF016F62}"/>
              </a:ext>
            </a:extLst>
          </p:cNvPr>
          <p:cNvSpPr>
            <a:spLocks noGrp="1"/>
          </p:cNvSpPr>
          <p:nvPr>
            <p:ph sz="quarter" idx="37" hasCustomPrompt="1"/>
          </p:nvPr>
        </p:nvSpPr>
        <p:spPr>
          <a:xfrm>
            <a:off x="1136079"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6" name="Inhaltsplatzhalter 10">
            <a:extLst>
              <a:ext uri="{FF2B5EF4-FFF2-40B4-BE49-F238E27FC236}">
                <a16:creationId xmlns:a16="http://schemas.microsoft.com/office/drawing/2014/main" id="{90D56CD7-60EE-495F-ED4B-C31A87C45E84}"/>
              </a:ext>
            </a:extLst>
          </p:cNvPr>
          <p:cNvSpPr>
            <a:spLocks noGrp="1"/>
          </p:cNvSpPr>
          <p:nvPr>
            <p:ph sz="quarter" idx="38" hasCustomPrompt="1"/>
          </p:nvPr>
        </p:nvSpPr>
        <p:spPr>
          <a:xfrm>
            <a:off x="282900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7" name="Inhaltsplatzhalter 10">
            <a:extLst>
              <a:ext uri="{FF2B5EF4-FFF2-40B4-BE49-F238E27FC236}">
                <a16:creationId xmlns:a16="http://schemas.microsoft.com/office/drawing/2014/main" id="{28B0CB76-6D72-3E2E-056B-27DB3947102B}"/>
              </a:ext>
            </a:extLst>
          </p:cNvPr>
          <p:cNvSpPr>
            <a:spLocks noGrp="1"/>
          </p:cNvSpPr>
          <p:nvPr>
            <p:ph sz="quarter" idx="39" hasCustomPrompt="1"/>
          </p:nvPr>
        </p:nvSpPr>
        <p:spPr>
          <a:xfrm>
            <a:off x="4521933"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8" name="Inhaltsplatzhalter 10">
            <a:extLst>
              <a:ext uri="{FF2B5EF4-FFF2-40B4-BE49-F238E27FC236}">
                <a16:creationId xmlns:a16="http://schemas.microsoft.com/office/drawing/2014/main" id="{57BA3158-F345-F5B5-83D3-6B1D5546CF23}"/>
              </a:ext>
            </a:extLst>
          </p:cNvPr>
          <p:cNvSpPr>
            <a:spLocks noGrp="1"/>
          </p:cNvSpPr>
          <p:nvPr>
            <p:ph sz="quarter" idx="40" hasCustomPrompt="1"/>
          </p:nvPr>
        </p:nvSpPr>
        <p:spPr>
          <a:xfrm>
            <a:off x="6214860"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39" name="Inhaltsplatzhalter 10">
            <a:extLst>
              <a:ext uri="{FF2B5EF4-FFF2-40B4-BE49-F238E27FC236}">
                <a16:creationId xmlns:a16="http://schemas.microsoft.com/office/drawing/2014/main" id="{FC40280B-F0D4-264E-C17E-3D2B98F56454}"/>
              </a:ext>
            </a:extLst>
          </p:cNvPr>
          <p:cNvSpPr>
            <a:spLocks noGrp="1"/>
          </p:cNvSpPr>
          <p:nvPr>
            <p:ph sz="quarter" idx="41" hasCustomPrompt="1"/>
          </p:nvPr>
        </p:nvSpPr>
        <p:spPr>
          <a:xfrm>
            <a:off x="7907787"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40" name="Inhaltsplatzhalter 10">
            <a:extLst>
              <a:ext uri="{FF2B5EF4-FFF2-40B4-BE49-F238E27FC236}">
                <a16:creationId xmlns:a16="http://schemas.microsoft.com/office/drawing/2014/main" id="{4B3C570F-341A-24E7-0226-5D3A693E9D76}"/>
              </a:ext>
            </a:extLst>
          </p:cNvPr>
          <p:cNvSpPr>
            <a:spLocks noGrp="1"/>
          </p:cNvSpPr>
          <p:nvPr>
            <p:ph sz="quarter" idx="42" hasCustomPrompt="1"/>
          </p:nvPr>
        </p:nvSpPr>
        <p:spPr>
          <a:xfrm>
            <a:off x="9600716" y="5503753"/>
            <a:ext cx="1486798" cy="433507"/>
          </a:xfrm>
        </p:spPr>
        <p:txBody>
          <a:bodyPr/>
          <a:lstStyle>
            <a:lvl1pPr>
              <a:lnSpc>
                <a:spcPct val="100000"/>
              </a:lnSpc>
              <a:defRPr sz="1000"/>
            </a:lvl1pPr>
            <a:lvl2pPr>
              <a:lnSpc>
                <a:spcPct val="100000"/>
              </a:lnSpc>
              <a:defRPr sz="1000"/>
            </a:lvl2pPr>
            <a:lvl3pPr>
              <a:lnSpc>
                <a:spcPct val="100000"/>
              </a:lnSpc>
              <a:defRPr sz="1000"/>
            </a:lvl3pPr>
            <a:lvl4pPr>
              <a:lnSpc>
                <a:spcPct val="100000"/>
              </a:lnSpc>
              <a:defRPr sz="1000"/>
            </a:lvl4pPr>
            <a:lvl5pPr>
              <a:lnSpc>
                <a:spcPct val="100000"/>
              </a:lnSpc>
              <a:defRPr sz="100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Tree>
    <p:extLst>
      <p:ext uri="{BB962C8B-B14F-4D97-AF65-F5344CB8AC3E}">
        <p14:creationId xmlns:p14="http://schemas.microsoft.com/office/powerpoint/2010/main" val="5372604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ld gross">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712BD3F3-A9EA-3100-3B48-BC4236C1C8D5}"/>
              </a:ext>
            </a:extLst>
          </p:cNvPr>
          <p:cNvSpPr>
            <a:spLocks noGrp="1"/>
          </p:cNvSpPr>
          <p:nvPr>
            <p:ph type="pic" sz="quarter" idx="13"/>
          </p:nvPr>
        </p:nvSpPr>
        <p:spPr>
          <a:xfrm>
            <a:off x="269875" y="273378"/>
            <a:ext cx="11652249" cy="595121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de-CH" noProof="0"/>
          </a:p>
        </p:txBody>
      </p:sp>
      <p:sp>
        <p:nvSpPr>
          <p:cNvPr id="3" name="Datumsplatzhalter 2">
            <a:extLst>
              <a:ext uri="{FF2B5EF4-FFF2-40B4-BE49-F238E27FC236}">
                <a16:creationId xmlns:a16="http://schemas.microsoft.com/office/drawing/2014/main" id="{1410473C-28E8-F4A9-D9FA-A25C3E0D5DE6}"/>
              </a:ext>
            </a:extLst>
          </p:cNvPr>
          <p:cNvSpPr>
            <a:spLocks noGrp="1"/>
          </p:cNvSpPr>
          <p:nvPr>
            <p:ph type="dt" sz="half" idx="14"/>
          </p:nvPr>
        </p:nvSpPr>
        <p:spPr/>
        <p:txBody>
          <a:bodyPr/>
          <a:lstStyle/>
          <a:p>
            <a:fld id="{C6467BEA-AF39-4053-8C8B-8653C5BC591E}" type="datetime1">
              <a:rPr lang="de-CH" noProof="0" smtClean="0"/>
              <a:t>06.09.2026</a:t>
            </a:fld>
            <a:endParaRPr lang="de-CH" noProof="0"/>
          </a:p>
        </p:txBody>
      </p:sp>
      <p:sp>
        <p:nvSpPr>
          <p:cNvPr id="5" name="Fußzeilenplatzhalter 4">
            <a:extLst>
              <a:ext uri="{FF2B5EF4-FFF2-40B4-BE49-F238E27FC236}">
                <a16:creationId xmlns:a16="http://schemas.microsoft.com/office/drawing/2014/main" id="{099E509D-72CF-9AB0-30D4-2CD7B2DA62CF}"/>
              </a:ext>
            </a:extLst>
          </p:cNvPr>
          <p:cNvSpPr>
            <a:spLocks noGrp="1"/>
          </p:cNvSpPr>
          <p:nvPr>
            <p:ph type="ftr" sz="quarter" idx="15"/>
          </p:nvPr>
        </p:nvSpPr>
        <p:spPr/>
        <p:txBody>
          <a:bodyPr/>
          <a:lstStyle/>
          <a:p>
            <a:r>
              <a:rPr lang="en-US" noProof="0"/>
              <a:t>Footer (Edit via "Insert &gt; Header and Footer")</a:t>
            </a:r>
            <a:endParaRPr lang="de-CH" noProof="0"/>
          </a:p>
        </p:txBody>
      </p:sp>
      <p:sp>
        <p:nvSpPr>
          <p:cNvPr id="7" name="Foliennummernplatzhalter 6">
            <a:extLst>
              <a:ext uri="{FF2B5EF4-FFF2-40B4-BE49-F238E27FC236}">
                <a16:creationId xmlns:a16="http://schemas.microsoft.com/office/drawing/2014/main" id="{092555C2-CC27-C0A2-017D-FF412B101005}"/>
              </a:ext>
            </a:extLst>
          </p:cNvPr>
          <p:cNvSpPr>
            <a:spLocks noGrp="1"/>
          </p:cNvSpPr>
          <p:nvPr>
            <p:ph type="sldNum" sz="quarter" idx="16"/>
          </p:nvPr>
        </p:nvSpPr>
        <p:spPr/>
        <p:txBody>
          <a:bodyPr/>
          <a:lstStyle/>
          <a:p>
            <a:fld id="{442AD375-037F-43D0-B059-5172DA06796A}" type="slidenum">
              <a:rPr lang="de-CH" noProof="0" smtClean="0"/>
              <a:pPr/>
              <a:t>‹#›</a:t>
            </a:fld>
            <a:endParaRPr lang="de-CH" noProof="0"/>
          </a:p>
        </p:txBody>
      </p:sp>
    </p:spTree>
    <p:extLst>
      <p:ext uri="{BB962C8B-B14F-4D97-AF65-F5344CB8AC3E}">
        <p14:creationId xmlns:p14="http://schemas.microsoft.com/office/powerpoint/2010/main" val="42773539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el, Bild und acht Inhalte">
    <p:spTree>
      <p:nvGrpSpPr>
        <p:cNvPr id="1" name=""/>
        <p:cNvGrpSpPr/>
        <p:nvPr/>
      </p:nvGrpSpPr>
      <p:grpSpPr>
        <a:xfrm>
          <a:off x="0" y="0"/>
          <a:ext cx="0" cy="0"/>
          <a:chOff x="0" y="0"/>
          <a:chExt cx="0" cy="0"/>
        </a:xfrm>
      </p:grpSpPr>
      <p:sp>
        <p:nvSpPr>
          <p:cNvPr id="6" name="Bildplatzhalter 4">
            <a:extLst>
              <a:ext uri="{FF2B5EF4-FFF2-40B4-BE49-F238E27FC236}">
                <a16:creationId xmlns:a16="http://schemas.microsoft.com/office/drawing/2014/main" id="{73EBFA33-E838-4FF1-1D0F-2B8F723A98F0}"/>
              </a:ext>
            </a:extLst>
          </p:cNvPr>
          <p:cNvSpPr>
            <a:spLocks noGrp="1"/>
          </p:cNvSpPr>
          <p:nvPr>
            <p:ph type="pic" sz="quarter" idx="17"/>
          </p:nvPr>
        </p:nvSpPr>
        <p:spPr>
          <a:xfrm>
            <a:off x="0" y="0"/>
            <a:ext cx="12192000" cy="6858000"/>
          </a:xfrm>
          <a:pattFill prst="lgCheck">
            <a:fgClr>
              <a:schemeClr val="bg1">
                <a:lumMod val="85000"/>
              </a:schemeClr>
            </a:fgClr>
            <a:bgClr>
              <a:schemeClr val="bg1"/>
            </a:bgClr>
          </a:pattFill>
        </p:spPr>
        <p:txBody>
          <a:bodyPr tIns="720000" anchor="ctr"/>
          <a:lstStyle>
            <a:lvl1pPr algn="ctr">
              <a:defRPr sz="1200"/>
            </a:lvl1pPr>
          </a:lstStyle>
          <a:p>
            <a:r>
              <a:rPr lang="en-US" noProof="0"/>
              <a:t>Click icon to add picture</a:t>
            </a:r>
            <a:endParaRPr lang="en-GB" noProof="0" dirty="0"/>
          </a:p>
        </p:txBody>
      </p:sp>
      <p:sp>
        <p:nvSpPr>
          <p:cNvPr id="3" name="Datumsplatzhalter 2">
            <a:extLst>
              <a:ext uri="{FF2B5EF4-FFF2-40B4-BE49-F238E27FC236}">
                <a16:creationId xmlns:a16="http://schemas.microsoft.com/office/drawing/2014/main" id="{65EDFDEC-7873-15BD-1B6F-5DAEB0755EC2}"/>
              </a:ext>
            </a:extLst>
          </p:cNvPr>
          <p:cNvSpPr>
            <a:spLocks noGrp="1"/>
          </p:cNvSpPr>
          <p:nvPr>
            <p:ph type="dt" sz="half" idx="10"/>
          </p:nvPr>
        </p:nvSpPr>
        <p:spPr>
          <a:xfrm>
            <a:off x="10528398" y="6424761"/>
            <a:ext cx="1189348" cy="144016"/>
          </a:xfrm>
        </p:spPr>
        <p:txBody>
          <a:bodyPr/>
          <a:lstStyle>
            <a:lvl1pPr>
              <a:defRPr>
                <a:solidFill>
                  <a:schemeClr val="bg1"/>
                </a:solidFill>
              </a:defRPr>
            </a:lvl1pPr>
          </a:lstStyle>
          <a:p>
            <a:fld id="{F9BD07B5-74CD-47EC-B72A-E80BB2270DE0}" type="datetime1">
              <a:rPr lang="en-GB" noProof="0" smtClean="0"/>
              <a:t>06/09/2026</a:t>
            </a:fld>
            <a:r>
              <a:rPr lang="en-GB" noProof="0"/>
              <a:t>    </a:t>
            </a:r>
            <a:r>
              <a:rPr lang="en-GB" noProof="0" dirty="0"/>
              <a:t>|</a:t>
            </a:r>
          </a:p>
        </p:txBody>
      </p:sp>
      <p:sp>
        <p:nvSpPr>
          <p:cNvPr id="4" name="Fußzeilenplatzhalter 3">
            <a:extLst>
              <a:ext uri="{FF2B5EF4-FFF2-40B4-BE49-F238E27FC236}">
                <a16:creationId xmlns:a16="http://schemas.microsoft.com/office/drawing/2014/main" id="{A604195A-F200-70E1-095F-04D38F55119A}"/>
              </a:ext>
            </a:extLst>
          </p:cNvPr>
          <p:cNvSpPr>
            <a:spLocks noGrp="1"/>
          </p:cNvSpPr>
          <p:nvPr>
            <p:ph type="ftr" sz="quarter" idx="11"/>
          </p:nvPr>
        </p:nvSpPr>
        <p:spPr/>
        <p:txBody>
          <a:bodyPr/>
          <a:lstStyle>
            <a:lvl1pPr>
              <a:defRPr>
                <a:solidFill>
                  <a:schemeClr val="bg1"/>
                </a:solidFill>
              </a:defRPr>
            </a:lvl1pPr>
          </a:lstStyle>
          <a:p>
            <a:r>
              <a:rPr lang="en-US" noProof="0"/>
              <a:t>Footer (Edit via "Insert &gt; Header and Footer")</a:t>
            </a:r>
            <a:endParaRPr lang="en-GB" noProof="0" dirty="0"/>
          </a:p>
        </p:txBody>
      </p:sp>
      <p:sp>
        <p:nvSpPr>
          <p:cNvPr id="5" name="Foliennummernplatzhalter 4">
            <a:extLst>
              <a:ext uri="{FF2B5EF4-FFF2-40B4-BE49-F238E27FC236}">
                <a16:creationId xmlns:a16="http://schemas.microsoft.com/office/drawing/2014/main" id="{8F3564CC-433E-0F7E-78ED-4CBD5802F78E}"/>
              </a:ext>
            </a:extLst>
          </p:cNvPr>
          <p:cNvSpPr>
            <a:spLocks noGrp="1"/>
          </p:cNvSpPr>
          <p:nvPr>
            <p:ph type="sldNum" sz="quarter" idx="12"/>
          </p:nvPr>
        </p:nvSpPr>
        <p:spPr>
          <a:xfrm>
            <a:off x="11713325" y="6424761"/>
            <a:ext cx="208800" cy="144016"/>
          </a:xfrm>
        </p:spPr>
        <p:txBody>
          <a:bodyPr/>
          <a:lstStyle>
            <a:lvl1pPr>
              <a:defRPr>
                <a:solidFill>
                  <a:schemeClr val="bg1"/>
                </a:solidFill>
              </a:defRPr>
            </a:lvl1pPr>
          </a:lstStyle>
          <a:p>
            <a:fld id="{442AD375-037F-43D0-B059-5172DA06796A}" type="slidenum">
              <a:rPr lang="en-GB" noProof="0" smtClean="0"/>
              <a:pPr/>
              <a:t>‹#›</a:t>
            </a:fld>
            <a:endParaRPr lang="en-GB" noProof="0" dirty="0"/>
          </a:p>
        </p:txBody>
      </p:sp>
      <p:cxnSp>
        <p:nvCxnSpPr>
          <p:cNvPr id="9" name="Gerader Verbinder 8">
            <a:extLst>
              <a:ext uri="{FF2B5EF4-FFF2-40B4-BE49-F238E27FC236}">
                <a16:creationId xmlns:a16="http://schemas.microsoft.com/office/drawing/2014/main" id="{43F26200-5089-80AE-C07E-2ADBBFCB862E}"/>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platzhalter 10">
            <a:extLst>
              <a:ext uri="{FF2B5EF4-FFF2-40B4-BE49-F238E27FC236}">
                <a16:creationId xmlns:a16="http://schemas.microsoft.com/office/drawing/2014/main" id="{795B1871-CB5E-1539-590E-A27B00A5B38E}"/>
              </a:ext>
            </a:extLst>
          </p:cNvPr>
          <p:cNvSpPr>
            <a:spLocks noGrp="1"/>
          </p:cNvSpPr>
          <p:nvPr>
            <p:ph type="body" sz="quarter" idx="18" hasCustomPrompt="1"/>
          </p:nvPr>
        </p:nvSpPr>
        <p:spPr>
          <a:xfrm>
            <a:off x="285372" y="6448574"/>
            <a:ext cx="1141200" cy="136800"/>
          </a:xfrm>
          <a:blipFill>
            <a:blip r:embed="rId2" cstate="screen">
              <a:extLst>
                <a:ext uri="{28A0092B-C50C-407E-A947-70E740481C1C}">
                  <a14:useLocalDpi xmlns:a14="http://schemas.microsoft.com/office/drawing/2010/main"/>
                </a:ext>
              </a:extLst>
            </a:blip>
            <a:stretch>
              <a:fillRect/>
            </a:stretch>
          </a:blipFill>
        </p:spPr>
        <p:txBody>
          <a:bodyPr/>
          <a:lstStyle>
            <a:lvl1pPr>
              <a:defRPr sz="100">
                <a:solidFill>
                  <a:schemeClr val="tx1"/>
                </a:solidFill>
              </a:defRPr>
            </a:lvl1pPr>
            <a:lvl2pPr>
              <a:defRPr sz="100">
                <a:solidFill>
                  <a:schemeClr val="bg1"/>
                </a:solidFill>
              </a:defRPr>
            </a:lvl2pPr>
            <a:lvl3pPr>
              <a:defRPr sz="100">
                <a:solidFill>
                  <a:schemeClr val="bg1"/>
                </a:solidFill>
              </a:defRPr>
            </a:lvl3pPr>
            <a:lvl4pPr>
              <a:defRPr sz="100">
                <a:solidFill>
                  <a:schemeClr val="bg1"/>
                </a:solidFill>
              </a:defRPr>
            </a:lvl4pPr>
            <a:lvl5pPr>
              <a:defRPr sz="100">
                <a:solidFill>
                  <a:schemeClr val="bg1"/>
                </a:solidFill>
              </a:defRPr>
            </a:lvl5pPr>
          </a:lstStyle>
          <a:p>
            <a:pPr lvl="0"/>
            <a:r>
              <a:rPr lang="en-GB" noProof="0" dirty="0"/>
              <a:t> </a:t>
            </a:r>
          </a:p>
        </p:txBody>
      </p:sp>
      <p:sp>
        <p:nvSpPr>
          <p:cNvPr id="13" name="Titel 1">
            <a:extLst>
              <a:ext uri="{FF2B5EF4-FFF2-40B4-BE49-F238E27FC236}">
                <a16:creationId xmlns:a16="http://schemas.microsoft.com/office/drawing/2014/main" id="{F7249099-EAE8-15A9-5DD9-4B8BD6C11373}"/>
              </a:ext>
            </a:extLst>
          </p:cNvPr>
          <p:cNvSpPr>
            <a:spLocks noGrp="1"/>
          </p:cNvSpPr>
          <p:nvPr>
            <p:ph type="title" hasCustomPrompt="1"/>
          </p:nvPr>
        </p:nvSpPr>
        <p:spPr>
          <a:xfrm>
            <a:off x="271463" y="244800"/>
            <a:ext cx="11650662" cy="625944"/>
          </a:xfrm>
        </p:spPr>
        <p:txBody>
          <a:bodyPr/>
          <a:lstStyle>
            <a:lvl1pPr>
              <a:defRPr>
                <a:solidFill>
                  <a:schemeClr val="bg1"/>
                </a:solidFill>
              </a:defRPr>
            </a:lvl1pPr>
          </a:lstStyle>
          <a:p>
            <a:r>
              <a:rPr lang="en-GB" noProof="0" dirty="0"/>
              <a:t>Insert title</a:t>
            </a:r>
          </a:p>
        </p:txBody>
      </p:sp>
      <p:sp>
        <p:nvSpPr>
          <p:cNvPr id="8" name="Textplatzhalter 27">
            <a:extLst>
              <a:ext uri="{FF2B5EF4-FFF2-40B4-BE49-F238E27FC236}">
                <a16:creationId xmlns:a16="http://schemas.microsoft.com/office/drawing/2014/main" id="{9EB74D43-ABA5-E11E-DD85-85CF51186C28}"/>
              </a:ext>
            </a:extLst>
          </p:cNvPr>
          <p:cNvSpPr>
            <a:spLocks noGrp="1"/>
          </p:cNvSpPr>
          <p:nvPr>
            <p:ph type="body" sz="quarter" idx="28" hasCustomPrompt="1"/>
          </p:nvPr>
        </p:nvSpPr>
        <p:spPr>
          <a:xfrm>
            <a:off x="3230670" y="27276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10" name="Textplatzhalter 27">
            <a:extLst>
              <a:ext uri="{FF2B5EF4-FFF2-40B4-BE49-F238E27FC236}">
                <a16:creationId xmlns:a16="http://schemas.microsoft.com/office/drawing/2014/main" id="{048FC5CC-2121-56F3-C3F5-B5C874FFB127}"/>
              </a:ext>
            </a:extLst>
          </p:cNvPr>
          <p:cNvSpPr>
            <a:spLocks noGrp="1"/>
          </p:cNvSpPr>
          <p:nvPr>
            <p:ph type="body" sz="quarter" idx="19" hasCustomPrompt="1"/>
          </p:nvPr>
        </p:nvSpPr>
        <p:spPr>
          <a:xfrm>
            <a:off x="276264" y="1826540"/>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1" name="Textplatzhalter 27">
            <a:extLst>
              <a:ext uri="{FF2B5EF4-FFF2-40B4-BE49-F238E27FC236}">
                <a16:creationId xmlns:a16="http://schemas.microsoft.com/office/drawing/2014/main" id="{BB0B7B4E-7C57-28E9-4CB9-B4570ABC59CC}"/>
              </a:ext>
            </a:extLst>
          </p:cNvPr>
          <p:cNvSpPr>
            <a:spLocks noGrp="1"/>
          </p:cNvSpPr>
          <p:nvPr>
            <p:ph type="body" sz="quarter" idx="21" hasCustomPrompt="1"/>
          </p:nvPr>
        </p:nvSpPr>
        <p:spPr>
          <a:xfrm>
            <a:off x="3230960" y="182177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14" name="Textplatzhalter 27">
            <a:extLst>
              <a:ext uri="{FF2B5EF4-FFF2-40B4-BE49-F238E27FC236}">
                <a16:creationId xmlns:a16="http://schemas.microsoft.com/office/drawing/2014/main" id="{A8FF8281-AD66-C77E-347B-07E4F503BA1C}"/>
              </a:ext>
            </a:extLst>
          </p:cNvPr>
          <p:cNvSpPr>
            <a:spLocks noGrp="1"/>
          </p:cNvSpPr>
          <p:nvPr>
            <p:ph type="body" sz="quarter" idx="26" hasCustomPrompt="1"/>
          </p:nvPr>
        </p:nvSpPr>
        <p:spPr>
          <a:xfrm>
            <a:off x="276264" y="2732367"/>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0" name="Textplatzhalter 27">
            <a:extLst>
              <a:ext uri="{FF2B5EF4-FFF2-40B4-BE49-F238E27FC236}">
                <a16:creationId xmlns:a16="http://schemas.microsoft.com/office/drawing/2014/main" id="{55EE194A-C397-2617-7780-D86A48CAE74D}"/>
              </a:ext>
            </a:extLst>
          </p:cNvPr>
          <p:cNvSpPr>
            <a:spLocks noGrp="1"/>
          </p:cNvSpPr>
          <p:nvPr>
            <p:ph type="body" sz="quarter" idx="30" hasCustomPrompt="1"/>
          </p:nvPr>
        </p:nvSpPr>
        <p:spPr>
          <a:xfrm>
            <a:off x="275974"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44" name="Textplatzhalter 27">
            <a:extLst>
              <a:ext uri="{FF2B5EF4-FFF2-40B4-BE49-F238E27FC236}">
                <a16:creationId xmlns:a16="http://schemas.microsoft.com/office/drawing/2014/main" id="{DBF35E7F-D953-CAA9-3A99-15E4880E3A1C}"/>
              </a:ext>
            </a:extLst>
          </p:cNvPr>
          <p:cNvSpPr>
            <a:spLocks noGrp="1"/>
          </p:cNvSpPr>
          <p:nvPr>
            <p:ph type="body" sz="quarter" idx="34" hasCustomPrompt="1"/>
          </p:nvPr>
        </p:nvSpPr>
        <p:spPr>
          <a:xfrm>
            <a:off x="6192311" y="274200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0" name="Textplatzhalter 27">
            <a:extLst>
              <a:ext uri="{FF2B5EF4-FFF2-40B4-BE49-F238E27FC236}">
                <a16:creationId xmlns:a16="http://schemas.microsoft.com/office/drawing/2014/main" id="{692AC1F8-AB87-40B3-4118-64C6B6A63F00}"/>
              </a:ext>
            </a:extLst>
          </p:cNvPr>
          <p:cNvSpPr>
            <a:spLocks noGrp="1"/>
          </p:cNvSpPr>
          <p:nvPr>
            <p:ph type="body" sz="quarter" idx="40" hasCustomPrompt="1"/>
          </p:nvPr>
        </p:nvSpPr>
        <p:spPr>
          <a:xfrm>
            <a:off x="6195128" y="4608625"/>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1" name="Textplatzhalter 27">
            <a:extLst>
              <a:ext uri="{FF2B5EF4-FFF2-40B4-BE49-F238E27FC236}">
                <a16:creationId xmlns:a16="http://schemas.microsoft.com/office/drawing/2014/main" id="{8B875A59-87E2-329A-FECC-BEA7FE43BA9A}"/>
              </a:ext>
            </a:extLst>
          </p:cNvPr>
          <p:cNvSpPr>
            <a:spLocks noGrp="1"/>
          </p:cNvSpPr>
          <p:nvPr>
            <p:ph type="body" sz="quarter" idx="32" hasCustomPrompt="1"/>
          </p:nvPr>
        </p:nvSpPr>
        <p:spPr>
          <a:xfrm>
            <a:off x="3232838" y="4611686"/>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2" name="Textplatzhalter 27">
            <a:extLst>
              <a:ext uri="{FF2B5EF4-FFF2-40B4-BE49-F238E27FC236}">
                <a16:creationId xmlns:a16="http://schemas.microsoft.com/office/drawing/2014/main" id="{69DCED49-C168-77C0-6547-0CADBD711BD1}"/>
              </a:ext>
            </a:extLst>
          </p:cNvPr>
          <p:cNvSpPr>
            <a:spLocks noGrp="1"/>
          </p:cNvSpPr>
          <p:nvPr>
            <p:ph type="body" sz="quarter" idx="31" hasCustomPrompt="1"/>
          </p:nvPr>
        </p:nvSpPr>
        <p:spPr>
          <a:xfrm>
            <a:off x="3233128"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3" name="Textplatzhalter 27">
            <a:extLst>
              <a:ext uri="{FF2B5EF4-FFF2-40B4-BE49-F238E27FC236}">
                <a16:creationId xmlns:a16="http://schemas.microsoft.com/office/drawing/2014/main" id="{E691F604-DB24-E1B1-CD8D-23BFFC1444A1}"/>
              </a:ext>
            </a:extLst>
          </p:cNvPr>
          <p:cNvSpPr>
            <a:spLocks noGrp="1"/>
          </p:cNvSpPr>
          <p:nvPr>
            <p:ph type="body" sz="quarter" idx="29" hasCustomPrompt="1"/>
          </p:nvPr>
        </p:nvSpPr>
        <p:spPr>
          <a:xfrm>
            <a:off x="276264" y="370585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4" name="Textplatzhalter 27">
            <a:extLst>
              <a:ext uri="{FF2B5EF4-FFF2-40B4-BE49-F238E27FC236}">
                <a16:creationId xmlns:a16="http://schemas.microsoft.com/office/drawing/2014/main" id="{48B584AC-71CB-16D8-E722-8AC5553FE598}"/>
              </a:ext>
            </a:extLst>
          </p:cNvPr>
          <p:cNvSpPr>
            <a:spLocks noGrp="1"/>
          </p:cNvSpPr>
          <p:nvPr>
            <p:ph type="body" sz="quarter" idx="33" hasCustomPrompt="1"/>
          </p:nvPr>
        </p:nvSpPr>
        <p:spPr>
          <a:xfrm>
            <a:off x="6192602" y="1836179"/>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5" name="Textplatzhalter 27">
            <a:extLst>
              <a:ext uri="{FF2B5EF4-FFF2-40B4-BE49-F238E27FC236}">
                <a16:creationId xmlns:a16="http://schemas.microsoft.com/office/drawing/2014/main" id="{64EFC00D-C82F-63F3-901A-E32AA5563D77}"/>
              </a:ext>
            </a:extLst>
          </p:cNvPr>
          <p:cNvSpPr>
            <a:spLocks noGrp="1"/>
          </p:cNvSpPr>
          <p:nvPr>
            <p:ph type="body" sz="quarter" idx="39" hasCustomPrompt="1"/>
          </p:nvPr>
        </p:nvSpPr>
        <p:spPr>
          <a:xfrm>
            <a:off x="6195418"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6" name="Textplatzhalter 27">
            <a:extLst>
              <a:ext uri="{FF2B5EF4-FFF2-40B4-BE49-F238E27FC236}">
                <a16:creationId xmlns:a16="http://schemas.microsoft.com/office/drawing/2014/main" id="{2F484B0C-2F5D-4A41-8BBA-C15A9F143EBE}"/>
              </a:ext>
            </a:extLst>
          </p:cNvPr>
          <p:cNvSpPr>
            <a:spLocks noGrp="1"/>
          </p:cNvSpPr>
          <p:nvPr>
            <p:ph type="body" sz="quarter" idx="35" hasCustomPrompt="1"/>
          </p:nvPr>
        </p:nvSpPr>
        <p:spPr>
          <a:xfrm>
            <a:off x="9150114" y="1831417"/>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7" name="Textplatzhalter 27">
            <a:extLst>
              <a:ext uri="{FF2B5EF4-FFF2-40B4-BE49-F238E27FC236}">
                <a16:creationId xmlns:a16="http://schemas.microsoft.com/office/drawing/2014/main" id="{4885B59F-449F-B852-F442-3B1C68A2AA63}"/>
              </a:ext>
            </a:extLst>
          </p:cNvPr>
          <p:cNvSpPr>
            <a:spLocks noGrp="1"/>
          </p:cNvSpPr>
          <p:nvPr>
            <p:ph type="body" sz="quarter" idx="36" hasCustomPrompt="1"/>
          </p:nvPr>
        </p:nvSpPr>
        <p:spPr>
          <a:xfrm>
            <a:off x="9149824" y="273724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
        <p:nvSpPr>
          <p:cNvPr id="58" name="Textplatzhalter 27">
            <a:extLst>
              <a:ext uri="{FF2B5EF4-FFF2-40B4-BE49-F238E27FC236}">
                <a16:creationId xmlns:a16="http://schemas.microsoft.com/office/drawing/2014/main" id="{AA5DC075-9286-B8C4-CD9F-B561C39392C6}"/>
              </a:ext>
            </a:extLst>
          </p:cNvPr>
          <p:cNvSpPr>
            <a:spLocks noGrp="1"/>
          </p:cNvSpPr>
          <p:nvPr>
            <p:ph type="body" sz="quarter" idx="37" hasCustomPrompt="1"/>
          </p:nvPr>
        </p:nvSpPr>
        <p:spPr>
          <a:xfrm>
            <a:off x="9152282" y="3702798"/>
            <a:ext cx="2574000" cy="684000"/>
          </a:xfrm>
        </p:spPr>
        <p:txBody>
          <a:bodyPr/>
          <a:lstStyle>
            <a:lvl1pPr>
              <a:defRPr sz="4700" b="1">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00</a:t>
            </a:r>
          </a:p>
        </p:txBody>
      </p:sp>
      <p:sp>
        <p:nvSpPr>
          <p:cNvPr id="59" name="Textplatzhalter 27">
            <a:extLst>
              <a:ext uri="{FF2B5EF4-FFF2-40B4-BE49-F238E27FC236}">
                <a16:creationId xmlns:a16="http://schemas.microsoft.com/office/drawing/2014/main" id="{2B7C5942-88D4-4AE4-D493-E6EB256531BC}"/>
              </a:ext>
            </a:extLst>
          </p:cNvPr>
          <p:cNvSpPr>
            <a:spLocks noGrp="1"/>
          </p:cNvSpPr>
          <p:nvPr>
            <p:ph type="body" sz="quarter" idx="38" hasCustomPrompt="1"/>
          </p:nvPr>
        </p:nvSpPr>
        <p:spPr>
          <a:xfrm>
            <a:off x="9151992" y="4608624"/>
            <a:ext cx="2574000" cy="421200"/>
          </a:xfrm>
        </p:spPr>
        <p:txBody>
          <a:bodyPr/>
          <a:lstStyle>
            <a:lvl1pPr>
              <a:lnSpc>
                <a:spcPct val="98000"/>
              </a:lnSpc>
              <a:defRPr sz="1500" b="0">
                <a:solidFill>
                  <a:schemeClr val="bg1"/>
                </a:solidFill>
              </a:defRPr>
            </a:lvl1pPr>
            <a:lvl2pPr>
              <a:defRPr sz="4700" b="1">
                <a:solidFill>
                  <a:schemeClr val="tx1"/>
                </a:solidFill>
              </a:defRPr>
            </a:lvl2pPr>
            <a:lvl3pPr>
              <a:defRPr sz="4700" b="1">
                <a:solidFill>
                  <a:schemeClr val="tx1"/>
                </a:solidFill>
              </a:defRPr>
            </a:lvl3pPr>
            <a:lvl4pPr>
              <a:defRPr sz="4700" b="1">
                <a:solidFill>
                  <a:schemeClr val="tx1"/>
                </a:solidFill>
              </a:defRPr>
            </a:lvl4pPr>
            <a:lvl5pPr>
              <a:defRPr sz="4700" b="1">
                <a:solidFill>
                  <a:schemeClr val="tx1"/>
                </a:solidFill>
              </a:defRPr>
            </a:lvl5pPr>
          </a:lstStyle>
          <a:p>
            <a:pPr lvl="0"/>
            <a:r>
              <a:rPr lang="en-GB" noProof="0" dirty="0"/>
              <a:t>Insert content</a:t>
            </a:r>
          </a:p>
        </p:txBody>
      </p:sp>
    </p:spTree>
    <p:extLst>
      <p:ext uri="{BB962C8B-B14F-4D97-AF65-F5344CB8AC3E}">
        <p14:creationId xmlns:p14="http://schemas.microsoft.com/office/powerpoint/2010/main" val="4093960694"/>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cht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GB" noProof="0" dirty="0"/>
              <a:t>Insert title</a:t>
            </a:r>
          </a:p>
        </p:txBody>
      </p:sp>
      <p:sp>
        <p:nvSpPr>
          <p:cNvPr id="3" name="Inhaltsplatzhalter 2"/>
          <p:cNvSpPr>
            <a:spLocks noGrp="1"/>
          </p:cNvSpPr>
          <p:nvPr>
            <p:ph idx="1" hasCustomPrompt="1"/>
          </p:nvPr>
        </p:nvSpPr>
        <p:spPr>
          <a:xfrm>
            <a:off x="271460"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4754300B-5269-490A-96A1-03AC057EC226}"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10" name="Inhaltsplatzhalter 2">
            <a:extLst>
              <a:ext uri="{FF2B5EF4-FFF2-40B4-BE49-F238E27FC236}">
                <a16:creationId xmlns:a16="http://schemas.microsoft.com/office/drawing/2014/main" id="{AAED8CC9-45E8-1A12-FE4B-99B48514CF4E}"/>
              </a:ext>
            </a:extLst>
          </p:cNvPr>
          <p:cNvSpPr>
            <a:spLocks noGrp="1"/>
          </p:cNvSpPr>
          <p:nvPr>
            <p:ph idx="13" hasCustomPrompt="1"/>
          </p:nvPr>
        </p:nvSpPr>
        <p:spPr>
          <a:xfrm>
            <a:off x="3231317" y="3228982"/>
            <a:ext cx="2775600" cy="2259037"/>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1" name="Inhaltsplatzhalter 2">
            <a:extLst>
              <a:ext uri="{FF2B5EF4-FFF2-40B4-BE49-F238E27FC236}">
                <a16:creationId xmlns:a16="http://schemas.microsoft.com/office/drawing/2014/main" id="{B0E65F99-D41E-97A8-5B90-921DFF4F75CF}"/>
              </a:ext>
            </a:extLst>
          </p:cNvPr>
          <p:cNvSpPr>
            <a:spLocks noGrp="1"/>
          </p:cNvSpPr>
          <p:nvPr>
            <p:ph idx="14" hasCustomPrompt="1"/>
          </p:nvPr>
        </p:nvSpPr>
        <p:spPr>
          <a:xfrm>
            <a:off x="6191174"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2" name="Inhaltsplatzhalter 2">
            <a:extLst>
              <a:ext uri="{FF2B5EF4-FFF2-40B4-BE49-F238E27FC236}">
                <a16:creationId xmlns:a16="http://schemas.microsoft.com/office/drawing/2014/main" id="{E2B30555-3BA5-1953-D982-C69CB839D8F4}"/>
              </a:ext>
            </a:extLst>
          </p:cNvPr>
          <p:cNvSpPr>
            <a:spLocks noGrp="1"/>
          </p:cNvSpPr>
          <p:nvPr>
            <p:ph idx="15" hasCustomPrompt="1"/>
          </p:nvPr>
        </p:nvSpPr>
        <p:spPr>
          <a:xfrm>
            <a:off x="9151032" y="3228982"/>
            <a:ext cx="2775600" cy="2259037"/>
          </a:xfrm>
        </p:spPr>
        <p:txBody>
          <a:bodyPr vert="horz" lIns="0" tIns="0" rIns="0" bIns="0" rtlCol="0">
            <a:noAutofit/>
          </a:bodyPr>
          <a:lstStyle>
            <a:lvl1pPr>
              <a:defRPr lang="de-CH"/>
            </a:lvl1pPr>
            <a:lvl2pPr>
              <a:defRPr lang="de-CH" noProof="0" dirty="0"/>
            </a:lvl2pPr>
            <a:lvl3pPr>
              <a:defRPr lang="de-CH"/>
            </a:lvl3pPr>
            <a:lvl4pPr>
              <a:defRPr lang="de-CH"/>
            </a:lvl4pPr>
            <a:lvl5pPr>
              <a:defRPr lang="de-CH" dirty="0"/>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16" name="Inhaltsplatzhalter 2">
            <a:extLst>
              <a:ext uri="{FF2B5EF4-FFF2-40B4-BE49-F238E27FC236}">
                <a16:creationId xmlns:a16="http://schemas.microsoft.com/office/drawing/2014/main" id="{B4DAEC7F-9097-CC65-18FC-ABDF8656180C}"/>
              </a:ext>
            </a:extLst>
          </p:cNvPr>
          <p:cNvSpPr>
            <a:spLocks noGrp="1"/>
          </p:cNvSpPr>
          <p:nvPr>
            <p:ph idx="19" hasCustomPrompt="1"/>
          </p:nvPr>
        </p:nvSpPr>
        <p:spPr>
          <a:xfrm>
            <a:off x="9151031"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2" name="Inhaltsplatzhalter 2">
            <a:extLst>
              <a:ext uri="{FF2B5EF4-FFF2-40B4-BE49-F238E27FC236}">
                <a16:creationId xmlns:a16="http://schemas.microsoft.com/office/drawing/2014/main" id="{999A24F7-6F45-D408-172F-9FCB5D02667F}"/>
              </a:ext>
            </a:extLst>
          </p:cNvPr>
          <p:cNvSpPr>
            <a:spLocks noGrp="1"/>
          </p:cNvSpPr>
          <p:nvPr>
            <p:ph idx="20" hasCustomPrompt="1"/>
          </p:nvPr>
        </p:nvSpPr>
        <p:spPr>
          <a:xfrm>
            <a:off x="6191174"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3" name="Inhaltsplatzhalter 2">
            <a:extLst>
              <a:ext uri="{FF2B5EF4-FFF2-40B4-BE49-F238E27FC236}">
                <a16:creationId xmlns:a16="http://schemas.microsoft.com/office/drawing/2014/main" id="{F564AFF4-7AFB-5D44-CE32-7B8A59C91178}"/>
              </a:ext>
            </a:extLst>
          </p:cNvPr>
          <p:cNvSpPr>
            <a:spLocks noGrp="1"/>
          </p:cNvSpPr>
          <p:nvPr>
            <p:ph idx="21" hasCustomPrompt="1"/>
          </p:nvPr>
        </p:nvSpPr>
        <p:spPr>
          <a:xfrm>
            <a:off x="3231317" y="1371600"/>
            <a:ext cx="2775600" cy="1716981"/>
          </a:xfrm>
        </p:spPr>
        <p:txBody>
          <a:bodyPr/>
          <a:lstStyle>
            <a:lvl1pPr>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1460" y="1371600"/>
            <a:ext cx="2775600" cy="1716981"/>
          </a:xfrm>
        </p:spPr>
        <p:txBody>
          <a:bodyPr/>
          <a:lstStyle>
            <a:lvl1pPr>
              <a:tabLst>
                <a:tab pos="1704975" algn="l"/>
              </a:tabLst>
              <a:defRPr/>
            </a:lvl1pPr>
            <a:lvl2pPr marL="226800" indent="-226800">
              <a:buFont typeface="Source Sans Pro" panose="020B0503030403020204" pitchFamily="34" charset="0"/>
              <a:buChar char="―"/>
              <a:defRPr/>
            </a:lvl2pPr>
            <a:lvl3pPr marL="658800" indent="-226800">
              <a:buFont typeface="Source Sans Pro" panose="020B0503030403020204" pitchFamily="34" charset="0"/>
              <a:buChar char="―"/>
              <a:defRPr/>
            </a:lvl3pPr>
            <a:lvl4pPr marL="1090800" indent="-226800">
              <a:buFont typeface="Source Sans Pro" panose="020B0503030403020204" pitchFamily="34" charset="0"/>
              <a:buChar char="―"/>
              <a:defRPr/>
            </a:lvl4pPr>
            <a:lvl5pPr marL="1522800" indent="-226800">
              <a:buFont typeface="Source Sans Pro" panose="020B0503030403020204" pitchFamily="34" charset="0"/>
              <a:buChar char="―"/>
              <a:defRPr/>
            </a:lvl5p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7" name="Textplatzhalter 8">
            <a:extLst>
              <a:ext uri="{FF2B5EF4-FFF2-40B4-BE49-F238E27FC236}">
                <a16:creationId xmlns:a16="http://schemas.microsoft.com/office/drawing/2014/main" id="{3E32DEA9-77CE-B434-4A3D-3AAB04FD7845}"/>
              </a:ext>
            </a:extLst>
          </p:cNvPr>
          <p:cNvSpPr>
            <a:spLocks noGrp="1"/>
          </p:cNvSpPr>
          <p:nvPr>
            <p:ph type="body" sz="quarter" idx="23" hasCustomPrompt="1"/>
          </p:nvPr>
        </p:nvSpPr>
        <p:spPr>
          <a:xfrm>
            <a:off x="270000" y="6019388"/>
            <a:ext cx="5736917" cy="205200"/>
          </a:xfrm>
        </p:spPr>
        <p:txBody>
          <a:bodyPr/>
          <a:lstStyle>
            <a:lvl1pPr>
              <a:lnSpc>
                <a:spcPct val="109000"/>
              </a:lnSpc>
              <a:defRPr sz="1200"/>
            </a:lvl1pPr>
            <a:lvl2pPr>
              <a:defRPr sz="1000"/>
            </a:lvl2pPr>
            <a:lvl3pPr>
              <a:defRPr sz="1000"/>
            </a:lvl3pPr>
            <a:lvl4pPr>
              <a:defRPr sz="1000"/>
            </a:lvl4pPr>
            <a:lvl5pPr>
              <a:defRPr sz="1000"/>
            </a:lvl5pPr>
          </a:lstStyle>
          <a:p>
            <a:pPr lvl="0"/>
            <a:r>
              <a:rPr lang="en-GB" noProof="0" dirty="0"/>
              <a:t>Insert source</a:t>
            </a:r>
          </a:p>
        </p:txBody>
      </p:sp>
    </p:spTree>
    <p:extLst>
      <p:ext uri="{BB962C8B-B14F-4D97-AF65-F5344CB8AC3E}">
        <p14:creationId xmlns:p14="http://schemas.microsoft.com/office/powerpoint/2010/main" val="2220080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Kontakt">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707E4E3B-B029-4FB4-981D-E15979CD6392}"/>
              </a:ext>
            </a:extLst>
          </p:cNvPr>
          <p:cNvSpPr>
            <a:spLocks noGrp="1"/>
          </p:cNvSpPr>
          <p:nvPr>
            <p:ph type="dt" sz="half" idx="10"/>
          </p:nvPr>
        </p:nvSpPr>
        <p:spPr/>
        <p:txBody>
          <a:bodyPr/>
          <a:lstStyle/>
          <a:p>
            <a:fld id="{FFD4C537-AB5E-47C4-AB3E-3777FE214FF5}" type="datetime1">
              <a:rPr lang="en-GB" noProof="0" smtClean="0"/>
              <a:t>06/09/2026</a:t>
            </a:fld>
            <a:endParaRPr lang="en-GB" noProof="0" dirty="0"/>
          </a:p>
        </p:txBody>
      </p:sp>
      <p:sp>
        <p:nvSpPr>
          <p:cNvPr id="5" name="Fußzeilenplatzhalter 4">
            <a:extLst>
              <a:ext uri="{FF2B5EF4-FFF2-40B4-BE49-F238E27FC236}">
                <a16:creationId xmlns:a16="http://schemas.microsoft.com/office/drawing/2014/main" id="{1B3A6D9A-857D-4B6F-B977-93015D0393DB}"/>
              </a:ext>
            </a:extLst>
          </p:cNvPr>
          <p:cNvSpPr>
            <a:spLocks noGrp="1"/>
          </p:cNvSpPr>
          <p:nvPr>
            <p:ph type="ftr" sz="quarter" idx="11"/>
          </p:nvPr>
        </p:nvSpPr>
        <p:spPr/>
        <p:txBody>
          <a:bodyPr/>
          <a:lstStyle/>
          <a:p>
            <a:r>
              <a:rPr lang="en-GB" noProof="0" dirty="0"/>
              <a:t>Footer (Edit via "Insert &gt; Header and Footer")</a:t>
            </a:r>
          </a:p>
        </p:txBody>
      </p:sp>
      <p:sp>
        <p:nvSpPr>
          <p:cNvPr id="6" name="Foliennummernplatzhalter 5">
            <a:extLst>
              <a:ext uri="{FF2B5EF4-FFF2-40B4-BE49-F238E27FC236}">
                <a16:creationId xmlns:a16="http://schemas.microsoft.com/office/drawing/2014/main" id="{28FACFD7-BF65-4DA8-AFDF-1BA2EB68250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
        <p:nvSpPr>
          <p:cNvPr id="24" name="Inhaltsplatzhalter 2">
            <a:extLst>
              <a:ext uri="{FF2B5EF4-FFF2-40B4-BE49-F238E27FC236}">
                <a16:creationId xmlns:a16="http://schemas.microsoft.com/office/drawing/2014/main" id="{A71E75C8-391E-2558-3A91-AA1F31A93B05}"/>
              </a:ext>
            </a:extLst>
          </p:cNvPr>
          <p:cNvSpPr>
            <a:spLocks noGrp="1"/>
          </p:cNvSpPr>
          <p:nvPr>
            <p:ph idx="22" hasCustomPrompt="1"/>
          </p:nvPr>
        </p:nvSpPr>
        <p:spPr>
          <a:xfrm>
            <a:off x="270582" y="2700000"/>
            <a:ext cx="2778003" cy="3524588"/>
          </a:xfrm>
        </p:spPr>
        <p:txBody>
          <a:bodyPr vert="horz" lIns="0" tIns="0" rIns="0" bIns="0" rtlCol="0">
            <a:noAutofit/>
          </a:bodyPr>
          <a:lstStyle>
            <a:lvl1pPr>
              <a:defRPr lang="de-CH" dirty="0"/>
            </a:lvl1pPr>
            <a:lvl2pPr>
              <a:defRPr lang="de-CH" noProof="0" dirty="0"/>
            </a:lvl2pPr>
            <a:lvl3pPr>
              <a:defRPr lang="de-CH" dirty="0"/>
            </a:lvl3pPr>
            <a:lvl4pPr>
              <a:defRPr lang="de-CH" dirty="0"/>
            </a:lvl4pPr>
            <a:lvl5pPr>
              <a:defRPr lang="de-CH" dirty="0"/>
            </a:lvl5pPr>
          </a:lstStyle>
          <a:p>
            <a:pPr lvl="0"/>
            <a:r>
              <a:rPr lang="en-GB" noProof="0" dirty="0"/>
              <a:t>Contact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pic>
        <p:nvPicPr>
          <p:cNvPr id="8" name="Grafik 7">
            <a:extLst>
              <a:ext uri="{FF2B5EF4-FFF2-40B4-BE49-F238E27FC236}">
                <a16:creationId xmlns:a16="http://schemas.microsoft.com/office/drawing/2014/main" id="{D08ED976-BD70-59ED-B970-3FA256DEEE5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0582" y="263785"/>
            <a:ext cx="1590020" cy="550800"/>
          </a:xfrm>
          <a:prstGeom prst="rect">
            <a:avLst/>
          </a:prstGeom>
        </p:spPr>
      </p:pic>
      <p:sp>
        <p:nvSpPr>
          <p:cNvPr id="14" name="Inhaltsplatzhalter 2">
            <a:extLst>
              <a:ext uri="{FF2B5EF4-FFF2-40B4-BE49-F238E27FC236}">
                <a16:creationId xmlns:a16="http://schemas.microsoft.com/office/drawing/2014/main" id="{DADD2F24-DA82-E6C1-DFC7-E7D6DA1F104A}"/>
              </a:ext>
            </a:extLst>
          </p:cNvPr>
          <p:cNvSpPr>
            <a:spLocks noGrp="1"/>
          </p:cNvSpPr>
          <p:nvPr>
            <p:ph idx="24" hasCustomPrompt="1"/>
          </p:nvPr>
        </p:nvSpPr>
        <p:spPr>
          <a:xfrm>
            <a:off x="276512" y="1389564"/>
            <a:ext cx="856800" cy="856800"/>
          </a:xfrm>
        </p:spPr>
        <p:txBody>
          <a:bodyPr anchor="ctr"/>
          <a:lstStyle>
            <a:lvl1pPr algn="ctr">
              <a:tabLst>
                <a:tab pos="1704975" algn="l"/>
              </a:tabLst>
              <a:defRPr/>
            </a:lvl1pPr>
            <a:lvl2pPr marL="174625" indent="-174625">
              <a:buFont typeface="Source Sans Pro" panose="020B0503030403020204" pitchFamily="34" charset="0"/>
              <a:buChar char="―"/>
              <a:defRPr/>
            </a:lvl2pPr>
            <a:lvl3pPr marL="360363" indent="-185738">
              <a:buFont typeface="Source Sans Pro" panose="020B0503030403020204" pitchFamily="34" charset="0"/>
              <a:buChar char="―"/>
              <a:defRPr/>
            </a:lvl3pPr>
            <a:lvl4pPr marL="534988" indent="-174625">
              <a:buFont typeface="Source Sans Pro" panose="020B0503030403020204" pitchFamily="34" charset="0"/>
              <a:buChar char="―"/>
              <a:defRPr/>
            </a:lvl4pPr>
            <a:lvl5pPr marL="719138" indent="-184150">
              <a:buFont typeface="Source Sans Pro" panose="020B0503030403020204" pitchFamily="34" charset="0"/>
              <a:buChar char="―"/>
              <a:defRPr/>
            </a:lvl5pPr>
          </a:lstStyle>
          <a:p>
            <a:pPr lvl="0"/>
            <a:r>
              <a:rPr lang="en-GB" noProof="0" dirty="0"/>
              <a:t>QR-Code</a:t>
            </a:r>
          </a:p>
        </p:txBody>
      </p:sp>
      <p:cxnSp>
        <p:nvCxnSpPr>
          <p:cNvPr id="15" name="Gerader Verbinder 14">
            <a:extLst>
              <a:ext uri="{FF2B5EF4-FFF2-40B4-BE49-F238E27FC236}">
                <a16:creationId xmlns:a16="http://schemas.microsoft.com/office/drawing/2014/main" id="{B8FD34BD-5602-5735-423C-351E3E46BFED}"/>
              </a:ext>
            </a:extLst>
          </p:cNvPr>
          <p:cNvCxnSpPr>
            <a:cxnSpLocks/>
          </p:cNvCxnSpPr>
          <p:nvPr userDrawn="1"/>
        </p:nvCxnSpPr>
        <p:spPr>
          <a:xfrm>
            <a:off x="270582" y="2492896"/>
            <a:ext cx="2778003"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35847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Insert title</a:t>
            </a:r>
          </a:p>
        </p:txBody>
      </p:sp>
      <p:sp>
        <p:nvSpPr>
          <p:cNvPr id="3" name="Datumsplatzhalter 2">
            <a:extLst>
              <a:ext uri="{FF2B5EF4-FFF2-40B4-BE49-F238E27FC236}">
                <a16:creationId xmlns:a16="http://schemas.microsoft.com/office/drawing/2014/main" id="{9846EAAB-E9CC-4FBB-A777-DFD68618EF51}"/>
              </a:ext>
            </a:extLst>
          </p:cNvPr>
          <p:cNvSpPr>
            <a:spLocks noGrp="1"/>
          </p:cNvSpPr>
          <p:nvPr>
            <p:ph type="dt" sz="half" idx="10"/>
          </p:nvPr>
        </p:nvSpPr>
        <p:spPr/>
        <p:txBody>
          <a:bodyPr/>
          <a:lstStyle/>
          <a:p>
            <a:fld id="{AB22F66A-66E1-4C97-A693-2A7CC6DC44C1}" type="datetime1">
              <a:rPr lang="en-GB" noProof="0" smtClean="0"/>
              <a:t>06/09/2026</a:t>
            </a:fld>
            <a:endParaRPr lang="en-GB" noProof="0" dirty="0"/>
          </a:p>
        </p:txBody>
      </p:sp>
      <p:sp>
        <p:nvSpPr>
          <p:cNvPr id="4" name="Fußzeilenplatzhalter 3">
            <a:extLst>
              <a:ext uri="{FF2B5EF4-FFF2-40B4-BE49-F238E27FC236}">
                <a16:creationId xmlns:a16="http://schemas.microsoft.com/office/drawing/2014/main" id="{4490A60D-3123-4534-B4E1-1B214E40238B}"/>
              </a:ext>
            </a:extLst>
          </p:cNvPr>
          <p:cNvSpPr>
            <a:spLocks noGrp="1"/>
          </p:cNvSpPr>
          <p:nvPr>
            <p:ph type="ftr" sz="quarter" idx="11"/>
          </p:nvPr>
        </p:nvSpPr>
        <p:spPr/>
        <p:txBody>
          <a:bodyPr/>
          <a:lstStyle/>
          <a:p>
            <a:r>
              <a:rPr lang="en-GB" noProof="0" dirty="0"/>
              <a:t>Footer (Edit via "Insert &gt; Header and Footer")</a:t>
            </a:r>
          </a:p>
        </p:txBody>
      </p:sp>
      <p:sp>
        <p:nvSpPr>
          <p:cNvPr id="5" name="Foliennummernplatzhalter 4">
            <a:extLst>
              <a:ext uri="{FF2B5EF4-FFF2-40B4-BE49-F238E27FC236}">
                <a16:creationId xmlns:a16="http://schemas.microsoft.com/office/drawing/2014/main" id="{9CA66DD1-3165-483D-99FB-202ADC04E1FF}"/>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38379844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84E75BB-61FF-4F7E-9CDB-A5E34775C9B4}"/>
              </a:ext>
            </a:extLst>
          </p:cNvPr>
          <p:cNvSpPr>
            <a:spLocks noGrp="1"/>
          </p:cNvSpPr>
          <p:nvPr>
            <p:ph type="dt" sz="half" idx="10"/>
          </p:nvPr>
        </p:nvSpPr>
        <p:spPr/>
        <p:txBody>
          <a:bodyPr/>
          <a:lstStyle/>
          <a:p>
            <a:fld id="{A366CB46-63BD-4B03-B625-BCA1E3E3FF3C}" type="datetime1">
              <a:rPr lang="en-GB" noProof="0" smtClean="0"/>
              <a:t>06/09/2026</a:t>
            </a:fld>
            <a:endParaRPr lang="en-GB" noProof="0" dirty="0"/>
          </a:p>
        </p:txBody>
      </p:sp>
      <p:sp>
        <p:nvSpPr>
          <p:cNvPr id="3" name="Fußzeilenplatzhalter 2">
            <a:extLst>
              <a:ext uri="{FF2B5EF4-FFF2-40B4-BE49-F238E27FC236}">
                <a16:creationId xmlns:a16="http://schemas.microsoft.com/office/drawing/2014/main" id="{B909AB7D-DBAB-4FFF-BA65-85B952116264}"/>
              </a:ext>
            </a:extLst>
          </p:cNvPr>
          <p:cNvSpPr>
            <a:spLocks noGrp="1"/>
          </p:cNvSpPr>
          <p:nvPr>
            <p:ph type="ftr" sz="quarter" idx="11"/>
          </p:nvPr>
        </p:nvSpPr>
        <p:spPr/>
        <p:txBody>
          <a:bodyPr/>
          <a:lstStyle/>
          <a:p>
            <a:r>
              <a:rPr lang="en-GB" noProof="0" dirty="0"/>
              <a:t>Footer (Edit via "Insert &gt; Header and Footer")</a:t>
            </a:r>
          </a:p>
        </p:txBody>
      </p:sp>
      <p:sp>
        <p:nvSpPr>
          <p:cNvPr id="4" name="Foliennummernplatzhalter 3">
            <a:extLst>
              <a:ext uri="{FF2B5EF4-FFF2-40B4-BE49-F238E27FC236}">
                <a16:creationId xmlns:a16="http://schemas.microsoft.com/office/drawing/2014/main" id="{EB9B7570-0B3E-4F91-B744-978CA7BDE965}"/>
              </a:ext>
            </a:extLst>
          </p:cNvPr>
          <p:cNvSpPr>
            <a:spLocks noGrp="1"/>
          </p:cNvSpPr>
          <p:nvPr>
            <p:ph type="sldNum" sz="quarter" idx="12"/>
          </p:nvPr>
        </p:nvSpPr>
        <p:spPr/>
        <p:txBody>
          <a:bodyPr/>
          <a:lstStyle/>
          <a:p>
            <a:fld id="{442AD375-037F-43D0-B059-5172DA06796A}" type="slidenum">
              <a:rPr lang="en-GB" noProof="0" smtClean="0"/>
              <a:pPr/>
              <a:t>‹#›</a:t>
            </a:fld>
            <a:endParaRPr lang="en-GB" noProof="0" dirty="0"/>
          </a:p>
        </p:txBody>
      </p:sp>
    </p:spTree>
    <p:extLst>
      <p:ext uri="{BB962C8B-B14F-4D97-AF65-F5344CB8AC3E}">
        <p14:creationId xmlns:p14="http://schemas.microsoft.com/office/powerpoint/2010/main" val="40054461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271463" y="244800"/>
            <a:ext cx="11650662" cy="625944"/>
          </a:xfrm>
          <a:prstGeom prst="rect">
            <a:avLst/>
          </a:prstGeom>
        </p:spPr>
        <p:txBody>
          <a:bodyPr vert="horz" lIns="0" tIns="0" rIns="0" bIns="0" rtlCol="0" anchor="t">
            <a:noAutofit/>
          </a:bodyPr>
          <a:lstStyle/>
          <a:p>
            <a:r>
              <a:rPr lang="en-GB" noProof="0" dirty="0"/>
              <a:t>Insert title</a:t>
            </a:r>
          </a:p>
        </p:txBody>
      </p:sp>
      <p:sp>
        <p:nvSpPr>
          <p:cNvPr id="3" name="Textplatzhalter 2"/>
          <p:cNvSpPr>
            <a:spLocks noGrp="1"/>
          </p:cNvSpPr>
          <p:nvPr>
            <p:ph type="body" idx="1"/>
          </p:nvPr>
        </p:nvSpPr>
        <p:spPr>
          <a:xfrm>
            <a:off x="271461" y="870744"/>
            <a:ext cx="11650663" cy="5353844"/>
          </a:xfrm>
          <a:prstGeom prst="rect">
            <a:avLst/>
          </a:prstGeom>
        </p:spPr>
        <p:txBody>
          <a:bodyPr vert="horz" lIns="0" tIns="0" rIns="0" bIns="0" rtlCol="0">
            <a:noAutofit/>
          </a:bodyPr>
          <a:lstStyle/>
          <a:p>
            <a:pPr lvl="0"/>
            <a:r>
              <a:rPr lang="en-GB" noProof="0" dirty="0"/>
              <a:t>Insert content</a:t>
            </a:r>
          </a:p>
          <a:p>
            <a:pPr lvl="1"/>
            <a:r>
              <a:rPr lang="en-GB" noProof="0" dirty="0"/>
              <a:t>Bullet list 2</a:t>
            </a:r>
          </a:p>
          <a:p>
            <a:pPr lvl="2"/>
            <a:r>
              <a:rPr lang="en-GB" noProof="0" dirty="0"/>
              <a:t>Bullet list 3</a:t>
            </a:r>
          </a:p>
          <a:p>
            <a:pPr lvl="3"/>
            <a:r>
              <a:rPr lang="en-GB" noProof="0" dirty="0"/>
              <a:t>Bullet list 4</a:t>
            </a:r>
          </a:p>
          <a:p>
            <a:pPr lvl="4"/>
            <a:r>
              <a:rPr lang="en-GB" noProof="0" dirty="0"/>
              <a:t>Bullet list 5</a:t>
            </a:r>
          </a:p>
        </p:txBody>
      </p:sp>
      <p:sp>
        <p:nvSpPr>
          <p:cNvPr id="4" name="Datumsplatzhalter 3"/>
          <p:cNvSpPr>
            <a:spLocks noGrp="1"/>
          </p:cNvSpPr>
          <p:nvPr>
            <p:ph type="dt" sz="half" idx="2"/>
          </p:nvPr>
        </p:nvSpPr>
        <p:spPr>
          <a:xfrm>
            <a:off x="10416480" y="6424761"/>
            <a:ext cx="1189348"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33A7A4C0-ACCA-4150-8BEE-4343F5184661}" type="datetime1">
              <a:rPr lang="de-CH" noProof="0" smtClean="0"/>
              <a:t>06.09.2026</a:t>
            </a:fld>
            <a:endParaRPr lang="en-GB" noProof="0" dirty="0"/>
          </a:p>
        </p:txBody>
      </p:sp>
      <p:sp>
        <p:nvSpPr>
          <p:cNvPr id="5" name="Fußzeilenplatzhalter 4"/>
          <p:cNvSpPr>
            <a:spLocks noGrp="1"/>
          </p:cNvSpPr>
          <p:nvPr>
            <p:ph type="ftr" sz="quarter" idx="3"/>
          </p:nvPr>
        </p:nvSpPr>
        <p:spPr>
          <a:xfrm>
            <a:off x="1522276" y="6424761"/>
            <a:ext cx="7922096" cy="144016"/>
          </a:xfrm>
          <a:prstGeom prst="rect">
            <a:avLst/>
          </a:prstGeom>
        </p:spPr>
        <p:txBody>
          <a:bodyPr vert="horz" lIns="0" tIns="0" rIns="0" bIns="0" rtlCol="0" anchor="t" anchorCtr="0"/>
          <a:lstStyle>
            <a:lvl1pPr algn="l">
              <a:lnSpc>
                <a:spcPct val="98000"/>
              </a:lnSpc>
              <a:defRPr sz="1000">
                <a:solidFill>
                  <a:schemeClr val="tx1"/>
                </a:solidFill>
              </a:defRPr>
            </a:lvl1pPr>
          </a:lstStyle>
          <a:p>
            <a:r>
              <a:rPr lang="en-US" noProof="0"/>
              <a:t>Footer (Edit via "Insert &gt; Header and Footer")</a:t>
            </a:r>
            <a:endParaRPr lang="en-GB" noProof="0" dirty="0"/>
          </a:p>
        </p:txBody>
      </p:sp>
      <p:sp>
        <p:nvSpPr>
          <p:cNvPr id="6" name="Foliennummernplatzhalter 5"/>
          <p:cNvSpPr>
            <a:spLocks noGrp="1"/>
          </p:cNvSpPr>
          <p:nvPr>
            <p:ph type="sldNum" sz="quarter" idx="4"/>
          </p:nvPr>
        </p:nvSpPr>
        <p:spPr>
          <a:xfrm>
            <a:off x="11712624" y="6424761"/>
            <a:ext cx="209500" cy="144016"/>
          </a:xfrm>
          <a:prstGeom prst="rect">
            <a:avLst/>
          </a:prstGeom>
        </p:spPr>
        <p:txBody>
          <a:bodyPr vert="horz" lIns="0" tIns="0" rIns="0" bIns="0" rtlCol="0" anchor="t" anchorCtr="0"/>
          <a:lstStyle>
            <a:lvl1pPr algn="r">
              <a:lnSpc>
                <a:spcPct val="98000"/>
              </a:lnSpc>
              <a:defRPr sz="1000">
                <a:solidFill>
                  <a:schemeClr val="tx1"/>
                </a:solidFill>
              </a:defRPr>
            </a:lvl1pPr>
          </a:lstStyle>
          <a:p>
            <a:fld id="{442AD375-037F-43D0-B059-5172DA06796A}" type="slidenum">
              <a:rPr lang="en-GB" noProof="0" smtClean="0"/>
              <a:pPr/>
              <a:t>‹#›</a:t>
            </a:fld>
            <a:endParaRPr lang="en-GB" noProof="0" dirty="0"/>
          </a:p>
        </p:txBody>
      </p:sp>
      <p:sp>
        <p:nvSpPr>
          <p:cNvPr id="7" name="Textfeld 6">
            <a:extLst>
              <a:ext uri="{FF2B5EF4-FFF2-40B4-BE49-F238E27FC236}">
                <a16:creationId xmlns:a16="http://schemas.microsoft.com/office/drawing/2014/main" id="{1C703539-8E35-D069-DBD5-3A4DCC125A4D}"/>
              </a:ext>
            </a:extLst>
          </p:cNvPr>
          <p:cNvSpPr txBox="1"/>
          <p:nvPr userDrawn="1"/>
        </p:nvSpPr>
        <p:spPr>
          <a:xfrm rot="5400000">
            <a:off x="11394044" y="5941110"/>
            <a:ext cx="1753783" cy="61555"/>
          </a:xfrm>
          <a:prstGeom prst="rect">
            <a:avLst/>
          </a:prstGeom>
          <a:noFill/>
        </p:spPr>
        <p:txBody>
          <a:bodyPr wrap="square" lIns="0" tIns="0" rIns="0" bIns="0" rtlCol="0">
            <a:spAutoFit/>
          </a:bodyPr>
          <a:lstStyle/>
          <a:p>
            <a:pPr algn="r"/>
            <a:r>
              <a:rPr lang="de-CH" sz="400" spc="40" baseline="0" noProof="0">
                <a:solidFill>
                  <a:schemeClr val="bg1">
                    <a:lumMod val="85000"/>
                  </a:schemeClr>
                </a:solidFill>
              </a:rPr>
              <a:t>Erstellt durch Vorlagenbauer.ch</a:t>
            </a:r>
          </a:p>
        </p:txBody>
      </p:sp>
      <p:cxnSp>
        <p:nvCxnSpPr>
          <p:cNvPr id="11" name="Gerader Verbinder 10">
            <a:extLst>
              <a:ext uri="{FF2B5EF4-FFF2-40B4-BE49-F238E27FC236}">
                <a16:creationId xmlns:a16="http://schemas.microsoft.com/office/drawing/2014/main" id="{D0F7A25C-6B57-E378-A273-BBFF709DB255}"/>
              </a:ext>
            </a:extLst>
          </p:cNvPr>
          <p:cNvCxnSpPr>
            <a:cxnSpLocks/>
          </p:cNvCxnSpPr>
          <p:nvPr userDrawn="1"/>
        </p:nvCxnSpPr>
        <p:spPr>
          <a:xfrm>
            <a:off x="11703099"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428D97A1-67D4-8BCE-2C75-BEA0093CDA16}"/>
              </a:ext>
            </a:extLst>
          </p:cNvPr>
          <p:cNvSpPr txBox="1"/>
          <p:nvPr userDrawn="1"/>
        </p:nvSpPr>
        <p:spPr>
          <a:xfrm>
            <a:off x="269875" y="6424761"/>
            <a:ext cx="1060992" cy="150811"/>
          </a:xfrm>
          <a:prstGeom prst="rect">
            <a:avLst/>
          </a:prstGeom>
          <a:noFill/>
        </p:spPr>
        <p:txBody>
          <a:bodyPr wrap="square" lIns="0" tIns="0" rIns="0" bIns="0" rtlCol="0">
            <a:spAutoFit/>
          </a:bodyPr>
          <a:lstStyle/>
          <a:p>
            <a:r>
              <a:rPr lang="en-GB" sz="1000" b="1" noProof="0" dirty="0">
                <a:latin typeface="Source Sans Pro SemiBold" panose="020B0603030403020204" pitchFamily="34" charset="0"/>
              </a:rPr>
              <a:t>University of Zurich</a:t>
            </a:r>
          </a:p>
        </p:txBody>
      </p:sp>
      <p:cxnSp>
        <p:nvCxnSpPr>
          <p:cNvPr id="13" name="Gerader Verbinder 12">
            <a:extLst>
              <a:ext uri="{FF2B5EF4-FFF2-40B4-BE49-F238E27FC236}">
                <a16:creationId xmlns:a16="http://schemas.microsoft.com/office/drawing/2014/main" id="{B7B29EB8-D7DC-4128-6431-E45C30786CE8}"/>
              </a:ext>
            </a:extLst>
          </p:cNvPr>
          <p:cNvCxnSpPr>
            <a:cxnSpLocks/>
          </p:cNvCxnSpPr>
          <p:nvPr userDrawn="1"/>
        </p:nvCxnSpPr>
        <p:spPr>
          <a:xfrm>
            <a:off x="1418938" y="6448574"/>
            <a:ext cx="0" cy="129600"/>
          </a:xfrm>
          <a:prstGeom prst="line">
            <a:avLst/>
          </a:prstGeom>
          <a:ln w="6350">
            <a:solidFill>
              <a:srgbClr val="80808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1663896"/>
      </p:ext>
    </p:extLst>
  </p:cSld>
  <p:clrMap bg1="lt1" tx1="dk1" bg2="lt2" tx2="dk2" accent1="accent1" accent2="accent2" accent3="accent3" accent4="accent4" accent5="accent5" accent6="accent6" hlink="hlink" folHlink="folHlink"/>
  <p:sldLayoutIdLst>
    <p:sldLayoutId id="2147483666" r:id="rId1"/>
    <p:sldLayoutId id="2147483658" r:id="rId2"/>
    <p:sldLayoutId id="2147483667" r:id="rId3"/>
    <p:sldLayoutId id="2147483683" r:id="rId4"/>
    <p:sldLayoutId id="2147483696" r:id="rId5"/>
    <p:sldLayoutId id="2147483695" r:id="rId6"/>
    <p:sldLayoutId id="2147483659" r:id="rId7"/>
    <p:sldLayoutId id="2147483669" r:id="rId8"/>
    <p:sldLayoutId id="2147483661" r:id="rId9"/>
    <p:sldLayoutId id="2147483674" r:id="rId10"/>
    <p:sldLayoutId id="2147483697" r:id="rId11"/>
    <p:sldLayoutId id="2147483675" r:id="rId12"/>
    <p:sldLayoutId id="2147483698" r:id="rId13"/>
    <p:sldLayoutId id="2147483671" r:id="rId14"/>
    <p:sldLayoutId id="2147483682" r:id="rId15"/>
    <p:sldLayoutId id="2147483684" r:id="rId16"/>
    <p:sldLayoutId id="2147483677" r:id="rId17"/>
    <p:sldLayoutId id="2147483672" r:id="rId18"/>
    <p:sldLayoutId id="2147483679" r:id="rId19"/>
    <p:sldLayoutId id="2147483685" r:id="rId20"/>
    <p:sldLayoutId id="2147483680" r:id="rId21"/>
    <p:sldLayoutId id="2147483681" r:id="rId22"/>
    <p:sldLayoutId id="2147483686" r:id="rId23"/>
    <p:sldLayoutId id="2147483687" r:id="rId24"/>
    <p:sldLayoutId id="2147483691" r:id="rId25"/>
    <p:sldLayoutId id="2147483690" r:id="rId26"/>
    <p:sldLayoutId id="2147483699" r:id="rId27"/>
    <p:sldLayoutId id="2147483688" r:id="rId28"/>
    <p:sldLayoutId id="2147483692" r:id="rId29"/>
    <p:sldLayoutId id="2147483670" r:id="rId30"/>
    <p:sldLayoutId id="2147483700" r:id="rId31"/>
    <p:sldLayoutId id="2147483678" r:id="rId32"/>
    <p:sldLayoutId id="2147483693" r:id="rId33"/>
    <p:sldLayoutId id="2147483663" r:id="rId34"/>
    <p:sldLayoutId id="2147483664" r:id="rId35"/>
  </p:sldLayoutIdLst>
  <p:hf hdr="0"/>
  <p:txStyles>
    <p:titleStyle>
      <a:lvl1pPr algn="l" defTabSz="914400" rtl="0" eaLnBrk="1" latinLnBrk="0" hangingPunct="1">
        <a:lnSpc>
          <a:spcPct val="97000"/>
        </a:lnSpc>
        <a:spcBef>
          <a:spcPct val="0"/>
        </a:spcBef>
        <a:buNone/>
        <a:defRPr sz="2400" b="1" kern="1200" spc="0" baseline="0">
          <a:solidFill>
            <a:schemeClr val="tx1"/>
          </a:solidFill>
          <a:latin typeface="+mj-lt"/>
          <a:ea typeface="+mj-ea"/>
          <a:cs typeface="+mj-cs"/>
        </a:defRPr>
      </a:lvl1pPr>
    </p:titleStyle>
    <p:bodyStyle>
      <a:lvl1pPr marL="0" indent="0" algn="l" defTabSz="914400" rtl="0" eaLnBrk="1" latinLnBrk="0" hangingPunct="1">
        <a:lnSpc>
          <a:spcPct val="103000"/>
        </a:lnSpc>
        <a:spcBef>
          <a:spcPts val="0"/>
        </a:spcBef>
        <a:buFont typeface="+mj-lt"/>
        <a:buNone/>
        <a:defRPr sz="1600" kern="1200" spc="0" baseline="0">
          <a:solidFill>
            <a:schemeClr val="tx1"/>
          </a:solidFill>
          <a:latin typeface="+mn-lt"/>
          <a:ea typeface="+mn-ea"/>
          <a:cs typeface="+mn-cs"/>
        </a:defRPr>
      </a:lvl1pPr>
      <a:lvl2pPr marL="226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2pPr>
      <a:lvl3pPr marL="658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3pPr>
      <a:lvl4pPr marL="1090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4pPr>
      <a:lvl5pPr marL="1522800" indent="-226800" algn="l" defTabSz="914400" rtl="0" eaLnBrk="1" latinLnBrk="0" hangingPunct="1">
        <a:lnSpc>
          <a:spcPct val="103000"/>
        </a:lnSpc>
        <a:spcBef>
          <a:spcPts val="1000"/>
        </a:spcBef>
        <a:buFont typeface="Source Sans Pro" panose="020B0503030403020204" pitchFamily="34" charset="0"/>
        <a:buChar char="―"/>
        <a:defRPr sz="1600" kern="1200" spc="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indent="0" algn="l" defTabSz="914400" rtl="0" eaLnBrk="1" latinLnBrk="0" hangingPunct="1">
        <a:lnSpc>
          <a:spcPct val="98000"/>
        </a:lnSpc>
        <a:spcBef>
          <a:spcPts val="0"/>
        </a:spcBef>
        <a:buFont typeface="+mj-lt"/>
        <a:buNone/>
        <a:defRPr sz="1600" kern="1200" spc="-10" baseline="0">
          <a:solidFill>
            <a:schemeClr val="tx1"/>
          </a:solidFill>
          <a:latin typeface="+mn-lt"/>
          <a:ea typeface="+mn-ea"/>
          <a:cs typeface="+mn-cs"/>
        </a:defRPr>
      </a:lvl1pPr>
      <a:lvl2pPr marL="174625"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2pPr>
      <a:lvl3pPr marL="360363" indent="-185738"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3pPr>
      <a:lvl4pPr marL="534988" indent="-174625"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4pPr>
      <a:lvl5pPr marL="719138" indent="-184150" algn="l" defTabSz="914400" rtl="0" eaLnBrk="1" latinLnBrk="0" hangingPunct="1">
        <a:lnSpc>
          <a:spcPct val="98000"/>
        </a:lnSpc>
        <a:spcBef>
          <a:spcPts val="0"/>
        </a:spcBef>
        <a:buFont typeface="Source Sans Pro" panose="020B0503030403020204" pitchFamily="34" charset="0"/>
        <a:buChar char="―"/>
        <a:defRPr sz="1600" kern="1200" spc="-1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A4A3A4"/>
          </p15:clr>
        </p15:guide>
        <p15:guide id="2" pos="7510" userDrawn="1">
          <p15:clr>
            <a:srgbClr val="A4A3A4"/>
          </p15:clr>
        </p15:guide>
        <p15:guide id="3" orient="horz" pos="3921" userDrawn="1">
          <p15:clr>
            <a:srgbClr val="A4A3A4"/>
          </p15:clr>
        </p15:guide>
        <p15:guide id="4" orient="horz" pos="546" userDrawn="1">
          <p15:clr>
            <a:srgbClr val="A4A3A4"/>
          </p15:clr>
        </p15:guide>
        <p15:guide id="6" orient="horz" pos="172" userDrawn="1">
          <p15:clr>
            <a:srgbClr val="A4A3A4"/>
          </p15:clr>
        </p15:guide>
        <p15:guide id="7" orient="horz" pos="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7.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FDDA8328-7C4B-5463-7904-74CE5DAC2036}"/>
              </a:ext>
            </a:extLst>
          </p:cNvPr>
          <p:cNvSpPr>
            <a:spLocks noGrp="1"/>
          </p:cNvSpPr>
          <p:nvPr>
            <p:ph type="pic" sz="quarter" idx="13"/>
          </p:nvPr>
        </p:nvSpPr>
        <p:spPr/>
        <p:txBody>
          <a:bodyPr/>
          <a:lstStyle/>
          <a:p>
            <a:endParaRPr lang="de-DE"/>
          </a:p>
        </p:txBody>
      </p:sp>
      <p:sp>
        <p:nvSpPr>
          <p:cNvPr id="3" name="Textplatzhalter 2">
            <a:extLst>
              <a:ext uri="{FF2B5EF4-FFF2-40B4-BE49-F238E27FC236}">
                <a16:creationId xmlns:a16="http://schemas.microsoft.com/office/drawing/2014/main" id="{0C6B5B82-CC2A-6D00-1F19-2CE5ACFBFFF2}"/>
              </a:ext>
            </a:extLst>
          </p:cNvPr>
          <p:cNvSpPr>
            <a:spLocks noGrp="1"/>
          </p:cNvSpPr>
          <p:nvPr>
            <p:ph type="body" sz="quarter" idx="14"/>
          </p:nvPr>
        </p:nvSpPr>
        <p:spPr>
          <a:xfrm>
            <a:off x="2412000" y="273600"/>
            <a:ext cx="4548096" cy="536400"/>
          </a:xfrm>
        </p:spPr>
        <p:txBody>
          <a:bodyPr/>
          <a:lstStyle/>
          <a:p>
            <a:r>
              <a:rPr lang="de-DE" dirty="0" err="1"/>
              <a:t>Spatial</a:t>
            </a:r>
            <a:r>
              <a:rPr lang="de-DE" dirty="0"/>
              <a:t> </a:t>
            </a:r>
            <a:r>
              <a:rPr lang="de-DE" dirty="0" err="1"/>
              <a:t>Genomics</a:t>
            </a:r>
            <a:r>
              <a:rPr lang="de-DE" dirty="0"/>
              <a:t> Group, Department of </a:t>
            </a:r>
            <a:r>
              <a:rPr lang="de-DE" dirty="0" err="1"/>
              <a:t>Geography</a:t>
            </a:r>
            <a:endParaRPr lang="de-DE" dirty="0"/>
          </a:p>
        </p:txBody>
      </p:sp>
      <p:sp>
        <p:nvSpPr>
          <p:cNvPr id="4" name="Textplatzhalter 3">
            <a:extLst>
              <a:ext uri="{FF2B5EF4-FFF2-40B4-BE49-F238E27FC236}">
                <a16:creationId xmlns:a16="http://schemas.microsoft.com/office/drawing/2014/main" id="{33954A1B-BB1F-1482-3D90-E762B4C65B27}"/>
              </a:ext>
            </a:extLst>
          </p:cNvPr>
          <p:cNvSpPr>
            <a:spLocks noGrp="1"/>
          </p:cNvSpPr>
          <p:nvPr>
            <p:ph type="body" sz="quarter" idx="15"/>
          </p:nvPr>
        </p:nvSpPr>
        <p:spPr>
          <a:xfrm>
            <a:off x="1" y="2440388"/>
            <a:ext cx="6273435" cy="1372968"/>
          </a:xfrm>
        </p:spPr>
        <p:txBody>
          <a:bodyPr/>
          <a:lstStyle/>
          <a:p>
            <a:r>
              <a:rPr lang="en-GB" dirty="0"/>
              <a:t>Intro to Demographic Simulations</a:t>
            </a:r>
            <a:endParaRPr lang="en-GB" noProof="0" dirty="0"/>
          </a:p>
          <a:p>
            <a:pPr lvl="2"/>
            <a:r>
              <a:rPr lang="en-GB" dirty="0"/>
              <a:t>Billy Wallisch</a:t>
            </a:r>
            <a:br>
              <a:rPr lang="en-GB" noProof="0" dirty="0"/>
            </a:br>
            <a:r>
              <a:rPr lang="en-GB" noProof="0" dirty="0"/>
              <a:t>16 September 2026</a:t>
            </a:r>
          </a:p>
        </p:txBody>
      </p:sp>
    </p:spTree>
    <p:extLst>
      <p:ext uri="{BB962C8B-B14F-4D97-AF65-F5344CB8AC3E}">
        <p14:creationId xmlns:p14="http://schemas.microsoft.com/office/powerpoint/2010/main" val="3702509969"/>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Where this is going</a:t>
            </a:r>
          </a:p>
        </p:txBody>
      </p:sp>
      <p:sp>
        <p:nvSpPr>
          <p:cNvPr id="3" name="Rounded Rectangle 2"/>
          <p:cNvSpPr/>
          <p:nvPr/>
        </p:nvSpPr>
        <p:spPr>
          <a:xfrm>
            <a:off x="274320" y="1554480"/>
            <a:ext cx="3697224"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1874519"/>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395728"/>
            <a:ext cx="2965704" cy="457200"/>
          </a:xfrm>
          <a:prstGeom prst="rect">
            <a:avLst/>
          </a:prstGeom>
          <a:noFill/>
        </p:spPr>
        <p:txBody>
          <a:bodyPr wrap="square" lIns="0" rIns="0" tIns="0" bIns="0" anchor="t">
            <a:spAutoFit/>
          </a:bodyPr>
          <a:lstStyle/>
          <a:p>
            <a:pPr algn="l">
              <a:spcAft>
                <a:spcPts val="800"/>
              </a:spcAft>
            </a:pPr>
            <a:r>
              <a:rPr sz="2600" b="1" i="0">
                <a:solidFill>
                  <a:srgbClr val="0B0B0B"/>
                </a:solidFill>
                <a:latin typeface="Arial"/>
              </a:rPr>
              <a:t>Problem</a:t>
            </a:r>
          </a:p>
        </p:txBody>
      </p:sp>
      <p:sp>
        <p:nvSpPr>
          <p:cNvPr id="6" name="TextBox 5"/>
          <p:cNvSpPr txBox="1"/>
          <p:nvPr/>
        </p:nvSpPr>
        <p:spPr>
          <a:xfrm>
            <a:off x="640080" y="2880360"/>
            <a:ext cx="2965704" cy="640080"/>
          </a:xfrm>
          <a:prstGeom prst="rect">
            <a:avLst/>
          </a:prstGeom>
          <a:noFill/>
        </p:spPr>
        <p:txBody>
          <a:bodyPr wrap="square" lIns="0" rIns="0" tIns="0" bIns="0" anchor="t">
            <a:spAutoFit/>
          </a:bodyPr>
          <a:lstStyle/>
          <a:p>
            <a:pPr algn="l">
              <a:lnSpc>
                <a:spcPct val="120000"/>
              </a:lnSpc>
              <a:spcAft>
                <a:spcPts val="800"/>
              </a:spcAft>
            </a:pPr>
            <a:r>
              <a:rPr sz="1700" b="0" i="0">
                <a:solidFill>
                  <a:srgbClr val="52514E"/>
                </a:solidFill>
                <a:latin typeface="Arial"/>
              </a:rPr>
              <a:t>We monitor genetic</a:t>
            </a:r>
          </a:p>
          <a:p>
            <a:pPr algn="l">
              <a:lnSpc>
                <a:spcPct val="120000"/>
              </a:lnSpc>
              <a:spcAft>
                <a:spcPts val="800"/>
              </a:spcAft>
            </a:pPr>
            <a:r>
              <a:rPr sz="1700" b="0" i="0">
                <a:solidFill>
                  <a:srgbClr val="52514E"/>
                </a:solidFill>
                <a:latin typeface="Arial"/>
              </a:rPr>
              <a:t>diversity by counting</a:t>
            </a:r>
          </a:p>
          <a:p>
            <a:pPr algn="l">
              <a:lnSpc>
                <a:spcPct val="120000"/>
              </a:lnSpc>
              <a:spcAft>
                <a:spcPts val="800"/>
              </a:spcAft>
            </a:pPr>
            <a:r>
              <a:rPr sz="1700" b="0" i="0">
                <a:solidFill>
                  <a:srgbClr val="52514E"/>
                </a:solidFill>
                <a:latin typeface="Arial"/>
              </a:rPr>
              <a:t>individuals.</a:t>
            </a:r>
          </a:p>
        </p:txBody>
      </p:sp>
      <p:sp>
        <p:nvSpPr>
          <p:cNvPr id="7" name="Rounded Rectangle 6"/>
          <p:cNvSpPr/>
          <p:nvPr/>
        </p:nvSpPr>
        <p:spPr>
          <a:xfrm>
            <a:off x="4245864" y="1554480"/>
            <a:ext cx="3697224"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11624" y="1874519"/>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1624" y="2395728"/>
            <a:ext cx="2965704" cy="457200"/>
          </a:xfrm>
          <a:prstGeom prst="rect">
            <a:avLst/>
          </a:prstGeom>
          <a:noFill/>
        </p:spPr>
        <p:txBody>
          <a:bodyPr wrap="square" lIns="0" rIns="0" tIns="0" bIns="0" anchor="t">
            <a:spAutoFit/>
          </a:bodyPr>
          <a:lstStyle/>
          <a:p>
            <a:pPr algn="l">
              <a:spcAft>
                <a:spcPts val="800"/>
              </a:spcAft>
            </a:pPr>
            <a:r>
              <a:rPr sz="2600" b="1" i="0">
                <a:solidFill>
                  <a:srgbClr val="0B0B0B"/>
                </a:solidFill>
                <a:latin typeface="Arial"/>
              </a:rPr>
              <a:t>Solution</a:t>
            </a:r>
          </a:p>
        </p:txBody>
      </p:sp>
      <p:sp>
        <p:nvSpPr>
          <p:cNvPr id="10" name="TextBox 9"/>
          <p:cNvSpPr txBox="1"/>
          <p:nvPr/>
        </p:nvSpPr>
        <p:spPr>
          <a:xfrm>
            <a:off x="4611624" y="2880360"/>
            <a:ext cx="2965704" cy="640080"/>
          </a:xfrm>
          <a:prstGeom prst="rect">
            <a:avLst/>
          </a:prstGeom>
          <a:noFill/>
        </p:spPr>
        <p:txBody>
          <a:bodyPr wrap="square" lIns="0" rIns="0" tIns="0" bIns="0" anchor="t">
            <a:spAutoFit/>
          </a:bodyPr>
          <a:lstStyle/>
          <a:p>
            <a:pPr algn="l">
              <a:lnSpc>
                <a:spcPct val="120000"/>
              </a:lnSpc>
              <a:spcAft>
                <a:spcPts val="800"/>
              </a:spcAft>
            </a:pPr>
            <a:r>
              <a:rPr sz="1700" b="0" i="0">
                <a:solidFill>
                  <a:srgbClr val="52514E"/>
                </a:solidFill>
                <a:latin typeface="Arial"/>
              </a:rPr>
              <a:t>Simulate populations</a:t>
            </a:r>
          </a:p>
          <a:p>
            <a:pPr algn="l">
              <a:lnSpc>
                <a:spcPct val="120000"/>
              </a:lnSpc>
              <a:spcAft>
                <a:spcPts val="800"/>
              </a:spcAft>
            </a:pPr>
            <a:r>
              <a:rPr sz="1700" b="0" i="0">
                <a:solidFill>
                  <a:srgbClr val="52514E"/>
                </a:solidFill>
                <a:latin typeface="Arial"/>
              </a:rPr>
              <a:t>where we know the</a:t>
            </a:r>
          </a:p>
          <a:p>
            <a:pPr algn="l">
              <a:lnSpc>
                <a:spcPct val="120000"/>
              </a:lnSpc>
              <a:spcAft>
                <a:spcPts val="800"/>
              </a:spcAft>
            </a:pPr>
            <a:r>
              <a:rPr sz="1700" b="0" i="0">
                <a:solidFill>
                  <a:srgbClr val="52514E"/>
                </a:solidFill>
                <a:latin typeface="Arial"/>
              </a:rPr>
              <a:t>truth.</a:t>
            </a:r>
          </a:p>
        </p:txBody>
      </p:sp>
      <p:sp>
        <p:nvSpPr>
          <p:cNvPr id="11" name="Rounded Rectangle 10"/>
          <p:cNvSpPr/>
          <p:nvPr/>
        </p:nvSpPr>
        <p:spPr>
          <a:xfrm>
            <a:off x="8217408" y="1554480"/>
            <a:ext cx="3697224" cy="32918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83168" y="1874519"/>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83168" y="2395728"/>
            <a:ext cx="2965704" cy="457200"/>
          </a:xfrm>
          <a:prstGeom prst="rect">
            <a:avLst/>
          </a:prstGeom>
          <a:noFill/>
        </p:spPr>
        <p:txBody>
          <a:bodyPr wrap="square" lIns="0" rIns="0" tIns="0" bIns="0" anchor="t">
            <a:spAutoFit/>
          </a:bodyPr>
          <a:lstStyle/>
          <a:p>
            <a:pPr algn="l">
              <a:spcAft>
                <a:spcPts val="800"/>
              </a:spcAft>
            </a:pPr>
            <a:r>
              <a:rPr sz="2600" b="1" i="0">
                <a:solidFill>
                  <a:srgbClr val="0B0B0B"/>
                </a:solidFill>
                <a:latin typeface="Arial"/>
              </a:rPr>
              <a:t>Method</a:t>
            </a:r>
          </a:p>
        </p:txBody>
      </p:sp>
      <p:sp>
        <p:nvSpPr>
          <p:cNvPr id="14" name="TextBox 13"/>
          <p:cNvSpPr txBox="1"/>
          <p:nvPr/>
        </p:nvSpPr>
        <p:spPr>
          <a:xfrm>
            <a:off x="8583168" y="2880360"/>
            <a:ext cx="2965704" cy="640080"/>
          </a:xfrm>
          <a:prstGeom prst="rect">
            <a:avLst/>
          </a:prstGeom>
          <a:noFill/>
        </p:spPr>
        <p:txBody>
          <a:bodyPr wrap="square" lIns="0" rIns="0" tIns="0" bIns="0" anchor="t">
            <a:spAutoFit/>
          </a:bodyPr>
          <a:lstStyle/>
          <a:p>
            <a:pPr algn="l">
              <a:lnSpc>
                <a:spcPct val="120000"/>
              </a:lnSpc>
              <a:spcAft>
                <a:spcPts val="800"/>
              </a:spcAft>
            </a:pPr>
            <a:r>
              <a:rPr sz="1700" b="0" i="0">
                <a:solidFill>
                  <a:srgbClr val="52514E"/>
                </a:solidFill>
                <a:latin typeface="Arial"/>
              </a:rPr>
              <a:t>SLiM, four demes,</a:t>
            </a:r>
          </a:p>
          <a:p>
            <a:pPr algn="l">
              <a:lnSpc>
                <a:spcPct val="120000"/>
              </a:lnSpc>
              <a:spcAft>
                <a:spcPts val="800"/>
              </a:spcAft>
            </a:pPr>
            <a:r>
              <a:rPr sz="1700" b="0" i="0">
                <a:solidFill>
                  <a:srgbClr val="52514E"/>
                </a:solidFill>
                <a:latin typeface="Arial"/>
              </a:rPr>
              <a:t>the real Swiss</a:t>
            </a:r>
          </a:p>
          <a:p>
            <a:pPr algn="l">
              <a:lnSpc>
                <a:spcPct val="120000"/>
              </a:lnSpc>
              <a:spcAft>
                <a:spcPts val="800"/>
              </a:spcAft>
            </a:pPr>
            <a:r>
              <a:rPr sz="1700" b="0" i="0">
                <a:solidFill>
                  <a:srgbClr val="52514E"/>
                </a:solidFill>
                <a:latin typeface="Arial"/>
              </a:rPr>
              <a:t>climate.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Problem: same size, different futures</a:t>
            </a:r>
          </a:p>
        </p:txBody>
      </p:sp>
      <p:sp>
        <p:nvSpPr>
          <p:cNvPr id="3" name="Rounded Rectangle 2"/>
          <p:cNvSpPr/>
          <p:nvPr/>
        </p:nvSpPr>
        <p:spPr>
          <a:xfrm>
            <a:off x="822960" y="1325880"/>
            <a:ext cx="4937760" cy="3794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234440" y="1691640"/>
            <a:ext cx="4114800" cy="36576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Population A</a:t>
            </a:r>
          </a:p>
        </p:txBody>
      </p:sp>
      <p:sp>
        <p:nvSpPr>
          <p:cNvPr id="5" name="TextBox 4"/>
          <p:cNvSpPr txBox="1"/>
          <p:nvPr/>
        </p:nvSpPr>
        <p:spPr>
          <a:xfrm>
            <a:off x="1234440" y="2148840"/>
            <a:ext cx="4114800" cy="822960"/>
          </a:xfrm>
          <a:prstGeom prst="rect">
            <a:avLst/>
          </a:prstGeom>
          <a:noFill/>
        </p:spPr>
        <p:txBody>
          <a:bodyPr wrap="square" lIns="0" rIns="0" tIns="0" bIns="0" anchor="t">
            <a:spAutoFit/>
          </a:bodyPr>
          <a:lstStyle/>
          <a:p>
            <a:pPr algn="l">
              <a:spcAft>
                <a:spcPts val="800"/>
              </a:spcAft>
            </a:pPr>
            <a:r>
              <a:rPr sz="6400" b="1" i="0">
                <a:solidFill>
                  <a:srgbClr val="0B0B0B"/>
                </a:solidFill>
                <a:latin typeface="Arial"/>
              </a:rPr>
              <a:t>500</a:t>
            </a:r>
          </a:p>
        </p:txBody>
      </p:sp>
      <p:sp>
        <p:nvSpPr>
          <p:cNvPr id="6" name="Rounded Rectangle 5"/>
          <p:cNvSpPr/>
          <p:nvPr/>
        </p:nvSpPr>
        <p:spPr>
          <a:xfrm>
            <a:off x="123444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737360" y="3611880"/>
            <a:ext cx="384048" cy="384048"/>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2240280" y="3611880"/>
            <a:ext cx="384048" cy="384048"/>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2743200" y="3611880"/>
            <a:ext cx="384048" cy="384048"/>
          </a:xfrm>
          <a:prstGeom prst="round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324612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749039" y="3611880"/>
            <a:ext cx="384048" cy="384048"/>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1234440" y="4114800"/>
            <a:ext cx="384048" cy="384048"/>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737360" y="4114800"/>
            <a:ext cx="384048" cy="384048"/>
          </a:xfrm>
          <a:prstGeom prst="round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224028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2743200" y="4114800"/>
            <a:ext cx="384048" cy="384048"/>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3246120" y="4114800"/>
            <a:ext cx="384048" cy="384048"/>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3749039" y="4114800"/>
            <a:ext cx="384048" cy="384048"/>
          </a:xfrm>
          <a:prstGeom prst="round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400800" y="1325880"/>
            <a:ext cx="4937760" cy="3794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812280" y="1691640"/>
            <a:ext cx="4114800" cy="36576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Population B</a:t>
            </a:r>
          </a:p>
        </p:txBody>
      </p:sp>
      <p:sp>
        <p:nvSpPr>
          <p:cNvPr id="20" name="TextBox 19"/>
          <p:cNvSpPr txBox="1"/>
          <p:nvPr/>
        </p:nvSpPr>
        <p:spPr>
          <a:xfrm>
            <a:off x="6812280" y="2148840"/>
            <a:ext cx="4114800" cy="822960"/>
          </a:xfrm>
          <a:prstGeom prst="rect">
            <a:avLst/>
          </a:prstGeom>
          <a:noFill/>
        </p:spPr>
        <p:txBody>
          <a:bodyPr wrap="square" lIns="0" rIns="0" tIns="0" bIns="0" anchor="t">
            <a:spAutoFit/>
          </a:bodyPr>
          <a:lstStyle/>
          <a:p>
            <a:pPr algn="l">
              <a:spcAft>
                <a:spcPts val="800"/>
              </a:spcAft>
            </a:pPr>
            <a:r>
              <a:rPr sz="6400" b="1" i="0">
                <a:solidFill>
                  <a:srgbClr val="0B0B0B"/>
                </a:solidFill>
                <a:latin typeface="Arial"/>
              </a:rPr>
              <a:t>500</a:t>
            </a:r>
          </a:p>
        </p:txBody>
      </p:sp>
      <p:sp>
        <p:nvSpPr>
          <p:cNvPr id="21" name="Rounded Rectangle 20"/>
          <p:cNvSpPr/>
          <p:nvPr/>
        </p:nvSpPr>
        <p:spPr>
          <a:xfrm>
            <a:off x="681228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731520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781812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32104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82396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9326880" y="361188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681228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731520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781812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832104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882396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326880" y="4114800"/>
            <a:ext cx="384048" cy="384048"/>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 y="5349240"/>
            <a:ext cx="10515600" cy="411480"/>
          </a:xfrm>
          <a:prstGeom prst="rect">
            <a:avLst/>
          </a:prstGeom>
          <a:noFill/>
        </p:spPr>
        <p:txBody>
          <a:bodyPr wrap="square" lIns="0" rIns="0" tIns="0" bIns="0" anchor="t">
            <a:spAutoFit/>
          </a:bodyPr>
          <a:lstStyle/>
          <a:p>
            <a:pPr algn="l">
              <a:spcAft>
                <a:spcPts val="800"/>
              </a:spcAft>
            </a:pPr>
            <a:r>
              <a:rPr sz="2200" b="1" i="0">
                <a:solidFill>
                  <a:srgbClr val="EB6834"/>
                </a:solidFill>
                <a:latin typeface="Arial"/>
              </a:rPr>
              <a:t>Which one survives?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Problem: selection can only use variation already there</a:t>
            </a:r>
          </a:p>
        </p:txBody>
      </p:sp>
      <p:sp>
        <p:nvSpPr>
          <p:cNvPr id="3" name="Rounded Rectangle 2"/>
          <p:cNvSpPr/>
          <p:nvPr/>
        </p:nvSpPr>
        <p:spPr>
          <a:xfrm>
            <a:off x="274320"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205740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Drift removes it</a:t>
            </a:r>
          </a:p>
        </p:txBody>
      </p:sp>
      <p:sp>
        <p:nvSpPr>
          <p:cNvPr id="6" name="TextBox 5"/>
          <p:cNvSpPr txBox="1"/>
          <p:nvPr/>
        </p:nvSpPr>
        <p:spPr>
          <a:xfrm>
            <a:off x="640080"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every generation, by chance</a:t>
            </a:r>
          </a:p>
        </p:txBody>
      </p:sp>
      <p:sp>
        <p:nvSpPr>
          <p:cNvPr id="7" name="Rounded Rectangle 6"/>
          <p:cNvSpPr/>
          <p:nvPr/>
        </p:nvSpPr>
        <p:spPr>
          <a:xfrm>
            <a:off x="4245864"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11624" y="205740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1624"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Inbreeding compounds</a:t>
            </a:r>
          </a:p>
        </p:txBody>
      </p:sp>
      <p:sp>
        <p:nvSpPr>
          <p:cNvPr id="10" name="TextBox 9"/>
          <p:cNvSpPr txBox="1"/>
          <p:nvPr/>
        </p:nvSpPr>
        <p:spPr>
          <a:xfrm>
            <a:off x="4611624"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relatives breed with relatives</a:t>
            </a:r>
          </a:p>
        </p:txBody>
      </p:sp>
      <p:sp>
        <p:nvSpPr>
          <p:cNvPr id="11" name="Rounded Rectangle 10"/>
          <p:cNvSpPr/>
          <p:nvPr/>
        </p:nvSpPr>
        <p:spPr>
          <a:xfrm>
            <a:off x="8217408"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83168" y="205740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83168"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Mutation is too slow</a:t>
            </a:r>
          </a:p>
        </p:txBody>
      </p:sp>
      <p:sp>
        <p:nvSpPr>
          <p:cNvPr id="14" name="TextBox 13"/>
          <p:cNvSpPr txBox="1"/>
          <p:nvPr/>
        </p:nvSpPr>
        <p:spPr>
          <a:xfrm>
            <a:off x="8583168"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it never keeps up</a:t>
            </a:r>
          </a:p>
        </p:txBody>
      </p:sp>
      <p:sp>
        <p:nvSpPr>
          <p:cNvPr id="15" name="TextBox 14"/>
          <p:cNvSpPr txBox="1"/>
          <p:nvPr/>
        </p:nvSpPr>
        <p:spPr>
          <a:xfrm>
            <a:off x="274320" y="4846320"/>
            <a:ext cx="11338560" cy="457200"/>
          </a:xfrm>
          <a:prstGeom prst="rect">
            <a:avLst/>
          </a:prstGeom>
          <a:noFill/>
        </p:spPr>
        <p:txBody>
          <a:bodyPr wrap="square" lIns="0" rIns="0" tIns="0" bIns="0" anchor="t">
            <a:spAutoFit/>
          </a:bodyPr>
          <a:lstStyle/>
          <a:p>
            <a:pPr algn="l">
              <a:spcAft>
                <a:spcPts val="800"/>
              </a:spcAft>
            </a:pPr>
            <a:r>
              <a:rPr sz="2000" b="1" i="0">
                <a:solidFill>
                  <a:srgbClr val="EB6834"/>
                </a:solidFill>
                <a:latin typeface="Arial"/>
              </a:rPr>
              <a:t>And it happens before the numbers fall.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Effective size is not a head count</a:t>
            </a:r>
          </a:p>
        </p:txBody>
      </p:sp>
      <p:sp>
        <p:nvSpPr>
          <p:cNvPr id="3" name="Rounded Rectangle 2"/>
          <p:cNvSpPr/>
          <p:nvPr/>
        </p:nvSpPr>
        <p:spPr>
          <a:xfrm>
            <a:off x="274320" y="1280160"/>
            <a:ext cx="11640312" cy="11887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274320" y="1481328"/>
            <a:ext cx="11640312" cy="822960"/>
          </a:xfrm>
          <a:prstGeom prst="rect">
            <a:avLst/>
          </a:prstGeom>
          <a:noFill/>
        </p:spPr>
        <p:txBody>
          <a:bodyPr wrap="square" lIns="0" rIns="0" tIns="0" bIns="0" anchor="t">
            <a:spAutoFit/>
          </a:bodyPr>
          <a:lstStyle/>
          <a:p>
            <a:pPr algn="ctr">
              <a:spcAft>
                <a:spcPts val="800"/>
              </a:spcAft>
            </a:pPr>
            <a:r>
              <a:rPr sz="2700" b="1" i="0">
                <a:solidFill>
                  <a:srgbClr val="0B0B0B"/>
                </a:solidFill>
                <a:latin typeface="Arial"/>
              </a:rPr>
              <a:t>How fast diversity actually drains</a:t>
            </a:r>
          </a:p>
        </p:txBody>
      </p:sp>
      <p:sp>
        <p:nvSpPr>
          <p:cNvPr id="5" name="Rounded Rectangle 4"/>
          <p:cNvSpPr/>
          <p:nvPr/>
        </p:nvSpPr>
        <p:spPr>
          <a:xfrm>
            <a:off x="274320" y="2880360"/>
            <a:ext cx="3697224" cy="1691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640080" y="320040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3721608"/>
            <a:ext cx="2965704"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Not everyone breeds</a:t>
            </a:r>
          </a:p>
        </p:txBody>
      </p:sp>
      <p:sp>
        <p:nvSpPr>
          <p:cNvPr id="8" name="Rounded Rectangle 7"/>
          <p:cNvSpPr/>
          <p:nvPr/>
        </p:nvSpPr>
        <p:spPr>
          <a:xfrm>
            <a:off x="4245864" y="2880360"/>
            <a:ext cx="3697224" cy="1691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611624" y="320040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11624" y="3721608"/>
            <a:ext cx="2965704"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Some breed far more</a:t>
            </a:r>
          </a:p>
        </p:txBody>
      </p:sp>
      <p:sp>
        <p:nvSpPr>
          <p:cNvPr id="11" name="Rounded Rectangle 10"/>
          <p:cNvSpPr/>
          <p:nvPr/>
        </p:nvSpPr>
        <p:spPr>
          <a:xfrm>
            <a:off x="8217408" y="2880360"/>
            <a:ext cx="3697224" cy="16916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83168" y="320040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83168" y="3721608"/>
            <a:ext cx="2965704"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Numbers fluctuate</a:t>
            </a:r>
          </a:p>
        </p:txBody>
      </p:sp>
      <p:sp>
        <p:nvSpPr>
          <p:cNvPr id="14" name="TextBox 13"/>
          <p:cNvSpPr txBox="1"/>
          <p:nvPr/>
        </p:nvSpPr>
        <p:spPr>
          <a:xfrm>
            <a:off x="274320" y="4892040"/>
            <a:ext cx="11338560"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Typically about a tenth of the head count.</a:t>
            </a:r>
          </a:p>
        </p:txBody>
      </p:sp>
      <p:sp>
        <p:nvSpPr>
          <p:cNvPr id="15" name="TextBox 14"/>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Effective size: the size of an idealised population losing diversity at the same rate. Ratio to census size ≈ 0.1 (Frankham 1995).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500 is a claim about the future, not the present</a:t>
            </a:r>
          </a:p>
        </p:txBody>
      </p:sp>
      <p:sp>
        <p:nvSpPr>
          <p:cNvPr id="3" name="Rounded Rectangle 2"/>
          <p:cNvSpPr/>
          <p:nvPr/>
        </p:nvSpPr>
        <p:spPr>
          <a:xfrm>
            <a:off x="274320" y="1463040"/>
            <a:ext cx="5577840" cy="32004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828800"/>
            <a:ext cx="4754880" cy="1188720"/>
          </a:xfrm>
          <a:prstGeom prst="rect">
            <a:avLst/>
          </a:prstGeom>
          <a:noFill/>
        </p:spPr>
        <p:txBody>
          <a:bodyPr wrap="square" lIns="0" rIns="0" tIns="0" bIns="0" anchor="t">
            <a:spAutoFit/>
          </a:bodyPr>
          <a:lstStyle/>
          <a:p>
            <a:pPr algn="l">
              <a:spcAft>
                <a:spcPts val="800"/>
              </a:spcAft>
            </a:pPr>
            <a:r>
              <a:rPr sz="7600" b="1" i="0">
                <a:solidFill>
                  <a:srgbClr val="EB6834"/>
                </a:solidFill>
                <a:latin typeface="Arial"/>
              </a:rPr>
              <a:t>50</a:t>
            </a:r>
          </a:p>
        </p:txBody>
      </p:sp>
      <p:sp>
        <p:nvSpPr>
          <p:cNvPr id="5" name="TextBox 4"/>
          <p:cNvSpPr txBox="1"/>
          <p:nvPr/>
        </p:nvSpPr>
        <p:spPr>
          <a:xfrm>
            <a:off x="731520" y="3337560"/>
            <a:ext cx="4754880" cy="548640"/>
          </a:xfrm>
          <a:prstGeom prst="rect">
            <a:avLst/>
          </a:prstGeom>
          <a:noFill/>
        </p:spPr>
        <p:txBody>
          <a:bodyPr wrap="square" lIns="0" rIns="0" tIns="0" bIns="0" anchor="t">
            <a:spAutoFit/>
          </a:bodyPr>
          <a:lstStyle/>
          <a:p>
            <a:pPr algn="l">
              <a:spcAft>
                <a:spcPts val="800"/>
              </a:spcAft>
            </a:pPr>
            <a:r>
              <a:rPr sz="2600" b="1" i="0">
                <a:solidFill>
                  <a:srgbClr val="0B0B0B"/>
                </a:solidFill>
                <a:latin typeface="Arial"/>
              </a:rPr>
              <a:t>Survive now</a:t>
            </a:r>
          </a:p>
        </p:txBody>
      </p:sp>
      <p:sp>
        <p:nvSpPr>
          <p:cNvPr id="6" name="Rounded Rectangle 5"/>
          <p:cNvSpPr/>
          <p:nvPr/>
        </p:nvSpPr>
        <p:spPr>
          <a:xfrm>
            <a:off x="6336792" y="1463040"/>
            <a:ext cx="5577840" cy="32004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93992" y="1828800"/>
            <a:ext cx="4754880" cy="1188720"/>
          </a:xfrm>
          <a:prstGeom prst="rect">
            <a:avLst/>
          </a:prstGeom>
          <a:noFill/>
        </p:spPr>
        <p:txBody>
          <a:bodyPr wrap="square" lIns="0" rIns="0" tIns="0" bIns="0" anchor="t">
            <a:spAutoFit/>
          </a:bodyPr>
          <a:lstStyle/>
          <a:p>
            <a:pPr algn="l">
              <a:spcAft>
                <a:spcPts val="800"/>
              </a:spcAft>
            </a:pPr>
            <a:r>
              <a:rPr sz="7600" b="1" i="0">
                <a:solidFill>
                  <a:srgbClr val="2A78D6"/>
                </a:solidFill>
                <a:latin typeface="Arial"/>
              </a:rPr>
              <a:t>500</a:t>
            </a:r>
          </a:p>
        </p:txBody>
      </p:sp>
      <p:sp>
        <p:nvSpPr>
          <p:cNvPr id="8" name="TextBox 7"/>
          <p:cNvSpPr txBox="1"/>
          <p:nvPr/>
        </p:nvSpPr>
        <p:spPr>
          <a:xfrm>
            <a:off x="6793992" y="3337560"/>
            <a:ext cx="4754880" cy="548640"/>
          </a:xfrm>
          <a:prstGeom prst="rect">
            <a:avLst/>
          </a:prstGeom>
          <a:noFill/>
        </p:spPr>
        <p:txBody>
          <a:bodyPr wrap="square" lIns="0" rIns="0" tIns="0" bIns="0" anchor="t">
            <a:spAutoFit/>
          </a:bodyPr>
          <a:lstStyle/>
          <a:p>
            <a:pPr algn="l">
              <a:spcAft>
                <a:spcPts val="800"/>
              </a:spcAft>
            </a:pPr>
            <a:r>
              <a:rPr sz="2600" b="1" i="0">
                <a:solidFill>
                  <a:srgbClr val="0B0B0B"/>
                </a:solidFill>
                <a:latin typeface="Arial"/>
              </a:rPr>
              <a:t>Keep adapting</a:t>
            </a:r>
          </a:p>
        </p:txBody>
      </p:sp>
      <p:sp>
        <p:nvSpPr>
          <p:cNvPr id="9" name="TextBox 8"/>
          <p:cNvSpPr txBox="1"/>
          <p:nvPr/>
        </p:nvSpPr>
        <p:spPr>
          <a:xfrm>
            <a:off x="274320" y="5029200"/>
            <a:ext cx="11338560" cy="457200"/>
          </a:xfrm>
          <a:prstGeom prst="rect">
            <a:avLst/>
          </a:prstGeom>
          <a:noFill/>
        </p:spPr>
        <p:txBody>
          <a:bodyPr wrap="square" lIns="0" rIns="0" tIns="0" bIns="0" anchor="t">
            <a:spAutoFit/>
          </a:bodyPr>
          <a:lstStyle/>
          <a:p>
            <a:pPr algn="l">
              <a:spcAft>
                <a:spcPts val="800"/>
              </a:spcAft>
            </a:pPr>
            <a:r>
              <a:rPr sz="2000" b="1" i="0">
                <a:solidFill>
                  <a:srgbClr val="EB6834"/>
                </a:solidFill>
                <a:latin typeface="Arial"/>
              </a:rPr>
              <a:t>A population can look healthy and have no future.</a:t>
            </a:r>
          </a:p>
        </p:txBody>
      </p:sp>
      <p:sp>
        <p:nvSpPr>
          <p:cNvPr id="10" name="TextBox 9"/>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The 50/500 rule: Franklin &amp; Soulé (1980). Frankham et al. (2014) argue for 100/1000 — a rule of thumb, and a contested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Genetic diversity is now a policy target</a:t>
            </a:r>
          </a:p>
        </p:txBody>
      </p:sp>
      <p:sp>
        <p:nvSpPr>
          <p:cNvPr id="3" name="Rounded Rectangle 2"/>
          <p:cNvSpPr/>
          <p:nvPr/>
        </p:nvSpPr>
        <p:spPr>
          <a:xfrm>
            <a:off x="274320" y="1280160"/>
            <a:ext cx="11640312" cy="16002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1572768"/>
            <a:ext cx="10607040" cy="822960"/>
          </a:xfrm>
          <a:prstGeom prst="rect">
            <a:avLst/>
          </a:prstGeom>
          <a:noFill/>
        </p:spPr>
        <p:txBody>
          <a:bodyPr wrap="square" lIns="0" rIns="0" tIns="0" bIns="0" anchor="t">
            <a:spAutoFit/>
          </a:bodyPr>
          <a:lstStyle/>
          <a:p>
            <a:pPr algn="l">
              <a:lnSpc>
                <a:spcPct val="120000"/>
              </a:lnSpc>
              <a:spcAft>
                <a:spcPts val="800"/>
              </a:spcAft>
            </a:pPr>
            <a:r>
              <a:rPr sz="2200" b="0" i="1">
                <a:solidFill>
                  <a:srgbClr val="0B0B0B"/>
                </a:solidFill>
                <a:latin typeface="Arial"/>
              </a:rPr>
              <a:t>“Maintain the genetic diversity within populations of wild species.”</a:t>
            </a:r>
          </a:p>
        </p:txBody>
      </p:sp>
      <p:sp>
        <p:nvSpPr>
          <p:cNvPr id="5" name="TextBox 4"/>
          <p:cNvSpPr txBox="1"/>
          <p:nvPr/>
        </p:nvSpPr>
        <p:spPr>
          <a:xfrm>
            <a:off x="777240" y="2450592"/>
            <a:ext cx="10607040" cy="274320"/>
          </a:xfrm>
          <a:prstGeom prst="rect">
            <a:avLst/>
          </a:prstGeom>
          <a:noFill/>
        </p:spPr>
        <p:txBody>
          <a:bodyPr wrap="square" lIns="0" rIns="0" tIns="0" bIns="0" anchor="t">
            <a:spAutoFit/>
          </a:bodyPr>
          <a:lstStyle/>
          <a:p>
            <a:pPr algn="l">
              <a:spcAft>
                <a:spcPts val="800"/>
              </a:spcAft>
            </a:pPr>
            <a:r>
              <a:rPr sz="1300" b="0" i="0">
                <a:solidFill>
                  <a:srgbClr val="8A8880"/>
                </a:solidFill>
                <a:latin typeface="Arial"/>
              </a:rPr>
              <a:t>Kunming–Montreal Global Biodiversity Framework, Goal A</a:t>
            </a:r>
          </a:p>
        </p:txBody>
      </p:sp>
      <p:sp>
        <p:nvSpPr>
          <p:cNvPr id="6" name="Rounded Rectangle 5"/>
          <p:cNvSpPr/>
          <p:nvPr/>
        </p:nvSpPr>
        <p:spPr>
          <a:xfrm>
            <a:off x="274320" y="3291840"/>
            <a:ext cx="3697224" cy="21031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40080" y="361188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0080" y="4133088"/>
            <a:ext cx="2965704"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Agreed 2022</a:t>
            </a:r>
          </a:p>
        </p:txBody>
      </p:sp>
      <p:sp>
        <p:nvSpPr>
          <p:cNvPr id="9" name="TextBox 8"/>
          <p:cNvSpPr txBox="1"/>
          <p:nvPr/>
        </p:nvSpPr>
        <p:spPr>
          <a:xfrm>
            <a:off x="640080" y="4617720"/>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in Montreal</a:t>
            </a:r>
          </a:p>
        </p:txBody>
      </p:sp>
      <p:sp>
        <p:nvSpPr>
          <p:cNvPr id="10" name="Rounded Rectangle 9"/>
          <p:cNvSpPr/>
          <p:nvPr/>
        </p:nvSpPr>
        <p:spPr>
          <a:xfrm>
            <a:off x="4245864" y="3291840"/>
            <a:ext cx="3697224" cy="21031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611624" y="361188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11624" y="4133088"/>
            <a:ext cx="2965704"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4 goals, 23 targets</a:t>
            </a:r>
          </a:p>
        </p:txBody>
      </p:sp>
      <p:sp>
        <p:nvSpPr>
          <p:cNvPr id="13" name="TextBox 12"/>
          <p:cNvSpPr txBox="1"/>
          <p:nvPr/>
        </p:nvSpPr>
        <p:spPr>
          <a:xfrm>
            <a:off x="4611624" y="4617720"/>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the global plan to 2030</a:t>
            </a:r>
          </a:p>
        </p:txBody>
      </p:sp>
      <p:sp>
        <p:nvSpPr>
          <p:cNvPr id="14" name="Rounded Rectangle 13"/>
          <p:cNvSpPr/>
          <p:nvPr/>
        </p:nvSpPr>
        <p:spPr>
          <a:xfrm>
            <a:off x="8217408" y="3291840"/>
            <a:ext cx="3697224" cy="210312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583168" y="361188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83168" y="4133088"/>
            <a:ext cx="2965704"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Countries must report</a:t>
            </a:r>
          </a:p>
        </p:txBody>
      </p:sp>
      <p:sp>
        <p:nvSpPr>
          <p:cNvPr id="17" name="TextBox 16"/>
          <p:cNvSpPr txBox="1"/>
          <p:nvPr/>
        </p:nvSpPr>
        <p:spPr>
          <a:xfrm>
            <a:off x="8583168" y="4617720"/>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on a schedule</a:t>
            </a:r>
          </a:p>
        </p:txBody>
      </p:sp>
      <p:sp>
        <p:nvSpPr>
          <p:cNvPr id="18" name="TextBox 17"/>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Convention on Biological Diversity, COP15 (2022). Goal A and Target 4 both cover genetic diversity.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Problem: nobody can sequence everything, every year</a:t>
            </a:r>
          </a:p>
        </p:txBody>
      </p:sp>
      <p:sp>
        <p:nvSpPr>
          <p:cNvPr id="3" name="Rounded Rectangle 2"/>
          <p:cNvSpPr/>
          <p:nvPr/>
        </p:nvSpPr>
        <p:spPr>
          <a:xfrm>
            <a:off x="274320" y="1371600"/>
            <a:ext cx="5577840" cy="3657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737360"/>
            <a:ext cx="4754880" cy="457200"/>
          </a:xfrm>
          <a:prstGeom prst="rect">
            <a:avLst/>
          </a:prstGeom>
          <a:noFill/>
        </p:spPr>
        <p:txBody>
          <a:bodyPr wrap="square" lIns="0" rIns="0" tIns="0" bIns="0" anchor="t">
            <a:spAutoFit/>
          </a:bodyPr>
          <a:lstStyle/>
          <a:p>
            <a:pPr algn="l">
              <a:spcAft>
                <a:spcPts val="800"/>
              </a:spcAft>
            </a:pPr>
            <a:r>
              <a:rPr sz="2200" b="1" i="0">
                <a:solidFill>
                  <a:srgbClr val="0B0B0B"/>
                </a:solidFill>
                <a:latin typeface="Arial"/>
              </a:rPr>
              <a:t>What we want</a:t>
            </a:r>
          </a:p>
        </p:txBody>
      </p:sp>
      <p:sp>
        <p:nvSpPr>
          <p:cNvPr id="5" name="TextBox 4"/>
          <p:cNvSpPr txBox="1"/>
          <p:nvPr/>
        </p:nvSpPr>
        <p:spPr>
          <a:xfrm>
            <a:off x="731520" y="2468880"/>
            <a:ext cx="4754880" cy="1463040"/>
          </a:xfrm>
          <a:prstGeom prst="rect">
            <a:avLst/>
          </a:prstGeom>
          <a:noFill/>
        </p:spPr>
        <p:txBody>
          <a:bodyPr wrap="square" lIns="0" rIns="0" tIns="0" bIns="0" anchor="t">
            <a:spAutoFit/>
          </a:bodyPr>
          <a:lstStyle/>
          <a:p>
            <a:pPr algn="l">
              <a:lnSpc>
                <a:spcPct val="130000"/>
              </a:lnSpc>
              <a:spcAft>
                <a:spcPts val="800"/>
              </a:spcAft>
            </a:pPr>
            <a:r>
              <a:rPr sz="1900" b="0" i="0">
                <a:solidFill>
                  <a:srgbClr val="52514E"/>
                </a:solidFill>
                <a:latin typeface="Arial"/>
              </a:rPr>
              <a:t>Genome diversity,</a:t>
            </a:r>
          </a:p>
          <a:p>
            <a:pPr algn="l">
              <a:lnSpc>
                <a:spcPct val="130000"/>
              </a:lnSpc>
              <a:spcAft>
                <a:spcPts val="800"/>
              </a:spcAft>
            </a:pPr>
            <a:r>
              <a:rPr sz="1900" b="0" i="0">
                <a:solidFill>
                  <a:srgbClr val="52514E"/>
                </a:solidFill>
                <a:latin typeface="Arial"/>
              </a:rPr>
              <a:t>everywhere,</a:t>
            </a:r>
          </a:p>
          <a:p>
            <a:pPr algn="l">
              <a:lnSpc>
                <a:spcPct val="130000"/>
              </a:lnSpc>
              <a:spcAft>
                <a:spcPts val="800"/>
              </a:spcAft>
            </a:pPr>
            <a:r>
              <a:rPr sz="1900" b="0" i="0">
                <a:solidFill>
                  <a:srgbClr val="52514E"/>
                </a:solidFill>
                <a:latin typeface="Arial"/>
              </a:rPr>
              <a:t>repeatedly</a:t>
            </a:r>
          </a:p>
        </p:txBody>
      </p:sp>
      <p:sp>
        <p:nvSpPr>
          <p:cNvPr id="6" name="TextBox 5"/>
          <p:cNvSpPr txBox="1"/>
          <p:nvPr/>
        </p:nvSpPr>
        <p:spPr>
          <a:xfrm>
            <a:off x="731520" y="4160520"/>
            <a:ext cx="4754880" cy="457200"/>
          </a:xfrm>
          <a:prstGeom prst="rect">
            <a:avLst/>
          </a:prstGeom>
          <a:noFill/>
        </p:spPr>
        <p:txBody>
          <a:bodyPr wrap="square" lIns="0" rIns="0" tIns="0" bIns="0" anchor="t">
            <a:spAutoFit/>
          </a:bodyPr>
          <a:lstStyle/>
          <a:p>
            <a:pPr algn="l">
              <a:spcAft>
                <a:spcPts val="800"/>
              </a:spcAft>
            </a:pPr>
            <a:r>
              <a:rPr sz="2200" b="1" i="0">
                <a:solidFill>
                  <a:srgbClr val="EB6834"/>
                </a:solidFill>
                <a:latin typeface="Arial"/>
              </a:rPr>
              <a:t>Impossible</a:t>
            </a:r>
          </a:p>
        </p:txBody>
      </p:sp>
      <p:sp>
        <p:nvSpPr>
          <p:cNvPr id="7" name="Rounded Rectangle 6"/>
          <p:cNvSpPr/>
          <p:nvPr/>
        </p:nvSpPr>
        <p:spPr>
          <a:xfrm>
            <a:off x="6336792" y="1371600"/>
            <a:ext cx="5577840" cy="36576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793992" y="1737360"/>
            <a:ext cx="4754880" cy="457200"/>
          </a:xfrm>
          <a:prstGeom prst="rect">
            <a:avLst/>
          </a:prstGeom>
          <a:noFill/>
        </p:spPr>
        <p:txBody>
          <a:bodyPr wrap="square" lIns="0" rIns="0" tIns="0" bIns="0" anchor="t">
            <a:spAutoFit/>
          </a:bodyPr>
          <a:lstStyle/>
          <a:p>
            <a:pPr algn="l">
              <a:spcAft>
                <a:spcPts val="800"/>
              </a:spcAft>
            </a:pPr>
            <a:r>
              <a:rPr sz="2200" b="1" i="0">
                <a:solidFill>
                  <a:srgbClr val="0B0B0B"/>
                </a:solidFill>
                <a:latin typeface="Arial"/>
              </a:rPr>
              <a:t>What we get</a:t>
            </a:r>
          </a:p>
        </p:txBody>
      </p:sp>
      <p:sp>
        <p:nvSpPr>
          <p:cNvPr id="9" name="TextBox 8"/>
          <p:cNvSpPr txBox="1"/>
          <p:nvPr/>
        </p:nvSpPr>
        <p:spPr>
          <a:xfrm>
            <a:off x="6793992" y="2468880"/>
            <a:ext cx="4754880" cy="1463040"/>
          </a:xfrm>
          <a:prstGeom prst="rect">
            <a:avLst/>
          </a:prstGeom>
          <a:noFill/>
        </p:spPr>
        <p:txBody>
          <a:bodyPr wrap="square" lIns="0" rIns="0" tIns="0" bIns="0" anchor="t">
            <a:spAutoFit/>
          </a:bodyPr>
          <a:lstStyle/>
          <a:p>
            <a:pPr algn="l">
              <a:lnSpc>
                <a:spcPct val="130000"/>
              </a:lnSpc>
              <a:spcAft>
                <a:spcPts val="800"/>
              </a:spcAft>
            </a:pPr>
            <a:r>
              <a:rPr sz="1900" b="0" i="0">
                <a:solidFill>
                  <a:srgbClr val="52514E"/>
                </a:solidFill>
                <a:latin typeface="Arial"/>
              </a:rPr>
              <a:t>A head count</a:t>
            </a:r>
          </a:p>
        </p:txBody>
      </p:sp>
      <p:sp>
        <p:nvSpPr>
          <p:cNvPr id="10" name="TextBox 9"/>
          <p:cNvSpPr txBox="1"/>
          <p:nvPr/>
        </p:nvSpPr>
        <p:spPr>
          <a:xfrm>
            <a:off x="6793992" y="4160520"/>
            <a:ext cx="4754880" cy="457200"/>
          </a:xfrm>
          <a:prstGeom prst="rect">
            <a:avLst/>
          </a:prstGeom>
          <a:noFill/>
        </p:spPr>
        <p:txBody>
          <a:bodyPr wrap="square" lIns="0" rIns="0" tIns="0" bIns="0" anchor="t">
            <a:spAutoFit/>
          </a:bodyPr>
          <a:lstStyle/>
          <a:p>
            <a:pPr algn="l">
              <a:spcAft>
                <a:spcPts val="800"/>
              </a:spcAft>
            </a:pPr>
            <a:r>
              <a:rPr sz="2200" b="1" i="0">
                <a:solidFill>
                  <a:srgbClr val="1BAF7A"/>
                </a:solidFill>
                <a:latin typeface="Arial"/>
              </a:rPr>
              <a:t>Affordable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So the indicator counts individuals instead</a:t>
            </a:r>
          </a:p>
        </p:txBody>
      </p:sp>
      <p:sp>
        <p:nvSpPr>
          <p:cNvPr id="3" name="Rounded Rectangle 2"/>
          <p:cNvSpPr/>
          <p:nvPr/>
        </p:nvSpPr>
        <p:spPr>
          <a:xfrm>
            <a:off x="502920" y="1828800"/>
            <a:ext cx="2606040" cy="23774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2148840"/>
            <a:ext cx="2057400" cy="822960"/>
          </a:xfrm>
          <a:prstGeom prst="rect">
            <a:avLst/>
          </a:prstGeom>
          <a:noFill/>
        </p:spPr>
        <p:txBody>
          <a:bodyPr wrap="square" lIns="0" rIns="0" tIns="0" bIns="0" anchor="t">
            <a:spAutoFit/>
          </a:bodyPr>
          <a:lstStyle/>
          <a:p>
            <a:pPr algn="l">
              <a:spcAft>
                <a:spcPts val="800"/>
              </a:spcAft>
            </a:pPr>
            <a:r>
              <a:rPr sz="3800" b="1" i="0">
                <a:solidFill>
                  <a:srgbClr val="2A78D6"/>
                </a:solidFill>
                <a:latin typeface="Arial"/>
              </a:rPr>
              <a:t>N</a:t>
            </a:r>
          </a:p>
        </p:txBody>
      </p:sp>
      <p:sp>
        <p:nvSpPr>
          <p:cNvPr id="5" name="TextBox 4"/>
          <p:cNvSpPr txBox="1"/>
          <p:nvPr/>
        </p:nvSpPr>
        <p:spPr>
          <a:xfrm>
            <a:off x="777240" y="3200400"/>
            <a:ext cx="2057400"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Count</a:t>
            </a:r>
          </a:p>
        </p:txBody>
      </p:sp>
      <p:sp>
        <p:nvSpPr>
          <p:cNvPr id="6" name="Right Arrow 5"/>
          <p:cNvSpPr/>
          <p:nvPr/>
        </p:nvSpPr>
        <p:spPr>
          <a:xfrm>
            <a:off x="3200400" y="2834640"/>
            <a:ext cx="228600" cy="256032"/>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520440" y="1828800"/>
            <a:ext cx="2606040" cy="23774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794760" y="2148840"/>
            <a:ext cx="2057400" cy="822960"/>
          </a:xfrm>
          <a:prstGeom prst="rect">
            <a:avLst/>
          </a:prstGeom>
          <a:noFill/>
        </p:spPr>
        <p:txBody>
          <a:bodyPr wrap="square" lIns="0" rIns="0" tIns="0" bIns="0" anchor="t">
            <a:spAutoFit/>
          </a:bodyPr>
          <a:lstStyle/>
          <a:p>
            <a:pPr algn="l">
              <a:spcAft>
                <a:spcPts val="800"/>
              </a:spcAft>
            </a:pPr>
            <a:r>
              <a:rPr sz="3800" b="1" i="0">
                <a:solidFill>
                  <a:srgbClr val="EB6834"/>
                </a:solidFill>
                <a:latin typeface="Arial"/>
              </a:rPr>
              <a:t>× 0.1</a:t>
            </a:r>
          </a:p>
        </p:txBody>
      </p:sp>
      <p:sp>
        <p:nvSpPr>
          <p:cNvPr id="9" name="TextBox 8"/>
          <p:cNvSpPr txBox="1"/>
          <p:nvPr/>
        </p:nvSpPr>
        <p:spPr>
          <a:xfrm>
            <a:off x="3794760" y="3200400"/>
            <a:ext cx="2057400"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Convert</a:t>
            </a:r>
          </a:p>
        </p:txBody>
      </p:sp>
      <p:sp>
        <p:nvSpPr>
          <p:cNvPr id="10" name="Right Arrow 9"/>
          <p:cNvSpPr/>
          <p:nvPr/>
        </p:nvSpPr>
        <p:spPr>
          <a:xfrm>
            <a:off x="6217920" y="2834640"/>
            <a:ext cx="228600" cy="256032"/>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537960" y="1828800"/>
            <a:ext cx="2606040" cy="23774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812280" y="2148840"/>
            <a:ext cx="2057400" cy="822960"/>
          </a:xfrm>
          <a:prstGeom prst="rect">
            <a:avLst/>
          </a:prstGeom>
          <a:noFill/>
        </p:spPr>
        <p:txBody>
          <a:bodyPr wrap="square" lIns="0" rIns="0" tIns="0" bIns="0" anchor="t">
            <a:spAutoFit/>
          </a:bodyPr>
          <a:lstStyle/>
          <a:p>
            <a:pPr algn="l">
              <a:spcAft>
                <a:spcPts val="800"/>
              </a:spcAft>
            </a:pPr>
            <a:r>
              <a:rPr sz="3800" b="1" i="0">
                <a:solidFill>
                  <a:srgbClr val="1BAF7A"/>
                </a:solidFill>
                <a:latin typeface="Arial"/>
              </a:rPr>
              <a:t>Nₑ</a:t>
            </a:r>
          </a:p>
        </p:txBody>
      </p:sp>
      <p:sp>
        <p:nvSpPr>
          <p:cNvPr id="13" name="TextBox 12"/>
          <p:cNvSpPr txBox="1"/>
          <p:nvPr/>
        </p:nvSpPr>
        <p:spPr>
          <a:xfrm>
            <a:off x="6812280" y="3200400"/>
            <a:ext cx="2057400"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Estimate</a:t>
            </a:r>
          </a:p>
        </p:txBody>
      </p:sp>
      <p:sp>
        <p:nvSpPr>
          <p:cNvPr id="14" name="Right Arrow 13"/>
          <p:cNvSpPr/>
          <p:nvPr/>
        </p:nvSpPr>
        <p:spPr>
          <a:xfrm>
            <a:off x="9235440" y="2834640"/>
            <a:ext cx="228600" cy="256032"/>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9555480" y="1828800"/>
            <a:ext cx="2606040" cy="237744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829800" y="2148840"/>
            <a:ext cx="2057400" cy="822960"/>
          </a:xfrm>
          <a:prstGeom prst="rect">
            <a:avLst/>
          </a:prstGeom>
          <a:noFill/>
        </p:spPr>
        <p:txBody>
          <a:bodyPr wrap="square" lIns="0" rIns="0" tIns="0" bIns="0" anchor="t">
            <a:spAutoFit/>
          </a:bodyPr>
          <a:lstStyle/>
          <a:p>
            <a:pPr algn="l">
              <a:spcAft>
                <a:spcPts val="800"/>
              </a:spcAft>
            </a:pPr>
            <a:r>
              <a:rPr sz="3800" b="1" i="0">
                <a:solidFill>
                  <a:srgbClr val="EDA100"/>
                </a:solidFill>
                <a:latin typeface="Arial"/>
              </a:rPr>
              <a:t>&gt; 500?</a:t>
            </a:r>
          </a:p>
        </p:txBody>
      </p:sp>
      <p:sp>
        <p:nvSpPr>
          <p:cNvPr id="17" name="TextBox 16"/>
          <p:cNvSpPr txBox="1"/>
          <p:nvPr/>
        </p:nvSpPr>
        <p:spPr>
          <a:xfrm>
            <a:off x="9829800" y="3200400"/>
            <a:ext cx="2057400" cy="45720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Compare</a:t>
            </a:r>
          </a:p>
        </p:txBody>
      </p:sp>
      <p:sp>
        <p:nvSpPr>
          <p:cNvPr id="18" name="TextBox 17"/>
          <p:cNvSpPr txBox="1"/>
          <p:nvPr/>
        </p:nvSpPr>
        <p:spPr>
          <a:xfrm>
            <a:off x="274320" y="4709160"/>
            <a:ext cx="11338560" cy="457200"/>
          </a:xfrm>
          <a:prstGeom prst="rect">
            <a:avLst/>
          </a:prstGeom>
          <a:noFill/>
        </p:spPr>
        <p:txBody>
          <a:bodyPr wrap="square" lIns="0" rIns="0" tIns="0" bIns="0" anchor="t">
            <a:spAutoFit/>
          </a:bodyPr>
          <a:lstStyle/>
          <a:p>
            <a:pPr algn="l">
              <a:spcAft>
                <a:spcPts val="800"/>
              </a:spcAft>
            </a:pPr>
            <a:r>
              <a:rPr sz="2200" b="1" i="0">
                <a:solidFill>
                  <a:srgbClr val="EB6834"/>
                </a:solidFill>
                <a:latin typeface="Arial"/>
              </a:rPr>
              <a:t>The genetic indicator is a demographic measurement.</a:t>
            </a:r>
          </a:p>
        </p:txBody>
      </p:sp>
      <p:sp>
        <p:nvSpPr>
          <p:cNvPr id="19" name="TextBox 18"/>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GBF headline indicator A.4: proportion of a species’ populations with effective size above 500. Default conversion Nₑ:N = 0.1.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Problem: that ratio assumes a world that sits still</a:t>
            </a:r>
          </a:p>
        </p:txBody>
      </p:sp>
      <p:sp>
        <p:nvSpPr>
          <p:cNvPr id="3" name="Rounded Rectangle 2"/>
          <p:cNvSpPr/>
          <p:nvPr/>
        </p:nvSpPr>
        <p:spPr>
          <a:xfrm>
            <a:off x="274320"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205740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Sizes are falling</a:t>
            </a:r>
          </a:p>
        </p:txBody>
      </p:sp>
      <p:sp>
        <p:nvSpPr>
          <p:cNvPr id="6" name="TextBox 5"/>
          <p:cNvSpPr txBox="1"/>
          <p:nvPr/>
        </p:nvSpPr>
        <p:spPr>
          <a:xfrm>
            <a:off x="640080"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not stable</a:t>
            </a:r>
          </a:p>
        </p:txBody>
      </p:sp>
      <p:sp>
        <p:nvSpPr>
          <p:cNvPr id="7" name="Rounded Rectangle 6"/>
          <p:cNvSpPr/>
          <p:nvPr/>
        </p:nvSpPr>
        <p:spPr>
          <a:xfrm>
            <a:off x="4245864"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11624" y="205740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1624"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Selection is strong</a:t>
            </a:r>
          </a:p>
        </p:txBody>
      </p:sp>
      <p:sp>
        <p:nvSpPr>
          <p:cNvPr id="10" name="TextBox 9"/>
          <p:cNvSpPr txBox="1"/>
          <p:nvPr/>
        </p:nvSpPr>
        <p:spPr>
          <a:xfrm>
            <a:off x="4611624"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and directional</a:t>
            </a:r>
          </a:p>
        </p:txBody>
      </p:sp>
      <p:sp>
        <p:nvSpPr>
          <p:cNvPr id="11" name="Rounded Rectangle 10"/>
          <p:cNvSpPr/>
          <p:nvPr/>
        </p:nvSpPr>
        <p:spPr>
          <a:xfrm>
            <a:off x="8217408"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83168" y="205740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83168"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Migration reshuffles</a:t>
            </a:r>
          </a:p>
        </p:txBody>
      </p:sp>
      <p:sp>
        <p:nvSpPr>
          <p:cNvPr id="14" name="TextBox 13"/>
          <p:cNvSpPr txBox="1"/>
          <p:nvPr/>
        </p:nvSpPr>
        <p:spPr>
          <a:xfrm>
            <a:off x="8583168"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who breeds where</a:t>
            </a:r>
          </a:p>
        </p:txBody>
      </p:sp>
      <p:sp>
        <p:nvSpPr>
          <p:cNvPr id="15" name="TextBox 14"/>
          <p:cNvSpPr txBox="1"/>
          <p:nvPr/>
        </p:nvSpPr>
        <p:spPr>
          <a:xfrm>
            <a:off x="274320" y="4846320"/>
            <a:ext cx="11338560" cy="457200"/>
          </a:xfrm>
          <a:prstGeom prst="rect">
            <a:avLst/>
          </a:prstGeom>
          <a:noFill/>
        </p:spPr>
        <p:txBody>
          <a:bodyPr wrap="square" lIns="0" rIns="0" tIns="0" bIns="0" anchor="t">
            <a:spAutoFit/>
          </a:bodyPr>
          <a:lstStyle/>
          <a:p>
            <a:pPr algn="l">
              <a:spcAft>
                <a:spcPts val="800"/>
              </a:spcAft>
            </a:pPr>
            <a:r>
              <a:rPr sz="2100" b="1" i="0">
                <a:solidFill>
                  <a:srgbClr val="EB6834"/>
                </a:solidFill>
                <a:latin typeface="Arial"/>
              </a:rPr>
              <a:t>Climate change breaks every assumption behind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Solution: simulate what we cannot observe</a:t>
            </a:r>
          </a:p>
        </p:txBody>
      </p:sp>
      <p:sp>
        <p:nvSpPr>
          <p:cNvPr id="3" name="Rounded Rectangle 2"/>
          <p:cNvSpPr/>
          <p:nvPr/>
        </p:nvSpPr>
        <p:spPr>
          <a:xfrm>
            <a:off x="274320" y="1737360"/>
            <a:ext cx="3776472" cy="29260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85800" y="1965960"/>
            <a:ext cx="3017520" cy="2468880"/>
          </a:xfrm>
          <a:prstGeom prst="rect">
            <a:avLst/>
          </a:prstGeom>
          <a:noFill/>
        </p:spPr>
        <p:txBody>
          <a:bodyPr wrap="square" lIns="0" rIns="0" tIns="0" bIns="0" anchor="ctr">
            <a:spAutoFit/>
          </a:bodyPr>
          <a:lstStyle/>
          <a:p>
            <a:pPr algn="l">
              <a:lnSpc>
                <a:spcPct val="130000"/>
              </a:lnSpc>
              <a:spcAft>
                <a:spcPts val="800"/>
              </a:spcAft>
            </a:pPr>
            <a:r>
              <a:rPr sz="2600" b="1" i="0">
                <a:solidFill>
                  <a:srgbClr val="EB6834"/>
                </a:solidFill>
                <a:latin typeface="Arial"/>
              </a:rPr>
              <a:t>No control</a:t>
            </a:r>
          </a:p>
          <a:p>
            <a:pPr algn="l">
              <a:lnSpc>
                <a:spcPct val="130000"/>
              </a:lnSpc>
              <a:spcAft>
                <a:spcPts val="800"/>
              </a:spcAft>
            </a:pPr>
            <a:r>
              <a:rPr sz="2600" b="1" i="0">
                <a:solidFill>
                  <a:srgbClr val="EB6834"/>
                </a:solidFill>
                <a:latin typeface="Arial"/>
              </a:rPr>
              <a:t>Switzerland</a:t>
            </a:r>
          </a:p>
        </p:txBody>
      </p:sp>
      <p:sp>
        <p:nvSpPr>
          <p:cNvPr id="5" name="Rounded Rectangle 4"/>
          <p:cNvSpPr/>
          <p:nvPr/>
        </p:nvSpPr>
        <p:spPr>
          <a:xfrm>
            <a:off x="4206240" y="1737360"/>
            <a:ext cx="3776472" cy="29260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617720" y="1965960"/>
            <a:ext cx="3017520" cy="2468880"/>
          </a:xfrm>
          <a:prstGeom prst="rect">
            <a:avLst/>
          </a:prstGeom>
          <a:noFill/>
        </p:spPr>
        <p:txBody>
          <a:bodyPr wrap="square" lIns="0" rIns="0" tIns="0" bIns="0" anchor="ctr">
            <a:spAutoFit/>
          </a:bodyPr>
          <a:lstStyle/>
          <a:p>
            <a:pPr algn="l">
              <a:lnSpc>
                <a:spcPct val="130000"/>
              </a:lnSpc>
              <a:spcAft>
                <a:spcPts val="800"/>
              </a:spcAft>
            </a:pPr>
            <a:r>
              <a:rPr sz="2600" b="1" i="0">
                <a:solidFill>
                  <a:srgbClr val="EB6834"/>
                </a:solidFill>
                <a:latin typeface="Arial"/>
              </a:rPr>
              <a:t>No rewind</a:t>
            </a:r>
          </a:p>
          <a:p>
            <a:pPr algn="l">
              <a:lnSpc>
                <a:spcPct val="130000"/>
              </a:lnSpc>
              <a:spcAft>
                <a:spcPts val="800"/>
              </a:spcAft>
            </a:pPr>
            <a:r>
              <a:rPr sz="2600" b="1" i="0">
                <a:solidFill>
                  <a:srgbClr val="EB6834"/>
                </a:solidFill>
                <a:latin typeface="Arial"/>
              </a:rPr>
              <a:t>button</a:t>
            </a:r>
          </a:p>
        </p:txBody>
      </p:sp>
      <p:sp>
        <p:nvSpPr>
          <p:cNvPr id="7" name="Rounded Rectangle 6"/>
          <p:cNvSpPr/>
          <p:nvPr/>
        </p:nvSpPr>
        <p:spPr>
          <a:xfrm>
            <a:off x="8138160" y="1737360"/>
            <a:ext cx="3776472" cy="292608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549640" y="1965960"/>
            <a:ext cx="3017520" cy="2468880"/>
          </a:xfrm>
          <a:prstGeom prst="rect">
            <a:avLst/>
          </a:prstGeom>
          <a:noFill/>
        </p:spPr>
        <p:txBody>
          <a:bodyPr wrap="square" lIns="0" rIns="0" tIns="0" bIns="0" anchor="ctr">
            <a:spAutoFit/>
          </a:bodyPr>
          <a:lstStyle/>
          <a:p>
            <a:pPr algn="l">
              <a:lnSpc>
                <a:spcPct val="130000"/>
              </a:lnSpc>
              <a:spcAft>
                <a:spcPts val="800"/>
              </a:spcAft>
            </a:pPr>
            <a:r>
              <a:rPr sz="2600" b="1" i="0">
                <a:solidFill>
                  <a:srgbClr val="2A78D6"/>
                </a:solidFill>
                <a:latin typeface="Arial"/>
              </a:rPr>
              <a:t>So build</a:t>
            </a:r>
          </a:p>
          <a:p>
            <a:pPr algn="l">
              <a:lnSpc>
                <a:spcPct val="130000"/>
              </a:lnSpc>
              <a:spcAft>
                <a:spcPts val="800"/>
              </a:spcAft>
            </a:pPr>
            <a:r>
              <a:rPr sz="2600" b="1" i="0">
                <a:solidFill>
                  <a:srgbClr val="2A78D6"/>
                </a:solidFill>
                <a:latin typeface="Arial"/>
              </a:rPr>
              <a:t>one</a:t>
            </a:r>
          </a:p>
        </p:txBody>
      </p:sp>
      <p:sp>
        <p:nvSpPr>
          <p:cNvPr id="9" name="TextBox 8"/>
          <p:cNvSpPr txBox="1"/>
          <p:nvPr/>
        </p:nvSpPr>
        <p:spPr>
          <a:xfrm>
            <a:off x="274320" y="5029200"/>
            <a:ext cx="11338560"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A population where the true answer is known.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forward in time, one individual at a time</a:t>
            </a:r>
          </a:p>
        </p:txBody>
      </p:sp>
      <p:sp>
        <p:nvSpPr>
          <p:cNvPr id="3" name="Rounded Rectangle 2"/>
          <p:cNvSpPr/>
          <p:nvPr/>
        </p:nvSpPr>
        <p:spPr>
          <a:xfrm>
            <a:off x="274320" y="2011680"/>
            <a:ext cx="2121408" cy="21945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78992" y="2377440"/>
            <a:ext cx="512064" cy="51206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1</a:t>
            </a:r>
          </a:p>
        </p:txBody>
      </p:sp>
      <p:sp>
        <p:nvSpPr>
          <p:cNvPr id="5" name="TextBox 4"/>
          <p:cNvSpPr txBox="1"/>
          <p:nvPr/>
        </p:nvSpPr>
        <p:spPr>
          <a:xfrm>
            <a:off x="457200" y="3154680"/>
            <a:ext cx="1755648" cy="457200"/>
          </a:xfrm>
          <a:prstGeom prst="rect">
            <a:avLst/>
          </a:prstGeom>
          <a:noFill/>
        </p:spPr>
        <p:txBody>
          <a:bodyPr wrap="square" lIns="0" rIns="0" tIns="0" bIns="0" anchor="t">
            <a:spAutoFit/>
          </a:bodyPr>
          <a:lstStyle/>
          <a:p>
            <a:pPr algn="ctr">
              <a:spcAft>
                <a:spcPts val="800"/>
              </a:spcAft>
            </a:pPr>
            <a:r>
              <a:rPr sz="1900" b="1" i="0">
                <a:solidFill>
                  <a:srgbClr val="0B0B0B"/>
                </a:solidFill>
                <a:latin typeface="Arial"/>
              </a:rPr>
              <a:t>Born</a:t>
            </a:r>
          </a:p>
        </p:txBody>
      </p:sp>
      <p:sp>
        <p:nvSpPr>
          <p:cNvPr id="6" name="Right Arrow 5"/>
          <p:cNvSpPr/>
          <p:nvPr/>
        </p:nvSpPr>
        <p:spPr>
          <a:xfrm>
            <a:off x="2423159" y="297180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2651759" y="2011680"/>
            <a:ext cx="2121408" cy="21945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456431" y="2377440"/>
            <a:ext cx="512064" cy="51206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2</a:t>
            </a:r>
          </a:p>
        </p:txBody>
      </p:sp>
      <p:sp>
        <p:nvSpPr>
          <p:cNvPr id="9" name="TextBox 8"/>
          <p:cNvSpPr txBox="1"/>
          <p:nvPr/>
        </p:nvSpPr>
        <p:spPr>
          <a:xfrm>
            <a:off x="2834639" y="3154680"/>
            <a:ext cx="1755648" cy="457200"/>
          </a:xfrm>
          <a:prstGeom prst="rect">
            <a:avLst/>
          </a:prstGeom>
          <a:noFill/>
        </p:spPr>
        <p:txBody>
          <a:bodyPr wrap="square" lIns="0" rIns="0" tIns="0" bIns="0" anchor="t">
            <a:spAutoFit/>
          </a:bodyPr>
          <a:lstStyle/>
          <a:p>
            <a:pPr algn="ctr">
              <a:spcAft>
                <a:spcPts val="800"/>
              </a:spcAft>
            </a:pPr>
            <a:r>
              <a:rPr sz="1900" b="1" i="0">
                <a:solidFill>
                  <a:srgbClr val="0B0B0B"/>
                </a:solidFill>
                <a:latin typeface="Arial"/>
              </a:rPr>
              <a:t>Grows</a:t>
            </a:r>
          </a:p>
        </p:txBody>
      </p:sp>
      <p:sp>
        <p:nvSpPr>
          <p:cNvPr id="10" name="Right Arrow 9"/>
          <p:cNvSpPr/>
          <p:nvPr/>
        </p:nvSpPr>
        <p:spPr>
          <a:xfrm>
            <a:off x="4800599" y="297180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029199" y="2011680"/>
            <a:ext cx="2121408" cy="21945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5833871" y="2377440"/>
            <a:ext cx="512064" cy="51206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3</a:t>
            </a:r>
          </a:p>
        </p:txBody>
      </p:sp>
      <p:sp>
        <p:nvSpPr>
          <p:cNvPr id="13" name="TextBox 12"/>
          <p:cNvSpPr txBox="1"/>
          <p:nvPr/>
        </p:nvSpPr>
        <p:spPr>
          <a:xfrm>
            <a:off x="5212079" y="3154680"/>
            <a:ext cx="1755648" cy="457200"/>
          </a:xfrm>
          <a:prstGeom prst="rect">
            <a:avLst/>
          </a:prstGeom>
          <a:noFill/>
        </p:spPr>
        <p:txBody>
          <a:bodyPr wrap="square" lIns="0" rIns="0" tIns="0" bIns="0" anchor="t">
            <a:spAutoFit/>
          </a:bodyPr>
          <a:lstStyle/>
          <a:p>
            <a:pPr algn="ctr">
              <a:spcAft>
                <a:spcPts val="800"/>
              </a:spcAft>
            </a:pPr>
            <a:r>
              <a:rPr sz="1900" b="1" i="0">
                <a:solidFill>
                  <a:srgbClr val="0B0B0B"/>
                </a:solidFill>
                <a:latin typeface="Arial"/>
              </a:rPr>
              <a:t>Survives?</a:t>
            </a:r>
          </a:p>
        </p:txBody>
      </p:sp>
      <p:sp>
        <p:nvSpPr>
          <p:cNvPr id="14" name="Right Arrow 13"/>
          <p:cNvSpPr/>
          <p:nvPr/>
        </p:nvSpPr>
        <p:spPr>
          <a:xfrm>
            <a:off x="7178039" y="297180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7406640" y="2011680"/>
            <a:ext cx="2121408" cy="21945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211312" y="2377440"/>
            <a:ext cx="512064" cy="512064"/>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4</a:t>
            </a:r>
          </a:p>
        </p:txBody>
      </p:sp>
      <p:sp>
        <p:nvSpPr>
          <p:cNvPr id="17" name="TextBox 16"/>
          <p:cNvSpPr txBox="1"/>
          <p:nvPr/>
        </p:nvSpPr>
        <p:spPr>
          <a:xfrm>
            <a:off x="7589519" y="3154680"/>
            <a:ext cx="1755648" cy="457200"/>
          </a:xfrm>
          <a:prstGeom prst="rect">
            <a:avLst/>
          </a:prstGeom>
          <a:noFill/>
        </p:spPr>
        <p:txBody>
          <a:bodyPr wrap="square" lIns="0" rIns="0" tIns="0" bIns="0" anchor="t">
            <a:spAutoFit/>
          </a:bodyPr>
          <a:lstStyle/>
          <a:p>
            <a:pPr algn="ctr">
              <a:spcAft>
                <a:spcPts val="800"/>
              </a:spcAft>
            </a:pPr>
            <a:r>
              <a:rPr sz="1900" b="1" i="0">
                <a:solidFill>
                  <a:srgbClr val="0B0B0B"/>
                </a:solidFill>
                <a:latin typeface="Arial"/>
              </a:rPr>
              <a:t>Moves</a:t>
            </a:r>
          </a:p>
        </p:txBody>
      </p:sp>
      <p:sp>
        <p:nvSpPr>
          <p:cNvPr id="18" name="Right Arrow 17"/>
          <p:cNvSpPr/>
          <p:nvPr/>
        </p:nvSpPr>
        <p:spPr>
          <a:xfrm>
            <a:off x="9555480" y="2971800"/>
            <a:ext cx="201168" cy="237744"/>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9784080" y="2011680"/>
            <a:ext cx="2121408" cy="21945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588752" y="2377440"/>
            <a:ext cx="512064" cy="51206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Arial"/>
              </a:rPr>
              <a:t>5</a:t>
            </a:r>
          </a:p>
        </p:txBody>
      </p:sp>
      <p:sp>
        <p:nvSpPr>
          <p:cNvPr id="21" name="TextBox 20"/>
          <p:cNvSpPr txBox="1"/>
          <p:nvPr/>
        </p:nvSpPr>
        <p:spPr>
          <a:xfrm>
            <a:off x="9966959" y="3154680"/>
            <a:ext cx="1755648" cy="457200"/>
          </a:xfrm>
          <a:prstGeom prst="rect">
            <a:avLst/>
          </a:prstGeom>
          <a:noFill/>
        </p:spPr>
        <p:txBody>
          <a:bodyPr wrap="square" lIns="0" rIns="0" tIns="0" bIns="0" anchor="t">
            <a:spAutoFit/>
          </a:bodyPr>
          <a:lstStyle/>
          <a:p>
            <a:pPr algn="ctr">
              <a:spcAft>
                <a:spcPts val="800"/>
              </a:spcAft>
            </a:pPr>
            <a:r>
              <a:rPr sz="1900" b="1" i="0">
                <a:solidFill>
                  <a:srgbClr val="0B0B0B"/>
                </a:solidFill>
                <a:latin typeface="Arial"/>
              </a:rPr>
              <a:t>Breeds</a:t>
            </a:r>
          </a:p>
        </p:txBody>
      </p:sp>
      <p:sp>
        <p:nvSpPr>
          <p:cNvPr id="22" name="TextBox 21"/>
          <p:cNvSpPr txBox="1"/>
          <p:nvPr/>
        </p:nvSpPr>
        <p:spPr>
          <a:xfrm>
            <a:off x="274320" y="4709160"/>
            <a:ext cx="11338560" cy="457200"/>
          </a:xfrm>
          <a:prstGeom prst="rect">
            <a:avLst/>
          </a:prstGeom>
          <a:noFill/>
        </p:spPr>
        <p:txBody>
          <a:bodyPr wrap="square" lIns="0" rIns="0" tIns="0" bIns="0" anchor="t">
            <a:spAutoFit/>
          </a:bodyPr>
          <a:lstStyle/>
          <a:p>
            <a:pPr algn="l">
              <a:spcAft>
                <a:spcPts val="800"/>
              </a:spcAft>
            </a:pPr>
            <a:r>
              <a:rPr sz="2200" b="1" i="0">
                <a:solidFill>
                  <a:srgbClr val="0B0B0B"/>
                </a:solidFill>
                <a:latin typeface="Arial"/>
              </a:rPr>
              <a:t>Repeat four thousand times.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0"/>
            <a:ext cx="10058400" cy="1188720"/>
          </a:xfrm>
          <a:prstGeom prst="rect">
            <a:avLst/>
          </a:prstGeom>
          <a:noFill/>
        </p:spPr>
        <p:txBody>
          <a:bodyPr wrap="square" lIns="0" rIns="0" tIns="0" bIns="0" anchor="t">
            <a:spAutoFit/>
          </a:bodyPr>
          <a:lstStyle/>
          <a:p>
            <a:pPr algn="l">
              <a:spcAft>
                <a:spcPts val="800"/>
              </a:spcAft>
            </a:pPr>
            <a:r>
              <a:rPr sz="6400" b="1" i="0">
                <a:solidFill>
                  <a:srgbClr val="0B0B0B"/>
                </a:solidFill>
                <a:latin typeface="Arial"/>
              </a:rPr>
              <a:t>SLiM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SLiM does this, with real genomes</a:t>
            </a:r>
          </a:p>
        </p:txBody>
      </p:sp>
      <p:sp>
        <p:nvSpPr>
          <p:cNvPr id="3" name="Rounded Rectangle 2"/>
          <p:cNvSpPr/>
          <p:nvPr/>
        </p:nvSpPr>
        <p:spPr>
          <a:xfrm>
            <a:off x="274320"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205740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Forward-time</a:t>
            </a:r>
          </a:p>
        </p:txBody>
      </p:sp>
      <p:sp>
        <p:nvSpPr>
          <p:cNvPr id="6" name="TextBox 5"/>
          <p:cNvSpPr txBox="1"/>
          <p:nvPr/>
        </p:nvSpPr>
        <p:spPr>
          <a:xfrm>
            <a:off x="640080"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1940 to 2025</a:t>
            </a:r>
          </a:p>
        </p:txBody>
      </p:sp>
      <p:sp>
        <p:nvSpPr>
          <p:cNvPr id="7" name="Rounded Rectangle 6"/>
          <p:cNvSpPr/>
          <p:nvPr/>
        </p:nvSpPr>
        <p:spPr>
          <a:xfrm>
            <a:off x="4245864"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11624" y="205740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1624"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Individual-based</a:t>
            </a:r>
          </a:p>
        </p:txBody>
      </p:sp>
      <p:sp>
        <p:nvSpPr>
          <p:cNvPr id="10" name="TextBox 9"/>
          <p:cNvSpPr txBox="1"/>
          <p:nvPr/>
        </p:nvSpPr>
        <p:spPr>
          <a:xfrm>
            <a:off x="4611624"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every organism an object</a:t>
            </a:r>
          </a:p>
        </p:txBody>
      </p:sp>
      <p:sp>
        <p:nvSpPr>
          <p:cNvPr id="11" name="Rounded Rectangle 10"/>
          <p:cNvSpPr/>
          <p:nvPr/>
        </p:nvSpPr>
        <p:spPr>
          <a:xfrm>
            <a:off x="8217408"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83168" y="205740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83168"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Genetically explicit</a:t>
            </a:r>
          </a:p>
        </p:txBody>
      </p:sp>
      <p:sp>
        <p:nvSpPr>
          <p:cNvPr id="14" name="TextBox 13"/>
          <p:cNvSpPr txBox="1"/>
          <p:nvPr/>
        </p:nvSpPr>
        <p:spPr>
          <a:xfrm>
            <a:off x="8583168"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chromosomes, recombination</a:t>
            </a:r>
          </a:p>
        </p:txBody>
      </p:sp>
      <p:sp>
        <p:nvSpPr>
          <p:cNvPr id="15" name="TextBox 14"/>
          <p:cNvSpPr txBox="1"/>
          <p:nvPr/>
        </p:nvSpPr>
        <p:spPr>
          <a:xfrm>
            <a:off x="274320" y="4846320"/>
            <a:ext cx="11338560" cy="457200"/>
          </a:xfrm>
          <a:prstGeom prst="rect">
            <a:avLst/>
          </a:prstGeom>
          <a:noFill/>
        </p:spPr>
        <p:txBody>
          <a:bodyPr wrap="square" lIns="0" rIns="0" tIns="0" bIns="0" anchor="t">
            <a:spAutoFit/>
          </a:bodyPr>
          <a:lstStyle/>
          <a:p>
            <a:pPr algn="l">
              <a:spcAft>
                <a:spcPts val="800"/>
              </a:spcAft>
            </a:pPr>
            <a:r>
              <a:rPr sz="2100" b="1" i="0">
                <a:solidFill>
                  <a:srgbClr val="0B0B0B"/>
                </a:solidFill>
                <a:latin typeface="Arial"/>
              </a:rPr>
              <a:t>Free, and it runs on a laptop.</a:t>
            </a:r>
          </a:p>
        </p:txBody>
      </p:sp>
      <p:sp>
        <p:nvSpPr>
          <p:cNvPr id="16" name="TextBox 15"/>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Haller &amp; Messer, SLiM — messerlab.org/slim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four questions, every generation</a:t>
            </a:r>
          </a:p>
        </p:txBody>
      </p:sp>
      <p:sp>
        <p:nvSpPr>
          <p:cNvPr id="3" name="Oval 2"/>
          <p:cNvSpPr/>
          <p:nvPr/>
        </p:nvSpPr>
        <p:spPr>
          <a:xfrm>
            <a:off x="1737360" y="1554480"/>
            <a:ext cx="566928" cy="566928"/>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Arial"/>
              </a:rPr>
              <a:t>1</a:t>
            </a:r>
          </a:p>
        </p:txBody>
      </p:sp>
      <p:sp>
        <p:nvSpPr>
          <p:cNvPr id="4" name="TextBox 3"/>
          <p:cNvSpPr txBox="1"/>
          <p:nvPr/>
        </p:nvSpPr>
        <p:spPr>
          <a:xfrm>
            <a:off x="2651760" y="1600200"/>
            <a:ext cx="7772400" cy="548640"/>
          </a:xfrm>
          <a:prstGeom prst="rect">
            <a:avLst/>
          </a:prstGeom>
          <a:noFill/>
        </p:spPr>
        <p:txBody>
          <a:bodyPr wrap="square" lIns="0" rIns="0" tIns="0" bIns="0" anchor="t">
            <a:spAutoFit/>
          </a:bodyPr>
          <a:lstStyle/>
          <a:p>
            <a:pPr algn="l">
              <a:spcAft>
                <a:spcPts val="800"/>
              </a:spcAft>
            </a:pPr>
            <a:r>
              <a:rPr sz="2800" b="1" i="0">
                <a:solidFill>
                  <a:srgbClr val="0B0B0B"/>
                </a:solidFill>
                <a:latin typeface="Arial"/>
              </a:rPr>
              <a:t>Which mutations?</a:t>
            </a:r>
          </a:p>
        </p:txBody>
      </p:sp>
      <p:sp>
        <p:nvSpPr>
          <p:cNvPr id="5" name="Oval 4"/>
          <p:cNvSpPr/>
          <p:nvPr/>
        </p:nvSpPr>
        <p:spPr>
          <a:xfrm>
            <a:off x="1737360" y="2606039"/>
            <a:ext cx="566928" cy="566928"/>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Arial"/>
              </a:rPr>
              <a:t>2</a:t>
            </a:r>
          </a:p>
        </p:txBody>
      </p:sp>
      <p:sp>
        <p:nvSpPr>
          <p:cNvPr id="6" name="TextBox 5"/>
          <p:cNvSpPr txBox="1"/>
          <p:nvPr/>
        </p:nvSpPr>
        <p:spPr>
          <a:xfrm>
            <a:off x="2651760" y="2651759"/>
            <a:ext cx="7772400" cy="548640"/>
          </a:xfrm>
          <a:prstGeom prst="rect">
            <a:avLst/>
          </a:prstGeom>
          <a:noFill/>
        </p:spPr>
        <p:txBody>
          <a:bodyPr wrap="square" lIns="0" rIns="0" tIns="0" bIns="0" anchor="t">
            <a:spAutoFit/>
          </a:bodyPr>
          <a:lstStyle/>
          <a:p>
            <a:pPr algn="l">
              <a:spcAft>
                <a:spcPts val="800"/>
              </a:spcAft>
            </a:pPr>
            <a:r>
              <a:rPr sz="2800" b="1" i="0">
                <a:solidFill>
                  <a:srgbClr val="0B0B0B"/>
                </a:solidFill>
                <a:latin typeface="Arial"/>
              </a:rPr>
              <a:t>Which trait?</a:t>
            </a:r>
          </a:p>
        </p:txBody>
      </p:sp>
      <p:sp>
        <p:nvSpPr>
          <p:cNvPr id="7" name="Oval 6"/>
          <p:cNvSpPr/>
          <p:nvPr/>
        </p:nvSpPr>
        <p:spPr>
          <a:xfrm>
            <a:off x="1737360" y="3657600"/>
            <a:ext cx="566928" cy="566928"/>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Arial"/>
              </a:rPr>
              <a:t>3</a:t>
            </a:r>
          </a:p>
        </p:txBody>
      </p:sp>
      <p:sp>
        <p:nvSpPr>
          <p:cNvPr id="8" name="TextBox 7"/>
          <p:cNvSpPr txBox="1"/>
          <p:nvPr/>
        </p:nvSpPr>
        <p:spPr>
          <a:xfrm>
            <a:off x="2651760" y="3703320"/>
            <a:ext cx="7772400" cy="548640"/>
          </a:xfrm>
          <a:prstGeom prst="rect">
            <a:avLst/>
          </a:prstGeom>
          <a:noFill/>
        </p:spPr>
        <p:txBody>
          <a:bodyPr wrap="square" lIns="0" rIns="0" tIns="0" bIns="0" anchor="t">
            <a:spAutoFit/>
          </a:bodyPr>
          <a:lstStyle/>
          <a:p>
            <a:pPr algn="l">
              <a:spcAft>
                <a:spcPts val="800"/>
              </a:spcAft>
            </a:pPr>
            <a:r>
              <a:rPr sz="2800" b="1" i="0">
                <a:solidFill>
                  <a:srgbClr val="0B0B0B"/>
                </a:solidFill>
                <a:latin typeface="Arial"/>
              </a:rPr>
              <a:t>Fits this year?</a:t>
            </a:r>
          </a:p>
        </p:txBody>
      </p:sp>
      <p:sp>
        <p:nvSpPr>
          <p:cNvPr id="9" name="Oval 8"/>
          <p:cNvSpPr/>
          <p:nvPr/>
        </p:nvSpPr>
        <p:spPr>
          <a:xfrm>
            <a:off x="1737360" y="4709159"/>
            <a:ext cx="566928" cy="566928"/>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900" b="1">
                <a:solidFill>
                  <a:srgbClr val="FFFFFF"/>
                </a:solidFill>
                <a:latin typeface="Arial"/>
              </a:rPr>
              <a:t>4</a:t>
            </a:r>
          </a:p>
        </p:txBody>
      </p:sp>
      <p:sp>
        <p:nvSpPr>
          <p:cNvPr id="10" name="TextBox 9"/>
          <p:cNvSpPr txBox="1"/>
          <p:nvPr/>
        </p:nvSpPr>
        <p:spPr>
          <a:xfrm>
            <a:off x="2651760" y="4754879"/>
            <a:ext cx="7772400" cy="548640"/>
          </a:xfrm>
          <a:prstGeom prst="rect">
            <a:avLst/>
          </a:prstGeom>
          <a:noFill/>
        </p:spPr>
        <p:txBody>
          <a:bodyPr wrap="square" lIns="0" rIns="0" tIns="0" bIns="0" anchor="t">
            <a:spAutoFit/>
          </a:bodyPr>
          <a:lstStyle/>
          <a:p>
            <a:pPr algn="l">
              <a:spcAft>
                <a:spcPts val="800"/>
              </a:spcAft>
            </a:pPr>
            <a:r>
              <a:rPr sz="2800" b="1" i="0">
                <a:solidFill>
                  <a:srgbClr val="0B0B0B"/>
                </a:solidFill>
                <a:latin typeface="Arial"/>
              </a:rPr>
              <a:t>Survives?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one line carries the biology</a:t>
            </a:r>
          </a:p>
        </p:txBody>
      </p:sp>
      <p:sp>
        <p:nvSpPr>
          <p:cNvPr id="3" name="Rounded Rectangle 2"/>
          <p:cNvSpPr/>
          <p:nvPr/>
        </p:nvSpPr>
        <p:spPr>
          <a:xfrm>
            <a:off x="274320" y="1371600"/>
            <a:ext cx="7223760" cy="3657600"/>
          </a:xfrm>
          <a:prstGeom prst="roundRect">
            <a:avLst>
              <a:gd name="adj" fmla="val 4500"/>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85800" y="1783080"/>
            <a:ext cx="6583680" cy="2926080"/>
          </a:xfrm>
          <a:prstGeom prst="rect">
            <a:avLst/>
          </a:prstGeom>
          <a:noFill/>
        </p:spPr>
        <p:txBody>
          <a:bodyPr wrap="square" lIns="0" rIns="0" tIns="0" bIns="0" anchor="t">
            <a:spAutoFit/>
          </a:bodyPr>
          <a:lstStyle/>
          <a:p>
            <a:pPr algn="l">
              <a:lnSpc>
                <a:spcPct val="130000"/>
              </a:lnSpc>
              <a:spcAft>
                <a:spcPts val="200"/>
              </a:spcAft>
            </a:pPr>
            <a:r>
              <a:rPr sz="1500" b="0" i="0">
                <a:solidFill>
                  <a:srgbClr val="0B0B0B"/>
                </a:solidFill>
                <a:latin typeface="Courier New"/>
              </a:rPr>
              <a:t>phenotypes =</a:t>
            </a:r>
          </a:p>
          <a:p>
            <a:pPr algn="l">
              <a:lnSpc>
                <a:spcPct val="130000"/>
              </a:lnSpc>
              <a:spcAft>
                <a:spcPts val="200"/>
              </a:spcAft>
            </a:pPr>
            <a:r>
              <a:rPr sz="1500" b="0" i="0">
                <a:solidFill>
                  <a:srgbClr val="0B0B0B"/>
                </a:solidFill>
                <a:latin typeface="Courier New"/>
              </a:rPr>
              <a:t>    inds.countOfMutationsOfType(m2);</a:t>
            </a:r>
          </a:p>
          <a:p>
            <a:pPr algn="l">
              <a:lnSpc>
                <a:spcPct val="130000"/>
              </a:lnSpc>
              <a:spcAft>
                <a:spcPts val="200"/>
              </a:spcAft>
            </a:pPr>
            <a:r>
              <a:rPr sz="1500" b="0" i="0">
                <a:solidFill>
                  <a:srgbClr val="0B0B0B"/>
                </a:solidFill>
                <a:latin typeface="Courier New"/>
              </a:rPr>
              <a:t/>
            </a:r>
          </a:p>
          <a:p>
            <a:pPr algn="l">
              <a:lnSpc>
                <a:spcPct val="130000"/>
              </a:lnSpc>
              <a:spcAft>
                <a:spcPts val="200"/>
              </a:spcAft>
            </a:pPr>
            <a:r>
              <a:rPr sz="1500" b="0" i="0">
                <a:solidFill>
                  <a:srgbClr val="0B0B0B"/>
                </a:solidFill>
                <a:latin typeface="Courier New"/>
              </a:rPr>
              <a:t>climateFitness = 1.0 -</a:t>
            </a:r>
          </a:p>
          <a:p>
            <a:pPr algn="l">
              <a:lnSpc>
                <a:spcPct val="130000"/>
              </a:lnSpc>
              <a:spcAft>
                <a:spcPts val="200"/>
              </a:spcAft>
            </a:pPr>
            <a:r>
              <a:rPr sz="1500" b="0" i="0">
                <a:solidFill>
                  <a:srgbClr val="0B0B0B"/>
                </a:solidFill>
                <a:latin typeface="Courier New"/>
              </a:rPr>
              <a:t>    (phenotypes - popOptima)^2</a:t>
            </a:r>
          </a:p>
          <a:p>
            <a:pPr algn="l">
              <a:lnSpc>
                <a:spcPct val="130000"/>
              </a:lnSpc>
              <a:spcAft>
                <a:spcPts val="200"/>
              </a:spcAft>
            </a:pPr>
            <a:r>
              <a:rPr sz="1500" b="0" i="0">
                <a:solidFill>
                  <a:srgbClr val="0B0B0B"/>
                </a:solidFill>
                <a:latin typeface="Courier New"/>
              </a:rPr>
              <a:t>    * selectionStrength;</a:t>
            </a:r>
          </a:p>
          <a:p>
            <a:pPr algn="l">
              <a:lnSpc>
                <a:spcPct val="130000"/>
              </a:lnSpc>
              <a:spcAft>
                <a:spcPts val="200"/>
              </a:spcAft>
            </a:pPr>
            <a:r>
              <a:rPr sz="1500" b="0" i="0">
                <a:solidFill>
                  <a:srgbClr val="0B0B0B"/>
                </a:solidFill>
                <a:latin typeface="Courier New"/>
              </a:rPr>
              <a:t/>
            </a:r>
          </a:p>
          <a:p>
            <a:pPr algn="l">
              <a:lnSpc>
                <a:spcPct val="130000"/>
              </a:lnSpc>
              <a:spcAft>
                <a:spcPts val="200"/>
              </a:spcAft>
            </a:pPr>
            <a:r>
              <a:rPr sz="1500" b="0" i="0">
                <a:solidFill>
                  <a:srgbClr val="0B0B0B"/>
                </a:solidFill>
                <a:latin typeface="Courier New"/>
              </a:rPr>
              <a:t>inds.fitnessScaling = climateFitness;</a:t>
            </a:r>
          </a:p>
        </p:txBody>
      </p:sp>
      <p:sp>
        <p:nvSpPr>
          <p:cNvPr id="5" name="TextBox 4"/>
          <p:cNvSpPr txBox="1"/>
          <p:nvPr/>
        </p:nvSpPr>
        <p:spPr>
          <a:xfrm>
            <a:off x="7955279" y="1920240"/>
            <a:ext cx="3959352" cy="2377440"/>
          </a:xfrm>
          <a:prstGeom prst="rect">
            <a:avLst/>
          </a:prstGeom>
          <a:noFill/>
        </p:spPr>
        <p:txBody>
          <a:bodyPr wrap="square" lIns="0" rIns="0" tIns="0" bIns="0" anchor="t">
            <a:spAutoFit/>
          </a:bodyPr>
          <a:lstStyle/>
          <a:p>
            <a:pPr algn="l">
              <a:lnSpc>
                <a:spcPct val="130000"/>
              </a:lnSpc>
              <a:spcAft>
                <a:spcPts val="800"/>
              </a:spcAft>
            </a:pPr>
            <a:r>
              <a:rPr sz="2400" b="1" i="0">
                <a:solidFill>
                  <a:srgbClr val="EB6834"/>
                </a:solidFill>
                <a:latin typeface="Arial"/>
              </a:rPr>
              <a:t>Further from the optimum,</a:t>
            </a:r>
          </a:p>
          <a:p>
            <a:pPr algn="l">
              <a:lnSpc>
                <a:spcPct val="130000"/>
              </a:lnSpc>
              <a:spcAft>
                <a:spcPts val="800"/>
              </a:spcAft>
            </a:pPr>
            <a:r>
              <a:rPr sz="2400" b="1" i="0">
                <a:solidFill>
                  <a:srgbClr val="EB6834"/>
                </a:solidFill>
                <a:latin typeface="Arial"/>
              </a:rPr>
              <a:t>fewer offspring.</a:t>
            </a:r>
          </a:p>
        </p:txBody>
      </p:sp>
      <p:sp>
        <p:nvSpPr>
          <p:cNvPr id="6" name="TextBox 5"/>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grib_ramp_v2_treeseq_parameterized.slim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SLiM records every family tree</a:t>
            </a:r>
          </a:p>
        </p:txBody>
      </p:sp>
      <p:sp>
        <p:nvSpPr>
          <p:cNvPr id="3" name="Rounded Rectangle 2"/>
          <p:cNvSpPr/>
          <p:nvPr/>
        </p:nvSpPr>
        <p:spPr>
          <a:xfrm>
            <a:off x="274320"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205740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Exact, not estimated</a:t>
            </a:r>
          </a:p>
        </p:txBody>
      </p:sp>
      <p:sp>
        <p:nvSpPr>
          <p:cNvPr id="6" name="TextBox 5"/>
          <p:cNvSpPr txBox="1"/>
          <p:nvPr/>
        </p:nvSpPr>
        <p:spPr>
          <a:xfrm>
            <a:off x="640080"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the true genealogy</a:t>
            </a:r>
          </a:p>
        </p:txBody>
      </p:sp>
      <p:sp>
        <p:nvSpPr>
          <p:cNvPr id="7" name="Rounded Rectangle 6"/>
          <p:cNvSpPr/>
          <p:nvPr/>
        </p:nvSpPr>
        <p:spPr>
          <a:xfrm>
            <a:off x="4245864"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11624" y="205740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1624"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A few megabytes</a:t>
            </a:r>
          </a:p>
        </p:txBody>
      </p:sp>
      <p:sp>
        <p:nvSpPr>
          <p:cNvPr id="10" name="TextBox 9"/>
          <p:cNvSpPr txBox="1"/>
          <p:nvPr/>
        </p:nvSpPr>
        <p:spPr>
          <a:xfrm>
            <a:off x="4611624"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per whole run</a:t>
            </a:r>
          </a:p>
        </p:txBody>
      </p:sp>
      <p:sp>
        <p:nvSpPr>
          <p:cNvPr id="11" name="Rounded Rectangle 10"/>
          <p:cNvSpPr/>
          <p:nvPr/>
        </p:nvSpPr>
        <p:spPr>
          <a:xfrm>
            <a:off x="8217408" y="1737360"/>
            <a:ext cx="3697224" cy="26517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583168" y="205740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83168" y="2578608"/>
            <a:ext cx="2965704" cy="457200"/>
          </a:xfrm>
          <a:prstGeom prst="rect">
            <a:avLst/>
          </a:prstGeom>
          <a:noFill/>
        </p:spPr>
        <p:txBody>
          <a:bodyPr wrap="square" lIns="0" rIns="0" tIns="0" bIns="0" anchor="t">
            <a:spAutoFit/>
          </a:bodyPr>
          <a:lstStyle/>
          <a:p>
            <a:pPr algn="l">
              <a:spcAft>
                <a:spcPts val="800"/>
              </a:spcAft>
            </a:pPr>
            <a:r>
              <a:rPr sz="2000" b="1" i="0">
                <a:solidFill>
                  <a:srgbClr val="0B0B0B"/>
                </a:solidFill>
                <a:latin typeface="Arial"/>
              </a:rPr>
              <a:t>Re-measurable</a:t>
            </a:r>
          </a:p>
        </p:txBody>
      </p:sp>
      <p:sp>
        <p:nvSpPr>
          <p:cNvPr id="14" name="TextBox 13"/>
          <p:cNvSpPr txBox="1"/>
          <p:nvPr/>
        </p:nvSpPr>
        <p:spPr>
          <a:xfrm>
            <a:off x="8583168" y="3063239"/>
            <a:ext cx="2965704" cy="640080"/>
          </a:xfrm>
          <a:prstGeom prst="rect">
            <a:avLst/>
          </a:prstGeom>
          <a:noFill/>
        </p:spPr>
        <p:txBody>
          <a:bodyPr wrap="square" lIns="0" rIns="0" tIns="0" bIns="0" anchor="t">
            <a:spAutoFit/>
          </a:bodyPr>
          <a:lstStyle/>
          <a:p>
            <a:pPr algn="l">
              <a:lnSpc>
                <a:spcPct val="120000"/>
              </a:lnSpc>
              <a:spcAft>
                <a:spcPts val="800"/>
              </a:spcAft>
            </a:pPr>
            <a:r>
              <a:rPr sz="1400" b="0" i="0">
                <a:solidFill>
                  <a:srgbClr val="52514E"/>
                </a:solidFill>
                <a:latin typeface="Arial"/>
              </a:rPr>
              <a:t>without re-running</a:t>
            </a:r>
          </a:p>
        </p:txBody>
      </p:sp>
      <p:sp>
        <p:nvSpPr>
          <p:cNvPr id="15" name="TextBox 14"/>
          <p:cNvSpPr txBox="1"/>
          <p:nvPr/>
        </p:nvSpPr>
        <p:spPr>
          <a:xfrm>
            <a:off x="274320" y="4846320"/>
            <a:ext cx="11338560" cy="457200"/>
          </a:xfrm>
          <a:prstGeom prst="rect">
            <a:avLst/>
          </a:prstGeom>
          <a:noFill/>
        </p:spPr>
        <p:txBody>
          <a:bodyPr wrap="square" lIns="0" rIns="0" tIns="0" bIns="0" anchor="t">
            <a:spAutoFit/>
          </a:bodyPr>
          <a:lstStyle/>
          <a:p>
            <a:pPr algn="l">
              <a:spcAft>
                <a:spcPts val="800"/>
              </a:spcAft>
            </a:pPr>
            <a:r>
              <a:rPr sz="2100" b="1" i="0">
                <a:solidFill>
                  <a:srgbClr val="0B0B0B"/>
                </a:solidFill>
                <a:latin typeface="Arial"/>
              </a:rPr>
              <a:t>This is what makes the question answerable.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743200"/>
            <a:ext cx="10058400" cy="1188720"/>
          </a:xfrm>
          <a:prstGeom prst="rect">
            <a:avLst/>
          </a:prstGeom>
          <a:noFill/>
        </p:spPr>
        <p:txBody>
          <a:bodyPr wrap="square" lIns="0" rIns="0" tIns="0" bIns="0" anchor="t">
            <a:spAutoFit/>
          </a:bodyPr>
          <a:lstStyle/>
          <a:p>
            <a:pPr algn="l">
              <a:spcAft>
                <a:spcPts val="800"/>
              </a:spcAft>
            </a:pPr>
            <a:r>
              <a:rPr sz="5600" b="1" i="0">
                <a:solidFill>
                  <a:srgbClr val="0B0B0B"/>
                </a:solidFill>
                <a:latin typeface="Arial"/>
              </a:rPr>
              <a:t>My project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the climate that actually happened</a:t>
            </a:r>
          </a:p>
        </p:txBody>
      </p:sp>
      <p:pic>
        <p:nvPicPr>
          <p:cNvPr id="3" name="Picture 2" descr="fig_climate.png"/>
          <p:cNvPicPr>
            <a:picLocks noChangeAspect="1"/>
          </p:cNvPicPr>
          <p:nvPr/>
        </p:nvPicPr>
        <p:blipFill>
          <a:blip r:embed="rId2"/>
          <a:stretch>
            <a:fillRect/>
          </a:stretch>
        </p:blipFill>
        <p:spPr>
          <a:xfrm>
            <a:off x="1517226" y="1051560"/>
            <a:ext cx="9127066" cy="4480560"/>
          </a:xfrm>
          <a:prstGeom prst="rect">
            <a:avLst/>
          </a:prstGeom>
        </p:spPr>
      </p:pic>
      <p:sp>
        <p:nvSpPr>
          <p:cNvPr id="4" name="TextBox 3"/>
          <p:cNvSpPr txBox="1"/>
          <p:nvPr/>
        </p:nvSpPr>
        <p:spPr>
          <a:xfrm>
            <a:off x="274320" y="5650992"/>
            <a:ext cx="11338560" cy="36576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Not a scenario. The observed record.</a:t>
            </a:r>
          </a:p>
        </p:txBody>
      </p:sp>
      <p:sp>
        <p:nvSpPr>
          <p:cNvPr id="5" name="TextBox 4"/>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ERA5 reanalysis, annual mean 2 m temperature, 1940–2025, at the four population locations.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four populations, four climates</a:t>
            </a:r>
          </a:p>
        </p:txBody>
      </p:sp>
      <p:pic>
        <p:nvPicPr>
          <p:cNvPr id="3" name="Picture 2" descr="fig_map.png"/>
          <p:cNvPicPr>
            <a:picLocks noChangeAspect="1"/>
          </p:cNvPicPr>
          <p:nvPr/>
        </p:nvPicPr>
        <p:blipFill>
          <a:blip r:embed="rId2"/>
          <a:stretch>
            <a:fillRect/>
          </a:stretch>
        </p:blipFill>
        <p:spPr>
          <a:xfrm>
            <a:off x="457200" y="1546186"/>
            <a:ext cx="8138160" cy="3399867"/>
          </a:xfrm>
          <a:prstGeom prst="rect">
            <a:avLst/>
          </a:prstGeom>
        </p:spPr>
      </p:pic>
      <p:sp>
        <p:nvSpPr>
          <p:cNvPr id="4" name="Oval 3"/>
          <p:cNvSpPr/>
          <p:nvPr/>
        </p:nvSpPr>
        <p:spPr>
          <a:xfrm>
            <a:off x="8961120" y="1828800"/>
            <a:ext cx="274320" cy="2743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418320" y="1801368"/>
            <a:ext cx="2651760" cy="45720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Own climate</a:t>
            </a:r>
          </a:p>
        </p:txBody>
      </p:sp>
      <p:sp>
        <p:nvSpPr>
          <p:cNvPr id="6" name="Oval 5"/>
          <p:cNvSpPr/>
          <p:nvPr/>
        </p:nvSpPr>
        <p:spPr>
          <a:xfrm>
            <a:off x="8961120" y="2880360"/>
            <a:ext cx="274320" cy="2743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418320" y="2852928"/>
            <a:ext cx="2651760" cy="45720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Own optimum</a:t>
            </a:r>
          </a:p>
        </p:txBody>
      </p:sp>
      <p:sp>
        <p:nvSpPr>
          <p:cNvPr id="8" name="Oval 7"/>
          <p:cNvSpPr/>
          <p:nvPr/>
        </p:nvSpPr>
        <p:spPr>
          <a:xfrm>
            <a:off x="8961120" y="3931920"/>
            <a:ext cx="274320" cy="27432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418320" y="3904487"/>
            <a:ext cx="2651760" cy="45720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Migration I control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mismatch with the climate costs fitness</a:t>
            </a:r>
          </a:p>
        </p:txBody>
      </p:sp>
      <p:pic>
        <p:nvPicPr>
          <p:cNvPr id="3" name="Picture 2" descr="fig_lag.png"/>
          <p:cNvPicPr>
            <a:picLocks noChangeAspect="1"/>
          </p:cNvPicPr>
          <p:nvPr/>
        </p:nvPicPr>
        <p:blipFill>
          <a:blip r:embed="rId2"/>
          <a:stretch>
            <a:fillRect/>
          </a:stretch>
        </p:blipFill>
        <p:spPr>
          <a:xfrm>
            <a:off x="2232660" y="960120"/>
            <a:ext cx="7696199" cy="4617720"/>
          </a:xfrm>
          <a:prstGeom prst="rect">
            <a:avLst/>
          </a:prstGeom>
        </p:spPr>
      </p:pic>
      <p:sp>
        <p:nvSpPr>
          <p:cNvPr id="4" name="TextBox 3"/>
          <p:cNvSpPr txBox="1"/>
          <p:nvPr/>
        </p:nvSpPr>
        <p:spPr>
          <a:xfrm>
            <a:off x="274320" y="5650992"/>
            <a:ext cx="11338560" cy="36576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The gap is the lag.</a:t>
            </a:r>
          </a:p>
        </p:txBody>
      </p:sp>
      <p:sp>
        <p:nvSpPr>
          <p:cNvPr id="5" name="TextBox 4"/>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One run: weak migration, selection 0.05, K = 500, Geneva.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twelve treatments, twenty replicates</a:t>
            </a:r>
          </a:p>
        </p:txBody>
      </p:sp>
      <p:sp>
        <p:nvSpPr>
          <p:cNvPr id="3" name="Rounded Rectangle 2"/>
          <p:cNvSpPr/>
          <p:nvPr/>
        </p:nvSpPr>
        <p:spPr>
          <a:xfrm>
            <a:off x="274320" y="1371600"/>
            <a:ext cx="3776472" cy="32004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40080" y="1691640"/>
            <a:ext cx="3044952" cy="36576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Carrying capacity</a:t>
            </a:r>
          </a:p>
        </p:txBody>
      </p:sp>
      <p:sp>
        <p:nvSpPr>
          <p:cNvPr id="5" name="Rounded Rectangle 4"/>
          <p:cNvSpPr/>
          <p:nvPr/>
        </p:nvSpPr>
        <p:spPr>
          <a:xfrm>
            <a:off x="640080" y="2240280"/>
            <a:ext cx="3044952" cy="530352"/>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500</a:t>
            </a:r>
          </a:p>
        </p:txBody>
      </p:sp>
      <p:sp>
        <p:nvSpPr>
          <p:cNvPr id="6" name="Rounded Rectangle 5"/>
          <p:cNvSpPr/>
          <p:nvPr/>
        </p:nvSpPr>
        <p:spPr>
          <a:xfrm>
            <a:off x="640080" y="2926080"/>
            <a:ext cx="3044952" cy="530352"/>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2 000</a:t>
            </a:r>
          </a:p>
        </p:txBody>
      </p:sp>
      <p:sp>
        <p:nvSpPr>
          <p:cNvPr id="7" name="Rounded Rectangle 6"/>
          <p:cNvSpPr/>
          <p:nvPr/>
        </p:nvSpPr>
        <p:spPr>
          <a:xfrm>
            <a:off x="640080" y="3611880"/>
            <a:ext cx="3044952" cy="530352"/>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5 000</a:t>
            </a:r>
          </a:p>
        </p:txBody>
      </p:sp>
      <p:sp>
        <p:nvSpPr>
          <p:cNvPr id="8" name="Rounded Rectangle 7"/>
          <p:cNvSpPr/>
          <p:nvPr/>
        </p:nvSpPr>
        <p:spPr>
          <a:xfrm>
            <a:off x="4206240" y="1371600"/>
            <a:ext cx="3776472" cy="32004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0" y="1691640"/>
            <a:ext cx="3044952" cy="36576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Selection</a:t>
            </a:r>
          </a:p>
        </p:txBody>
      </p:sp>
      <p:sp>
        <p:nvSpPr>
          <p:cNvPr id="10" name="Rounded Rectangle 9"/>
          <p:cNvSpPr/>
          <p:nvPr/>
        </p:nvSpPr>
        <p:spPr>
          <a:xfrm>
            <a:off x="4572000" y="2240280"/>
            <a:ext cx="3044952" cy="530352"/>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0.050</a:t>
            </a:r>
          </a:p>
        </p:txBody>
      </p:sp>
      <p:sp>
        <p:nvSpPr>
          <p:cNvPr id="11" name="Rounded Rectangle 10"/>
          <p:cNvSpPr/>
          <p:nvPr/>
        </p:nvSpPr>
        <p:spPr>
          <a:xfrm>
            <a:off x="4572000" y="2926080"/>
            <a:ext cx="3044952" cy="530352"/>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0.075</a:t>
            </a:r>
          </a:p>
        </p:txBody>
      </p:sp>
      <p:sp>
        <p:nvSpPr>
          <p:cNvPr id="12" name="Rounded Rectangle 11"/>
          <p:cNvSpPr/>
          <p:nvPr/>
        </p:nvSpPr>
        <p:spPr>
          <a:xfrm>
            <a:off x="8138159" y="1371600"/>
            <a:ext cx="3776472" cy="32004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503919" y="1691640"/>
            <a:ext cx="3044952" cy="36576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Migration</a:t>
            </a:r>
          </a:p>
        </p:txBody>
      </p:sp>
      <p:sp>
        <p:nvSpPr>
          <p:cNvPr id="14" name="Rounded Rectangle 13"/>
          <p:cNvSpPr/>
          <p:nvPr/>
        </p:nvSpPr>
        <p:spPr>
          <a:xfrm>
            <a:off x="8503919" y="2240280"/>
            <a:ext cx="3044952" cy="530352"/>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weak</a:t>
            </a:r>
          </a:p>
        </p:txBody>
      </p:sp>
      <p:sp>
        <p:nvSpPr>
          <p:cNvPr id="15" name="Rounded Rectangle 14"/>
          <p:cNvSpPr/>
          <p:nvPr/>
        </p:nvSpPr>
        <p:spPr>
          <a:xfrm>
            <a:off x="8503919" y="2926080"/>
            <a:ext cx="3044952" cy="530352"/>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Arial"/>
              </a:rPr>
              <a:t>strong</a:t>
            </a:r>
          </a:p>
        </p:txBody>
      </p:sp>
      <p:sp>
        <p:nvSpPr>
          <p:cNvPr id="16" name="TextBox 15"/>
          <p:cNvSpPr txBox="1"/>
          <p:nvPr/>
        </p:nvSpPr>
        <p:spPr>
          <a:xfrm>
            <a:off x="274320" y="4937760"/>
            <a:ext cx="11338560" cy="548640"/>
          </a:xfrm>
          <a:prstGeom prst="rect">
            <a:avLst/>
          </a:prstGeom>
          <a:noFill/>
        </p:spPr>
        <p:txBody>
          <a:bodyPr wrap="square" lIns="0" rIns="0" tIns="0" bIns="0" anchor="t">
            <a:spAutoFit/>
          </a:bodyPr>
          <a:lstStyle/>
          <a:p>
            <a:pPr algn="l">
              <a:spcAft>
                <a:spcPts val="800"/>
              </a:spcAft>
            </a:pPr>
            <a:r>
              <a:rPr sz="2800" b="1" i="0">
                <a:solidFill>
                  <a:srgbClr val="0B0B0B"/>
                </a:solidFill>
                <a:latin typeface="Arial"/>
              </a:rPr>
              <a:t>3 × 2 × 2 × 20 = 240 runs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settle, adapt, then warm</a:t>
            </a:r>
          </a:p>
        </p:txBody>
      </p:sp>
      <p:sp>
        <p:nvSpPr>
          <p:cNvPr id="3" name="Rounded Rectangle 2"/>
          <p:cNvSpPr/>
          <p:nvPr/>
        </p:nvSpPr>
        <p:spPr>
          <a:xfrm>
            <a:off x="274320" y="2194560"/>
            <a:ext cx="4206240" cy="868680"/>
          </a:xfrm>
          <a:prstGeom prst="round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Settle</a:t>
            </a:r>
          </a:p>
        </p:txBody>
      </p:sp>
      <p:sp>
        <p:nvSpPr>
          <p:cNvPr id="4" name="TextBox 3"/>
          <p:cNvSpPr txBox="1"/>
          <p:nvPr/>
        </p:nvSpPr>
        <p:spPr>
          <a:xfrm>
            <a:off x="274320" y="3291839"/>
            <a:ext cx="4206240" cy="320040"/>
          </a:xfrm>
          <a:prstGeom prst="rect">
            <a:avLst/>
          </a:prstGeom>
          <a:noFill/>
        </p:spPr>
        <p:txBody>
          <a:bodyPr wrap="square" lIns="0" rIns="0" tIns="0" bIns="0" anchor="t">
            <a:spAutoFit/>
          </a:bodyPr>
          <a:lstStyle/>
          <a:p>
            <a:pPr algn="ctr">
              <a:spcAft>
                <a:spcPts val="800"/>
              </a:spcAft>
            </a:pPr>
            <a:r>
              <a:rPr sz="1500" b="1" i="0">
                <a:solidFill>
                  <a:srgbClr val="52514E"/>
                </a:solidFill>
                <a:latin typeface="Arial"/>
              </a:rPr>
              <a:t>ticks 1–2000</a:t>
            </a:r>
          </a:p>
        </p:txBody>
      </p:sp>
      <p:sp>
        <p:nvSpPr>
          <p:cNvPr id="5" name="Rounded Rectangle 4"/>
          <p:cNvSpPr/>
          <p:nvPr/>
        </p:nvSpPr>
        <p:spPr>
          <a:xfrm>
            <a:off x="4572000" y="2194560"/>
            <a:ext cx="3657600" cy="868680"/>
          </a:xfrm>
          <a:prstGeom prst="round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Hold</a:t>
            </a:r>
          </a:p>
        </p:txBody>
      </p:sp>
      <p:sp>
        <p:nvSpPr>
          <p:cNvPr id="6" name="TextBox 5"/>
          <p:cNvSpPr txBox="1"/>
          <p:nvPr/>
        </p:nvSpPr>
        <p:spPr>
          <a:xfrm>
            <a:off x="4572000" y="3291839"/>
            <a:ext cx="3657600" cy="320040"/>
          </a:xfrm>
          <a:prstGeom prst="rect">
            <a:avLst/>
          </a:prstGeom>
          <a:noFill/>
        </p:spPr>
        <p:txBody>
          <a:bodyPr wrap="square" lIns="0" rIns="0" tIns="0" bIns="0" anchor="t">
            <a:spAutoFit/>
          </a:bodyPr>
          <a:lstStyle/>
          <a:p>
            <a:pPr algn="ctr">
              <a:spcAft>
                <a:spcPts val="800"/>
              </a:spcAft>
            </a:pPr>
            <a:r>
              <a:rPr sz="1500" b="1" i="0">
                <a:solidFill>
                  <a:srgbClr val="52514E"/>
                </a:solidFill>
                <a:latin typeface="Arial"/>
              </a:rPr>
              <a:t>ticks 2000–4000</a:t>
            </a:r>
          </a:p>
        </p:txBody>
      </p:sp>
      <p:sp>
        <p:nvSpPr>
          <p:cNvPr id="7" name="Rounded Rectangle 6"/>
          <p:cNvSpPr/>
          <p:nvPr/>
        </p:nvSpPr>
        <p:spPr>
          <a:xfrm>
            <a:off x="8321040" y="2194560"/>
            <a:ext cx="3593592" cy="868680"/>
          </a:xfrm>
          <a:prstGeom prst="round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Arial"/>
              </a:rPr>
              <a:t>Observed climate</a:t>
            </a:r>
          </a:p>
        </p:txBody>
      </p:sp>
      <p:sp>
        <p:nvSpPr>
          <p:cNvPr id="8" name="TextBox 7"/>
          <p:cNvSpPr txBox="1"/>
          <p:nvPr/>
        </p:nvSpPr>
        <p:spPr>
          <a:xfrm>
            <a:off x="8321040" y="3291839"/>
            <a:ext cx="3593592" cy="320040"/>
          </a:xfrm>
          <a:prstGeom prst="rect">
            <a:avLst/>
          </a:prstGeom>
          <a:noFill/>
        </p:spPr>
        <p:txBody>
          <a:bodyPr wrap="square" lIns="0" rIns="0" tIns="0" bIns="0" anchor="t">
            <a:spAutoFit/>
          </a:bodyPr>
          <a:lstStyle/>
          <a:p>
            <a:pPr algn="ctr">
              <a:spcAft>
                <a:spcPts val="800"/>
              </a:spcAft>
            </a:pPr>
            <a:r>
              <a:rPr sz="1500" b="1" i="0">
                <a:solidFill>
                  <a:srgbClr val="52514E"/>
                </a:solidFill>
                <a:latin typeface="Arial"/>
              </a:rPr>
              <a:t>1970–2025</a:t>
            </a:r>
          </a:p>
        </p:txBody>
      </p:sp>
      <p:sp>
        <p:nvSpPr>
          <p:cNvPr id="9" name="Oval 8"/>
          <p:cNvSpPr/>
          <p:nvPr/>
        </p:nvSpPr>
        <p:spPr>
          <a:xfrm>
            <a:off x="8183879" y="1737360"/>
            <a:ext cx="310896" cy="310896"/>
          </a:xfrm>
          <a:prstGeom prst="ellipse">
            <a:avLst/>
          </a:prstGeom>
          <a:solidFill>
            <a:srgbClr val="0B0B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20640" y="1280160"/>
            <a:ext cx="5669280" cy="365760"/>
          </a:xfrm>
          <a:prstGeom prst="rect">
            <a:avLst/>
          </a:prstGeom>
          <a:noFill/>
        </p:spPr>
        <p:txBody>
          <a:bodyPr wrap="square" lIns="0" rIns="0" tIns="0" bIns="0" anchor="t">
            <a:spAutoFit/>
          </a:bodyPr>
          <a:lstStyle/>
          <a:p>
            <a:pPr algn="l">
              <a:spcAft>
                <a:spcPts val="800"/>
              </a:spcAft>
            </a:pPr>
            <a:r>
              <a:rPr sz="1800" b="1" i="0">
                <a:solidFill>
                  <a:srgbClr val="0B0B0B"/>
                </a:solidFill>
                <a:latin typeface="Arial"/>
              </a:rPr>
              <a:t>predictor measured here</a:t>
            </a:r>
          </a:p>
        </p:txBody>
      </p:sp>
      <p:sp>
        <p:nvSpPr>
          <p:cNvPr id="11" name="TextBox 10"/>
          <p:cNvSpPr txBox="1"/>
          <p:nvPr/>
        </p:nvSpPr>
        <p:spPr>
          <a:xfrm>
            <a:off x="274320" y="4572000"/>
            <a:ext cx="11338560" cy="457200"/>
          </a:xfrm>
          <a:prstGeom prst="rect">
            <a:avLst/>
          </a:prstGeom>
          <a:noFill/>
        </p:spPr>
        <p:txBody>
          <a:bodyPr wrap="square" lIns="0" rIns="0" tIns="0" bIns="0" anchor="t">
            <a:spAutoFit/>
          </a:bodyPr>
          <a:lstStyle/>
          <a:p>
            <a:pPr algn="l">
              <a:spcAft>
                <a:spcPts val="800"/>
              </a:spcAft>
            </a:pPr>
            <a:r>
              <a:rPr sz="2200" b="1" i="0">
                <a:solidFill>
                  <a:srgbClr val="0B0B0B"/>
                </a:solidFill>
                <a:latin typeface="Arial"/>
              </a:rPr>
              <a:t>4,055 generations per run.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Method: measure before, compare after</a:t>
            </a:r>
          </a:p>
        </p:txBody>
      </p:sp>
      <p:sp>
        <p:nvSpPr>
          <p:cNvPr id="3" name="Rounded Rectangle 2"/>
          <p:cNvSpPr/>
          <p:nvPr/>
        </p:nvSpPr>
        <p:spPr>
          <a:xfrm>
            <a:off x="274320" y="1554480"/>
            <a:ext cx="5577840" cy="31089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1920240"/>
            <a:ext cx="4663440" cy="914400"/>
          </a:xfrm>
          <a:prstGeom prst="rect">
            <a:avLst/>
          </a:prstGeom>
          <a:noFill/>
        </p:spPr>
        <p:txBody>
          <a:bodyPr wrap="square" lIns="0" rIns="0" tIns="0" bIns="0" anchor="t">
            <a:spAutoFit/>
          </a:bodyPr>
          <a:lstStyle/>
          <a:p>
            <a:pPr algn="l">
              <a:spcAft>
                <a:spcPts val="800"/>
              </a:spcAft>
            </a:pPr>
            <a:r>
              <a:rPr sz="5400" b="1" i="0">
                <a:solidFill>
                  <a:srgbClr val="2A78D6"/>
                </a:solidFill>
                <a:latin typeface="Arial"/>
              </a:rPr>
              <a:t>1970</a:t>
            </a:r>
          </a:p>
        </p:txBody>
      </p:sp>
      <p:sp>
        <p:nvSpPr>
          <p:cNvPr id="5" name="TextBox 4"/>
          <p:cNvSpPr txBox="1"/>
          <p:nvPr/>
        </p:nvSpPr>
        <p:spPr>
          <a:xfrm>
            <a:off x="731520" y="3200400"/>
            <a:ext cx="4663440" cy="640080"/>
          </a:xfrm>
          <a:prstGeom prst="rect">
            <a:avLst/>
          </a:prstGeom>
          <a:noFill/>
        </p:spPr>
        <p:txBody>
          <a:bodyPr wrap="square" lIns="0" rIns="0" tIns="0" bIns="0" anchor="t">
            <a:spAutoFit/>
          </a:bodyPr>
          <a:lstStyle/>
          <a:p>
            <a:pPr algn="l">
              <a:spcAft>
                <a:spcPts val="800"/>
              </a:spcAft>
            </a:pPr>
            <a:r>
              <a:rPr sz="2400" b="1" i="0">
                <a:solidFill>
                  <a:srgbClr val="0B0B0B"/>
                </a:solidFill>
                <a:latin typeface="Arial"/>
              </a:rPr>
              <a:t>Effective size</a:t>
            </a:r>
          </a:p>
        </p:txBody>
      </p:sp>
      <p:sp>
        <p:nvSpPr>
          <p:cNvPr id="6" name="Rounded Rectangle 5"/>
          <p:cNvSpPr/>
          <p:nvPr/>
        </p:nvSpPr>
        <p:spPr>
          <a:xfrm>
            <a:off x="6336792" y="1554480"/>
            <a:ext cx="5577840" cy="310896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793992" y="1920240"/>
            <a:ext cx="4663440" cy="914400"/>
          </a:xfrm>
          <a:prstGeom prst="rect">
            <a:avLst/>
          </a:prstGeom>
          <a:noFill/>
        </p:spPr>
        <p:txBody>
          <a:bodyPr wrap="square" lIns="0" rIns="0" tIns="0" bIns="0" anchor="t">
            <a:spAutoFit/>
          </a:bodyPr>
          <a:lstStyle/>
          <a:p>
            <a:pPr algn="l">
              <a:spcAft>
                <a:spcPts val="800"/>
              </a:spcAft>
            </a:pPr>
            <a:r>
              <a:rPr sz="5400" b="1" i="0">
                <a:solidFill>
                  <a:srgbClr val="EB6834"/>
                </a:solidFill>
                <a:latin typeface="Arial"/>
              </a:rPr>
              <a:t>2025</a:t>
            </a:r>
          </a:p>
        </p:txBody>
      </p:sp>
      <p:sp>
        <p:nvSpPr>
          <p:cNvPr id="8" name="TextBox 7"/>
          <p:cNvSpPr txBox="1"/>
          <p:nvPr/>
        </p:nvSpPr>
        <p:spPr>
          <a:xfrm>
            <a:off x="6793992" y="3200400"/>
            <a:ext cx="4663440" cy="640080"/>
          </a:xfrm>
          <a:prstGeom prst="rect">
            <a:avLst/>
          </a:prstGeom>
          <a:noFill/>
        </p:spPr>
        <p:txBody>
          <a:bodyPr wrap="square" lIns="0" rIns="0" tIns="0" bIns="0" anchor="t">
            <a:spAutoFit/>
          </a:bodyPr>
          <a:lstStyle/>
          <a:p>
            <a:pPr algn="l">
              <a:spcAft>
                <a:spcPts val="800"/>
              </a:spcAft>
            </a:pPr>
            <a:r>
              <a:rPr sz="2400" b="1" i="0">
                <a:solidFill>
                  <a:srgbClr val="0B0B0B"/>
                </a:solidFill>
                <a:latin typeface="Arial"/>
              </a:rPr>
              <a:t>Who is left</a:t>
            </a:r>
          </a:p>
        </p:txBody>
      </p:sp>
      <p:sp>
        <p:nvSpPr>
          <p:cNvPr id="9" name="Right Arrow 8"/>
          <p:cNvSpPr/>
          <p:nvPr/>
        </p:nvSpPr>
        <p:spPr>
          <a:xfrm>
            <a:off x="5897880" y="2926080"/>
            <a:ext cx="411480" cy="365760"/>
          </a:xfrm>
          <a:prstGeom prst="rightArrow">
            <a:avLst/>
          </a:prstGeom>
          <a:solidFill>
            <a:srgbClr val="8A88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74320" y="5029200"/>
            <a:ext cx="11338560" cy="457200"/>
          </a:xfrm>
          <a:prstGeom prst="rect">
            <a:avLst/>
          </a:prstGeom>
          <a:noFill/>
        </p:spPr>
        <p:txBody>
          <a:bodyPr wrap="square" lIns="0" rIns="0" tIns="0" bIns="0" anchor="t">
            <a:spAutoFit/>
          </a:bodyPr>
          <a:lstStyle/>
          <a:p>
            <a:pPr algn="l">
              <a:spcAft>
                <a:spcPts val="800"/>
              </a:spcAft>
            </a:pPr>
            <a:r>
              <a:rPr sz="2400" b="1" i="0">
                <a:solidFill>
                  <a:srgbClr val="0B0B0B"/>
                </a:solidFill>
                <a:latin typeface="Arial"/>
              </a:rPr>
              <a:t>Does the first predict the second?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Result: connected demes inflate local effective size</a:t>
            </a:r>
          </a:p>
        </p:txBody>
      </p:sp>
      <p:pic>
        <p:nvPicPr>
          <p:cNvPr id="3" name="Picture 2" descr="fig_ne_bars.png"/>
          <p:cNvPicPr>
            <a:picLocks noChangeAspect="1"/>
          </p:cNvPicPr>
          <p:nvPr/>
        </p:nvPicPr>
        <p:blipFill>
          <a:blip r:embed="rId2"/>
          <a:stretch>
            <a:fillRect/>
          </a:stretch>
        </p:blipFill>
        <p:spPr>
          <a:xfrm>
            <a:off x="1041400" y="1097280"/>
            <a:ext cx="10078720" cy="4389120"/>
          </a:xfrm>
          <a:prstGeom prst="rect">
            <a:avLst/>
          </a:prstGeom>
        </p:spPr>
      </p:pic>
      <p:sp>
        <p:nvSpPr>
          <p:cNvPr id="4" name="TextBox 3"/>
          <p:cNvSpPr txBox="1"/>
          <p:nvPr/>
        </p:nvSpPr>
        <p:spPr>
          <a:xfrm>
            <a:off x="274320" y="5596128"/>
            <a:ext cx="11338560" cy="411480"/>
          </a:xfrm>
          <a:prstGeom prst="rect">
            <a:avLst/>
          </a:prstGeom>
          <a:noFill/>
        </p:spPr>
        <p:txBody>
          <a:bodyPr wrap="square" lIns="0" rIns="0" tIns="0" bIns="0" anchor="t">
            <a:spAutoFit/>
          </a:bodyPr>
          <a:lstStyle/>
          <a:p>
            <a:pPr algn="l">
              <a:spcAft>
                <a:spcPts val="800"/>
              </a:spcAft>
            </a:pPr>
            <a:r>
              <a:rPr sz="1900" b="1" i="0">
                <a:solidFill>
                  <a:srgbClr val="0B0B0B"/>
                </a:solidFill>
                <a:latin typeface="Arial"/>
              </a:rPr>
              <a:t>Effective size ran 2–3× the local head count.</a:t>
            </a:r>
          </a:p>
        </p:txBody>
      </p:sp>
      <p:sp>
        <p:nvSpPr>
          <p:cNvPr id="5" name="TextBox 4"/>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One tree-sequence run: ramp v2, K = 500, distance-decay migration. Preliminary.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Result: the genetic signal lags the collapse</a:t>
            </a:r>
          </a:p>
        </p:txBody>
      </p:sp>
      <p:pic>
        <p:nvPicPr>
          <p:cNvPr id="3" name="Picture 2" descr="fig_ne_lag.png"/>
          <p:cNvPicPr>
            <a:picLocks noChangeAspect="1"/>
          </p:cNvPicPr>
          <p:nvPr/>
        </p:nvPicPr>
        <p:blipFill>
          <a:blip r:embed="rId2"/>
          <a:stretch>
            <a:fillRect/>
          </a:stretch>
        </p:blipFill>
        <p:spPr>
          <a:xfrm>
            <a:off x="1635306" y="1005840"/>
            <a:ext cx="8890907" cy="4526280"/>
          </a:xfrm>
          <a:prstGeom prst="rect">
            <a:avLst/>
          </a:prstGeom>
        </p:spPr>
      </p:pic>
      <p:sp>
        <p:nvSpPr>
          <p:cNvPr id="4" name="TextBox 3"/>
          <p:cNvSpPr txBox="1"/>
          <p:nvPr/>
        </p:nvSpPr>
        <p:spPr>
          <a:xfrm>
            <a:off x="274320" y="5650992"/>
            <a:ext cx="11338560" cy="411480"/>
          </a:xfrm>
          <a:prstGeom prst="rect">
            <a:avLst/>
          </a:prstGeom>
          <a:noFill/>
        </p:spPr>
        <p:txBody>
          <a:bodyPr wrap="square" lIns="0" rIns="0" tIns="0" bIns="0" anchor="t">
            <a:spAutoFit/>
          </a:bodyPr>
          <a:lstStyle/>
          <a:p>
            <a:pPr algn="l">
              <a:spcAft>
                <a:spcPts val="800"/>
              </a:spcAft>
            </a:pPr>
            <a:r>
              <a:rPr sz="1900" b="1" i="0">
                <a:solidFill>
                  <a:srgbClr val="EB6834"/>
                </a:solidFill>
                <a:latin typeface="Arial"/>
              </a:rPr>
              <a:t>Population fell by five sixths. The estimate, by a twelfth.</a:t>
            </a:r>
          </a:p>
        </p:txBody>
      </p:sp>
      <p:sp>
        <p:nvSpPr>
          <p:cNvPr id="5" name="TextBox 4"/>
          <p:cNvSpPr txBox="1"/>
          <p:nvPr/>
        </p:nvSpPr>
        <p:spPr>
          <a:xfrm>
            <a:off x="274320" y="6053328"/>
            <a:ext cx="8686800" cy="228600"/>
          </a:xfrm>
          <a:prstGeom prst="rect">
            <a:avLst/>
          </a:prstGeom>
          <a:noFill/>
        </p:spPr>
        <p:txBody>
          <a:bodyPr wrap="square" lIns="0" rIns="0" tIns="0" bIns="0" anchor="t">
            <a:spAutoFit/>
          </a:bodyPr>
          <a:lstStyle/>
          <a:p>
            <a:pPr algn="l">
              <a:spcAft>
                <a:spcPts val="800"/>
              </a:spcAft>
            </a:pPr>
            <a:r>
              <a:rPr sz="1000" b="0" i="0">
                <a:solidFill>
                  <a:srgbClr val="8A8880"/>
                </a:solidFill>
                <a:latin typeface="Arial"/>
              </a:rPr>
              <a:t>One run, ramp v1.2, summed across the four demes. Heterozygosity-based Ne. Preliminary.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b="1">
                <a:solidFill>
                  <a:srgbClr val="0B0B0B"/>
                </a:solidFill>
                <a:latin typeface="Arial"/>
              </a:rPr>
              <a:t>A slow indicator reassures you too late</a:t>
            </a:r>
          </a:p>
        </p:txBody>
      </p:sp>
      <p:sp>
        <p:nvSpPr>
          <p:cNvPr id="3" name="Rounded Rectangle 2"/>
          <p:cNvSpPr/>
          <p:nvPr/>
        </p:nvSpPr>
        <p:spPr>
          <a:xfrm>
            <a:off x="274320" y="1828800"/>
            <a:ext cx="3697224" cy="18288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640080" y="2148840"/>
            <a:ext cx="310896" cy="310896"/>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670048"/>
            <a:ext cx="2965704" cy="457200"/>
          </a:xfrm>
          <a:prstGeom prst="rect">
            <a:avLst/>
          </a:prstGeom>
          <a:noFill/>
        </p:spPr>
        <p:txBody>
          <a:bodyPr wrap="square" lIns="0" rIns="0" tIns="0" bIns="0" anchor="t">
            <a:spAutoFit/>
          </a:bodyPr>
          <a:lstStyle/>
          <a:p>
            <a:pPr algn="l">
              <a:spcAft>
                <a:spcPts val="800"/>
              </a:spcAft>
            </a:pPr>
            <a:r>
              <a:rPr sz="2100" b="1" i="0">
                <a:solidFill>
                  <a:srgbClr val="0B0B0B"/>
                </a:solidFill>
                <a:latin typeface="Arial"/>
              </a:rPr>
              <a:t>Estimates stayed flat</a:t>
            </a:r>
          </a:p>
        </p:txBody>
      </p:sp>
      <p:sp>
        <p:nvSpPr>
          <p:cNvPr id="6" name="Rounded Rectangle 5"/>
          <p:cNvSpPr/>
          <p:nvPr/>
        </p:nvSpPr>
        <p:spPr>
          <a:xfrm>
            <a:off x="4245864" y="1828800"/>
            <a:ext cx="3697224" cy="18288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611624" y="2148840"/>
            <a:ext cx="310896" cy="310896"/>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11624" y="2670048"/>
            <a:ext cx="2965704" cy="457200"/>
          </a:xfrm>
          <a:prstGeom prst="rect">
            <a:avLst/>
          </a:prstGeom>
          <a:noFill/>
        </p:spPr>
        <p:txBody>
          <a:bodyPr wrap="square" lIns="0" rIns="0" tIns="0" bIns="0" anchor="t">
            <a:spAutoFit/>
          </a:bodyPr>
          <a:lstStyle/>
          <a:p>
            <a:pPr algn="l">
              <a:spcAft>
                <a:spcPts val="800"/>
              </a:spcAft>
            </a:pPr>
            <a:r>
              <a:rPr sz="2100" b="1" i="0">
                <a:solidFill>
                  <a:srgbClr val="0B0B0B"/>
                </a:solidFill>
                <a:latin typeface="Arial"/>
              </a:rPr>
              <a:t>Populations collapsed</a:t>
            </a:r>
          </a:p>
        </p:txBody>
      </p:sp>
      <p:sp>
        <p:nvSpPr>
          <p:cNvPr id="9" name="Rounded Rectangle 8"/>
          <p:cNvSpPr/>
          <p:nvPr/>
        </p:nvSpPr>
        <p:spPr>
          <a:xfrm>
            <a:off x="8217408" y="1828800"/>
            <a:ext cx="3697224" cy="1828800"/>
          </a:xfrm>
          <a:prstGeom prst="roundRect">
            <a:avLst>
              <a:gd name="adj" fmla="val 4500"/>
            </a:avLst>
          </a:prstGeom>
          <a:solidFill>
            <a:srgbClr val="F4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83168" y="2148840"/>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83168" y="2670048"/>
            <a:ext cx="2965704" cy="457200"/>
          </a:xfrm>
          <a:prstGeom prst="rect">
            <a:avLst/>
          </a:prstGeom>
          <a:noFill/>
        </p:spPr>
        <p:txBody>
          <a:bodyPr wrap="square" lIns="0" rIns="0" tIns="0" bIns="0" anchor="t">
            <a:spAutoFit/>
          </a:bodyPr>
          <a:lstStyle/>
          <a:p>
            <a:pPr algn="l">
              <a:spcAft>
                <a:spcPts val="800"/>
              </a:spcAft>
            </a:pPr>
            <a:r>
              <a:rPr sz="2100" b="1" i="0">
                <a:solidFill>
                  <a:srgbClr val="0B0B0B"/>
                </a:solidFill>
                <a:latin typeface="Arial"/>
              </a:rPr>
              <a:t>Monitoring says stable</a:t>
            </a:r>
          </a:p>
        </p:txBody>
      </p:sp>
      <p:sp>
        <p:nvSpPr>
          <p:cNvPr id="12" name="TextBox 11"/>
          <p:cNvSpPr txBox="1"/>
          <p:nvPr/>
        </p:nvSpPr>
        <p:spPr>
          <a:xfrm>
            <a:off x="274320" y="4206240"/>
            <a:ext cx="11338560" cy="914400"/>
          </a:xfrm>
          <a:prstGeom prst="rect">
            <a:avLst/>
          </a:prstGeom>
          <a:noFill/>
        </p:spPr>
        <p:txBody>
          <a:bodyPr wrap="square" lIns="0" rIns="0" tIns="0" bIns="0" anchor="t">
            <a:spAutoFit/>
          </a:bodyPr>
          <a:lstStyle/>
          <a:p>
            <a:pPr algn="l">
              <a:lnSpc>
                <a:spcPct val="135000"/>
              </a:lnSpc>
              <a:spcAft>
                <a:spcPts val="800"/>
              </a:spcAft>
            </a:pPr>
            <a:r>
              <a:rPr sz="2400" b="1" i="0">
                <a:solidFill>
                  <a:srgbClr val="0B0B0B"/>
                </a:solidFill>
                <a:latin typeface="Arial"/>
              </a:rPr>
              <a:t>Not wrong. Slow.</a:t>
            </a:r>
          </a:p>
          <a:p>
            <a:pPr algn="l">
              <a:lnSpc>
                <a:spcPct val="135000"/>
              </a:lnSpc>
              <a:spcAft>
                <a:spcPts val="800"/>
              </a:spcAft>
            </a:pPr>
            <a:r>
              <a:rPr sz="2400" b="1" i="0">
                <a:solidFill>
                  <a:srgbClr val="0B0B0B"/>
                </a:solidFill>
                <a:latin typeface="Arial"/>
              </a:rPr>
              <a:t>Deciding where to spend, those look the same.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371600"/>
            <a:ext cx="7315200" cy="914400"/>
          </a:xfrm>
          <a:prstGeom prst="rect">
            <a:avLst/>
          </a:prstGeom>
          <a:noFill/>
        </p:spPr>
        <p:txBody>
          <a:bodyPr wrap="square" lIns="0" rIns="0" tIns="0" bIns="0" anchor="t">
            <a:spAutoFit/>
          </a:bodyPr>
          <a:lstStyle/>
          <a:p>
            <a:pPr algn="l">
              <a:spcAft>
                <a:spcPts val="800"/>
              </a:spcAft>
            </a:pPr>
            <a:r>
              <a:rPr sz="4400" b="1" i="0">
                <a:solidFill>
                  <a:srgbClr val="0B0B0B"/>
                </a:solidFill>
                <a:latin typeface="Arial"/>
              </a:rPr>
              <a:t>Thank you</a:t>
            </a:r>
          </a:p>
        </p:txBody>
      </p:sp>
      <p:sp>
        <p:nvSpPr>
          <p:cNvPr id="3" name="TextBox 2"/>
          <p:cNvSpPr txBox="1"/>
          <p:nvPr/>
        </p:nvSpPr>
        <p:spPr>
          <a:xfrm>
            <a:off x="274320" y="2743200"/>
            <a:ext cx="5486400" cy="2194560"/>
          </a:xfrm>
          <a:prstGeom prst="rect">
            <a:avLst/>
          </a:prstGeom>
          <a:noFill/>
        </p:spPr>
        <p:txBody>
          <a:bodyPr wrap="square" lIns="0" rIns="0" tIns="0" bIns="0" anchor="t">
            <a:spAutoFit/>
          </a:bodyPr>
          <a:lstStyle/>
          <a:p>
            <a:pPr algn="l">
              <a:lnSpc>
                <a:spcPct val="135000"/>
              </a:lnSpc>
              <a:spcAft>
                <a:spcPts val="400"/>
              </a:spcAft>
            </a:pPr>
            <a:r>
              <a:rPr sz="1800" b="0" i="0">
                <a:solidFill>
                  <a:srgbClr val="0B0B0B"/>
                </a:solidFill>
                <a:latin typeface="Arial"/>
              </a:rPr>
              <a:t>Billy Wallisch</a:t>
            </a:r>
          </a:p>
          <a:p>
            <a:pPr algn="l">
              <a:lnSpc>
                <a:spcPct val="135000"/>
              </a:lnSpc>
              <a:spcAft>
                <a:spcPts val="400"/>
              </a:spcAft>
            </a:pPr>
            <a:r>
              <a:rPr sz="1800" b="0" i="0">
                <a:solidFill>
                  <a:srgbClr val="0B0B0B"/>
                </a:solidFill>
                <a:latin typeface="Arial"/>
              </a:rPr>
              <a:t>Spatial Genomics Group</a:t>
            </a:r>
          </a:p>
          <a:p>
            <a:pPr algn="l">
              <a:lnSpc>
                <a:spcPct val="135000"/>
              </a:lnSpc>
              <a:spcAft>
                <a:spcPts val="400"/>
              </a:spcAft>
            </a:pPr>
            <a:r>
              <a:rPr sz="1800" b="0" i="0">
                <a:solidFill>
                  <a:srgbClr val="0B0B0B"/>
                </a:solidFill>
                <a:latin typeface="Arial"/>
              </a:rPr>
              <a:t>Department of Geography</a:t>
            </a:r>
          </a:p>
          <a:p>
            <a:pPr algn="l">
              <a:lnSpc>
                <a:spcPct val="135000"/>
              </a:lnSpc>
              <a:spcAft>
                <a:spcPts val="400"/>
              </a:spcAft>
            </a:pPr>
            <a:r>
              <a:rPr sz="1800" b="0" i="0">
                <a:solidFill>
                  <a:srgbClr val="0B0B0B"/>
                </a:solidFill>
                <a:latin typeface="Arial"/>
              </a:rPr>
              <a:t>University of Zurich</a:t>
            </a:r>
          </a:p>
        </p:txBody>
      </p:sp>
      <p:sp>
        <p:nvSpPr>
          <p:cNvPr id="4" name="TextBox 3"/>
          <p:cNvSpPr txBox="1"/>
          <p:nvPr/>
        </p:nvSpPr>
        <p:spPr>
          <a:xfrm>
            <a:off x="6400800" y="2743200"/>
            <a:ext cx="5486400" cy="2194560"/>
          </a:xfrm>
          <a:prstGeom prst="rect">
            <a:avLst/>
          </a:prstGeom>
          <a:noFill/>
        </p:spPr>
        <p:txBody>
          <a:bodyPr wrap="square" lIns="0" rIns="0" tIns="0" bIns="0" anchor="t">
            <a:spAutoFit/>
          </a:bodyPr>
          <a:lstStyle/>
          <a:p>
            <a:pPr algn="l">
              <a:lnSpc>
                <a:spcPct val="135000"/>
              </a:lnSpc>
              <a:spcAft>
                <a:spcPts val="600"/>
              </a:spcAft>
            </a:pPr>
            <a:r>
              <a:rPr sz="1600" b="0" i="0">
                <a:solidFill>
                  <a:srgbClr val="52514E"/>
                </a:solidFill>
                <a:latin typeface="Arial"/>
              </a:rPr>
              <a:t>SLiM — Haller &amp; Messer</a:t>
            </a:r>
          </a:p>
          <a:p>
            <a:pPr algn="l">
              <a:lnSpc>
                <a:spcPct val="135000"/>
              </a:lnSpc>
              <a:spcAft>
                <a:spcPts val="600"/>
              </a:spcAft>
            </a:pPr>
            <a:r>
              <a:rPr sz="1600" b="0" i="0">
                <a:solidFill>
                  <a:srgbClr val="52514E"/>
                </a:solidFill>
                <a:latin typeface="Arial"/>
              </a:rPr>
              <a:t>Climate — ERA5, 1940–2025</a:t>
            </a:r>
          </a:p>
        </p:txBody>
      </p:sp>
    </p:spTree>
  </p:cSld>
  <p:clrMapOvr>
    <a:masterClrMapping/>
  </p:clrMapOvr>
</p:sld>
</file>

<file path=ppt/theme/theme1.xml><?xml version="1.0" encoding="utf-8"?>
<a:theme xmlns:a="http://schemas.openxmlformats.org/drawingml/2006/main" name="Benutzerdefiniertes Design">
  <a:themeElements>
    <a:clrScheme name="Uni Zürich">
      <a:dk1>
        <a:sysClr val="windowText" lastClr="000000"/>
      </a:dk1>
      <a:lt1>
        <a:sysClr val="window" lastClr="FFFFFF"/>
      </a:lt1>
      <a:dk2>
        <a:srgbClr val="666666"/>
      </a:dk2>
      <a:lt2>
        <a:srgbClr val="D7D7D7"/>
      </a:lt2>
      <a:accent1>
        <a:srgbClr val="0028A5"/>
      </a:accent1>
      <a:accent2>
        <a:srgbClr val="4AC9E3"/>
      </a:accent2>
      <a:accent3>
        <a:srgbClr val="A4D233"/>
      </a:accent3>
      <a:accent4>
        <a:srgbClr val="FFC845"/>
      </a:accent4>
      <a:accent5>
        <a:srgbClr val="FC4C02"/>
      </a:accent5>
      <a:accent6>
        <a:srgbClr val="BF0D3E"/>
      </a:accent6>
      <a:hlink>
        <a:srgbClr val="000000"/>
      </a:hlink>
      <a:folHlink>
        <a:srgbClr val="000000"/>
      </a:folHlink>
    </a:clrScheme>
    <a:fontScheme name="Uni Zürich">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dirty="0"/>
        </a:defPPr>
      </a:lstStyle>
    </a:txDef>
  </a:objectDefaults>
  <a:extraClrSchemeLst/>
  <a:extLst>
    <a:ext uri="{05A4C25C-085E-4340-85A3-A5531E510DB2}">
      <thm15:themeFamily xmlns:thm15="http://schemas.microsoft.com/office/thememl/2012/main" name="uzh-presentation-en" id="{1E472478-859B-544F-8FDA-30F40BD221B0}" vid="{E0316969-E371-664E-B793-DAC528073B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0E594130A2AF244FBF3F304D904ED593" ma:contentTypeVersion="18" ma:contentTypeDescription="Ein neues Dokument erstellen." ma:contentTypeScope="" ma:versionID="9c227ad3ab8d826471e210bb857ebfda">
  <xsd:schema xmlns:xsd="http://www.w3.org/2001/XMLSchema" xmlns:xs="http://www.w3.org/2001/XMLSchema" xmlns:p="http://schemas.microsoft.com/office/2006/metadata/properties" xmlns:ns2="c9077d15-72ed-4fec-bcfe-3472729e9195" xmlns:ns3="bc24777f-78b6-4f3c-a73a-d5fa08e4d537" targetNamespace="http://schemas.microsoft.com/office/2006/metadata/properties" ma:root="true" ma:fieldsID="2a0acd45fe6cc66a06723547185abeb0" ns2:_="" ns3:_="">
    <xsd:import namespace="c9077d15-72ed-4fec-bcfe-3472729e9195"/>
    <xsd:import namespace="bc24777f-78b6-4f3c-a73a-d5fa08e4d53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077d15-72ed-4fec-bcfe-3472729e919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LengthInSeconds" ma:index="18" nillable="true" ma:displayName="Length (seconds)"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Bildmarkierungen" ma:readOnly="false" ma:fieldId="{5cf76f15-5ced-4ddc-b409-7134ff3c332f}" ma:taxonomyMulti="true" ma:sspId="7fbe3b91-0d7a-4fca-85de-75d49bc052ce"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c24777f-78b6-4f3c-a73a-d5fa08e4d537"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23888c3-3691-4ee2-9093-74875a1c94d8}" ma:internalName="TaxCatchAll" ma:showField="CatchAllData" ma:web="bc24777f-78b6-4f3c-a73a-d5fa08e4d537">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c24777f-78b6-4f3c-a73a-d5fa08e4d537" xsi:nil="true"/>
    <lcf76f155ced4ddcb4097134ff3c332f xmlns="c9077d15-72ed-4fec-bcfe-3472729e9195">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8C4983-C2B9-40A5-988A-6394CBDA55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077d15-72ed-4fec-bcfe-3472729e9195"/>
    <ds:schemaRef ds:uri="bc24777f-78b6-4f3c-a73a-d5fa08e4d53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626B806-0237-4942-A1FD-5C97285908C2}">
  <ds:schemaRefs>
    <ds:schemaRef ds:uri="http://schemas.microsoft.com/office/infopath/2007/PartnerControls"/>
    <ds:schemaRef ds:uri="http://purl.org/dc/term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c9077d15-72ed-4fec-bcfe-3472729e9195"/>
    <ds:schemaRef ds:uri="http://purl.org/dc/dcmitype/"/>
    <ds:schemaRef ds:uri="bc24777f-78b6-4f3c-a73a-d5fa08e4d537"/>
    <ds:schemaRef ds:uri="http://www.w3.org/XML/1998/namespace"/>
  </ds:schemaRefs>
</ds:datastoreItem>
</file>

<file path=customXml/itemProps3.xml><?xml version="1.0" encoding="utf-8"?>
<ds:datastoreItem xmlns:ds="http://schemas.openxmlformats.org/officeDocument/2006/customXml" ds:itemID="{4B6B7BE2-63AD-4C37-AC44-F0E4FC348E2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uzh-presentation-en</Template>
  <TotalTime>0</TotalTime>
  <Words>384</Words>
  <Application>Microsoft Office PowerPoint</Application>
  <PresentationFormat>Widescreen</PresentationFormat>
  <Paragraphs>59</Paragraphs>
  <Slides>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Source Sans Pro</vt:lpstr>
      <vt:lpstr>Source Sans Pro SemiBold</vt:lpstr>
      <vt:lpstr>Benutzerdefiniertes Design</vt:lpstr>
      <vt:lpstr>Notes on text formatting</vt:lpstr>
      <vt:lpstr>PowerPoint Presentation</vt:lpstr>
      <vt:lpstr>Content</vt:lpstr>
      <vt:lpstr>PowerPoint Presentation</vt:lpstr>
      <vt:lpstr>PowerPoint Presentation</vt:lpstr>
      <vt:lpstr>PowerPoint Presentation</vt:lpstr>
      <vt:lpstr>PowerPoint Presentation</vt:lpstr>
    </vt:vector>
  </TitlesOfParts>
  <Company>Loft Dynamics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Wallisch</dc:creator>
  <dc:description>erstellt durch Vorlagenbauer.ch</dc:description>
  <cp:lastModifiedBy>William Wallisch</cp:lastModifiedBy>
  <cp:revision>2</cp:revision>
  <dcterms:created xsi:type="dcterms:W3CDTF">2026-09-06T15:15:37Z</dcterms:created>
  <dcterms:modified xsi:type="dcterms:W3CDTF">2026-09-06T15:24:18Z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0x0101000E594130A2AF244FBF3F304D904ED593</vt:lpwstr>
  </property>
  <property fmtid="{D5CDD505-2E9C-101B-9397-08002B2CF9AE}" pid="3" name="MediaServiceImageTags">
    <vt:lpwstr/>
  </property>
</Properties>
</file>