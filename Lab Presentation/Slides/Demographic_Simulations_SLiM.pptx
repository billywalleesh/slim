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2"/>
  </p:notesMasterIdLst>
  <p:handoutMasterIdLst>
    <p:handoutMasterId r:id="rId13"/>
  </p:handoutMasterIdLst>
  <p:sldIdLst>
    <p:sldId id="263" r:id="rId5"/>
    <p:sldId id="346" r:id="rId6"/>
    <p:sldId id="335" r:id="rId7"/>
    <p:sldId id="349" r:id="rId8"/>
    <p:sldId id="347" r:id="rId9"/>
    <p:sldId id="348" r:id="rId10"/>
    <p:sldId id="333" r:id="rId11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263"/>
            <p14:sldId id="346"/>
            <p14:sldId id="335"/>
            <p14:sldId id="349"/>
            <p14:sldId id="347"/>
            <p14:sldId id="348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8" autoAdjust="0"/>
    <p:restoredTop sz="94694" autoAdjust="0"/>
  </p:normalViewPr>
  <p:slideViewPr>
    <p:cSldViewPr showGuides="1">
      <p:cViewPr varScale="1">
        <p:scale>
          <a:sx n="105" d="100"/>
          <a:sy n="105" d="100"/>
        </p:scale>
        <p:origin x="92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06.09.2026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06.09.2026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73113" y="1246188"/>
            <a:ext cx="5561012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7550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06/09/2026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06/09/2026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06.09.2026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(Edit via "Insert &gt; Header and Footer")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06.09.2026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06.09.2026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06.09.2026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06/09/2026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06.09.2026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BB038-ED1F-4F80-A77D-FB609B5E0D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CH" b="1" noProof="0" dirty="0" err="1"/>
              <a:t>Formatting</a:t>
            </a:r>
            <a:r>
              <a:rPr lang="de-CH" b="1" noProof="0" dirty="0"/>
              <a:t> </a:t>
            </a:r>
            <a:r>
              <a:rPr lang="de-CH" b="1" noProof="0" dirty="0" err="1"/>
              <a:t>enumerations</a:t>
            </a:r>
            <a:endParaRPr lang="de-CH" b="1" noProof="0" dirty="0"/>
          </a:p>
          <a:p>
            <a:endParaRPr lang="de-CH" dirty="0"/>
          </a:p>
          <a:p>
            <a:r>
              <a:rPr lang="en-GB" noProof="0" dirty="0"/>
              <a:t>To create bullet lists please use the List Level function instead of the Bullet button.</a:t>
            </a:r>
          </a:p>
          <a:p>
            <a:r>
              <a:rPr lang="en-GB" noProof="0" dirty="0"/>
              <a:t>Bullet levels can be defined by using the </a:t>
            </a:r>
            <a:r>
              <a:rPr lang="de-CH" b="1" dirty="0">
                <a:solidFill>
                  <a:schemeClr val="accent1"/>
                </a:solidFill>
              </a:rPr>
              <a:t>"</a:t>
            </a:r>
            <a:r>
              <a:rPr lang="de-CH" b="1" dirty="0" err="1">
                <a:solidFill>
                  <a:schemeClr val="accent1"/>
                </a:solidFill>
              </a:rPr>
              <a:t>Increase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list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level</a:t>
            </a:r>
            <a:r>
              <a:rPr lang="de-CH" b="1" dirty="0">
                <a:solidFill>
                  <a:schemeClr val="accent1"/>
                </a:solidFill>
              </a:rPr>
              <a:t>" / "</a:t>
            </a:r>
            <a:r>
              <a:rPr lang="de-CH" b="1" dirty="0" err="1">
                <a:solidFill>
                  <a:schemeClr val="accent1"/>
                </a:solidFill>
              </a:rPr>
              <a:t>Decrease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list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level</a:t>
            </a:r>
            <a:r>
              <a:rPr lang="de-CH" b="1" dirty="0">
                <a:solidFill>
                  <a:schemeClr val="accent1"/>
                </a:solidFill>
              </a:rPr>
              <a:t>"</a:t>
            </a:r>
            <a:r>
              <a:rPr lang="en-GB" b="1" noProof="0" dirty="0">
                <a:solidFill>
                  <a:schemeClr val="accent1"/>
                </a:solidFill>
              </a:rPr>
              <a:t> </a:t>
            </a:r>
            <a:r>
              <a:rPr lang="en-GB" noProof="0" dirty="0"/>
              <a:t>buttons</a:t>
            </a:r>
            <a:r>
              <a:rPr lang="en-GB" noProof="0" dirty="0">
                <a:solidFill>
                  <a:schemeClr val="accent3"/>
                </a:solidFill>
              </a:rPr>
              <a:t> </a:t>
            </a:r>
            <a:r>
              <a:rPr lang="en-GB" noProof="0" dirty="0"/>
              <a:t>in the Menu ribbon.</a:t>
            </a:r>
          </a:p>
          <a:p>
            <a:endParaRPr lang="de-CH" noProof="0" dirty="0"/>
          </a:p>
          <a:p>
            <a:endParaRPr lang="de-CH" noProof="0" dirty="0"/>
          </a:p>
          <a:p>
            <a:endParaRPr lang="de-CH" dirty="0"/>
          </a:p>
          <a:p>
            <a:endParaRPr lang="de-CH" noProof="0" dirty="0"/>
          </a:p>
          <a:p>
            <a:endParaRPr lang="de-CH" noProof="0" dirty="0"/>
          </a:p>
          <a:p>
            <a:endParaRPr lang="de-CH" dirty="0"/>
          </a:p>
          <a:p>
            <a:endParaRPr lang="de-CH" dirty="0"/>
          </a:p>
          <a:p>
            <a:r>
              <a:rPr lang="en-GB" noProof="0" dirty="0"/>
              <a:t>Level 1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endParaRPr lang="en-GB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C62361-F653-4144-9423-98C78FA5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Notes on text formatting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E9CA5B-C387-463C-AC81-58AF0AEF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0992-E2C0-491E-A8C2-0A04038DBC30}" type="datetime1">
              <a:rPr lang="en-GB" smtClean="0"/>
              <a:t>06/09/2026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A44A14-C242-4BEE-AB7B-A4DF74E1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6C7291-FDC8-47D0-BD58-C55860767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75438DD1-928B-A268-524C-5F547C24A4E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866774"/>
            <a:ext cx="5722937" cy="5357814"/>
          </a:xfrm>
        </p:spPr>
        <p:txBody>
          <a:bodyPr/>
          <a:lstStyle/>
          <a:p>
            <a:r>
              <a:rPr lang="de-CH" b="1" dirty="0" err="1"/>
              <a:t>Formatting</a:t>
            </a:r>
            <a:r>
              <a:rPr lang="de-CH" b="1" dirty="0"/>
              <a:t> title </a:t>
            </a:r>
            <a:r>
              <a:rPr lang="de-CH" b="1" dirty="0" err="1"/>
              <a:t>slides</a:t>
            </a:r>
            <a:endParaRPr lang="de-CH" b="1" dirty="0"/>
          </a:p>
          <a:p>
            <a:endParaRPr lang="de-CH" dirty="0"/>
          </a:p>
          <a:p>
            <a:r>
              <a:rPr lang="de-CH" dirty="0"/>
              <a:t>The </a:t>
            </a:r>
            <a:r>
              <a:rPr lang="de-CH" dirty="0" err="1"/>
              <a:t>texts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title </a:t>
            </a:r>
            <a:r>
              <a:rPr lang="de-CH" dirty="0" err="1"/>
              <a:t>slide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also </a:t>
            </a:r>
            <a:r>
              <a:rPr lang="de-CH" dirty="0" err="1"/>
              <a:t>formatted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b="1" dirty="0">
                <a:solidFill>
                  <a:schemeClr val="accent1"/>
                </a:solidFill>
              </a:rPr>
              <a:t>"</a:t>
            </a:r>
            <a:r>
              <a:rPr lang="de-CH" b="1" dirty="0" err="1">
                <a:solidFill>
                  <a:schemeClr val="accent1"/>
                </a:solidFill>
              </a:rPr>
              <a:t>Increase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list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level</a:t>
            </a:r>
            <a:r>
              <a:rPr lang="de-CH" b="1" dirty="0">
                <a:solidFill>
                  <a:schemeClr val="accent1"/>
                </a:solidFill>
              </a:rPr>
              <a:t>" / "</a:t>
            </a:r>
            <a:r>
              <a:rPr lang="de-CH" b="1" dirty="0" err="1">
                <a:solidFill>
                  <a:schemeClr val="accent1"/>
                </a:solidFill>
              </a:rPr>
              <a:t>Decrease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list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level</a:t>
            </a:r>
            <a:r>
              <a:rPr lang="de-CH" b="1" dirty="0">
                <a:solidFill>
                  <a:schemeClr val="accent1"/>
                </a:solidFill>
              </a:rPr>
              <a:t>" </a:t>
            </a:r>
            <a:r>
              <a:rPr lang="de-CH" dirty="0" err="1"/>
              <a:t>function</a:t>
            </a:r>
            <a:r>
              <a:rPr lang="de-CH" dirty="0"/>
              <a:t>.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074D5C45-FF1B-4927-1576-7AFA8AB5E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463" y="2584115"/>
            <a:ext cx="5695605" cy="3203778"/>
          </a:xfrm>
          <a:prstGeom prst="rect">
            <a:avLst/>
          </a:prstGeom>
          <a:ln>
            <a:solidFill>
              <a:schemeClr val="tx2"/>
            </a:solidFill>
          </a:ln>
        </p:spPr>
      </p:pic>
      <p:grpSp>
        <p:nvGrpSpPr>
          <p:cNvPr id="9" name="Gruppo 45">
            <a:extLst>
              <a:ext uri="{FF2B5EF4-FFF2-40B4-BE49-F238E27FC236}">
                <a16:creationId xmlns:a16="http://schemas.microsoft.com/office/drawing/2014/main" id="{59D8F8DA-1081-A87C-017F-6A106F540FE1}"/>
              </a:ext>
            </a:extLst>
          </p:cNvPr>
          <p:cNvGrpSpPr/>
          <p:nvPr/>
        </p:nvGrpSpPr>
        <p:grpSpPr>
          <a:xfrm>
            <a:off x="271463" y="2580937"/>
            <a:ext cx="4306935" cy="1177229"/>
            <a:chOff x="3370828" y="4007344"/>
            <a:chExt cx="2897561" cy="792000"/>
          </a:xfrm>
        </p:grpSpPr>
        <p:pic>
          <p:nvPicPr>
            <p:cNvPr id="10" name="Picture 20" descr="Graphical user interface, application, Word&#10;&#10;Description automatically generated">
              <a:extLst>
                <a:ext uri="{FF2B5EF4-FFF2-40B4-BE49-F238E27FC236}">
                  <a16:creationId xmlns:a16="http://schemas.microsoft.com/office/drawing/2014/main" id="{B5D44D7A-70EE-87D0-6A6F-04C2FD69F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0828" y="4007344"/>
              <a:ext cx="2897561" cy="792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grpSp>
          <p:nvGrpSpPr>
            <p:cNvPr id="11" name="Gruppo 29">
              <a:extLst>
                <a:ext uri="{FF2B5EF4-FFF2-40B4-BE49-F238E27FC236}">
                  <a16:creationId xmlns:a16="http://schemas.microsoft.com/office/drawing/2014/main" id="{89767854-300B-49F1-DE72-573A8BDBF637}"/>
                </a:ext>
              </a:extLst>
            </p:cNvPr>
            <p:cNvGrpSpPr/>
            <p:nvPr/>
          </p:nvGrpSpPr>
          <p:grpSpPr>
            <a:xfrm>
              <a:off x="3480353" y="4063737"/>
              <a:ext cx="1175487" cy="245732"/>
              <a:chOff x="3480353" y="4063737"/>
              <a:chExt cx="1175487" cy="245732"/>
            </a:xfrm>
          </p:grpSpPr>
          <p:sp>
            <p:nvSpPr>
              <p:cNvPr id="12" name="Rechteck 12">
                <a:extLst>
                  <a:ext uri="{FF2B5EF4-FFF2-40B4-BE49-F238E27FC236}">
                    <a16:creationId xmlns:a16="http://schemas.microsoft.com/office/drawing/2014/main" id="{9A3C881D-9530-B44C-D1F4-B0583CA41C30}"/>
                  </a:ext>
                </a:extLst>
              </p:cNvPr>
              <p:cNvSpPr/>
              <p:nvPr/>
            </p:nvSpPr>
            <p:spPr>
              <a:xfrm>
                <a:off x="4123746" y="4063737"/>
                <a:ext cx="532094" cy="24573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grpSp>
            <p:nvGrpSpPr>
              <p:cNvPr id="13" name="Gruppieren 8">
                <a:extLst>
                  <a:ext uri="{FF2B5EF4-FFF2-40B4-BE49-F238E27FC236}">
                    <a16:creationId xmlns:a16="http://schemas.microsoft.com/office/drawing/2014/main" id="{47AF6074-0797-D27D-1DED-B9F615DDE860}"/>
                  </a:ext>
                </a:extLst>
              </p:cNvPr>
              <p:cNvGrpSpPr/>
              <p:nvPr/>
            </p:nvGrpSpPr>
            <p:grpSpPr>
              <a:xfrm>
                <a:off x="3480353" y="4085471"/>
                <a:ext cx="216024" cy="216024"/>
                <a:chOff x="6096000" y="1892966"/>
                <a:chExt cx="216024" cy="216024"/>
              </a:xfrm>
            </p:grpSpPr>
            <p:cxnSp>
              <p:nvCxnSpPr>
                <p:cNvPr id="14" name="Gerader Verbinder 9">
                  <a:extLst>
                    <a:ext uri="{FF2B5EF4-FFF2-40B4-BE49-F238E27FC236}">
                      <a16:creationId xmlns:a16="http://schemas.microsoft.com/office/drawing/2014/main" id="{FBEA7A6D-FD39-46DA-7D57-745984767AAF}"/>
                    </a:ext>
                  </a:extLst>
                </p:cNvPr>
                <p:cNvCxnSpPr/>
                <p:nvPr/>
              </p:nvCxnSpPr>
              <p:spPr>
                <a:xfrm flipH="1">
                  <a:off x="6096000" y="1892966"/>
                  <a:ext cx="216024" cy="216024"/>
                </a:xfrm>
                <a:prstGeom prst="line">
                  <a:avLst/>
                </a:prstGeom>
                <a:ln w="28575"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Gerader Verbinder 10">
                  <a:extLst>
                    <a:ext uri="{FF2B5EF4-FFF2-40B4-BE49-F238E27FC236}">
                      <a16:creationId xmlns:a16="http://schemas.microsoft.com/office/drawing/2014/main" id="{C6462066-9F80-E2AF-586E-9DB629DB6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1892966"/>
                  <a:ext cx="216024" cy="216024"/>
                </a:xfrm>
                <a:prstGeom prst="line">
                  <a:avLst/>
                </a:prstGeom>
                <a:ln w="28575"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2A26F190-810F-42DD-35F5-96E909252540}"/>
              </a:ext>
            </a:extLst>
          </p:cNvPr>
          <p:cNvSpPr/>
          <p:nvPr/>
        </p:nvSpPr>
        <p:spPr>
          <a:xfrm>
            <a:off x="269875" y="4077072"/>
            <a:ext cx="2332149" cy="1177229"/>
          </a:xfrm>
          <a:prstGeom prst="rect">
            <a:avLst/>
          </a:prstGeom>
          <a:solidFill>
            <a:schemeClr val="accent1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03AB674-6B11-62D3-8E04-9AE9BF896B1A}"/>
              </a:ext>
            </a:extLst>
          </p:cNvPr>
          <p:cNvSpPr/>
          <p:nvPr/>
        </p:nvSpPr>
        <p:spPr>
          <a:xfrm>
            <a:off x="5879976" y="3691931"/>
            <a:ext cx="2592288" cy="1177229"/>
          </a:xfrm>
          <a:prstGeom prst="rect">
            <a:avLst/>
          </a:prstGeom>
          <a:solidFill>
            <a:schemeClr val="accent1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728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DDA8328-7C4B-5463-7904-74CE5DAC2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2000" y="273600"/>
            <a:ext cx="4548096" cy="536400"/>
          </a:xfrm>
        </p:spPr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Genomics</a:t>
            </a:r>
            <a:r>
              <a:rPr lang="de-DE" dirty="0"/>
              <a:t> Group, Department of </a:t>
            </a:r>
            <a:r>
              <a:rPr lang="de-DE" dirty="0" err="1"/>
              <a:t>Geography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6273435" cy="1372968"/>
          </a:xfrm>
        </p:spPr>
        <p:txBody>
          <a:bodyPr/>
          <a:lstStyle/>
          <a:p>
            <a:r>
              <a:rPr lang="en-GB" dirty="0"/>
              <a:t>Intro to Demographic Simulations</a:t>
            </a:r>
            <a:endParaRPr lang="en-GB" noProof="0" dirty="0"/>
          </a:p>
          <a:p>
            <a:pPr lvl="2"/>
            <a:r>
              <a:rPr lang="en-GB" dirty="0"/>
              <a:t>Billy Wallisch</a:t>
            </a:r>
            <a:br>
              <a:rPr lang="en-GB" noProof="0" dirty="0"/>
            </a:br>
            <a:r>
              <a:rPr lang="en-GB" noProof="0" dirty="0"/>
              <a:t>16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8B8A1A-625F-F704-C74E-FA936EF6B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1371600"/>
            <a:ext cx="11650663" cy="4731221"/>
          </a:xfrm>
        </p:spPr>
        <p:txBody>
          <a:bodyPr/>
          <a:lstStyle/>
          <a:p>
            <a:r>
              <a:rPr lang="en-GB" b="1" dirty="0"/>
              <a:t>Problem</a:t>
            </a:r>
          </a:p>
          <a:p>
            <a:endParaRPr lang="en-GB" dirty="0"/>
          </a:p>
          <a:p>
            <a:r>
              <a:rPr lang="en-GB" b="1" dirty="0"/>
              <a:t>Solution</a:t>
            </a:r>
          </a:p>
          <a:p>
            <a:endParaRPr lang="en-GB" dirty="0"/>
          </a:p>
          <a:p>
            <a:r>
              <a:rPr lang="en-GB" b="1" dirty="0"/>
              <a:t>Goal </a:t>
            </a:r>
          </a:p>
          <a:p>
            <a:endParaRPr lang="en-GB" dirty="0"/>
          </a:p>
          <a:p>
            <a:r>
              <a:rPr lang="en-GB" b="1" dirty="0"/>
              <a:t>My approach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06/09/2026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9957151-9424-42E4-C75F-25A556A0EB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Source: </a:t>
            </a:r>
          </a:p>
        </p:txBody>
      </p:sp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69A17C2-E607-F0D1-CAF3-99D27F35F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9EAEE5-77F8-9D4A-89C7-7BB87341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69651-188F-47D0-20DC-443C720D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99BC6-0654-70EB-39EB-2F26AB21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1135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D8586-A048-DF64-CBE2-ABF87C3D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251D0E-B65F-53B4-138A-80F7C75C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Text, 16 Pt -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At </a:t>
            </a:r>
            <a:r>
              <a:rPr lang="en-GB" dirty="0" err="1"/>
              <a:t>vero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et </a:t>
            </a:r>
            <a:r>
              <a:rPr lang="en-GB" dirty="0" err="1"/>
              <a:t>accusam</a:t>
            </a:r>
            <a:r>
              <a:rPr lang="en-GB" dirty="0"/>
              <a:t> et </a:t>
            </a:r>
            <a:r>
              <a:rPr lang="en-GB" dirty="0" err="1"/>
              <a:t>justo</a:t>
            </a:r>
            <a:r>
              <a:rPr lang="en-GB" dirty="0"/>
              <a:t> duo </a:t>
            </a:r>
            <a:r>
              <a:rPr lang="en-GB" dirty="0" err="1"/>
              <a:t>dolores</a:t>
            </a:r>
            <a:r>
              <a:rPr lang="en-GB" dirty="0"/>
              <a:t> et </a:t>
            </a:r>
            <a:r>
              <a:rPr lang="en-GB" dirty="0" err="1"/>
              <a:t>ea</a:t>
            </a:r>
            <a:r>
              <a:rPr lang="en-GB" dirty="0"/>
              <a:t> </a:t>
            </a:r>
            <a:r>
              <a:rPr lang="en-GB" dirty="0" err="1"/>
              <a:t>rebum</a:t>
            </a:r>
            <a:r>
              <a:rPr lang="en-GB" dirty="0"/>
              <a:t>. Stet </a:t>
            </a:r>
            <a:r>
              <a:rPr lang="en-GB" dirty="0" err="1"/>
              <a:t>clita</a:t>
            </a:r>
            <a:r>
              <a:rPr lang="en-GB" dirty="0"/>
              <a:t> </a:t>
            </a:r>
            <a:r>
              <a:rPr lang="en-GB" dirty="0" err="1"/>
              <a:t>kasd</a:t>
            </a:r>
            <a:r>
              <a:rPr lang="en-GB" dirty="0"/>
              <a:t> </a:t>
            </a:r>
            <a:r>
              <a:rPr lang="en-GB" dirty="0" err="1"/>
              <a:t>gubergren</a:t>
            </a:r>
            <a:r>
              <a:rPr lang="en-GB" dirty="0"/>
              <a:t>, no sea </a:t>
            </a:r>
            <a:r>
              <a:rPr lang="en-GB" dirty="0" err="1"/>
              <a:t>takimata</a:t>
            </a:r>
            <a:r>
              <a:rPr lang="en-GB" dirty="0"/>
              <a:t> </a:t>
            </a:r>
            <a:r>
              <a:rPr lang="en-GB" dirty="0" err="1"/>
              <a:t>sanctus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Bullet list (Level 2)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Bullet list (Level 2)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aliquyam</a:t>
            </a:r>
            <a:r>
              <a:rPr lang="en-GB" dirty="0"/>
              <a:t> </a:t>
            </a:r>
            <a:r>
              <a:rPr lang="en-GB" dirty="0" err="1"/>
              <a:t>erat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voluptua</a:t>
            </a:r>
            <a:r>
              <a:rPr lang="en-GB" dirty="0"/>
              <a:t>. </a:t>
            </a:r>
          </a:p>
          <a:p>
            <a:pPr lvl="2"/>
            <a:r>
              <a:rPr lang="en-GB" dirty="0"/>
              <a:t>Bullet list (Level 3) Lorem ipsum</a:t>
            </a:r>
          </a:p>
          <a:p>
            <a:pPr lvl="2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consetetur</a:t>
            </a:r>
            <a:r>
              <a:rPr lang="en-GB" dirty="0"/>
              <a:t> </a:t>
            </a:r>
            <a:r>
              <a:rPr lang="en-GB" dirty="0" err="1"/>
              <a:t>sadipscing</a:t>
            </a:r>
            <a:r>
              <a:rPr lang="en-GB" dirty="0"/>
              <a:t> </a:t>
            </a:r>
            <a:r>
              <a:rPr lang="en-GB" dirty="0" err="1"/>
              <a:t>elitr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nonumy</a:t>
            </a:r>
            <a:r>
              <a:rPr lang="en-GB" dirty="0"/>
              <a:t> </a:t>
            </a:r>
            <a:r>
              <a:rPr lang="en-GB" dirty="0" err="1"/>
              <a:t>eirmod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invidunt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47227C-4607-B1CE-D6E2-166974D2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7C86C-CAEF-E9A4-EDCC-FAC81058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23505E-C6EB-DD6A-DE02-BA418DA9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E94E88B-FDBD-4410-BA3B-583156292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722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4F0D2C-060D-CA3E-990F-EFEEAC787C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06/09/2026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B76D8C-163F-024B-E73B-751CB2330F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123D0A-1A5F-61DA-B940-8BFCCD7C2B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C256B6FD-8A0E-AE91-13DD-9C299C4536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3444653-7C8A-F3E8-341E-8DF591E8C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503FBC0-C580-ED45-5FF3-1CE82EB6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864201C-0B00-A8F6-8FA4-29D227D2B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96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7EB32C-05DE-6DAA-0EB6-AF614286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6424761"/>
            <a:ext cx="1189348" cy="144016"/>
          </a:xfrm>
        </p:spPr>
        <p:txBody>
          <a:bodyPr/>
          <a:lstStyle/>
          <a:p>
            <a:fld id="{F00B6C72-573A-41E4-82FE-015F0E156332}" type="datetime1">
              <a:rPr lang="en-GB" smtClean="0"/>
              <a:t>06/09/2026</a:t>
            </a:fld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B2287A-DDB7-9BA7-CE0D-DDE93690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</p:spPr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8BB988A-D779-21AB-3719-6F5F83F98849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270582" y="2700000"/>
            <a:ext cx="2778003" cy="3524588"/>
          </a:xfrm>
        </p:spPr>
        <p:txBody>
          <a:bodyPr/>
          <a:lstStyle/>
          <a:p>
            <a:r>
              <a:rPr lang="en-GB" b="1" dirty="0"/>
              <a:t>Contact</a:t>
            </a:r>
          </a:p>
          <a:p>
            <a:r>
              <a:rPr lang="en-GB" dirty="0"/>
              <a:t>First name Surname</a:t>
            </a:r>
          </a:p>
          <a:p>
            <a:r>
              <a:rPr lang="en-GB" dirty="0"/>
              <a:t>Position</a:t>
            </a:r>
          </a:p>
          <a:p>
            <a:r>
              <a:rPr lang="en-GB" dirty="0"/>
              <a:t>+00 00 000 00 00</a:t>
            </a:r>
          </a:p>
          <a:p>
            <a:r>
              <a:rPr lang="en-GB"/>
              <a:t>E-mail</a:t>
            </a:r>
            <a:endParaRPr lang="en-GB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AE6697E-6B20-2C96-B1E6-58D1E8D49F25}"/>
              </a:ext>
            </a:extLst>
          </p:cNvPr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33BF63-1461-BB2E-7E3E-482C271CB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Footer (Edit via "Insert &gt; Header and Footer")</a:t>
            </a:r>
          </a:p>
        </p:txBody>
      </p:sp>
    </p:spTree>
    <p:extLst>
      <p:ext uri="{BB962C8B-B14F-4D97-AF65-F5344CB8AC3E}">
        <p14:creationId xmlns:p14="http://schemas.microsoft.com/office/powerpoint/2010/main" val="3299559963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384</Words>
  <Application>Microsoft Office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Source Sans Pro</vt:lpstr>
      <vt:lpstr>Source Sans Pro SemiBold</vt:lpstr>
      <vt:lpstr>Benutzerdefiniertes Design</vt:lpstr>
      <vt:lpstr>Notes on text formatting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</cp:revision>
  <dcterms:created xsi:type="dcterms:W3CDTF">2026-09-06T15:15:37Z</dcterms:created>
  <dcterms:modified xsi:type="dcterms:W3CDTF">2026-09-06T15:24:18Z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